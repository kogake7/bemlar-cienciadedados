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Lst>
  <p:sldSz cy="5143500" cx="9144000"/>
  <p:notesSz cx="6858000" cy="9144000"/>
  <p:embeddedFontLst>
    <p:embeddedFont>
      <p:font typeface="Spline Sans"/>
      <p:regular r:id="rId49"/>
      <p:bold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Anaheim"/>
      <p:regular r:id="rId61"/>
      <p:bold r:id="rId62"/>
    </p:embeddedFont>
    <p:embeddedFont>
      <p:font typeface="Source Code Pro"/>
      <p:regular r:id="rId63"/>
      <p:bold r:id="rId64"/>
      <p:italic r:id="rId65"/>
      <p:boldItalic r:id="rId66"/>
    </p:embeddedFont>
    <p:embeddedFont>
      <p:font typeface="Bebas Neue"/>
      <p:regular r:id="rId67"/>
    </p:embeddedFont>
    <p:embeddedFont>
      <p:font typeface="PT Sans"/>
      <p:regular r:id="rId68"/>
      <p:bold r:id="rId69"/>
      <p:italic r:id="rId70"/>
      <p:boldItalic r:id="rId71"/>
    </p:embeddedFont>
    <p:embeddedFont>
      <p:font typeface="Open Sans"/>
      <p:regular r:id="rId72"/>
      <p:bold r:id="rId73"/>
      <p:italic r:id="rId74"/>
      <p:boldItalic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995B425-9068-444C-9E04-3A0A5D86270C}">
  <a:tblStyle styleId="{3995B425-9068-444C-9E04-3A0A5D86270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7C313C36-009A-428A-B93C-6C5354F68E00}"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font" Target="fonts/SplineSans-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OpenSans-bold.fntdata"/><Relationship Id="rId72" Type="http://schemas.openxmlformats.org/officeDocument/2006/relationships/font" Target="fonts/OpenSans-regular.fntdata"/><Relationship Id="rId31" Type="http://schemas.openxmlformats.org/officeDocument/2006/relationships/slide" Target="slides/slide25.xml"/><Relationship Id="rId75" Type="http://schemas.openxmlformats.org/officeDocument/2006/relationships/font" Target="fonts/OpenSans-boldItalic.fntdata"/><Relationship Id="rId30" Type="http://schemas.openxmlformats.org/officeDocument/2006/relationships/slide" Target="slides/slide24.xml"/><Relationship Id="rId74" Type="http://schemas.openxmlformats.org/officeDocument/2006/relationships/font" Target="fonts/OpenSans-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TSans-boldItalic.fntdata"/><Relationship Id="rId70" Type="http://schemas.openxmlformats.org/officeDocument/2006/relationships/font" Target="fonts/PTSans-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naheim-bold.fntdata"/><Relationship Id="rId61" Type="http://schemas.openxmlformats.org/officeDocument/2006/relationships/font" Target="fonts/Anaheim-regular.fntdata"/><Relationship Id="rId20" Type="http://schemas.openxmlformats.org/officeDocument/2006/relationships/slide" Target="slides/slide14.xml"/><Relationship Id="rId64" Type="http://schemas.openxmlformats.org/officeDocument/2006/relationships/font" Target="fonts/SourceCodePro-bold.fntdata"/><Relationship Id="rId63" Type="http://schemas.openxmlformats.org/officeDocument/2006/relationships/font" Target="fonts/SourceCodePro-regular.fntdata"/><Relationship Id="rId22" Type="http://schemas.openxmlformats.org/officeDocument/2006/relationships/slide" Target="slides/slide16.xml"/><Relationship Id="rId66" Type="http://schemas.openxmlformats.org/officeDocument/2006/relationships/font" Target="fonts/SourceCodePro-boldItalic.fntdata"/><Relationship Id="rId21" Type="http://schemas.openxmlformats.org/officeDocument/2006/relationships/slide" Target="slides/slide15.xml"/><Relationship Id="rId65" Type="http://schemas.openxmlformats.org/officeDocument/2006/relationships/font" Target="fonts/SourceCodePro-italic.fntdata"/><Relationship Id="rId24" Type="http://schemas.openxmlformats.org/officeDocument/2006/relationships/slide" Target="slides/slide18.xml"/><Relationship Id="rId68" Type="http://schemas.openxmlformats.org/officeDocument/2006/relationships/font" Target="fonts/PTSans-regular.fntdata"/><Relationship Id="rId23" Type="http://schemas.openxmlformats.org/officeDocument/2006/relationships/slide" Target="slides/slide17.xml"/><Relationship Id="rId67" Type="http://schemas.openxmlformats.org/officeDocument/2006/relationships/font" Target="fonts/BebasNeue-regular.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TSans-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font" Target="fonts/SplineSans-bold.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 name="Shape 361"/>
        <p:cNvGrpSpPr/>
        <p:nvPr/>
      </p:nvGrpSpPr>
      <p:grpSpPr>
        <a:xfrm>
          <a:off x="0" y="0"/>
          <a:ext cx="0" cy="0"/>
          <a:chOff x="0" y="0"/>
          <a:chExt cx="0" cy="0"/>
        </a:xfrm>
      </p:grpSpPr>
      <p:sp>
        <p:nvSpPr>
          <p:cNvPr id="362" name="Google Shape;362;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 name="Google Shape;363;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 name="Shape 597"/>
        <p:cNvGrpSpPr/>
        <p:nvPr/>
      </p:nvGrpSpPr>
      <p:grpSpPr>
        <a:xfrm>
          <a:off x="0" y="0"/>
          <a:ext cx="0" cy="0"/>
          <a:chOff x="0" y="0"/>
          <a:chExt cx="0" cy="0"/>
        </a:xfrm>
      </p:grpSpPr>
      <p:sp>
        <p:nvSpPr>
          <p:cNvPr id="598" name="Google Shape;598;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9" name="Google Shape;599;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 name="Shape 614"/>
        <p:cNvGrpSpPr/>
        <p:nvPr/>
      </p:nvGrpSpPr>
      <p:grpSpPr>
        <a:xfrm>
          <a:off x="0" y="0"/>
          <a:ext cx="0" cy="0"/>
          <a:chOff x="0" y="0"/>
          <a:chExt cx="0" cy="0"/>
        </a:xfrm>
      </p:grpSpPr>
      <p:sp>
        <p:nvSpPr>
          <p:cNvPr id="615" name="Google Shape;615;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 name="Google Shape;616;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 name="Shape 621"/>
        <p:cNvGrpSpPr/>
        <p:nvPr/>
      </p:nvGrpSpPr>
      <p:grpSpPr>
        <a:xfrm>
          <a:off x="0" y="0"/>
          <a:ext cx="0" cy="0"/>
          <a:chOff x="0" y="0"/>
          <a:chExt cx="0" cy="0"/>
        </a:xfrm>
      </p:grpSpPr>
      <p:sp>
        <p:nvSpPr>
          <p:cNvPr id="622" name="Google Shape;622;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 name="Google Shape;623;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 name="Shape 673"/>
        <p:cNvGrpSpPr/>
        <p:nvPr/>
      </p:nvGrpSpPr>
      <p:grpSpPr>
        <a:xfrm>
          <a:off x="0" y="0"/>
          <a:ext cx="0" cy="0"/>
          <a:chOff x="0" y="0"/>
          <a:chExt cx="0" cy="0"/>
        </a:xfrm>
      </p:grpSpPr>
      <p:sp>
        <p:nvSpPr>
          <p:cNvPr id="674" name="Google Shape;674;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 name="Google Shape;675;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 name="Shape 732"/>
        <p:cNvGrpSpPr/>
        <p:nvPr/>
      </p:nvGrpSpPr>
      <p:grpSpPr>
        <a:xfrm>
          <a:off x="0" y="0"/>
          <a:ext cx="0" cy="0"/>
          <a:chOff x="0" y="0"/>
          <a:chExt cx="0" cy="0"/>
        </a:xfrm>
      </p:grpSpPr>
      <p:sp>
        <p:nvSpPr>
          <p:cNvPr id="733" name="Google Shape;733;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 name="Google Shape;734;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 name="Shape 796"/>
        <p:cNvGrpSpPr/>
        <p:nvPr/>
      </p:nvGrpSpPr>
      <p:grpSpPr>
        <a:xfrm>
          <a:off x="0" y="0"/>
          <a:ext cx="0" cy="0"/>
          <a:chOff x="0" y="0"/>
          <a:chExt cx="0" cy="0"/>
        </a:xfrm>
      </p:grpSpPr>
      <p:sp>
        <p:nvSpPr>
          <p:cNvPr id="797" name="Google Shape;797;g18680c3840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 name="Google Shape;798;g18680c3840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 name="Shape 964"/>
        <p:cNvGrpSpPr/>
        <p:nvPr/>
      </p:nvGrpSpPr>
      <p:grpSpPr>
        <a:xfrm>
          <a:off x="0" y="0"/>
          <a:ext cx="0" cy="0"/>
          <a:chOff x="0" y="0"/>
          <a:chExt cx="0" cy="0"/>
        </a:xfrm>
      </p:grpSpPr>
      <p:sp>
        <p:nvSpPr>
          <p:cNvPr id="965" name="Google Shape;965;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 name="Google Shape;966;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 name="Shape 1154"/>
        <p:cNvGrpSpPr/>
        <p:nvPr/>
      </p:nvGrpSpPr>
      <p:grpSpPr>
        <a:xfrm>
          <a:off x="0" y="0"/>
          <a:ext cx="0" cy="0"/>
          <a:chOff x="0" y="0"/>
          <a:chExt cx="0" cy="0"/>
        </a:xfrm>
      </p:grpSpPr>
      <p:sp>
        <p:nvSpPr>
          <p:cNvPr id="1155" name="Google Shape;1155;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 name="Google Shape;1156;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0" name="Shape 1160"/>
        <p:cNvGrpSpPr/>
        <p:nvPr/>
      </p:nvGrpSpPr>
      <p:grpSpPr>
        <a:xfrm>
          <a:off x="0" y="0"/>
          <a:ext cx="0" cy="0"/>
          <a:chOff x="0" y="0"/>
          <a:chExt cx="0" cy="0"/>
        </a:xfrm>
      </p:grpSpPr>
      <p:sp>
        <p:nvSpPr>
          <p:cNvPr id="1161" name="Google Shape;1161;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 name="Google Shape;1162;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9" name="Shape 1179"/>
        <p:cNvGrpSpPr/>
        <p:nvPr/>
      </p:nvGrpSpPr>
      <p:grpSpPr>
        <a:xfrm>
          <a:off x="0" y="0"/>
          <a:ext cx="0" cy="0"/>
          <a:chOff x="0" y="0"/>
          <a:chExt cx="0" cy="0"/>
        </a:xfrm>
      </p:grpSpPr>
      <p:sp>
        <p:nvSpPr>
          <p:cNvPr id="1180" name="Google Shape;1180;g18680c38407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 name="Google Shape;1181;g18680c38407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 name="Google Shape;1197;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1" name="Shape 1201"/>
        <p:cNvGrpSpPr/>
        <p:nvPr/>
      </p:nvGrpSpPr>
      <p:grpSpPr>
        <a:xfrm>
          <a:off x="0" y="0"/>
          <a:ext cx="0" cy="0"/>
          <a:chOff x="0" y="0"/>
          <a:chExt cx="0" cy="0"/>
        </a:xfrm>
      </p:grpSpPr>
      <p:sp>
        <p:nvSpPr>
          <p:cNvPr id="1202" name="Google Shape;1202;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3" name="Google Shape;1203;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9" name="Shape 1229"/>
        <p:cNvGrpSpPr/>
        <p:nvPr/>
      </p:nvGrpSpPr>
      <p:grpSpPr>
        <a:xfrm>
          <a:off x="0" y="0"/>
          <a:ext cx="0" cy="0"/>
          <a:chOff x="0" y="0"/>
          <a:chExt cx="0" cy="0"/>
        </a:xfrm>
      </p:grpSpPr>
      <p:sp>
        <p:nvSpPr>
          <p:cNvPr id="1230" name="Google Shape;1230;g172b1845856_1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1" name="Google Shape;1231;g172b1845856_1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7" name="Shape 1257"/>
        <p:cNvGrpSpPr/>
        <p:nvPr/>
      </p:nvGrpSpPr>
      <p:grpSpPr>
        <a:xfrm>
          <a:off x="0" y="0"/>
          <a:ext cx="0" cy="0"/>
          <a:chOff x="0" y="0"/>
          <a:chExt cx="0" cy="0"/>
        </a:xfrm>
      </p:grpSpPr>
      <p:sp>
        <p:nvSpPr>
          <p:cNvPr id="1258" name="Google Shape;1258;g184d99d1a72_0_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9" name="Google Shape;1259;g184d99d1a72_0_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3" name="Shape 1263"/>
        <p:cNvGrpSpPr/>
        <p:nvPr/>
      </p:nvGrpSpPr>
      <p:grpSpPr>
        <a:xfrm>
          <a:off x="0" y="0"/>
          <a:ext cx="0" cy="0"/>
          <a:chOff x="0" y="0"/>
          <a:chExt cx="0" cy="0"/>
        </a:xfrm>
      </p:grpSpPr>
      <p:sp>
        <p:nvSpPr>
          <p:cNvPr id="1264" name="Google Shape;1264;g2516e2bbe78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 name="Google Shape;1265;g2516e2bbe78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2" name="Shape 1272"/>
        <p:cNvGrpSpPr/>
        <p:nvPr/>
      </p:nvGrpSpPr>
      <p:grpSpPr>
        <a:xfrm>
          <a:off x="0" y="0"/>
          <a:ext cx="0" cy="0"/>
          <a:chOff x="0" y="0"/>
          <a:chExt cx="0" cy="0"/>
        </a:xfrm>
      </p:grpSpPr>
      <p:sp>
        <p:nvSpPr>
          <p:cNvPr id="1273" name="Google Shape;1273;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4" name="Google Shape;1274;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9" name="Shape 1449"/>
        <p:cNvGrpSpPr/>
        <p:nvPr/>
      </p:nvGrpSpPr>
      <p:grpSpPr>
        <a:xfrm>
          <a:off x="0" y="0"/>
          <a:ext cx="0" cy="0"/>
          <a:chOff x="0" y="0"/>
          <a:chExt cx="0" cy="0"/>
        </a:xfrm>
      </p:grpSpPr>
      <p:sp>
        <p:nvSpPr>
          <p:cNvPr id="1450" name="Google Shape;1450;g25bb0fcccad_1_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1" name="Google Shape;1451;g25bb0fcccad_1_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8" name="Shape 2598"/>
        <p:cNvGrpSpPr/>
        <p:nvPr/>
      </p:nvGrpSpPr>
      <p:grpSpPr>
        <a:xfrm>
          <a:off x="0" y="0"/>
          <a:ext cx="0" cy="0"/>
          <a:chOff x="0" y="0"/>
          <a:chExt cx="0" cy="0"/>
        </a:xfrm>
      </p:grpSpPr>
      <p:sp>
        <p:nvSpPr>
          <p:cNvPr id="2599" name="Google Shape;2599;g25bb0fcccad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0" name="Google Shape;2600;g25bb0fcccad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3" name="Shape 3023"/>
        <p:cNvGrpSpPr/>
        <p:nvPr/>
      </p:nvGrpSpPr>
      <p:grpSpPr>
        <a:xfrm>
          <a:off x="0" y="0"/>
          <a:ext cx="0" cy="0"/>
          <a:chOff x="0" y="0"/>
          <a:chExt cx="0" cy="0"/>
        </a:xfrm>
      </p:grpSpPr>
      <p:sp>
        <p:nvSpPr>
          <p:cNvPr id="3024" name="Google Shape;3024;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5" name="Google Shape;3025;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5" name="Shape 3615"/>
        <p:cNvGrpSpPr/>
        <p:nvPr/>
      </p:nvGrpSpPr>
      <p:grpSpPr>
        <a:xfrm>
          <a:off x="0" y="0"/>
          <a:ext cx="0" cy="0"/>
          <a:chOff x="0" y="0"/>
          <a:chExt cx="0" cy="0"/>
        </a:xfrm>
      </p:grpSpPr>
      <p:sp>
        <p:nvSpPr>
          <p:cNvPr id="3616" name="Google Shape;3616;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7" name="Google Shape;3617;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1" name="Shape 3621"/>
        <p:cNvGrpSpPr/>
        <p:nvPr/>
      </p:nvGrpSpPr>
      <p:grpSpPr>
        <a:xfrm>
          <a:off x="0" y="0"/>
          <a:ext cx="0" cy="0"/>
          <a:chOff x="0" y="0"/>
          <a:chExt cx="0" cy="0"/>
        </a:xfrm>
      </p:grpSpPr>
      <p:sp>
        <p:nvSpPr>
          <p:cNvPr id="3622" name="Google Shape;3622;g25be0ae0493_0_148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3" name="Google Shape;3623;g25be0ae0493_0_148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g25be0ae0493_0_14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9" name="Google Shape;3629;g25be0ae0493_0_14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3" name="Shape 3633"/>
        <p:cNvGrpSpPr/>
        <p:nvPr/>
      </p:nvGrpSpPr>
      <p:grpSpPr>
        <a:xfrm>
          <a:off x="0" y="0"/>
          <a:ext cx="0" cy="0"/>
          <a:chOff x="0" y="0"/>
          <a:chExt cx="0" cy="0"/>
        </a:xfrm>
      </p:grpSpPr>
      <p:sp>
        <p:nvSpPr>
          <p:cNvPr id="3634" name="Google Shape;3634;g25be0ae0493_0_148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5" name="Google Shape;3635;g25be0ae0493_0_148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3" name="Shape 3653"/>
        <p:cNvGrpSpPr/>
        <p:nvPr/>
      </p:nvGrpSpPr>
      <p:grpSpPr>
        <a:xfrm>
          <a:off x="0" y="0"/>
          <a:ext cx="0" cy="0"/>
          <a:chOff x="0" y="0"/>
          <a:chExt cx="0" cy="0"/>
        </a:xfrm>
      </p:grpSpPr>
      <p:sp>
        <p:nvSpPr>
          <p:cNvPr id="3654" name="Google Shape;3654;g25be0ae0493_0_14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5" name="Google Shape;3655;g25be0ae0493_0_14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9" name="Shape 3669"/>
        <p:cNvGrpSpPr/>
        <p:nvPr/>
      </p:nvGrpSpPr>
      <p:grpSpPr>
        <a:xfrm>
          <a:off x="0" y="0"/>
          <a:ext cx="0" cy="0"/>
          <a:chOff x="0" y="0"/>
          <a:chExt cx="0" cy="0"/>
        </a:xfrm>
      </p:grpSpPr>
      <p:sp>
        <p:nvSpPr>
          <p:cNvPr id="3670" name="Google Shape;3670;g25be0ae0493_0_14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1" name="Google Shape;3671;g25be0ae0493_0_14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6" name="Shape 4006"/>
        <p:cNvGrpSpPr/>
        <p:nvPr/>
      </p:nvGrpSpPr>
      <p:grpSpPr>
        <a:xfrm>
          <a:off x="0" y="0"/>
          <a:ext cx="0" cy="0"/>
          <a:chOff x="0" y="0"/>
          <a:chExt cx="0" cy="0"/>
        </a:xfrm>
      </p:grpSpPr>
      <p:sp>
        <p:nvSpPr>
          <p:cNvPr id="4007" name="Google Shape;4007;g25be0ae0493_0_15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8" name="Google Shape;4008;g25be0ae0493_0_15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0" name="Shape 9920"/>
        <p:cNvGrpSpPr/>
        <p:nvPr/>
      </p:nvGrpSpPr>
      <p:grpSpPr>
        <a:xfrm>
          <a:off x="0" y="0"/>
          <a:ext cx="0" cy="0"/>
          <a:chOff x="0" y="0"/>
          <a:chExt cx="0" cy="0"/>
        </a:xfrm>
      </p:grpSpPr>
      <p:sp>
        <p:nvSpPr>
          <p:cNvPr id="9921" name="Google Shape;9921;g25be0ae0493_0_21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2" name="Google Shape;9922;g25be0ae0493_0_21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7" name="Shape 10347"/>
        <p:cNvGrpSpPr/>
        <p:nvPr/>
      </p:nvGrpSpPr>
      <p:grpSpPr>
        <a:xfrm>
          <a:off x="0" y="0"/>
          <a:ext cx="0" cy="0"/>
          <a:chOff x="0" y="0"/>
          <a:chExt cx="0" cy="0"/>
        </a:xfrm>
      </p:grpSpPr>
      <p:sp>
        <p:nvSpPr>
          <p:cNvPr id="10348" name="Google Shape;10348;g25be0ae0493_0_215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49" name="Google Shape;10349;g25be0ae0493_0_215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g25be0ae0493_0_21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2" name="Google Shape;10512;g25be0ae0493_0_21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2" name="Shape 10912"/>
        <p:cNvGrpSpPr/>
        <p:nvPr/>
      </p:nvGrpSpPr>
      <p:grpSpPr>
        <a:xfrm>
          <a:off x="0" y="0"/>
          <a:ext cx="0" cy="0"/>
          <a:chOff x="0" y="0"/>
          <a:chExt cx="0" cy="0"/>
        </a:xfrm>
      </p:grpSpPr>
      <p:sp>
        <p:nvSpPr>
          <p:cNvPr id="10913" name="Google Shape;10913;g25be0ae0493_0_22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4" name="Google Shape;10914;g25be0ae0493_0_22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3" name="Shape 11283"/>
        <p:cNvGrpSpPr/>
        <p:nvPr/>
      </p:nvGrpSpPr>
      <p:grpSpPr>
        <a:xfrm>
          <a:off x="0" y="0"/>
          <a:ext cx="0" cy="0"/>
          <a:chOff x="0" y="0"/>
          <a:chExt cx="0" cy="0"/>
        </a:xfrm>
      </p:grpSpPr>
      <p:sp>
        <p:nvSpPr>
          <p:cNvPr id="11284" name="Google Shape;11284;g25be0ae0493_0_22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85" name="Google Shape;11285;g25be0ae0493_0_22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72" name="Shape 11672"/>
        <p:cNvGrpSpPr/>
        <p:nvPr/>
      </p:nvGrpSpPr>
      <p:grpSpPr>
        <a:xfrm>
          <a:off x="0" y="0"/>
          <a:ext cx="0" cy="0"/>
          <a:chOff x="0" y="0"/>
          <a:chExt cx="0" cy="0"/>
        </a:xfrm>
      </p:grpSpPr>
      <p:sp>
        <p:nvSpPr>
          <p:cNvPr id="11673" name="Google Shape;11673;g25be0ae0493_0_228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74" name="Google Shape;11674;g25be0ae0493_0_228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3" name="Shape 12103"/>
        <p:cNvGrpSpPr/>
        <p:nvPr/>
      </p:nvGrpSpPr>
      <p:grpSpPr>
        <a:xfrm>
          <a:off x="0" y="0"/>
          <a:ext cx="0" cy="0"/>
          <a:chOff x="0" y="0"/>
          <a:chExt cx="0" cy="0"/>
        </a:xfrm>
      </p:grpSpPr>
      <p:sp>
        <p:nvSpPr>
          <p:cNvPr id="12104" name="Google Shape;12104;g25be0ae0493_0_23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05" name="Google Shape;12105;g25be0ae0493_0_23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96" name="Shape 12896"/>
        <p:cNvGrpSpPr/>
        <p:nvPr/>
      </p:nvGrpSpPr>
      <p:grpSpPr>
        <a:xfrm>
          <a:off x="0" y="0"/>
          <a:ext cx="0" cy="0"/>
          <a:chOff x="0" y="0"/>
          <a:chExt cx="0" cy="0"/>
        </a:xfrm>
      </p:grpSpPr>
      <p:sp>
        <p:nvSpPr>
          <p:cNvPr id="12897" name="Google Shape;12897;g25be0ae0493_0_240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98" name="Google Shape;12898;g25be0ae0493_0_240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37" name="Shape 13637"/>
        <p:cNvGrpSpPr/>
        <p:nvPr/>
      </p:nvGrpSpPr>
      <p:grpSpPr>
        <a:xfrm>
          <a:off x="0" y="0"/>
          <a:ext cx="0" cy="0"/>
          <a:chOff x="0" y="0"/>
          <a:chExt cx="0" cy="0"/>
        </a:xfrm>
      </p:grpSpPr>
      <p:sp>
        <p:nvSpPr>
          <p:cNvPr id="13638" name="Google Shape;13638;g25be0ae0493_0_24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39" name="Google Shape;13639;g25be0ae0493_0_24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30" name="Shape 14330"/>
        <p:cNvGrpSpPr/>
        <p:nvPr/>
      </p:nvGrpSpPr>
      <p:grpSpPr>
        <a:xfrm>
          <a:off x="0" y="0"/>
          <a:ext cx="0" cy="0"/>
          <a:chOff x="0" y="0"/>
          <a:chExt cx="0" cy="0"/>
        </a:xfrm>
      </p:grpSpPr>
      <p:sp>
        <p:nvSpPr>
          <p:cNvPr id="14331" name="Google Shape;14331;g25be0ae0493_0_25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32" name="Google Shape;14332;g25be0ae0493_0_25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2" name="Shape 14632"/>
        <p:cNvGrpSpPr/>
        <p:nvPr/>
      </p:nvGrpSpPr>
      <p:grpSpPr>
        <a:xfrm>
          <a:off x="0" y="0"/>
          <a:ext cx="0" cy="0"/>
          <a:chOff x="0" y="0"/>
          <a:chExt cx="0" cy="0"/>
        </a:xfrm>
      </p:grpSpPr>
      <p:sp>
        <p:nvSpPr>
          <p:cNvPr id="14633" name="Google Shape;14633;g25be0ae0493_0_258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34" name="Google Shape;14634;g25be0ae0493_0_258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72" name="Shape 15272"/>
        <p:cNvGrpSpPr/>
        <p:nvPr/>
      </p:nvGrpSpPr>
      <p:grpSpPr>
        <a:xfrm>
          <a:off x="0" y="0"/>
          <a:ext cx="0" cy="0"/>
          <a:chOff x="0" y="0"/>
          <a:chExt cx="0" cy="0"/>
        </a:xfrm>
      </p:grpSpPr>
      <p:sp>
        <p:nvSpPr>
          <p:cNvPr id="15273" name="Google Shape;15273;g25be0ae0493_0_28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74" name="Google Shape;15274;g25be0ae0493_0_28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hyperlink" Target="https://storyset.com/?utm_source=slidesgo_template&amp;utm_medium=referral-link&amp;utm_campaign=slidesgo_contents_of_this_template&amp;utm_term=storyset&amp;utm_content=storyset"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50" y="779150"/>
            <a:ext cx="4049100" cy="2996700"/>
          </a:xfrm>
          <a:prstGeom prst="rect">
            <a:avLst/>
          </a:prstGeom>
        </p:spPr>
        <p:txBody>
          <a:bodyPr anchorCtr="0" anchor="b" bIns="91425" lIns="91425" spcFirstLastPara="1" rIns="91425" wrap="square" tIns="91425">
            <a:noAutofit/>
          </a:bodyPr>
          <a:lstStyle>
            <a:lvl1pPr lvl="0">
              <a:lnSpc>
                <a:spcPct val="80000"/>
              </a:lnSpc>
              <a:spcBef>
                <a:spcPts val="0"/>
              </a:spcBef>
              <a:spcAft>
                <a:spcPts val="0"/>
              </a:spcAft>
              <a:buClr>
                <a:srgbClr val="191919"/>
              </a:buClr>
              <a:buSzPts val="5200"/>
              <a:buNone/>
              <a:defRPr sz="5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713258" y="3888550"/>
            <a:ext cx="40491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318455" y="265125"/>
            <a:ext cx="8507100" cy="4612286"/>
            <a:chOff x="318455" y="265125"/>
            <a:chExt cx="8507100" cy="4612286"/>
          </a:xfrm>
        </p:grpSpPr>
        <p:grpSp>
          <p:nvGrpSpPr>
            <p:cNvPr id="12" name="Google Shape;12;p2"/>
            <p:cNvGrpSpPr/>
            <p:nvPr/>
          </p:nvGrpSpPr>
          <p:grpSpPr>
            <a:xfrm>
              <a:off x="7850030" y="265125"/>
              <a:ext cx="975525" cy="724386"/>
              <a:chOff x="7850030" y="265125"/>
              <a:chExt cx="975525" cy="724386"/>
            </a:xfrm>
          </p:grpSpPr>
          <p:sp>
            <p:nvSpPr>
              <p:cNvPr id="13" name="Google Shape;13;p2"/>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4" name="Google Shape;14;p2"/>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 name="Google Shape;17;p2"/>
            <p:cNvGrpSpPr/>
            <p:nvPr/>
          </p:nvGrpSpPr>
          <p:grpSpPr>
            <a:xfrm>
              <a:off x="318455" y="3899311"/>
              <a:ext cx="723400" cy="978100"/>
              <a:chOff x="318455" y="3899311"/>
              <a:chExt cx="723400" cy="978100"/>
            </a:xfrm>
          </p:grpSpPr>
          <p:sp>
            <p:nvSpPr>
              <p:cNvPr id="18" name="Google Shape;18;p2"/>
              <p:cNvSpPr/>
              <p:nvPr/>
            </p:nvSpPr>
            <p:spPr>
              <a:xfrm flipH="1" rot="-5400000">
                <a:off x="277642" y="421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9" name="Google Shape;19;p2"/>
              <p:cNvSpPr/>
              <p:nvPr/>
            </p:nvSpPr>
            <p:spPr>
              <a:xfrm>
                <a:off x="991755" y="4827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318455" y="4022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318455" y="3899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2" name="Shape 22"/>
        <p:cNvGrpSpPr/>
        <p:nvPr/>
      </p:nvGrpSpPr>
      <p:grpSpPr>
        <a:xfrm>
          <a:off x="0" y="0"/>
          <a:ext cx="0" cy="0"/>
          <a:chOff x="0" y="0"/>
          <a:chExt cx="0" cy="0"/>
        </a:xfrm>
      </p:grpSpPr>
      <p:sp>
        <p:nvSpPr>
          <p:cNvPr id="23" name="Google Shape;23;p3"/>
          <p:cNvSpPr txBox="1"/>
          <p:nvPr>
            <p:ph type="title"/>
          </p:nvPr>
        </p:nvSpPr>
        <p:spPr>
          <a:xfrm>
            <a:off x="4408725" y="2368101"/>
            <a:ext cx="4022100" cy="16287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4" name="Google Shape;24;p3"/>
          <p:cNvSpPr txBox="1"/>
          <p:nvPr>
            <p:ph hasCustomPrompt="1" idx="2" type="title"/>
          </p:nvPr>
        </p:nvSpPr>
        <p:spPr>
          <a:xfrm>
            <a:off x="4408725" y="1146725"/>
            <a:ext cx="1670700" cy="10893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7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5" name="Google Shape;25;p3"/>
          <p:cNvSpPr/>
          <p:nvPr>
            <p:ph idx="3" type="pic"/>
          </p:nvPr>
        </p:nvSpPr>
        <p:spPr>
          <a:xfrm>
            <a:off x="713225" y="970500"/>
            <a:ext cx="3120900" cy="3202500"/>
          </a:xfrm>
          <a:prstGeom prst="rect">
            <a:avLst/>
          </a:prstGeom>
          <a:noFill/>
          <a:ln cap="flat" cmpd="sng" w="9525">
            <a:solidFill>
              <a:schemeClr val="dk1"/>
            </a:solidFill>
            <a:prstDash val="solid"/>
            <a:round/>
            <a:headEnd len="sm" w="sm" type="none"/>
            <a:tailEnd len="sm" w="sm" type="none"/>
          </a:ln>
        </p:spPr>
      </p:sp>
      <p:grpSp>
        <p:nvGrpSpPr>
          <p:cNvPr id="26" name="Google Shape;26;p3"/>
          <p:cNvGrpSpPr/>
          <p:nvPr/>
        </p:nvGrpSpPr>
        <p:grpSpPr>
          <a:xfrm>
            <a:off x="322709" y="272057"/>
            <a:ext cx="8502846" cy="4598904"/>
            <a:chOff x="322709" y="272057"/>
            <a:chExt cx="8502846" cy="4598904"/>
          </a:xfrm>
        </p:grpSpPr>
        <p:grpSp>
          <p:nvGrpSpPr>
            <p:cNvPr id="27" name="Google Shape;27;p3"/>
            <p:cNvGrpSpPr/>
            <p:nvPr/>
          </p:nvGrpSpPr>
          <p:grpSpPr>
            <a:xfrm>
              <a:off x="7973280" y="272057"/>
              <a:ext cx="852275" cy="724386"/>
              <a:chOff x="7973280" y="265125"/>
              <a:chExt cx="852275" cy="724386"/>
            </a:xfrm>
          </p:grpSpPr>
          <p:sp>
            <p:nvSpPr>
              <p:cNvPr id="28" name="Google Shape;28;p3"/>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9" name="Google Shape;29;p3"/>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3"/>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3"/>
            <p:cNvGrpSpPr/>
            <p:nvPr/>
          </p:nvGrpSpPr>
          <p:grpSpPr>
            <a:xfrm>
              <a:off x="322709" y="4024536"/>
              <a:ext cx="978075" cy="846425"/>
              <a:chOff x="322709" y="4024536"/>
              <a:chExt cx="978075" cy="846425"/>
            </a:xfrm>
          </p:grpSpPr>
          <p:sp>
            <p:nvSpPr>
              <p:cNvPr id="32" name="Google Shape;32;p3"/>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33" name="Google Shape;33;p3"/>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3"/>
              <p:cNvSpPr/>
              <p:nvPr/>
            </p:nvSpPr>
            <p:spPr>
              <a:xfrm flipH="1" rot="5400000">
                <a:off x="1250684"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7" name="Shape 37"/>
        <p:cNvGrpSpPr/>
        <p:nvPr/>
      </p:nvGrpSpPr>
      <p:grpSpPr>
        <a:xfrm>
          <a:off x="0" y="0"/>
          <a:ext cx="0" cy="0"/>
          <a:chOff x="0" y="0"/>
          <a:chExt cx="0" cy="0"/>
        </a:xfrm>
      </p:grpSpPr>
      <p:sp>
        <p:nvSpPr>
          <p:cNvPr id="38" name="Google Shape;38;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9" name="Google Shape;39;p4"/>
          <p:cNvSpPr txBox="1"/>
          <p:nvPr>
            <p:ph idx="1" type="body"/>
          </p:nvPr>
        </p:nvSpPr>
        <p:spPr>
          <a:xfrm>
            <a:off x="720000" y="1139499"/>
            <a:ext cx="7704000" cy="3300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grpSp>
        <p:nvGrpSpPr>
          <p:cNvPr id="40" name="Google Shape;40;p4"/>
          <p:cNvGrpSpPr/>
          <p:nvPr/>
        </p:nvGrpSpPr>
        <p:grpSpPr>
          <a:xfrm>
            <a:off x="322709" y="272057"/>
            <a:ext cx="8502846" cy="4598904"/>
            <a:chOff x="322709" y="272057"/>
            <a:chExt cx="8502846" cy="4598904"/>
          </a:xfrm>
        </p:grpSpPr>
        <p:grpSp>
          <p:nvGrpSpPr>
            <p:cNvPr id="41" name="Google Shape;41;p4"/>
            <p:cNvGrpSpPr/>
            <p:nvPr/>
          </p:nvGrpSpPr>
          <p:grpSpPr>
            <a:xfrm flipH="1">
              <a:off x="322709" y="272057"/>
              <a:ext cx="975525" cy="724386"/>
              <a:chOff x="7850030" y="265125"/>
              <a:chExt cx="975525" cy="724386"/>
            </a:xfrm>
          </p:grpSpPr>
          <p:sp>
            <p:nvSpPr>
              <p:cNvPr id="42" name="Google Shape;42;p4"/>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43" name="Google Shape;43;p4"/>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4"/>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 name="Google Shape;46;p4"/>
            <p:cNvGrpSpPr/>
            <p:nvPr/>
          </p:nvGrpSpPr>
          <p:grpSpPr>
            <a:xfrm rot="-5400000">
              <a:off x="7974805" y="4020211"/>
              <a:ext cx="723400" cy="978100"/>
              <a:chOff x="318455" y="3899311"/>
              <a:chExt cx="723400" cy="978100"/>
            </a:xfrm>
          </p:grpSpPr>
          <p:sp>
            <p:nvSpPr>
              <p:cNvPr id="47" name="Google Shape;47;p4"/>
              <p:cNvSpPr/>
              <p:nvPr/>
            </p:nvSpPr>
            <p:spPr>
              <a:xfrm flipH="1" rot="-5400000">
                <a:off x="277642" y="421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48" name="Google Shape;48;p4"/>
              <p:cNvSpPr/>
              <p:nvPr/>
            </p:nvSpPr>
            <p:spPr>
              <a:xfrm>
                <a:off x="991755" y="4827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4"/>
              <p:cNvSpPr/>
              <p:nvPr/>
            </p:nvSpPr>
            <p:spPr>
              <a:xfrm>
                <a:off x="318455" y="4022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p:nvPr/>
            </p:nvSpPr>
            <p:spPr>
              <a:xfrm>
                <a:off x="318455" y="3899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1" name="Shape 51"/>
        <p:cNvGrpSpPr/>
        <p:nvPr/>
      </p:nvGrpSpPr>
      <p:grpSpPr>
        <a:xfrm>
          <a:off x="0" y="0"/>
          <a:ext cx="0" cy="0"/>
          <a:chOff x="0" y="0"/>
          <a:chExt cx="0" cy="0"/>
        </a:xfrm>
      </p:grpSpPr>
      <p:sp>
        <p:nvSpPr>
          <p:cNvPr id="52" name="Google Shape;52;p5"/>
          <p:cNvSpPr txBox="1"/>
          <p:nvPr>
            <p:ph type="title"/>
          </p:nvPr>
        </p:nvSpPr>
        <p:spPr>
          <a:xfrm>
            <a:off x="722376" y="448056"/>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3" name="Google Shape;53;p5"/>
          <p:cNvSpPr txBox="1"/>
          <p:nvPr>
            <p:ph idx="1" type="subTitle"/>
          </p:nvPr>
        </p:nvSpPr>
        <p:spPr>
          <a:xfrm>
            <a:off x="5189799" y="2802752"/>
            <a:ext cx="2668200" cy="148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 name="Google Shape;54;p5"/>
          <p:cNvSpPr txBox="1"/>
          <p:nvPr>
            <p:ph idx="2" type="subTitle"/>
          </p:nvPr>
        </p:nvSpPr>
        <p:spPr>
          <a:xfrm>
            <a:off x="1285999" y="2802751"/>
            <a:ext cx="2668200" cy="148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5" name="Google Shape;55;p5"/>
          <p:cNvSpPr txBox="1"/>
          <p:nvPr>
            <p:ph idx="3" type="subTitle"/>
          </p:nvPr>
        </p:nvSpPr>
        <p:spPr>
          <a:xfrm>
            <a:off x="1285999" y="2305300"/>
            <a:ext cx="26682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6" name="Google Shape;56;p5"/>
          <p:cNvSpPr txBox="1"/>
          <p:nvPr>
            <p:ph idx="4" type="subTitle"/>
          </p:nvPr>
        </p:nvSpPr>
        <p:spPr>
          <a:xfrm>
            <a:off x="5189801" y="2305300"/>
            <a:ext cx="26682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57" name="Google Shape;57;p5"/>
          <p:cNvGrpSpPr/>
          <p:nvPr/>
        </p:nvGrpSpPr>
        <p:grpSpPr>
          <a:xfrm flipH="1">
            <a:off x="322709" y="272057"/>
            <a:ext cx="8502846" cy="4598904"/>
            <a:chOff x="322709" y="272057"/>
            <a:chExt cx="8502846" cy="4598904"/>
          </a:xfrm>
        </p:grpSpPr>
        <p:grpSp>
          <p:nvGrpSpPr>
            <p:cNvPr id="58" name="Google Shape;58;p5"/>
            <p:cNvGrpSpPr/>
            <p:nvPr/>
          </p:nvGrpSpPr>
          <p:grpSpPr>
            <a:xfrm>
              <a:off x="7973280" y="272057"/>
              <a:ext cx="852275" cy="724386"/>
              <a:chOff x="7973280" y="265125"/>
              <a:chExt cx="852275" cy="724386"/>
            </a:xfrm>
          </p:grpSpPr>
          <p:sp>
            <p:nvSpPr>
              <p:cNvPr id="59" name="Google Shape;59;p5"/>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60" name="Google Shape;60;p5"/>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5"/>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 name="Google Shape;62;p5"/>
            <p:cNvGrpSpPr/>
            <p:nvPr/>
          </p:nvGrpSpPr>
          <p:grpSpPr>
            <a:xfrm>
              <a:off x="322709" y="4024536"/>
              <a:ext cx="978075" cy="846425"/>
              <a:chOff x="322709" y="4024536"/>
              <a:chExt cx="978075" cy="846425"/>
            </a:xfrm>
          </p:grpSpPr>
          <p:sp>
            <p:nvSpPr>
              <p:cNvPr id="63" name="Google Shape;63;p5"/>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64" name="Google Shape;64;p5"/>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5"/>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5"/>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5"/>
              <p:cNvSpPr/>
              <p:nvPr/>
            </p:nvSpPr>
            <p:spPr>
              <a:xfrm flipH="1" rot="5400000">
                <a:off x="1250684"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8" name="Shape 68"/>
        <p:cNvGrpSpPr/>
        <p:nvPr/>
      </p:nvGrpSpPr>
      <p:grpSpPr>
        <a:xfrm>
          <a:off x="0" y="0"/>
          <a:ext cx="0" cy="0"/>
          <a:chOff x="0" y="0"/>
          <a:chExt cx="0" cy="0"/>
        </a:xfrm>
      </p:grpSpPr>
      <p:sp>
        <p:nvSpPr>
          <p:cNvPr id="69" name="Google Shape;69;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70" name="Google Shape;70;p6"/>
          <p:cNvGrpSpPr/>
          <p:nvPr/>
        </p:nvGrpSpPr>
        <p:grpSpPr>
          <a:xfrm>
            <a:off x="318455" y="265125"/>
            <a:ext cx="8507100" cy="4612286"/>
            <a:chOff x="318455" y="265125"/>
            <a:chExt cx="8507100" cy="4612286"/>
          </a:xfrm>
        </p:grpSpPr>
        <p:grpSp>
          <p:nvGrpSpPr>
            <p:cNvPr id="71" name="Google Shape;71;p6"/>
            <p:cNvGrpSpPr/>
            <p:nvPr/>
          </p:nvGrpSpPr>
          <p:grpSpPr>
            <a:xfrm>
              <a:off x="7850030" y="265125"/>
              <a:ext cx="975525" cy="724386"/>
              <a:chOff x="7850030" y="265125"/>
              <a:chExt cx="975525" cy="724386"/>
            </a:xfrm>
          </p:grpSpPr>
          <p:sp>
            <p:nvSpPr>
              <p:cNvPr id="72" name="Google Shape;72;p6"/>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73" name="Google Shape;73;p6"/>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6"/>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6"/>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 name="Google Shape;76;p6"/>
            <p:cNvGrpSpPr/>
            <p:nvPr/>
          </p:nvGrpSpPr>
          <p:grpSpPr>
            <a:xfrm>
              <a:off x="318455" y="3899311"/>
              <a:ext cx="723400" cy="978100"/>
              <a:chOff x="318455" y="3899311"/>
              <a:chExt cx="723400" cy="978100"/>
            </a:xfrm>
          </p:grpSpPr>
          <p:sp>
            <p:nvSpPr>
              <p:cNvPr id="77" name="Google Shape;77;p6"/>
              <p:cNvSpPr/>
              <p:nvPr/>
            </p:nvSpPr>
            <p:spPr>
              <a:xfrm flipH="1" rot="-5400000">
                <a:off x="277642" y="421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78" name="Google Shape;78;p6"/>
              <p:cNvSpPr/>
              <p:nvPr/>
            </p:nvSpPr>
            <p:spPr>
              <a:xfrm>
                <a:off x="991755" y="4827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6"/>
              <p:cNvSpPr/>
              <p:nvPr/>
            </p:nvSpPr>
            <p:spPr>
              <a:xfrm>
                <a:off x="318455" y="4022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6"/>
              <p:cNvSpPr/>
              <p:nvPr/>
            </p:nvSpPr>
            <p:spPr>
              <a:xfrm>
                <a:off x="318455" y="3899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1" name="Shape 81"/>
        <p:cNvGrpSpPr/>
        <p:nvPr/>
      </p:nvGrpSpPr>
      <p:grpSpPr>
        <a:xfrm>
          <a:off x="0" y="0"/>
          <a:ext cx="0" cy="0"/>
          <a:chOff x="0" y="0"/>
          <a:chExt cx="0" cy="0"/>
        </a:xfrm>
      </p:grpSpPr>
      <p:sp>
        <p:nvSpPr>
          <p:cNvPr id="82" name="Google Shape;82;p7"/>
          <p:cNvSpPr txBox="1"/>
          <p:nvPr>
            <p:ph type="title"/>
          </p:nvPr>
        </p:nvSpPr>
        <p:spPr>
          <a:xfrm>
            <a:off x="713225" y="1441888"/>
            <a:ext cx="38589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3" name="Google Shape;83;p7"/>
          <p:cNvSpPr txBox="1"/>
          <p:nvPr>
            <p:ph idx="1" type="subTitle"/>
          </p:nvPr>
        </p:nvSpPr>
        <p:spPr>
          <a:xfrm>
            <a:off x="713225" y="2005413"/>
            <a:ext cx="3858900" cy="1696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Nunito Light"/>
              <a:buChar char="●"/>
              <a:defRPr/>
            </a:lvl1pPr>
            <a:lvl2pPr lvl="1" rtl="0" algn="ctr">
              <a:lnSpc>
                <a:spcPct val="100000"/>
              </a:lnSpc>
              <a:spcBef>
                <a:spcPts val="0"/>
              </a:spcBef>
              <a:spcAft>
                <a:spcPts val="0"/>
              </a:spcAft>
              <a:buClr>
                <a:srgbClr val="E76A28"/>
              </a:buClr>
              <a:buSzPts val="1200"/>
              <a:buFont typeface="Nunito Light"/>
              <a:buChar char="○"/>
              <a:defRPr/>
            </a:lvl2pPr>
            <a:lvl3pPr lvl="2" rtl="0" algn="ctr">
              <a:lnSpc>
                <a:spcPct val="100000"/>
              </a:lnSpc>
              <a:spcBef>
                <a:spcPts val="1600"/>
              </a:spcBef>
              <a:spcAft>
                <a:spcPts val="0"/>
              </a:spcAft>
              <a:buClr>
                <a:srgbClr val="E76A28"/>
              </a:buClr>
              <a:buSzPts val="1200"/>
              <a:buFont typeface="Nunito Light"/>
              <a:buChar char="■"/>
              <a:defRPr/>
            </a:lvl3pPr>
            <a:lvl4pPr lvl="3" rtl="0" algn="ctr">
              <a:lnSpc>
                <a:spcPct val="100000"/>
              </a:lnSpc>
              <a:spcBef>
                <a:spcPts val="1600"/>
              </a:spcBef>
              <a:spcAft>
                <a:spcPts val="0"/>
              </a:spcAft>
              <a:buClr>
                <a:srgbClr val="E76A28"/>
              </a:buClr>
              <a:buSzPts val="1200"/>
              <a:buFont typeface="Nunito Light"/>
              <a:buChar char="●"/>
              <a:defRPr/>
            </a:lvl4pPr>
            <a:lvl5pPr lvl="4" rtl="0" algn="ctr">
              <a:lnSpc>
                <a:spcPct val="100000"/>
              </a:lnSpc>
              <a:spcBef>
                <a:spcPts val="1600"/>
              </a:spcBef>
              <a:spcAft>
                <a:spcPts val="0"/>
              </a:spcAft>
              <a:buClr>
                <a:srgbClr val="E76A28"/>
              </a:buClr>
              <a:buSzPts val="1200"/>
              <a:buFont typeface="Nunito Light"/>
              <a:buChar char="○"/>
              <a:defRPr/>
            </a:lvl5pPr>
            <a:lvl6pPr lvl="5" rtl="0" algn="ctr">
              <a:lnSpc>
                <a:spcPct val="100000"/>
              </a:lnSpc>
              <a:spcBef>
                <a:spcPts val="1600"/>
              </a:spcBef>
              <a:spcAft>
                <a:spcPts val="0"/>
              </a:spcAft>
              <a:buClr>
                <a:srgbClr val="999999"/>
              </a:buClr>
              <a:buSzPts val="1200"/>
              <a:buFont typeface="Nunito Light"/>
              <a:buChar char="■"/>
              <a:defRPr/>
            </a:lvl6pPr>
            <a:lvl7pPr lvl="6" rtl="0" algn="ctr">
              <a:lnSpc>
                <a:spcPct val="100000"/>
              </a:lnSpc>
              <a:spcBef>
                <a:spcPts val="1600"/>
              </a:spcBef>
              <a:spcAft>
                <a:spcPts val="0"/>
              </a:spcAft>
              <a:buClr>
                <a:srgbClr val="999999"/>
              </a:buClr>
              <a:buSzPts val="1200"/>
              <a:buFont typeface="Nunito Light"/>
              <a:buChar char="●"/>
              <a:defRPr/>
            </a:lvl7pPr>
            <a:lvl8pPr lvl="7" rtl="0" algn="ctr">
              <a:lnSpc>
                <a:spcPct val="100000"/>
              </a:lnSpc>
              <a:spcBef>
                <a:spcPts val="1600"/>
              </a:spcBef>
              <a:spcAft>
                <a:spcPts val="0"/>
              </a:spcAft>
              <a:buClr>
                <a:srgbClr val="999999"/>
              </a:buClr>
              <a:buSzPts val="1200"/>
              <a:buFont typeface="Nunito Light"/>
              <a:buChar char="○"/>
              <a:defRPr/>
            </a:lvl8pPr>
            <a:lvl9pPr lvl="8" rtl="0" algn="ctr">
              <a:lnSpc>
                <a:spcPct val="100000"/>
              </a:lnSpc>
              <a:spcBef>
                <a:spcPts val="1600"/>
              </a:spcBef>
              <a:spcAft>
                <a:spcPts val="1600"/>
              </a:spcAft>
              <a:buClr>
                <a:srgbClr val="999999"/>
              </a:buClr>
              <a:buSzPts val="1200"/>
              <a:buFont typeface="Nunito Light"/>
              <a:buChar char="■"/>
              <a:defRPr/>
            </a:lvl9pPr>
          </a:lstStyle>
          <a:p/>
        </p:txBody>
      </p:sp>
      <p:sp>
        <p:nvSpPr>
          <p:cNvPr id="84" name="Google Shape;84;p7"/>
          <p:cNvSpPr/>
          <p:nvPr>
            <p:ph idx="2" type="pic"/>
          </p:nvPr>
        </p:nvSpPr>
        <p:spPr>
          <a:xfrm>
            <a:off x="5309875" y="970500"/>
            <a:ext cx="3120900" cy="3202500"/>
          </a:xfrm>
          <a:prstGeom prst="rect">
            <a:avLst/>
          </a:prstGeom>
          <a:noFill/>
          <a:ln cap="flat" cmpd="sng" w="9525">
            <a:solidFill>
              <a:schemeClr val="dk1"/>
            </a:solidFill>
            <a:prstDash val="solid"/>
            <a:round/>
            <a:headEnd len="sm" w="sm" type="none"/>
            <a:tailEnd len="sm" w="sm" type="none"/>
          </a:ln>
        </p:spPr>
      </p:sp>
      <p:grpSp>
        <p:nvGrpSpPr>
          <p:cNvPr id="85" name="Google Shape;85;p7"/>
          <p:cNvGrpSpPr/>
          <p:nvPr/>
        </p:nvGrpSpPr>
        <p:grpSpPr>
          <a:xfrm>
            <a:off x="322709" y="272057"/>
            <a:ext cx="8502846" cy="4598904"/>
            <a:chOff x="322709" y="272057"/>
            <a:chExt cx="8502846" cy="4598904"/>
          </a:xfrm>
        </p:grpSpPr>
        <p:grpSp>
          <p:nvGrpSpPr>
            <p:cNvPr id="86" name="Google Shape;86;p7"/>
            <p:cNvGrpSpPr/>
            <p:nvPr/>
          </p:nvGrpSpPr>
          <p:grpSpPr>
            <a:xfrm flipH="1" rot="10800000">
              <a:off x="7850030" y="4146575"/>
              <a:ext cx="975525" cy="724386"/>
              <a:chOff x="7850030" y="265125"/>
              <a:chExt cx="975525" cy="724386"/>
            </a:xfrm>
          </p:grpSpPr>
          <p:sp>
            <p:nvSpPr>
              <p:cNvPr id="87" name="Google Shape;87;p7"/>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88" name="Google Shape;88;p7"/>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7"/>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7"/>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 name="Google Shape;91;p7"/>
            <p:cNvGrpSpPr/>
            <p:nvPr/>
          </p:nvGrpSpPr>
          <p:grpSpPr>
            <a:xfrm flipH="1" rot="10800000">
              <a:off x="322709" y="272057"/>
              <a:ext cx="855100" cy="846425"/>
              <a:chOff x="322709" y="4024536"/>
              <a:chExt cx="855100" cy="846425"/>
            </a:xfrm>
          </p:grpSpPr>
          <p:sp>
            <p:nvSpPr>
              <p:cNvPr id="92" name="Google Shape;92;p7"/>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93" name="Google Shape;93;p7"/>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7"/>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7"/>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6" name="Shape 96"/>
        <p:cNvGrpSpPr/>
        <p:nvPr/>
      </p:nvGrpSpPr>
      <p:grpSpPr>
        <a:xfrm>
          <a:off x="0" y="0"/>
          <a:ext cx="0" cy="0"/>
          <a:chOff x="0" y="0"/>
          <a:chExt cx="0" cy="0"/>
        </a:xfrm>
      </p:grpSpPr>
      <p:sp>
        <p:nvSpPr>
          <p:cNvPr id="97" name="Google Shape;97;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98" name="Google Shape;98;p8"/>
          <p:cNvGrpSpPr/>
          <p:nvPr/>
        </p:nvGrpSpPr>
        <p:grpSpPr>
          <a:xfrm>
            <a:off x="322709" y="272057"/>
            <a:ext cx="8502846" cy="4598904"/>
            <a:chOff x="322709" y="272057"/>
            <a:chExt cx="8502846" cy="4598904"/>
          </a:xfrm>
        </p:grpSpPr>
        <p:grpSp>
          <p:nvGrpSpPr>
            <p:cNvPr id="99" name="Google Shape;99;p8"/>
            <p:cNvGrpSpPr/>
            <p:nvPr/>
          </p:nvGrpSpPr>
          <p:grpSpPr>
            <a:xfrm flipH="1" rot="10800000">
              <a:off x="7850030" y="4146575"/>
              <a:ext cx="975525" cy="724386"/>
              <a:chOff x="7850030" y="265125"/>
              <a:chExt cx="975525" cy="724386"/>
            </a:xfrm>
          </p:grpSpPr>
          <p:sp>
            <p:nvSpPr>
              <p:cNvPr id="100" name="Google Shape;100;p8"/>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01" name="Google Shape;101;p8"/>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8"/>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8"/>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 name="Google Shape;104;p8"/>
            <p:cNvGrpSpPr/>
            <p:nvPr/>
          </p:nvGrpSpPr>
          <p:grpSpPr>
            <a:xfrm flipH="1" rot="10800000">
              <a:off x="322709" y="272057"/>
              <a:ext cx="855100" cy="846425"/>
              <a:chOff x="322709" y="4024536"/>
              <a:chExt cx="855100" cy="846425"/>
            </a:xfrm>
          </p:grpSpPr>
          <p:sp>
            <p:nvSpPr>
              <p:cNvPr id="105" name="Google Shape;105;p8"/>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06" name="Google Shape;106;p8"/>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8"/>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8"/>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9" name="Shape 109"/>
        <p:cNvGrpSpPr/>
        <p:nvPr/>
      </p:nvGrpSpPr>
      <p:grpSpPr>
        <a:xfrm>
          <a:off x="0" y="0"/>
          <a:ext cx="0" cy="0"/>
          <a:chOff x="0" y="0"/>
          <a:chExt cx="0" cy="0"/>
        </a:xfrm>
      </p:grpSpPr>
      <p:sp>
        <p:nvSpPr>
          <p:cNvPr id="110" name="Google Shape;110;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15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11" name="Google Shape;111;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grpSp>
        <p:nvGrpSpPr>
          <p:cNvPr id="112" name="Google Shape;112;p9"/>
          <p:cNvGrpSpPr/>
          <p:nvPr/>
        </p:nvGrpSpPr>
        <p:grpSpPr>
          <a:xfrm>
            <a:off x="318455" y="265125"/>
            <a:ext cx="8507100" cy="4612286"/>
            <a:chOff x="318455" y="265125"/>
            <a:chExt cx="8507100" cy="4612286"/>
          </a:xfrm>
        </p:grpSpPr>
        <p:grpSp>
          <p:nvGrpSpPr>
            <p:cNvPr id="113" name="Google Shape;113;p9"/>
            <p:cNvGrpSpPr/>
            <p:nvPr/>
          </p:nvGrpSpPr>
          <p:grpSpPr>
            <a:xfrm>
              <a:off x="7850030" y="265125"/>
              <a:ext cx="975525" cy="724386"/>
              <a:chOff x="7850030" y="265125"/>
              <a:chExt cx="975525" cy="724386"/>
            </a:xfrm>
          </p:grpSpPr>
          <p:sp>
            <p:nvSpPr>
              <p:cNvPr id="114" name="Google Shape;114;p9"/>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15" name="Google Shape;115;p9"/>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9"/>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9"/>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 name="Google Shape;118;p9"/>
            <p:cNvGrpSpPr/>
            <p:nvPr/>
          </p:nvGrpSpPr>
          <p:grpSpPr>
            <a:xfrm>
              <a:off x="318455" y="3899311"/>
              <a:ext cx="723400" cy="978100"/>
              <a:chOff x="318455" y="3899311"/>
              <a:chExt cx="723400" cy="978100"/>
            </a:xfrm>
          </p:grpSpPr>
          <p:sp>
            <p:nvSpPr>
              <p:cNvPr id="119" name="Google Shape;119;p9"/>
              <p:cNvSpPr/>
              <p:nvPr/>
            </p:nvSpPr>
            <p:spPr>
              <a:xfrm flipH="1" rot="-5400000">
                <a:off x="277642" y="421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20" name="Google Shape;120;p9"/>
              <p:cNvSpPr/>
              <p:nvPr/>
            </p:nvSpPr>
            <p:spPr>
              <a:xfrm>
                <a:off x="991755" y="4827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9"/>
              <p:cNvSpPr/>
              <p:nvPr/>
            </p:nvSpPr>
            <p:spPr>
              <a:xfrm>
                <a:off x="318455" y="4022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9"/>
              <p:cNvSpPr/>
              <p:nvPr/>
            </p:nvSpPr>
            <p:spPr>
              <a:xfrm>
                <a:off x="318455" y="3899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3" name="Shape 123"/>
        <p:cNvGrpSpPr/>
        <p:nvPr/>
      </p:nvGrpSpPr>
      <p:grpSpPr>
        <a:xfrm>
          <a:off x="0" y="0"/>
          <a:ext cx="0" cy="0"/>
          <a:chOff x="0" y="0"/>
          <a:chExt cx="0" cy="0"/>
        </a:xfrm>
      </p:grpSpPr>
      <p:sp>
        <p:nvSpPr>
          <p:cNvPr id="124" name="Google Shape;124;p10"/>
          <p:cNvSpPr txBox="1"/>
          <p:nvPr>
            <p:ph type="title"/>
          </p:nvPr>
        </p:nvSpPr>
        <p:spPr>
          <a:xfrm>
            <a:off x="720000" y="4014450"/>
            <a:ext cx="7704000" cy="572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grpSp>
        <p:nvGrpSpPr>
          <p:cNvPr id="125" name="Google Shape;125;p10"/>
          <p:cNvGrpSpPr/>
          <p:nvPr/>
        </p:nvGrpSpPr>
        <p:grpSpPr>
          <a:xfrm flipH="1">
            <a:off x="322709" y="272057"/>
            <a:ext cx="8502846" cy="4598904"/>
            <a:chOff x="322709" y="272057"/>
            <a:chExt cx="8502846" cy="4598904"/>
          </a:xfrm>
        </p:grpSpPr>
        <p:grpSp>
          <p:nvGrpSpPr>
            <p:cNvPr id="126" name="Google Shape;126;p10"/>
            <p:cNvGrpSpPr/>
            <p:nvPr/>
          </p:nvGrpSpPr>
          <p:grpSpPr>
            <a:xfrm>
              <a:off x="7973280" y="272057"/>
              <a:ext cx="852275" cy="724386"/>
              <a:chOff x="7973280" y="265125"/>
              <a:chExt cx="852275" cy="724386"/>
            </a:xfrm>
          </p:grpSpPr>
          <p:sp>
            <p:nvSpPr>
              <p:cNvPr id="127" name="Google Shape;127;p10"/>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28" name="Google Shape;128;p10"/>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0"/>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 name="Google Shape;130;p10"/>
            <p:cNvGrpSpPr/>
            <p:nvPr/>
          </p:nvGrpSpPr>
          <p:grpSpPr>
            <a:xfrm>
              <a:off x="322709" y="4024536"/>
              <a:ext cx="978075" cy="846425"/>
              <a:chOff x="322709" y="4024536"/>
              <a:chExt cx="978075" cy="846425"/>
            </a:xfrm>
          </p:grpSpPr>
          <p:sp>
            <p:nvSpPr>
              <p:cNvPr id="131" name="Google Shape;131;p10"/>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32" name="Google Shape;132;p10"/>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0"/>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0"/>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0"/>
              <p:cNvSpPr/>
              <p:nvPr/>
            </p:nvSpPr>
            <p:spPr>
              <a:xfrm flipH="1" rot="5400000">
                <a:off x="1250684"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6" name="Shape 136"/>
        <p:cNvGrpSpPr/>
        <p:nvPr/>
      </p:nvGrpSpPr>
      <p:grpSpPr>
        <a:xfrm>
          <a:off x="0" y="0"/>
          <a:ext cx="0" cy="0"/>
          <a:chOff x="0" y="0"/>
          <a:chExt cx="0" cy="0"/>
        </a:xfrm>
      </p:grpSpPr>
      <p:sp>
        <p:nvSpPr>
          <p:cNvPr id="137" name="Google Shape;137;p11"/>
          <p:cNvSpPr txBox="1"/>
          <p:nvPr>
            <p:ph hasCustomPrompt="1" type="title"/>
          </p:nvPr>
        </p:nvSpPr>
        <p:spPr>
          <a:xfrm>
            <a:off x="767675" y="1744000"/>
            <a:ext cx="7608600" cy="1158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7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38" name="Google Shape;138;p11"/>
          <p:cNvSpPr txBox="1"/>
          <p:nvPr>
            <p:ph idx="1" type="subTitle"/>
          </p:nvPr>
        </p:nvSpPr>
        <p:spPr>
          <a:xfrm>
            <a:off x="767675" y="2902400"/>
            <a:ext cx="76086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grpSp>
        <p:nvGrpSpPr>
          <p:cNvPr id="139" name="Google Shape;139;p11"/>
          <p:cNvGrpSpPr/>
          <p:nvPr/>
        </p:nvGrpSpPr>
        <p:grpSpPr>
          <a:xfrm flipH="1">
            <a:off x="322709" y="272057"/>
            <a:ext cx="8502846" cy="4598904"/>
            <a:chOff x="322709" y="272057"/>
            <a:chExt cx="8502846" cy="4598904"/>
          </a:xfrm>
        </p:grpSpPr>
        <p:grpSp>
          <p:nvGrpSpPr>
            <p:cNvPr id="140" name="Google Shape;140;p11"/>
            <p:cNvGrpSpPr/>
            <p:nvPr/>
          </p:nvGrpSpPr>
          <p:grpSpPr>
            <a:xfrm>
              <a:off x="7973280" y="272057"/>
              <a:ext cx="852275" cy="724386"/>
              <a:chOff x="7973280" y="265125"/>
              <a:chExt cx="852275" cy="724386"/>
            </a:xfrm>
          </p:grpSpPr>
          <p:sp>
            <p:nvSpPr>
              <p:cNvPr id="141" name="Google Shape;141;p11"/>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42" name="Google Shape;142;p11"/>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1"/>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 name="Google Shape;144;p11"/>
            <p:cNvGrpSpPr/>
            <p:nvPr/>
          </p:nvGrpSpPr>
          <p:grpSpPr>
            <a:xfrm>
              <a:off x="322709" y="4024536"/>
              <a:ext cx="978075" cy="846425"/>
              <a:chOff x="322709" y="4024536"/>
              <a:chExt cx="978075" cy="846425"/>
            </a:xfrm>
          </p:grpSpPr>
          <p:sp>
            <p:nvSpPr>
              <p:cNvPr id="145" name="Google Shape;145;p11"/>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46" name="Google Shape;146;p11"/>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1"/>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1"/>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1"/>
              <p:cNvSpPr/>
              <p:nvPr/>
            </p:nvSpPr>
            <p:spPr>
              <a:xfrm flipH="1" rot="5400000">
                <a:off x="1250684"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150" name="Shape 15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51" name="Shape 151"/>
        <p:cNvGrpSpPr/>
        <p:nvPr/>
      </p:nvGrpSpPr>
      <p:grpSpPr>
        <a:xfrm>
          <a:off x="0" y="0"/>
          <a:ext cx="0" cy="0"/>
          <a:chOff x="0" y="0"/>
          <a:chExt cx="0" cy="0"/>
        </a:xfrm>
      </p:grpSpPr>
      <p:sp>
        <p:nvSpPr>
          <p:cNvPr id="152" name="Google Shape;152;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3" name="Google Shape;153;p13"/>
          <p:cNvSpPr txBox="1"/>
          <p:nvPr>
            <p:ph hasCustomPrompt="1" idx="2" type="title"/>
          </p:nvPr>
        </p:nvSpPr>
        <p:spPr>
          <a:xfrm>
            <a:off x="1454725" y="1615647"/>
            <a:ext cx="845400" cy="701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7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4" name="Google Shape;154;p13"/>
          <p:cNvSpPr txBox="1"/>
          <p:nvPr>
            <p:ph hasCustomPrompt="1" idx="3" type="title"/>
          </p:nvPr>
        </p:nvSpPr>
        <p:spPr>
          <a:xfrm>
            <a:off x="4910075" y="2541073"/>
            <a:ext cx="845400" cy="701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7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5" name="Google Shape;155;p13"/>
          <p:cNvSpPr txBox="1"/>
          <p:nvPr>
            <p:ph hasCustomPrompt="1" idx="4" type="title"/>
          </p:nvPr>
        </p:nvSpPr>
        <p:spPr>
          <a:xfrm>
            <a:off x="4910075" y="1615647"/>
            <a:ext cx="845400" cy="701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7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6" name="Google Shape;156;p13"/>
          <p:cNvSpPr txBox="1"/>
          <p:nvPr>
            <p:ph hasCustomPrompt="1" idx="5" type="title"/>
          </p:nvPr>
        </p:nvSpPr>
        <p:spPr>
          <a:xfrm>
            <a:off x="1454725" y="3466499"/>
            <a:ext cx="845400" cy="701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7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7" name="Google Shape;157;p13"/>
          <p:cNvSpPr txBox="1"/>
          <p:nvPr>
            <p:ph hasCustomPrompt="1" idx="6" type="title"/>
          </p:nvPr>
        </p:nvSpPr>
        <p:spPr>
          <a:xfrm>
            <a:off x="1454725" y="2541073"/>
            <a:ext cx="845400" cy="701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7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8" name="Google Shape;158;p13"/>
          <p:cNvSpPr txBox="1"/>
          <p:nvPr>
            <p:ph hasCustomPrompt="1" idx="7" type="title"/>
          </p:nvPr>
        </p:nvSpPr>
        <p:spPr>
          <a:xfrm>
            <a:off x="4910075" y="3466499"/>
            <a:ext cx="845400" cy="701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7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9" name="Google Shape;159;p13"/>
          <p:cNvSpPr txBox="1"/>
          <p:nvPr>
            <p:ph idx="1" type="subTitle"/>
          </p:nvPr>
        </p:nvSpPr>
        <p:spPr>
          <a:xfrm>
            <a:off x="2452525" y="1769247"/>
            <a:ext cx="1781400" cy="39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0" name="Google Shape;160;p13"/>
          <p:cNvSpPr txBox="1"/>
          <p:nvPr>
            <p:ph idx="8" type="subTitle"/>
          </p:nvPr>
        </p:nvSpPr>
        <p:spPr>
          <a:xfrm>
            <a:off x="5907875" y="1769247"/>
            <a:ext cx="1781400" cy="39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1" name="Google Shape;161;p13"/>
          <p:cNvSpPr txBox="1"/>
          <p:nvPr>
            <p:ph idx="9" type="subTitle"/>
          </p:nvPr>
        </p:nvSpPr>
        <p:spPr>
          <a:xfrm>
            <a:off x="5907875" y="2694672"/>
            <a:ext cx="1781400" cy="39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2" name="Google Shape;162;p13"/>
          <p:cNvSpPr txBox="1"/>
          <p:nvPr>
            <p:ph idx="13" type="subTitle"/>
          </p:nvPr>
        </p:nvSpPr>
        <p:spPr>
          <a:xfrm>
            <a:off x="2452525" y="2694672"/>
            <a:ext cx="1781400" cy="39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3" name="Google Shape;163;p13"/>
          <p:cNvSpPr txBox="1"/>
          <p:nvPr>
            <p:ph idx="14" type="subTitle"/>
          </p:nvPr>
        </p:nvSpPr>
        <p:spPr>
          <a:xfrm>
            <a:off x="5907875" y="3620097"/>
            <a:ext cx="1781400" cy="39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4" name="Google Shape;164;p13"/>
          <p:cNvSpPr txBox="1"/>
          <p:nvPr>
            <p:ph idx="15" type="subTitle"/>
          </p:nvPr>
        </p:nvSpPr>
        <p:spPr>
          <a:xfrm>
            <a:off x="2452525" y="3620097"/>
            <a:ext cx="1781400" cy="39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65" name="Google Shape;165;p13"/>
          <p:cNvGrpSpPr/>
          <p:nvPr/>
        </p:nvGrpSpPr>
        <p:grpSpPr>
          <a:xfrm>
            <a:off x="322709" y="272057"/>
            <a:ext cx="8502846" cy="4598904"/>
            <a:chOff x="322709" y="272057"/>
            <a:chExt cx="8502846" cy="4598904"/>
          </a:xfrm>
        </p:grpSpPr>
        <p:grpSp>
          <p:nvGrpSpPr>
            <p:cNvPr id="166" name="Google Shape;166;p13"/>
            <p:cNvGrpSpPr/>
            <p:nvPr/>
          </p:nvGrpSpPr>
          <p:grpSpPr>
            <a:xfrm>
              <a:off x="7850030" y="272057"/>
              <a:ext cx="975525" cy="724386"/>
              <a:chOff x="7850030" y="265125"/>
              <a:chExt cx="975525" cy="724386"/>
            </a:xfrm>
          </p:grpSpPr>
          <p:sp>
            <p:nvSpPr>
              <p:cNvPr id="167" name="Google Shape;167;p13"/>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68" name="Google Shape;168;p13"/>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3"/>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3"/>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 name="Google Shape;171;p13"/>
            <p:cNvGrpSpPr/>
            <p:nvPr/>
          </p:nvGrpSpPr>
          <p:grpSpPr>
            <a:xfrm>
              <a:off x="322709" y="4024536"/>
              <a:ext cx="855100" cy="846425"/>
              <a:chOff x="322709" y="4024536"/>
              <a:chExt cx="855100" cy="846425"/>
            </a:xfrm>
          </p:grpSpPr>
          <p:sp>
            <p:nvSpPr>
              <p:cNvPr id="172" name="Google Shape;172;p13"/>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73" name="Google Shape;173;p13"/>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3"/>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3"/>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6" name="Shape 176"/>
        <p:cNvGrpSpPr/>
        <p:nvPr/>
      </p:nvGrpSpPr>
      <p:grpSpPr>
        <a:xfrm>
          <a:off x="0" y="0"/>
          <a:ext cx="0" cy="0"/>
          <a:chOff x="0" y="0"/>
          <a:chExt cx="0" cy="0"/>
        </a:xfrm>
      </p:grpSpPr>
      <p:sp>
        <p:nvSpPr>
          <p:cNvPr id="177" name="Google Shape;177;p14"/>
          <p:cNvSpPr txBox="1"/>
          <p:nvPr>
            <p:ph type="title"/>
          </p:nvPr>
        </p:nvSpPr>
        <p:spPr>
          <a:xfrm>
            <a:off x="4572000" y="2128475"/>
            <a:ext cx="3858900" cy="531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8" name="Google Shape;178;p14"/>
          <p:cNvSpPr txBox="1"/>
          <p:nvPr>
            <p:ph idx="1" type="subTitle"/>
          </p:nvPr>
        </p:nvSpPr>
        <p:spPr>
          <a:xfrm>
            <a:off x="1739575" y="650724"/>
            <a:ext cx="6691200" cy="13671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3000"/>
              <a:buNone/>
              <a:defRPr sz="24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grpSp>
        <p:nvGrpSpPr>
          <p:cNvPr id="179" name="Google Shape;179;p14"/>
          <p:cNvGrpSpPr/>
          <p:nvPr/>
        </p:nvGrpSpPr>
        <p:grpSpPr>
          <a:xfrm>
            <a:off x="322709" y="272057"/>
            <a:ext cx="8502846" cy="4598904"/>
            <a:chOff x="322709" y="272057"/>
            <a:chExt cx="8502846" cy="4598904"/>
          </a:xfrm>
        </p:grpSpPr>
        <p:grpSp>
          <p:nvGrpSpPr>
            <p:cNvPr id="180" name="Google Shape;180;p14"/>
            <p:cNvGrpSpPr/>
            <p:nvPr/>
          </p:nvGrpSpPr>
          <p:grpSpPr>
            <a:xfrm flipH="1" rot="10800000">
              <a:off x="7850030" y="4146575"/>
              <a:ext cx="975525" cy="724386"/>
              <a:chOff x="7850030" y="265125"/>
              <a:chExt cx="975525" cy="724386"/>
            </a:xfrm>
          </p:grpSpPr>
          <p:sp>
            <p:nvSpPr>
              <p:cNvPr id="181" name="Google Shape;181;p14"/>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82" name="Google Shape;182;p14"/>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4"/>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4"/>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14"/>
            <p:cNvGrpSpPr/>
            <p:nvPr/>
          </p:nvGrpSpPr>
          <p:grpSpPr>
            <a:xfrm flipH="1" rot="10800000">
              <a:off x="322709" y="272057"/>
              <a:ext cx="855100" cy="846425"/>
              <a:chOff x="322709" y="4024536"/>
              <a:chExt cx="855100" cy="846425"/>
            </a:xfrm>
          </p:grpSpPr>
          <p:sp>
            <p:nvSpPr>
              <p:cNvPr id="186" name="Google Shape;186;p14"/>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87" name="Google Shape;187;p14"/>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4"/>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4"/>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90" name="Shape 190"/>
        <p:cNvGrpSpPr/>
        <p:nvPr/>
      </p:nvGrpSpPr>
      <p:grpSpPr>
        <a:xfrm>
          <a:off x="0" y="0"/>
          <a:ext cx="0" cy="0"/>
          <a:chOff x="0" y="0"/>
          <a:chExt cx="0" cy="0"/>
        </a:xfrm>
      </p:grpSpPr>
      <p:sp>
        <p:nvSpPr>
          <p:cNvPr id="191" name="Google Shape;191;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92" name="Google Shape;192;p15"/>
          <p:cNvGrpSpPr/>
          <p:nvPr/>
        </p:nvGrpSpPr>
        <p:grpSpPr>
          <a:xfrm>
            <a:off x="322709" y="272057"/>
            <a:ext cx="8502846" cy="4598904"/>
            <a:chOff x="322709" y="272057"/>
            <a:chExt cx="8502846" cy="4598904"/>
          </a:xfrm>
        </p:grpSpPr>
        <p:grpSp>
          <p:nvGrpSpPr>
            <p:cNvPr id="193" name="Google Shape;193;p15"/>
            <p:cNvGrpSpPr/>
            <p:nvPr/>
          </p:nvGrpSpPr>
          <p:grpSpPr>
            <a:xfrm flipH="1">
              <a:off x="322709" y="272057"/>
              <a:ext cx="975525" cy="724386"/>
              <a:chOff x="7850030" y="265125"/>
              <a:chExt cx="975525" cy="724386"/>
            </a:xfrm>
          </p:grpSpPr>
          <p:sp>
            <p:nvSpPr>
              <p:cNvPr id="194" name="Google Shape;194;p15"/>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195" name="Google Shape;195;p15"/>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5"/>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5"/>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 name="Google Shape;198;p15"/>
            <p:cNvGrpSpPr/>
            <p:nvPr/>
          </p:nvGrpSpPr>
          <p:grpSpPr>
            <a:xfrm rot="-5400000">
              <a:off x="7974805" y="4020211"/>
              <a:ext cx="723400" cy="978100"/>
              <a:chOff x="318455" y="3899311"/>
              <a:chExt cx="723400" cy="978100"/>
            </a:xfrm>
          </p:grpSpPr>
          <p:sp>
            <p:nvSpPr>
              <p:cNvPr id="199" name="Google Shape;199;p15"/>
              <p:cNvSpPr/>
              <p:nvPr/>
            </p:nvSpPr>
            <p:spPr>
              <a:xfrm flipH="1" rot="-5400000">
                <a:off x="277642" y="421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00" name="Google Shape;200;p15"/>
              <p:cNvSpPr/>
              <p:nvPr/>
            </p:nvSpPr>
            <p:spPr>
              <a:xfrm>
                <a:off x="991755" y="4827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5"/>
              <p:cNvSpPr/>
              <p:nvPr/>
            </p:nvSpPr>
            <p:spPr>
              <a:xfrm>
                <a:off x="318455" y="4022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5"/>
              <p:cNvSpPr/>
              <p:nvPr/>
            </p:nvSpPr>
            <p:spPr>
              <a:xfrm>
                <a:off x="318455" y="3899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03" name="Shape 203"/>
        <p:cNvGrpSpPr/>
        <p:nvPr/>
      </p:nvGrpSpPr>
      <p:grpSpPr>
        <a:xfrm>
          <a:off x="0" y="0"/>
          <a:ext cx="0" cy="0"/>
          <a:chOff x="0" y="0"/>
          <a:chExt cx="0" cy="0"/>
        </a:xfrm>
      </p:grpSpPr>
      <p:sp>
        <p:nvSpPr>
          <p:cNvPr id="204" name="Google Shape;204;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05" name="Google Shape;205;p16"/>
          <p:cNvGrpSpPr/>
          <p:nvPr/>
        </p:nvGrpSpPr>
        <p:grpSpPr>
          <a:xfrm>
            <a:off x="322709" y="272057"/>
            <a:ext cx="8502846" cy="4598904"/>
            <a:chOff x="322709" y="272057"/>
            <a:chExt cx="8502846" cy="4598904"/>
          </a:xfrm>
        </p:grpSpPr>
        <p:grpSp>
          <p:nvGrpSpPr>
            <p:cNvPr id="206" name="Google Shape;206;p16"/>
            <p:cNvGrpSpPr/>
            <p:nvPr/>
          </p:nvGrpSpPr>
          <p:grpSpPr>
            <a:xfrm>
              <a:off x="7850030" y="272057"/>
              <a:ext cx="975525" cy="724386"/>
              <a:chOff x="7850030" y="265125"/>
              <a:chExt cx="975525" cy="724386"/>
            </a:xfrm>
          </p:grpSpPr>
          <p:sp>
            <p:nvSpPr>
              <p:cNvPr id="207" name="Google Shape;207;p16"/>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08" name="Google Shape;208;p16"/>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6"/>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6"/>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16"/>
            <p:cNvGrpSpPr/>
            <p:nvPr/>
          </p:nvGrpSpPr>
          <p:grpSpPr>
            <a:xfrm>
              <a:off x="322709" y="4024536"/>
              <a:ext cx="855100" cy="846425"/>
              <a:chOff x="322709" y="4024536"/>
              <a:chExt cx="855100" cy="846425"/>
            </a:xfrm>
          </p:grpSpPr>
          <p:sp>
            <p:nvSpPr>
              <p:cNvPr id="212" name="Google Shape;212;p16"/>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13" name="Google Shape;213;p16"/>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6"/>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6"/>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
    <p:spTree>
      <p:nvGrpSpPr>
        <p:cNvPr id="216" name="Shape 216"/>
        <p:cNvGrpSpPr/>
        <p:nvPr/>
      </p:nvGrpSpPr>
      <p:grpSpPr>
        <a:xfrm>
          <a:off x="0" y="0"/>
          <a:ext cx="0" cy="0"/>
          <a:chOff x="0" y="0"/>
          <a:chExt cx="0" cy="0"/>
        </a:xfrm>
      </p:grpSpPr>
      <p:sp>
        <p:nvSpPr>
          <p:cNvPr id="217" name="Google Shape;217;p17"/>
          <p:cNvSpPr txBox="1"/>
          <p:nvPr>
            <p:ph type="title"/>
          </p:nvPr>
        </p:nvSpPr>
        <p:spPr>
          <a:xfrm>
            <a:off x="852800" y="2655500"/>
            <a:ext cx="3313800" cy="11121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8" name="Google Shape;218;p17"/>
          <p:cNvSpPr txBox="1"/>
          <p:nvPr>
            <p:ph idx="1" type="subTitle"/>
          </p:nvPr>
        </p:nvSpPr>
        <p:spPr>
          <a:xfrm>
            <a:off x="852800" y="3804500"/>
            <a:ext cx="3313800" cy="71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19" name="Google Shape;219;p17"/>
          <p:cNvSpPr/>
          <p:nvPr>
            <p:ph idx="2" type="pic"/>
          </p:nvPr>
        </p:nvSpPr>
        <p:spPr>
          <a:xfrm>
            <a:off x="713225" y="551350"/>
            <a:ext cx="3571800" cy="2020500"/>
          </a:xfrm>
          <a:prstGeom prst="rect">
            <a:avLst/>
          </a:prstGeom>
          <a:noFill/>
          <a:ln cap="flat" cmpd="sng" w="9525">
            <a:solidFill>
              <a:schemeClr val="dk1"/>
            </a:solidFill>
            <a:prstDash val="solid"/>
            <a:round/>
            <a:headEnd len="sm" w="sm" type="none"/>
            <a:tailEnd len="sm" w="sm" type="none"/>
          </a:ln>
        </p:spPr>
      </p:sp>
      <p:sp>
        <p:nvSpPr>
          <p:cNvPr id="220" name="Google Shape;220;p17"/>
          <p:cNvSpPr/>
          <p:nvPr>
            <p:ph idx="3" type="pic"/>
          </p:nvPr>
        </p:nvSpPr>
        <p:spPr>
          <a:xfrm>
            <a:off x="4403600" y="544350"/>
            <a:ext cx="4027200" cy="2027400"/>
          </a:xfrm>
          <a:prstGeom prst="rect">
            <a:avLst/>
          </a:prstGeom>
          <a:noFill/>
          <a:ln cap="flat" cmpd="sng" w="9525">
            <a:solidFill>
              <a:schemeClr val="dk1"/>
            </a:solidFill>
            <a:prstDash val="solid"/>
            <a:round/>
            <a:headEnd len="sm" w="sm" type="none"/>
            <a:tailEnd len="sm" w="sm" type="none"/>
          </a:ln>
        </p:spPr>
      </p:sp>
      <p:sp>
        <p:nvSpPr>
          <p:cNvPr id="221" name="Google Shape;221;p17"/>
          <p:cNvSpPr/>
          <p:nvPr>
            <p:ph idx="4" type="pic"/>
          </p:nvPr>
        </p:nvSpPr>
        <p:spPr>
          <a:xfrm>
            <a:off x="4403725" y="2686900"/>
            <a:ext cx="4027200" cy="1912500"/>
          </a:xfrm>
          <a:prstGeom prst="rect">
            <a:avLst/>
          </a:prstGeom>
          <a:noFill/>
          <a:ln cap="flat" cmpd="sng" w="9525">
            <a:solidFill>
              <a:schemeClr val="dk1"/>
            </a:solidFill>
            <a:prstDash val="solid"/>
            <a:round/>
            <a:headEnd len="sm" w="sm" type="none"/>
            <a:tailEnd len="sm" w="sm" type="none"/>
          </a:ln>
        </p:spPr>
      </p:sp>
      <p:grpSp>
        <p:nvGrpSpPr>
          <p:cNvPr id="222" name="Google Shape;222;p17"/>
          <p:cNvGrpSpPr/>
          <p:nvPr/>
        </p:nvGrpSpPr>
        <p:grpSpPr>
          <a:xfrm>
            <a:off x="322709" y="272057"/>
            <a:ext cx="8502846" cy="4598904"/>
            <a:chOff x="322709" y="272057"/>
            <a:chExt cx="8502846" cy="4598904"/>
          </a:xfrm>
        </p:grpSpPr>
        <p:grpSp>
          <p:nvGrpSpPr>
            <p:cNvPr id="223" name="Google Shape;223;p17"/>
            <p:cNvGrpSpPr/>
            <p:nvPr/>
          </p:nvGrpSpPr>
          <p:grpSpPr>
            <a:xfrm flipH="1" rot="10800000">
              <a:off x="7850030" y="4146575"/>
              <a:ext cx="975525" cy="724386"/>
              <a:chOff x="7850030" y="265125"/>
              <a:chExt cx="975525" cy="724386"/>
            </a:xfrm>
          </p:grpSpPr>
          <p:sp>
            <p:nvSpPr>
              <p:cNvPr id="224" name="Google Shape;224;p17"/>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25" name="Google Shape;225;p17"/>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7"/>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7"/>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 name="Google Shape;228;p17"/>
            <p:cNvGrpSpPr/>
            <p:nvPr/>
          </p:nvGrpSpPr>
          <p:grpSpPr>
            <a:xfrm flipH="1" rot="10800000">
              <a:off x="322709" y="272057"/>
              <a:ext cx="855100" cy="846425"/>
              <a:chOff x="322709" y="4024536"/>
              <a:chExt cx="855100" cy="846425"/>
            </a:xfrm>
          </p:grpSpPr>
          <p:sp>
            <p:nvSpPr>
              <p:cNvPr id="229" name="Google Shape;229;p17"/>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30" name="Google Shape;230;p17"/>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7"/>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7"/>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33" name="Shape 233"/>
        <p:cNvGrpSpPr/>
        <p:nvPr/>
      </p:nvGrpSpPr>
      <p:grpSpPr>
        <a:xfrm>
          <a:off x="0" y="0"/>
          <a:ext cx="0" cy="0"/>
          <a:chOff x="0" y="0"/>
          <a:chExt cx="0" cy="0"/>
        </a:xfrm>
      </p:grpSpPr>
      <p:sp>
        <p:nvSpPr>
          <p:cNvPr id="234" name="Google Shape;234;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5" name="Google Shape;235;p18"/>
          <p:cNvSpPr txBox="1"/>
          <p:nvPr>
            <p:ph idx="1" type="subTitle"/>
          </p:nvPr>
        </p:nvSpPr>
        <p:spPr>
          <a:xfrm>
            <a:off x="937625" y="2815355"/>
            <a:ext cx="2175300" cy="150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6" name="Google Shape;236;p18"/>
          <p:cNvSpPr txBox="1"/>
          <p:nvPr>
            <p:ph idx="2" type="subTitle"/>
          </p:nvPr>
        </p:nvSpPr>
        <p:spPr>
          <a:xfrm>
            <a:off x="3484347" y="2815355"/>
            <a:ext cx="2175300" cy="150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7" name="Google Shape;237;p18"/>
          <p:cNvSpPr txBox="1"/>
          <p:nvPr>
            <p:ph idx="3" type="subTitle"/>
          </p:nvPr>
        </p:nvSpPr>
        <p:spPr>
          <a:xfrm>
            <a:off x="6031075" y="2815355"/>
            <a:ext cx="2175300" cy="150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8" name="Google Shape;238;p18"/>
          <p:cNvSpPr txBox="1"/>
          <p:nvPr>
            <p:ph idx="4" type="subTitle"/>
          </p:nvPr>
        </p:nvSpPr>
        <p:spPr>
          <a:xfrm>
            <a:off x="937625" y="2319280"/>
            <a:ext cx="21753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9" name="Google Shape;239;p18"/>
          <p:cNvSpPr txBox="1"/>
          <p:nvPr>
            <p:ph idx="5" type="subTitle"/>
          </p:nvPr>
        </p:nvSpPr>
        <p:spPr>
          <a:xfrm>
            <a:off x="3484350" y="2319280"/>
            <a:ext cx="21753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0" name="Google Shape;240;p18"/>
          <p:cNvSpPr txBox="1"/>
          <p:nvPr>
            <p:ph idx="6" type="subTitle"/>
          </p:nvPr>
        </p:nvSpPr>
        <p:spPr>
          <a:xfrm>
            <a:off x="6031075" y="2319280"/>
            <a:ext cx="21753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241" name="Google Shape;241;p18"/>
          <p:cNvGrpSpPr/>
          <p:nvPr/>
        </p:nvGrpSpPr>
        <p:grpSpPr>
          <a:xfrm>
            <a:off x="318455" y="265125"/>
            <a:ext cx="8507100" cy="4612286"/>
            <a:chOff x="318455" y="265125"/>
            <a:chExt cx="8507100" cy="4612286"/>
          </a:xfrm>
        </p:grpSpPr>
        <p:grpSp>
          <p:nvGrpSpPr>
            <p:cNvPr id="242" name="Google Shape;242;p18"/>
            <p:cNvGrpSpPr/>
            <p:nvPr/>
          </p:nvGrpSpPr>
          <p:grpSpPr>
            <a:xfrm>
              <a:off x="7850030" y="265125"/>
              <a:ext cx="975525" cy="724386"/>
              <a:chOff x="7850030" y="265125"/>
              <a:chExt cx="975525" cy="724386"/>
            </a:xfrm>
          </p:grpSpPr>
          <p:sp>
            <p:nvSpPr>
              <p:cNvPr id="243" name="Google Shape;243;p18"/>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44" name="Google Shape;244;p18"/>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8"/>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8"/>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 name="Google Shape;247;p18"/>
            <p:cNvGrpSpPr/>
            <p:nvPr/>
          </p:nvGrpSpPr>
          <p:grpSpPr>
            <a:xfrm>
              <a:off x="318455" y="3899311"/>
              <a:ext cx="723400" cy="978100"/>
              <a:chOff x="318455" y="3899311"/>
              <a:chExt cx="723400" cy="978100"/>
            </a:xfrm>
          </p:grpSpPr>
          <p:sp>
            <p:nvSpPr>
              <p:cNvPr id="248" name="Google Shape;248;p18"/>
              <p:cNvSpPr/>
              <p:nvPr/>
            </p:nvSpPr>
            <p:spPr>
              <a:xfrm flipH="1" rot="-5400000">
                <a:off x="277642" y="421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49" name="Google Shape;249;p18"/>
              <p:cNvSpPr/>
              <p:nvPr/>
            </p:nvSpPr>
            <p:spPr>
              <a:xfrm>
                <a:off x="991755" y="4827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8"/>
              <p:cNvSpPr/>
              <p:nvPr/>
            </p:nvSpPr>
            <p:spPr>
              <a:xfrm>
                <a:off x="318455" y="4022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8"/>
              <p:cNvSpPr/>
              <p:nvPr/>
            </p:nvSpPr>
            <p:spPr>
              <a:xfrm>
                <a:off x="318455" y="3899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52" name="Shape 252"/>
        <p:cNvGrpSpPr/>
        <p:nvPr/>
      </p:nvGrpSpPr>
      <p:grpSpPr>
        <a:xfrm>
          <a:off x="0" y="0"/>
          <a:ext cx="0" cy="0"/>
          <a:chOff x="0" y="0"/>
          <a:chExt cx="0" cy="0"/>
        </a:xfrm>
      </p:grpSpPr>
      <p:sp>
        <p:nvSpPr>
          <p:cNvPr id="253" name="Google Shape;253;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4" name="Google Shape;254;p19"/>
          <p:cNvSpPr txBox="1"/>
          <p:nvPr>
            <p:ph idx="1" type="subTitle"/>
          </p:nvPr>
        </p:nvSpPr>
        <p:spPr>
          <a:xfrm>
            <a:off x="1531405" y="1825100"/>
            <a:ext cx="28110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55" name="Google Shape;255;p19"/>
          <p:cNvSpPr txBox="1"/>
          <p:nvPr>
            <p:ph idx="2" type="subTitle"/>
          </p:nvPr>
        </p:nvSpPr>
        <p:spPr>
          <a:xfrm>
            <a:off x="5383407" y="1825100"/>
            <a:ext cx="28110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56" name="Google Shape;256;p19"/>
          <p:cNvSpPr txBox="1"/>
          <p:nvPr>
            <p:ph idx="3" type="subTitle"/>
          </p:nvPr>
        </p:nvSpPr>
        <p:spPr>
          <a:xfrm>
            <a:off x="1531405" y="3485675"/>
            <a:ext cx="28110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57" name="Google Shape;257;p19"/>
          <p:cNvSpPr txBox="1"/>
          <p:nvPr>
            <p:ph idx="4" type="subTitle"/>
          </p:nvPr>
        </p:nvSpPr>
        <p:spPr>
          <a:xfrm>
            <a:off x="5383407" y="3485675"/>
            <a:ext cx="28110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58" name="Google Shape;258;p19"/>
          <p:cNvSpPr txBox="1"/>
          <p:nvPr>
            <p:ph idx="5" type="subTitle"/>
          </p:nvPr>
        </p:nvSpPr>
        <p:spPr>
          <a:xfrm>
            <a:off x="1531405" y="1531750"/>
            <a:ext cx="28110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59" name="Google Shape;259;p19"/>
          <p:cNvSpPr txBox="1"/>
          <p:nvPr>
            <p:ph idx="6" type="subTitle"/>
          </p:nvPr>
        </p:nvSpPr>
        <p:spPr>
          <a:xfrm>
            <a:off x="1531405" y="3192400"/>
            <a:ext cx="28110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60" name="Google Shape;260;p19"/>
          <p:cNvSpPr txBox="1"/>
          <p:nvPr>
            <p:ph idx="7" type="subTitle"/>
          </p:nvPr>
        </p:nvSpPr>
        <p:spPr>
          <a:xfrm>
            <a:off x="5383380" y="1531750"/>
            <a:ext cx="28110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61" name="Google Shape;261;p19"/>
          <p:cNvSpPr txBox="1"/>
          <p:nvPr>
            <p:ph idx="8" type="subTitle"/>
          </p:nvPr>
        </p:nvSpPr>
        <p:spPr>
          <a:xfrm>
            <a:off x="5383380" y="3192400"/>
            <a:ext cx="28110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262" name="Google Shape;262;p19"/>
          <p:cNvGrpSpPr/>
          <p:nvPr/>
        </p:nvGrpSpPr>
        <p:grpSpPr>
          <a:xfrm>
            <a:off x="322709" y="272057"/>
            <a:ext cx="8502846" cy="4598904"/>
            <a:chOff x="322709" y="272057"/>
            <a:chExt cx="8502846" cy="4598904"/>
          </a:xfrm>
        </p:grpSpPr>
        <p:grpSp>
          <p:nvGrpSpPr>
            <p:cNvPr id="263" name="Google Shape;263;p19"/>
            <p:cNvGrpSpPr/>
            <p:nvPr/>
          </p:nvGrpSpPr>
          <p:grpSpPr>
            <a:xfrm flipH="1">
              <a:off x="322709" y="272057"/>
              <a:ext cx="975525" cy="724386"/>
              <a:chOff x="7850030" y="265125"/>
              <a:chExt cx="975525" cy="724386"/>
            </a:xfrm>
          </p:grpSpPr>
          <p:sp>
            <p:nvSpPr>
              <p:cNvPr id="264" name="Google Shape;264;p19"/>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65" name="Google Shape;265;p19"/>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9"/>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9"/>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 name="Google Shape;268;p19"/>
            <p:cNvGrpSpPr/>
            <p:nvPr/>
          </p:nvGrpSpPr>
          <p:grpSpPr>
            <a:xfrm rot="-5400000">
              <a:off x="7974805" y="4020211"/>
              <a:ext cx="723400" cy="978100"/>
              <a:chOff x="318455" y="3899311"/>
              <a:chExt cx="723400" cy="978100"/>
            </a:xfrm>
          </p:grpSpPr>
          <p:sp>
            <p:nvSpPr>
              <p:cNvPr id="269" name="Google Shape;269;p19"/>
              <p:cNvSpPr/>
              <p:nvPr/>
            </p:nvSpPr>
            <p:spPr>
              <a:xfrm flipH="1" rot="-5400000">
                <a:off x="277642" y="421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70" name="Google Shape;270;p19"/>
              <p:cNvSpPr/>
              <p:nvPr/>
            </p:nvSpPr>
            <p:spPr>
              <a:xfrm>
                <a:off x="991755" y="4827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9"/>
              <p:cNvSpPr/>
              <p:nvPr/>
            </p:nvSpPr>
            <p:spPr>
              <a:xfrm>
                <a:off x="318455" y="4022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9"/>
              <p:cNvSpPr/>
              <p:nvPr/>
            </p:nvSpPr>
            <p:spPr>
              <a:xfrm>
                <a:off x="318455" y="3899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73" name="Shape 273"/>
        <p:cNvGrpSpPr/>
        <p:nvPr/>
      </p:nvGrpSpPr>
      <p:grpSpPr>
        <a:xfrm>
          <a:off x="0" y="0"/>
          <a:ext cx="0" cy="0"/>
          <a:chOff x="0" y="0"/>
          <a:chExt cx="0" cy="0"/>
        </a:xfrm>
      </p:grpSpPr>
      <p:sp>
        <p:nvSpPr>
          <p:cNvPr id="274" name="Google Shape;274;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5" name="Google Shape;275;p20"/>
          <p:cNvSpPr txBox="1"/>
          <p:nvPr>
            <p:ph idx="1" type="subTitle"/>
          </p:nvPr>
        </p:nvSpPr>
        <p:spPr>
          <a:xfrm>
            <a:off x="1024800" y="16339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76" name="Google Shape;276;p20"/>
          <p:cNvSpPr txBox="1"/>
          <p:nvPr>
            <p:ph idx="2" type="subTitle"/>
          </p:nvPr>
        </p:nvSpPr>
        <p:spPr>
          <a:xfrm>
            <a:off x="3579000" y="16339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77" name="Google Shape;277;p20"/>
          <p:cNvSpPr txBox="1"/>
          <p:nvPr>
            <p:ph idx="3" type="subTitle"/>
          </p:nvPr>
        </p:nvSpPr>
        <p:spPr>
          <a:xfrm>
            <a:off x="1024800" y="33642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78" name="Google Shape;278;p20"/>
          <p:cNvSpPr txBox="1"/>
          <p:nvPr>
            <p:ph idx="4" type="subTitle"/>
          </p:nvPr>
        </p:nvSpPr>
        <p:spPr>
          <a:xfrm>
            <a:off x="3579000" y="33642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79" name="Google Shape;279;p20"/>
          <p:cNvSpPr txBox="1"/>
          <p:nvPr>
            <p:ph idx="5" type="subTitle"/>
          </p:nvPr>
        </p:nvSpPr>
        <p:spPr>
          <a:xfrm>
            <a:off x="6133200" y="16339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80" name="Google Shape;280;p20"/>
          <p:cNvSpPr txBox="1"/>
          <p:nvPr>
            <p:ph idx="6" type="subTitle"/>
          </p:nvPr>
        </p:nvSpPr>
        <p:spPr>
          <a:xfrm>
            <a:off x="6133200" y="33642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81" name="Google Shape;281;p20"/>
          <p:cNvSpPr txBox="1"/>
          <p:nvPr>
            <p:ph idx="7" type="subTitle"/>
          </p:nvPr>
        </p:nvSpPr>
        <p:spPr>
          <a:xfrm>
            <a:off x="1024800" y="1336263"/>
            <a:ext cx="1984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2" name="Google Shape;282;p20"/>
          <p:cNvSpPr txBox="1"/>
          <p:nvPr>
            <p:ph idx="8" type="subTitle"/>
          </p:nvPr>
        </p:nvSpPr>
        <p:spPr>
          <a:xfrm>
            <a:off x="3579000" y="1336263"/>
            <a:ext cx="1984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3" name="Google Shape;283;p20"/>
          <p:cNvSpPr txBox="1"/>
          <p:nvPr>
            <p:ph idx="9" type="subTitle"/>
          </p:nvPr>
        </p:nvSpPr>
        <p:spPr>
          <a:xfrm>
            <a:off x="6135000" y="1336263"/>
            <a:ext cx="1984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4" name="Google Shape;284;p20"/>
          <p:cNvSpPr txBox="1"/>
          <p:nvPr>
            <p:ph idx="13" type="subTitle"/>
          </p:nvPr>
        </p:nvSpPr>
        <p:spPr>
          <a:xfrm>
            <a:off x="1024800" y="3063350"/>
            <a:ext cx="1984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5" name="Google Shape;285;p20"/>
          <p:cNvSpPr txBox="1"/>
          <p:nvPr>
            <p:ph idx="14" type="subTitle"/>
          </p:nvPr>
        </p:nvSpPr>
        <p:spPr>
          <a:xfrm>
            <a:off x="3579000" y="3063350"/>
            <a:ext cx="1984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6" name="Google Shape;286;p20"/>
          <p:cNvSpPr txBox="1"/>
          <p:nvPr>
            <p:ph idx="15" type="subTitle"/>
          </p:nvPr>
        </p:nvSpPr>
        <p:spPr>
          <a:xfrm>
            <a:off x="6135000" y="3063350"/>
            <a:ext cx="1984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Source Code Pro"/>
                <a:ea typeface="Source Code Pro"/>
                <a:cs typeface="Source Code Pro"/>
                <a:sym typeface="Source Code Pro"/>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287" name="Google Shape;287;p20"/>
          <p:cNvGrpSpPr/>
          <p:nvPr/>
        </p:nvGrpSpPr>
        <p:grpSpPr>
          <a:xfrm>
            <a:off x="322709" y="272057"/>
            <a:ext cx="8502846" cy="4598904"/>
            <a:chOff x="322709" y="272057"/>
            <a:chExt cx="8502846" cy="4598904"/>
          </a:xfrm>
        </p:grpSpPr>
        <p:grpSp>
          <p:nvGrpSpPr>
            <p:cNvPr id="288" name="Google Shape;288;p20"/>
            <p:cNvGrpSpPr/>
            <p:nvPr/>
          </p:nvGrpSpPr>
          <p:grpSpPr>
            <a:xfrm>
              <a:off x="7850030" y="272057"/>
              <a:ext cx="975525" cy="724386"/>
              <a:chOff x="7850030" y="265125"/>
              <a:chExt cx="975525" cy="724386"/>
            </a:xfrm>
          </p:grpSpPr>
          <p:sp>
            <p:nvSpPr>
              <p:cNvPr id="289" name="Google Shape;289;p20"/>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90" name="Google Shape;290;p20"/>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0"/>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0"/>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20"/>
            <p:cNvGrpSpPr/>
            <p:nvPr/>
          </p:nvGrpSpPr>
          <p:grpSpPr>
            <a:xfrm>
              <a:off x="322709" y="4024536"/>
              <a:ext cx="855100" cy="846425"/>
              <a:chOff x="322709" y="4024536"/>
              <a:chExt cx="855100" cy="846425"/>
            </a:xfrm>
          </p:grpSpPr>
          <p:sp>
            <p:nvSpPr>
              <p:cNvPr id="294" name="Google Shape;294;p20"/>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295" name="Google Shape;295;p20"/>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0"/>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0"/>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98" name="Shape 298"/>
        <p:cNvGrpSpPr/>
        <p:nvPr/>
      </p:nvGrpSpPr>
      <p:grpSpPr>
        <a:xfrm>
          <a:off x="0" y="0"/>
          <a:ext cx="0" cy="0"/>
          <a:chOff x="0" y="0"/>
          <a:chExt cx="0" cy="0"/>
        </a:xfrm>
      </p:grpSpPr>
      <p:sp>
        <p:nvSpPr>
          <p:cNvPr id="299" name="Google Shape;299;p21"/>
          <p:cNvSpPr txBox="1"/>
          <p:nvPr>
            <p:ph hasCustomPrompt="1" type="title"/>
          </p:nvPr>
        </p:nvSpPr>
        <p:spPr>
          <a:xfrm>
            <a:off x="713224" y="1979700"/>
            <a:ext cx="43056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00" name="Google Shape;300;p21"/>
          <p:cNvSpPr txBox="1"/>
          <p:nvPr>
            <p:ph idx="1" type="subTitle"/>
          </p:nvPr>
        </p:nvSpPr>
        <p:spPr>
          <a:xfrm>
            <a:off x="713240" y="2748600"/>
            <a:ext cx="4305600" cy="41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301" name="Google Shape;301;p21"/>
          <p:cNvSpPr txBox="1"/>
          <p:nvPr>
            <p:ph hasCustomPrompt="1" idx="2" type="title"/>
          </p:nvPr>
        </p:nvSpPr>
        <p:spPr>
          <a:xfrm>
            <a:off x="713232" y="691900"/>
            <a:ext cx="43056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02" name="Google Shape;302;p21"/>
          <p:cNvSpPr txBox="1"/>
          <p:nvPr>
            <p:ph idx="3" type="subTitle"/>
          </p:nvPr>
        </p:nvSpPr>
        <p:spPr>
          <a:xfrm>
            <a:off x="713255" y="1460801"/>
            <a:ext cx="4305600" cy="41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303" name="Google Shape;303;p21"/>
          <p:cNvSpPr txBox="1"/>
          <p:nvPr>
            <p:ph hasCustomPrompt="1" idx="4" type="title"/>
          </p:nvPr>
        </p:nvSpPr>
        <p:spPr>
          <a:xfrm>
            <a:off x="713234" y="3267500"/>
            <a:ext cx="43056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04" name="Google Shape;304;p21"/>
          <p:cNvSpPr txBox="1"/>
          <p:nvPr>
            <p:ph idx="5" type="subTitle"/>
          </p:nvPr>
        </p:nvSpPr>
        <p:spPr>
          <a:xfrm>
            <a:off x="713249" y="4036400"/>
            <a:ext cx="4305600" cy="41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grpSp>
        <p:nvGrpSpPr>
          <p:cNvPr id="305" name="Google Shape;305;p21"/>
          <p:cNvGrpSpPr/>
          <p:nvPr/>
        </p:nvGrpSpPr>
        <p:grpSpPr>
          <a:xfrm>
            <a:off x="322709" y="272057"/>
            <a:ext cx="8502846" cy="4598904"/>
            <a:chOff x="322709" y="272057"/>
            <a:chExt cx="8502846" cy="4598904"/>
          </a:xfrm>
        </p:grpSpPr>
        <p:grpSp>
          <p:nvGrpSpPr>
            <p:cNvPr id="306" name="Google Shape;306;p21"/>
            <p:cNvGrpSpPr/>
            <p:nvPr/>
          </p:nvGrpSpPr>
          <p:grpSpPr>
            <a:xfrm>
              <a:off x="7973280" y="272057"/>
              <a:ext cx="852275" cy="724386"/>
              <a:chOff x="7973280" y="265125"/>
              <a:chExt cx="852275" cy="724386"/>
            </a:xfrm>
          </p:grpSpPr>
          <p:sp>
            <p:nvSpPr>
              <p:cNvPr id="307" name="Google Shape;307;p21"/>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308" name="Google Shape;308;p21"/>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1"/>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 name="Google Shape;310;p21"/>
            <p:cNvGrpSpPr/>
            <p:nvPr/>
          </p:nvGrpSpPr>
          <p:grpSpPr>
            <a:xfrm>
              <a:off x="322709" y="4024536"/>
              <a:ext cx="978075" cy="846425"/>
              <a:chOff x="322709" y="4024536"/>
              <a:chExt cx="978075" cy="846425"/>
            </a:xfrm>
          </p:grpSpPr>
          <p:sp>
            <p:nvSpPr>
              <p:cNvPr id="311" name="Google Shape;311;p21"/>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312" name="Google Shape;312;p21"/>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1"/>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1"/>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1"/>
              <p:cNvSpPr/>
              <p:nvPr/>
            </p:nvSpPr>
            <p:spPr>
              <a:xfrm flipH="1" rot="5400000">
                <a:off x="1250684"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16" name="Shape 316"/>
        <p:cNvGrpSpPr/>
        <p:nvPr/>
      </p:nvGrpSpPr>
      <p:grpSpPr>
        <a:xfrm>
          <a:off x="0" y="0"/>
          <a:ext cx="0" cy="0"/>
          <a:chOff x="0" y="0"/>
          <a:chExt cx="0" cy="0"/>
        </a:xfrm>
      </p:grpSpPr>
      <p:sp>
        <p:nvSpPr>
          <p:cNvPr id="317" name="Google Shape;317;p22"/>
          <p:cNvSpPr txBox="1"/>
          <p:nvPr>
            <p:ph type="title"/>
          </p:nvPr>
        </p:nvSpPr>
        <p:spPr>
          <a:xfrm>
            <a:off x="713225" y="539500"/>
            <a:ext cx="4448100" cy="11655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sz="77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8" name="Google Shape;318;p22"/>
          <p:cNvSpPr txBox="1"/>
          <p:nvPr>
            <p:ph idx="1" type="subTitle"/>
          </p:nvPr>
        </p:nvSpPr>
        <p:spPr>
          <a:xfrm>
            <a:off x="713225" y="1505272"/>
            <a:ext cx="4448100" cy="110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19" name="Google Shape;319;p22"/>
          <p:cNvSpPr txBox="1"/>
          <p:nvPr/>
        </p:nvSpPr>
        <p:spPr>
          <a:xfrm>
            <a:off x="713225" y="3776075"/>
            <a:ext cx="4221000" cy="6438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000">
                <a:solidFill>
                  <a:schemeClr val="dk1"/>
                </a:solidFill>
                <a:latin typeface="Spline Sans"/>
                <a:ea typeface="Spline Sans"/>
                <a:cs typeface="Spline Sans"/>
                <a:sym typeface="Spline Sans"/>
              </a:rPr>
              <a:t>CREDITS:</a:t>
            </a:r>
            <a:r>
              <a:rPr lang="en" sz="1000">
                <a:solidFill>
                  <a:schemeClr val="dk1"/>
                </a:solidFill>
                <a:latin typeface="Spline Sans"/>
                <a:ea typeface="Spline Sans"/>
                <a:cs typeface="Spline Sans"/>
                <a:sym typeface="Spline Sans"/>
              </a:rPr>
              <a:t> This presentation template was created by </a:t>
            </a:r>
            <a:r>
              <a:rPr b="1" lang="en" sz="1000" u="sng">
                <a:solidFill>
                  <a:schemeClr val="hlink"/>
                </a:solidFill>
                <a:latin typeface="Spline Sans"/>
                <a:ea typeface="Spline Sans"/>
                <a:cs typeface="Spline Sans"/>
                <a:sym typeface="Spline Sans"/>
                <a:hlinkClick r:id="rId2"/>
              </a:rPr>
              <a:t>Slidesgo</a:t>
            </a:r>
            <a:r>
              <a:rPr lang="en" sz="1000">
                <a:solidFill>
                  <a:schemeClr val="dk1"/>
                </a:solidFill>
                <a:latin typeface="Spline Sans"/>
                <a:ea typeface="Spline Sans"/>
                <a:cs typeface="Spline Sans"/>
                <a:sym typeface="Spline Sans"/>
              </a:rPr>
              <a:t>, and includes icons by </a:t>
            </a:r>
            <a:r>
              <a:rPr b="1" lang="en" sz="1000" u="sng">
                <a:solidFill>
                  <a:schemeClr val="dk1"/>
                </a:solidFill>
                <a:latin typeface="Spline Sans"/>
                <a:ea typeface="Spline Sans"/>
                <a:cs typeface="Spline Sans"/>
                <a:sym typeface="Spline Sans"/>
                <a:hlinkClick r:id="rId3">
                  <a:extLst>
                    <a:ext uri="{A12FA001-AC4F-418D-AE19-62706E023703}">
                      <ahyp:hlinkClr val="tx"/>
                    </a:ext>
                  </a:extLst>
                </a:hlinkClick>
              </a:rPr>
              <a:t>Flaticon</a:t>
            </a:r>
            <a:r>
              <a:rPr lang="en" sz="1000">
                <a:solidFill>
                  <a:schemeClr val="dk1"/>
                </a:solidFill>
                <a:latin typeface="Spline Sans"/>
                <a:ea typeface="Spline Sans"/>
                <a:cs typeface="Spline Sans"/>
                <a:sym typeface="Spline Sans"/>
              </a:rPr>
              <a:t>, and infographics &amp; images by </a:t>
            </a:r>
            <a:r>
              <a:rPr b="1" lang="en" sz="1000" u="sng">
                <a:solidFill>
                  <a:schemeClr val="dk1"/>
                </a:solidFill>
                <a:latin typeface="Spline Sans"/>
                <a:ea typeface="Spline Sans"/>
                <a:cs typeface="Spline Sans"/>
                <a:sym typeface="Spline Sans"/>
                <a:hlinkClick r:id="rId4">
                  <a:extLst>
                    <a:ext uri="{A12FA001-AC4F-418D-AE19-62706E023703}">
                      <ahyp:hlinkClr val="tx"/>
                    </a:ext>
                  </a:extLst>
                </a:hlinkClick>
              </a:rPr>
              <a:t>Freepik</a:t>
            </a:r>
            <a:r>
              <a:rPr b="1" lang="en" sz="1000" u="sng">
                <a:solidFill>
                  <a:schemeClr val="dk1"/>
                </a:solidFill>
                <a:latin typeface="Spline Sans"/>
                <a:ea typeface="Spline Sans"/>
                <a:cs typeface="Spline Sans"/>
                <a:sym typeface="Spline Sans"/>
              </a:rPr>
              <a:t>, </a:t>
            </a:r>
            <a:r>
              <a:rPr lang="en" sz="1000">
                <a:solidFill>
                  <a:schemeClr val="dk1"/>
                </a:solidFill>
                <a:latin typeface="Spline Sans"/>
                <a:ea typeface="Spline Sans"/>
                <a:cs typeface="Spline Sans"/>
                <a:sym typeface="Spline Sans"/>
              </a:rPr>
              <a:t>and illustrations by </a:t>
            </a:r>
            <a:r>
              <a:rPr b="1" lang="en" sz="1000" u="sng">
                <a:solidFill>
                  <a:schemeClr val="hlink"/>
                </a:solidFill>
                <a:latin typeface="Spline Sans"/>
                <a:ea typeface="Spline Sans"/>
                <a:cs typeface="Spline Sans"/>
                <a:sym typeface="Spline Sans"/>
                <a:hlinkClick r:id="rId5"/>
              </a:rPr>
              <a:t>Storyset</a:t>
            </a:r>
            <a:endParaRPr b="1" sz="1000">
              <a:solidFill>
                <a:schemeClr val="dk1"/>
              </a:solidFill>
              <a:latin typeface="Spline Sans"/>
              <a:ea typeface="Spline Sans"/>
              <a:cs typeface="Spline Sans"/>
              <a:sym typeface="Spline Sans"/>
            </a:endParaRPr>
          </a:p>
        </p:txBody>
      </p:sp>
      <p:grpSp>
        <p:nvGrpSpPr>
          <p:cNvPr id="320" name="Google Shape;320;p22"/>
          <p:cNvGrpSpPr/>
          <p:nvPr/>
        </p:nvGrpSpPr>
        <p:grpSpPr>
          <a:xfrm>
            <a:off x="318455" y="265125"/>
            <a:ext cx="8507100" cy="4612286"/>
            <a:chOff x="318455" y="265125"/>
            <a:chExt cx="8507100" cy="4612286"/>
          </a:xfrm>
        </p:grpSpPr>
        <p:grpSp>
          <p:nvGrpSpPr>
            <p:cNvPr id="321" name="Google Shape;321;p22"/>
            <p:cNvGrpSpPr/>
            <p:nvPr/>
          </p:nvGrpSpPr>
          <p:grpSpPr>
            <a:xfrm>
              <a:off x="7850030" y="265125"/>
              <a:ext cx="975525" cy="724386"/>
              <a:chOff x="7850030" y="265125"/>
              <a:chExt cx="975525" cy="724386"/>
            </a:xfrm>
          </p:grpSpPr>
          <p:sp>
            <p:nvSpPr>
              <p:cNvPr id="322" name="Google Shape;322;p22"/>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323" name="Google Shape;323;p22"/>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2"/>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2"/>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 name="Google Shape;326;p22"/>
            <p:cNvGrpSpPr/>
            <p:nvPr/>
          </p:nvGrpSpPr>
          <p:grpSpPr>
            <a:xfrm>
              <a:off x="318455" y="3899311"/>
              <a:ext cx="723400" cy="978100"/>
              <a:chOff x="318455" y="3899311"/>
              <a:chExt cx="723400" cy="978100"/>
            </a:xfrm>
          </p:grpSpPr>
          <p:sp>
            <p:nvSpPr>
              <p:cNvPr id="327" name="Google Shape;327;p22"/>
              <p:cNvSpPr/>
              <p:nvPr/>
            </p:nvSpPr>
            <p:spPr>
              <a:xfrm flipH="1" rot="-5400000">
                <a:off x="277642" y="421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328" name="Google Shape;328;p22"/>
              <p:cNvSpPr/>
              <p:nvPr/>
            </p:nvSpPr>
            <p:spPr>
              <a:xfrm>
                <a:off x="991755" y="4827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2"/>
              <p:cNvSpPr/>
              <p:nvPr/>
            </p:nvSpPr>
            <p:spPr>
              <a:xfrm>
                <a:off x="318455" y="4022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2"/>
              <p:cNvSpPr/>
              <p:nvPr/>
            </p:nvSpPr>
            <p:spPr>
              <a:xfrm>
                <a:off x="318455" y="3899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31" name="Shape 331"/>
        <p:cNvGrpSpPr/>
        <p:nvPr/>
      </p:nvGrpSpPr>
      <p:grpSpPr>
        <a:xfrm>
          <a:off x="0" y="0"/>
          <a:ext cx="0" cy="0"/>
          <a:chOff x="0" y="0"/>
          <a:chExt cx="0" cy="0"/>
        </a:xfrm>
      </p:grpSpPr>
      <p:grpSp>
        <p:nvGrpSpPr>
          <p:cNvPr id="332" name="Google Shape;332;p23"/>
          <p:cNvGrpSpPr/>
          <p:nvPr/>
        </p:nvGrpSpPr>
        <p:grpSpPr>
          <a:xfrm>
            <a:off x="322709" y="272057"/>
            <a:ext cx="8502846" cy="4598904"/>
            <a:chOff x="322709" y="272057"/>
            <a:chExt cx="8502846" cy="4598904"/>
          </a:xfrm>
        </p:grpSpPr>
        <p:grpSp>
          <p:nvGrpSpPr>
            <p:cNvPr id="333" name="Google Shape;333;p23"/>
            <p:cNvGrpSpPr/>
            <p:nvPr/>
          </p:nvGrpSpPr>
          <p:grpSpPr>
            <a:xfrm>
              <a:off x="7850030" y="272057"/>
              <a:ext cx="975525" cy="724386"/>
              <a:chOff x="7850030" y="265125"/>
              <a:chExt cx="975525" cy="724386"/>
            </a:xfrm>
          </p:grpSpPr>
          <p:sp>
            <p:nvSpPr>
              <p:cNvPr id="334" name="Google Shape;334;p23"/>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335" name="Google Shape;335;p23"/>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3"/>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3"/>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 name="Google Shape;338;p23"/>
            <p:cNvGrpSpPr/>
            <p:nvPr/>
          </p:nvGrpSpPr>
          <p:grpSpPr>
            <a:xfrm>
              <a:off x="322709" y="4024536"/>
              <a:ext cx="855100" cy="846425"/>
              <a:chOff x="322709" y="4024536"/>
              <a:chExt cx="855100" cy="846425"/>
            </a:xfrm>
          </p:grpSpPr>
          <p:sp>
            <p:nvSpPr>
              <p:cNvPr id="339" name="Google Shape;339;p23"/>
              <p:cNvSpPr/>
              <p:nvPr/>
            </p:nvSpPr>
            <p:spPr>
              <a:xfrm rot="10800000">
                <a:off x="347770" y="4270574"/>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340" name="Google Shape;340;p23"/>
              <p:cNvSpPr/>
              <p:nvPr/>
            </p:nvSpPr>
            <p:spPr>
              <a:xfrm flipH="1" rot="5400000">
                <a:off x="322709" y="41475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3"/>
              <p:cNvSpPr/>
              <p:nvPr/>
            </p:nvSpPr>
            <p:spPr>
              <a:xfrm flipH="1" rot="5400000">
                <a:off x="1127709" y="482086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3"/>
              <p:cNvSpPr/>
              <p:nvPr/>
            </p:nvSpPr>
            <p:spPr>
              <a:xfrm flipH="1" rot="5400000">
                <a:off x="322709" y="4024536"/>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43" name="Shape 343"/>
        <p:cNvGrpSpPr/>
        <p:nvPr/>
      </p:nvGrpSpPr>
      <p:grpSpPr>
        <a:xfrm>
          <a:off x="0" y="0"/>
          <a:ext cx="0" cy="0"/>
          <a:chOff x="0" y="0"/>
          <a:chExt cx="0" cy="0"/>
        </a:xfrm>
      </p:grpSpPr>
      <p:grpSp>
        <p:nvGrpSpPr>
          <p:cNvPr id="344" name="Google Shape;344;p24"/>
          <p:cNvGrpSpPr/>
          <p:nvPr/>
        </p:nvGrpSpPr>
        <p:grpSpPr>
          <a:xfrm>
            <a:off x="322709" y="272057"/>
            <a:ext cx="8502846" cy="4598904"/>
            <a:chOff x="322709" y="272057"/>
            <a:chExt cx="8502846" cy="4598904"/>
          </a:xfrm>
        </p:grpSpPr>
        <p:grpSp>
          <p:nvGrpSpPr>
            <p:cNvPr id="345" name="Google Shape;345;p24"/>
            <p:cNvGrpSpPr/>
            <p:nvPr/>
          </p:nvGrpSpPr>
          <p:grpSpPr>
            <a:xfrm flipH="1">
              <a:off x="322709" y="272057"/>
              <a:ext cx="975525" cy="724386"/>
              <a:chOff x="7850030" y="265125"/>
              <a:chExt cx="975525" cy="724386"/>
            </a:xfrm>
          </p:grpSpPr>
          <p:sp>
            <p:nvSpPr>
              <p:cNvPr id="346" name="Google Shape;346;p24"/>
              <p:cNvSpPr/>
              <p:nvPr/>
            </p:nvSpPr>
            <p:spPr>
              <a:xfrm>
                <a:off x="8096517" y="29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347" name="Google Shape;347;p24"/>
              <p:cNvSpPr/>
              <p:nvPr/>
            </p:nvSpPr>
            <p:spPr>
              <a:xfrm>
                <a:off x="797328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4"/>
              <p:cNvSpPr/>
              <p:nvPr/>
            </p:nvSpPr>
            <p:spPr>
              <a:xfrm>
                <a:off x="7850030" y="265125"/>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4"/>
              <p:cNvSpPr/>
              <p:nvPr/>
            </p:nvSpPr>
            <p:spPr>
              <a:xfrm>
                <a:off x="8775455" y="9394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 name="Google Shape;350;p24"/>
            <p:cNvGrpSpPr/>
            <p:nvPr/>
          </p:nvGrpSpPr>
          <p:grpSpPr>
            <a:xfrm rot="-5400000">
              <a:off x="7974805" y="4020211"/>
              <a:ext cx="723400" cy="978100"/>
              <a:chOff x="318455" y="3899311"/>
              <a:chExt cx="723400" cy="978100"/>
            </a:xfrm>
          </p:grpSpPr>
          <p:sp>
            <p:nvSpPr>
              <p:cNvPr id="351" name="Google Shape;351;p24"/>
              <p:cNvSpPr/>
              <p:nvPr/>
            </p:nvSpPr>
            <p:spPr>
              <a:xfrm flipH="1" rot="-5400000">
                <a:off x="277642" y="4211150"/>
                <a:ext cx="707050" cy="575350"/>
              </a:xfrm>
              <a:custGeom>
                <a:rect b="b" l="l" r="r" t="t"/>
                <a:pathLst>
                  <a:path extrusionOk="0" h="23014" w="28282">
                    <a:moveTo>
                      <a:pt x="0" y="0"/>
                    </a:moveTo>
                    <a:lnTo>
                      <a:pt x="28282" y="0"/>
                    </a:lnTo>
                    <a:lnTo>
                      <a:pt x="28282" y="23014"/>
                    </a:lnTo>
                  </a:path>
                </a:pathLst>
              </a:custGeom>
              <a:noFill/>
              <a:ln cap="flat" cmpd="sng" w="9525">
                <a:solidFill>
                  <a:schemeClr val="dk1"/>
                </a:solidFill>
                <a:prstDash val="solid"/>
                <a:round/>
                <a:headEnd len="med" w="med" type="diamond"/>
                <a:tailEnd len="med" w="med" type="diamond"/>
              </a:ln>
            </p:spPr>
          </p:sp>
          <p:sp>
            <p:nvSpPr>
              <p:cNvPr id="352" name="Google Shape;352;p24"/>
              <p:cNvSpPr/>
              <p:nvPr/>
            </p:nvSpPr>
            <p:spPr>
              <a:xfrm>
                <a:off x="991755" y="4827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4"/>
              <p:cNvSpPr/>
              <p:nvPr/>
            </p:nvSpPr>
            <p:spPr>
              <a:xfrm>
                <a:off x="318455" y="4022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4"/>
              <p:cNvSpPr/>
              <p:nvPr/>
            </p:nvSpPr>
            <p:spPr>
              <a:xfrm>
                <a:off x="318455" y="3899311"/>
                <a:ext cx="50100" cy="50100"/>
              </a:xfrm>
              <a:prstGeom prst="rect">
                <a:avLst/>
              </a:prstGeom>
              <a:solidFill>
                <a:schemeClr val="lt1"/>
              </a:solidFill>
              <a:ln cap="flat" cmpd="sng" w="9525">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58" name="Shape 358"/>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59" name="Shape 359"/>
        <p:cNvGrpSpPr/>
        <p:nvPr/>
      </p:nvGrpSpPr>
      <p:grpSpPr>
        <a:xfrm>
          <a:off x="0" y="0"/>
          <a:ext cx="0" cy="0"/>
          <a:chOff x="0" y="0"/>
          <a:chExt cx="0" cy="0"/>
        </a:xfrm>
      </p:grpSpPr>
      <p:sp>
        <p:nvSpPr>
          <p:cNvPr id="360" name="Google Shape;360;p2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3.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Source Code Pro"/>
              <a:buNone/>
              <a:defRPr b="1" sz="3500">
                <a:solidFill>
                  <a:schemeClr val="dk1"/>
                </a:solidFill>
                <a:latin typeface="Source Code Pro"/>
                <a:ea typeface="Source Code Pro"/>
                <a:cs typeface="Source Code Pro"/>
                <a:sym typeface="Source Code Pro"/>
              </a:defRPr>
            </a:lvl1pPr>
            <a:lvl2pPr lvl="1" rtl="0">
              <a:spcBef>
                <a:spcPts val="0"/>
              </a:spcBef>
              <a:spcAft>
                <a:spcPts val="0"/>
              </a:spcAft>
              <a:buClr>
                <a:schemeClr val="dk1"/>
              </a:buClr>
              <a:buSzPts val="3500"/>
              <a:buFont typeface="Source Code Pro"/>
              <a:buNone/>
              <a:defRPr b="1" sz="3500">
                <a:solidFill>
                  <a:schemeClr val="dk1"/>
                </a:solidFill>
                <a:latin typeface="Source Code Pro"/>
                <a:ea typeface="Source Code Pro"/>
                <a:cs typeface="Source Code Pro"/>
                <a:sym typeface="Source Code Pro"/>
              </a:defRPr>
            </a:lvl2pPr>
            <a:lvl3pPr lvl="2" rtl="0">
              <a:spcBef>
                <a:spcPts val="0"/>
              </a:spcBef>
              <a:spcAft>
                <a:spcPts val="0"/>
              </a:spcAft>
              <a:buClr>
                <a:schemeClr val="dk1"/>
              </a:buClr>
              <a:buSzPts val="3500"/>
              <a:buFont typeface="Source Code Pro"/>
              <a:buNone/>
              <a:defRPr b="1" sz="3500">
                <a:solidFill>
                  <a:schemeClr val="dk1"/>
                </a:solidFill>
                <a:latin typeface="Source Code Pro"/>
                <a:ea typeface="Source Code Pro"/>
                <a:cs typeface="Source Code Pro"/>
                <a:sym typeface="Source Code Pro"/>
              </a:defRPr>
            </a:lvl3pPr>
            <a:lvl4pPr lvl="3" rtl="0">
              <a:spcBef>
                <a:spcPts val="0"/>
              </a:spcBef>
              <a:spcAft>
                <a:spcPts val="0"/>
              </a:spcAft>
              <a:buClr>
                <a:schemeClr val="dk1"/>
              </a:buClr>
              <a:buSzPts val="3500"/>
              <a:buFont typeface="Source Code Pro"/>
              <a:buNone/>
              <a:defRPr b="1" sz="3500">
                <a:solidFill>
                  <a:schemeClr val="dk1"/>
                </a:solidFill>
                <a:latin typeface="Source Code Pro"/>
                <a:ea typeface="Source Code Pro"/>
                <a:cs typeface="Source Code Pro"/>
                <a:sym typeface="Source Code Pro"/>
              </a:defRPr>
            </a:lvl4pPr>
            <a:lvl5pPr lvl="4" rtl="0">
              <a:spcBef>
                <a:spcPts val="0"/>
              </a:spcBef>
              <a:spcAft>
                <a:spcPts val="0"/>
              </a:spcAft>
              <a:buClr>
                <a:schemeClr val="dk1"/>
              </a:buClr>
              <a:buSzPts val="3500"/>
              <a:buFont typeface="Source Code Pro"/>
              <a:buNone/>
              <a:defRPr b="1" sz="3500">
                <a:solidFill>
                  <a:schemeClr val="dk1"/>
                </a:solidFill>
                <a:latin typeface="Source Code Pro"/>
                <a:ea typeface="Source Code Pro"/>
                <a:cs typeface="Source Code Pro"/>
                <a:sym typeface="Source Code Pro"/>
              </a:defRPr>
            </a:lvl5pPr>
            <a:lvl6pPr lvl="5" rtl="0">
              <a:spcBef>
                <a:spcPts val="0"/>
              </a:spcBef>
              <a:spcAft>
                <a:spcPts val="0"/>
              </a:spcAft>
              <a:buClr>
                <a:schemeClr val="dk1"/>
              </a:buClr>
              <a:buSzPts val="3500"/>
              <a:buFont typeface="Source Code Pro"/>
              <a:buNone/>
              <a:defRPr b="1" sz="3500">
                <a:solidFill>
                  <a:schemeClr val="dk1"/>
                </a:solidFill>
                <a:latin typeface="Source Code Pro"/>
                <a:ea typeface="Source Code Pro"/>
                <a:cs typeface="Source Code Pro"/>
                <a:sym typeface="Source Code Pro"/>
              </a:defRPr>
            </a:lvl6pPr>
            <a:lvl7pPr lvl="6" rtl="0">
              <a:spcBef>
                <a:spcPts val="0"/>
              </a:spcBef>
              <a:spcAft>
                <a:spcPts val="0"/>
              </a:spcAft>
              <a:buClr>
                <a:schemeClr val="dk1"/>
              </a:buClr>
              <a:buSzPts val="3500"/>
              <a:buFont typeface="Source Code Pro"/>
              <a:buNone/>
              <a:defRPr b="1" sz="3500">
                <a:solidFill>
                  <a:schemeClr val="dk1"/>
                </a:solidFill>
                <a:latin typeface="Source Code Pro"/>
                <a:ea typeface="Source Code Pro"/>
                <a:cs typeface="Source Code Pro"/>
                <a:sym typeface="Source Code Pro"/>
              </a:defRPr>
            </a:lvl7pPr>
            <a:lvl8pPr lvl="7" rtl="0">
              <a:spcBef>
                <a:spcPts val="0"/>
              </a:spcBef>
              <a:spcAft>
                <a:spcPts val="0"/>
              </a:spcAft>
              <a:buClr>
                <a:schemeClr val="dk1"/>
              </a:buClr>
              <a:buSzPts val="3500"/>
              <a:buFont typeface="Source Code Pro"/>
              <a:buNone/>
              <a:defRPr b="1" sz="3500">
                <a:solidFill>
                  <a:schemeClr val="dk1"/>
                </a:solidFill>
                <a:latin typeface="Source Code Pro"/>
                <a:ea typeface="Source Code Pro"/>
                <a:cs typeface="Source Code Pro"/>
                <a:sym typeface="Source Code Pro"/>
              </a:defRPr>
            </a:lvl8pPr>
            <a:lvl9pPr lvl="8" rtl="0">
              <a:spcBef>
                <a:spcPts val="0"/>
              </a:spcBef>
              <a:spcAft>
                <a:spcPts val="0"/>
              </a:spcAft>
              <a:buClr>
                <a:schemeClr val="dk1"/>
              </a:buClr>
              <a:buSzPts val="3500"/>
              <a:buFont typeface="Source Code Pro"/>
              <a:buNone/>
              <a:defRPr b="1" sz="3500">
                <a:solidFill>
                  <a:schemeClr val="dk1"/>
                </a:solidFill>
                <a:latin typeface="Source Code Pro"/>
                <a:ea typeface="Source Code Pro"/>
                <a:cs typeface="Source Code Pro"/>
                <a:sym typeface="Source Code Pro"/>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Spline Sans"/>
              <a:buChar char="●"/>
              <a:defRPr sz="1200">
                <a:solidFill>
                  <a:schemeClr val="dk1"/>
                </a:solidFill>
                <a:latin typeface="Spline Sans"/>
                <a:ea typeface="Spline Sans"/>
                <a:cs typeface="Spline Sans"/>
                <a:sym typeface="Spline Sans"/>
              </a:defRPr>
            </a:lvl1pPr>
            <a:lvl2pPr indent="-304800" lvl="1" marL="914400">
              <a:lnSpc>
                <a:spcPct val="100000"/>
              </a:lnSpc>
              <a:spcBef>
                <a:spcPts val="1600"/>
              </a:spcBef>
              <a:spcAft>
                <a:spcPts val="0"/>
              </a:spcAft>
              <a:buClr>
                <a:schemeClr val="dk1"/>
              </a:buClr>
              <a:buSzPts val="1200"/>
              <a:buFont typeface="Spline Sans"/>
              <a:buChar char="○"/>
              <a:defRPr sz="1200">
                <a:solidFill>
                  <a:schemeClr val="dk1"/>
                </a:solidFill>
                <a:latin typeface="Spline Sans"/>
                <a:ea typeface="Spline Sans"/>
                <a:cs typeface="Spline Sans"/>
                <a:sym typeface="Spline Sans"/>
              </a:defRPr>
            </a:lvl2pPr>
            <a:lvl3pPr indent="-304800" lvl="2" marL="1371600">
              <a:lnSpc>
                <a:spcPct val="100000"/>
              </a:lnSpc>
              <a:spcBef>
                <a:spcPts val="1600"/>
              </a:spcBef>
              <a:spcAft>
                <a:spcPts val="0"/>
              </a:spcAft>
              <a:buClr>
                <a:schemeClr val="dk1"/>
              </a:buClr>
              <a:buSzPts val="1200"/>
              <a:buFont typeface="Spline Sans"/>
              <a:buChar char="■"/>
              <a:defRPr sz="1200">
                <a:solidFill>
                  <a:schemeClr val="dk1"/>
                </a:solidFill>
                <a:latin typeface="Spline Sans"/>
                <a:ea typeface="Spline Sans"/>
                <a:cs typeface="Spline Sans"/>
                <a:sym typeface="Spline Sans"/>
              </a:defRPr>
            </a:lvl3pPr>
            <a:lvl4pPr indent="-304800" lvl="3" marL="1828800">
              <a:lnSpc>
                <a:spcPct val="100000"/>
              </a:lnSpc>
              <a:spcBef>
                <a:spcPts val="1600"/>
              </a:spcBef>
              <a:spcAft>
                <a:spcPts val="0"/>
              </a:spcAft>
              <a:buClr>
                <a:schemeClr val="dk1"/>
              </a:buClr>
              <a:buSzPts val="1200"/>
              <a:buFont typeface="Spline Sans"/>
              <a:buChar char="●"/>
              <a:defRPr sz="1200">
                <a:solidFill>
                  <a:schemeClr val="dk1"/>
                </a:solidFill>
                <a:latin typeface="Spline Sans"/>
                <a:ea typeface="Spline Sans"/>
                <a:cs typeface="Spline Sans"/>
                <a:sym typeface="Spline Sans"/>
              </a:defRPr>
            </a:lvl4pPr>
            <a:lvl5pPr indent="-304800" lvl="4" marL="2286000">
              <a:lnSpc>
                <a:spcPct val="100000"/>
              </a:lnSpc>
              <a:spcBef>
                <a:spcPts val="1600"/>
              </a:spcBef>
              <a:spcAft>
                <a:spcPts val="0"/>
              </a:spcAft>
              <a:buClr>
                <a:schemeClr val="dk1"/>
              </a:buClr>
              <a:buSzPts val="1200"/>
              <a:buFont typeface="Spline Sans"/>
              <a:buChar char="○"/>
              <a:defRPr sz="1200">
                <a:solidFill>
                  <a:schemeClr val="dk1"/>
                </a:solidFill>
                <a:latin typeface="Spline Sans"/>
                <a:ea typeface="Spline Sans"/>
                <a:cs typeface="Spline Sans"/>
                <a:sym typeface="Spline Sans"/>
              </a:defRPr>
            </a:lvl5pPr>
            <a:lvl6pPr indent="-304800" lvl="5" marL="2743200">
              <a:lnSpc>
                <a:spcPct val="100000"/>
              </a:lnSpc>
              <a:spcBef>
                <a:spcPts val="1600"/>
              </a:spcBef>
              <a:spcAft>
                <a:spcPts val="0"/>
              </a:spcAft>
              <a:buClr>
                <a:schemeClr val="dk1"/>
              </a:buClr>
              <a:buSzPts val="1200"/>
              <a:buFont typeface="Spline Sans"/>
              <a:buChar char="■"/>
              <a:defRPr sz="1200">
                <a:solidFill>
                  <a:schemeClr val="dk1"/>
                </a:solidFill>
                <a:latin typeface="Spline Sans"/>
                <a:ea typeface="Spline Sans"/>
                <a:cs typeface="Spline Sans"/>
                <a:sym typeface="Spline Sans"/>
              </a:defRPr>
            </a:lvl6pPr>
            <a:lvl7pPr indent="-304800" lvl="6" marL="3200400">
              <a:lnSpc>
                <a:spcPct val="100000"/>
              </a:lnSpc>
              <a:spcBef>
                <a:spcPts val="1600"/>
              </a:spcBef>
              <a:spcAft>
                <a:spcPts val="0"/>
              </a:spcAft>
              <a:buClr>
                <a:schemeClr val="dk1"/>
              </a:buClr>
              <a:buSzPts val="1200"/>
              <a:buFont typeface="Spline Sans"/>
              <a:buChar char="●"/>
              <a:defRPr sz="1200">
                <a:solidFill>
                  <a:schemeClr val="dk1"/>
                </a:solidFill>
                <a:latin typeface="Spline Sans"/>
                <a:ea typeface="Spline Sans"/>
                <a:cs typeface="Spline Sans"/>
                <a:sym typeface="Spline Sans"/>
              </a:defRPr>
            </a:lvl7pPr>
            <a:lvl8pPr indent="-304800" lvl="7" marL="3657600">
              <a:lnSpc>
                <a:spcPct val="100000"/>
              </a:lnSpc>
              <a:spcBef>
                <a:spcPts val="1600"/>
              </a:spcBef>
              <a:spcAft>
                <a:spcPts val="0"/>
              </a:spcAft>
              <a:buClr>
                <a:schemeClr val="dk1"/>
              </a:buClr>
              <a:buSzPts val="1200"/>
              <a:buFont typeface="Spline Sans"/>
              <a:buChar char="○"/>
              <a:defRPr sz="1200">
                <a:solidFill>
                  <a:schemeClr val="dk1"/>
                </a:solidFill>
                <a:latin typeface="Spline Sans"/>
                <a:ea typeface="Spline Sans"/>
                <a:cs typeface="Spline Sans"/>
                <a:sym typeface="Spline Sans"/>
              </a:defRPr>
            </a:lvl8pPr>
            <a:lvl9pPr indent="-304800" lvl="8" marL="4114800">
              <a:lnSpc>
                <a:spcPct val="100000"/>
              </a:lnSpc>
              <a:spcBef>
                <a:spcPts val="1600"/>
              </a:spcBef>
              <a:spcAft>
                <a:spcPts val="1600"/>
              </a:spcAft>
              <a:buClr>
                <a:schemeClr val="dk1"/>
              </a:buClr>
              <a:buSzPts val="1200"/>
              <a:buFont typeface="Spline Sans"/>
              <a:buChar char="■"/>
              <a:defRPr sz="1200">
                <a:solidFill>
                  <a:schemeClr val="dk1"/>
                </a:solidFill>
                <a:latin typeface="Spline Sans"/>
                <a:ea typeface="Spline Sans"/>
                <a:cs typeface="Spline Sans"/>
                <a:sym typeface="Spline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55" name="Shape 355"/>
        <p:cNvGrpSpPr/>
        <p:nvPr/>
      </p:nvGrpSpPr>
      <p:grpSpPr>
        <a:xfrm>
          <a:off x="0" y="0"/>
          <a:ext cx="0" cy="0"/>
          <a:chOff x="0" y="0"/>
          <a:chExt cx="0" cy="0"/>
        </a:xfrm>
      </p:grpSpPr>
      <p:sp>
        <p:nvSpPr>
          <p:cNvPr id="356" name="Google Shape;356;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57" name="Google Shape;357;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9.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7.xml"/><Relationship Id="rId4" Type="http://schemas.openxmlformats.org/officeDocument/2006/relationships/slide" Target="/ppt/slides/slide24.xml"/><Relationship Id="rId9" Type="http://schemas.openxmlformats.org/officeDocument/2006/relationships/slide" Target="/ppt/slides/slide35.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3.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3.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7.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5.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sKlV4ubMRL7XbhADQSSIcCFHpQJOdMJdZ-5k0T_15Dc/copy" TargetMode="External"/><Relationship Id="rId5"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sKlV4ubMRL7XbhADQSSIcCFHpQJOdMJdZ-5k0T_15Dc/copy" TargetMode="External"/><Relationship Id="rId5"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4.jpg"/><Relationship Id="rId4" Type="http://schemas.openxmlformats.org/officeDocument/2006/relationships/image" Target="../media/image10.jpg"/><Relationship Id="rId5" Type="http://schemas.openxmlformats.org/officeDocument/2006/relationships/image" Target="../media/image11.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3.xml"/><Relationship Id="rId3" Type="http://schemas.openxmlformats.org/officeDocument/2006/relationships/hyperlink" Target="https://storyset.com/illustration/new-employee/bro#ECC039FF&amp;hide=&amp;hide=complete/?utm_source=slidesgo_template&amp;utm_medium=referral-link&amp;utm_campaign=sg_resources&amp;utm_content=storyset#ECC039" TargetMode="External"/><Relationship Id="rId4" Type="http://schemas.openxmlformats.org/officeDocument/2006/relationships/hyperlink" Target="https://storyset.com/illustration/content-team/bro#ECC039FF&amp;hide=&amp;hide=false/?utm_source=slidesgo_template&amp;utm_medium=referral-link&amp;utm_campaign=sg_resources&amp;utm_content=storyset#ECC039" TargetMode="External"/></Relationships>
</file>

<file path=ppt/slides/_rels/slide24.xml.rels><?xml version="1.0" encoding="UTF-8" standalone="yes"?><Relationships xmlns="http://schemas.openxmlformats.org/package/2006/relationships"><Relationship Id="rId11" Type="http://schemas.openxmlformats.org/officeDocument/2006/relationships/hyperlink" Target="https://www.freepik.com/free-photo/people-taking-part-business-event_24483097.htm/?utm_source=slidesgo_template&amp;utm_medium=referral-link&amp;utm_campaign=sg_resources&amp;utm_content=freepik" TargetMode="External"/><Relationship Id="rId10" Type="http://schemas.openxmlformats.org/officeDocument/2006/relationships/hyperlink" Target="https://www.freepik.com/free-photo/people-taking-part-business-event_24483101.htm/?utm_source=slidesgo_template&amp;utm_medium=referral-link&amp;utm_campaign=sg_resources&amp;utm_content=freepik" TargetMode="External"/><Relationship Id="rId13" Type="http://schemas.openxmlformats.org/officeDocument/2006/relationships/hyperlink" Target="https://www.freepik.com/free-photo/people-taking-part-business-event_24483068.htm/?utm_source=slidesgo_template&amp;utm_medium=referral-link&amp;utm_campaign=sg_resources&amp;utm_content=freepik" TargetMode="External"/><Relationship Id="rId12" Type="http://schemas.openxmlformats.org/officeDocument/2006/relationships/hyperlink" Target="https://www.freepik.com/free-photo/people-taking-part-business-event_24483111.htm/?utm_source=slidesgo_template&amp;utm_medium=referral-link&amp;utm_campaign=sg_resources&amp;utm_content=freepik" TargetMode="External"/><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hyperlink" Target="https://www.flaticon.com/packs/law-justice-2/?utm_source=slidesgo_template&amp;utm_medium=referral-link&amp;utm_campaign=sg_resources&amp;utm_content=flaticon" TargetMode="External"/><Relationship Id="rId4" Type="http://schemas.openxmlformats.org/officeDocument/2006/relationships/hyperlink" Target="https://www.flaticon.com/packs/business-meeting-24?word=meeting/?utm_source=slidesgo_template&amp;utm_medium=referral-link&amp;utm_campaign=sg_resources&amp;utm_content=flaticon" TargetMode="External"/><Relationship Id="rId9" Type="http://schemas.openxmlformats.org/officeDocument/2006/relationships/hyperlink" Target="https://www.freepik.com/free-photo/people-taking-part-business-event_24483056.htm/?utm_source=slidesgo_template&amp;utm_medium=referral-link&amp;utm_campaign=sg_resources&amp;utm_content=freepik" TargetMode="External"/><Relationship Id="rId5" Type="http://schemas.openxmlformats.org/officeDocument/2006/relationships/hyperlink" Target="https://storyset.com/illustration/consulting/bro#ECC039FF&amp;hide=&amp;hide=complete/?utm_source=slidesgo_template&amp;utm_medium=referral-link&amp;utm_campaign=sg_resources&amp;utm_content=storyset#ECC039" TargetMode="External"/><Relationship Id="rId6" Type="http://schemas.openxmlformats.org/officeDocument/2006/relationships/hyperlink" Target="https://storyset.com/illustration/team/bro#ECC039FF&amp;hide=&amp;hide=complete/?utm_source=slidesgo_template&amp;utm_medium=referral-link&amp;utm_campaign=sg_resources&amp;utm_content=storyset#ECC039" TargetMode="External"/><Relationship Id="rId7" Type="http://schemas.openxmlformats.org/officeDocument/2006/relationships/hyperlink" Target="https://storyset.com/illustration/lawyer/bro#ECC039FF&amp;hide=&amp;hide=complete/?utm_source=slidesgo_template&amp;utm_medium=referral-link&amp;utm_campaign=sg_resources&amp;utm_content=storyset#ECC039" TargetMode="External"/><Relationship Id="rId8" Type="http://schemas.openxmlformats.org/officeDocument/2006/relationships/hyperlink" Target="https://storyset.com/illustration/new-team-members/bro#ECC039FF&amp;hide=&amp;hide=complete/?utm_source=slidesgo_template&amp;utm_medium=referral-link&amp;utm_campaign=sg_resources&amp;utm_content=storyset#ECC039"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fonts.google.com/specimen/Source+Code+Pro" TargetMode="External"/><Relationship Id="rId4" Type="http://schemas.openxmlformats.org/officeDocument/2006/relationships/hyperlink" Target="https://fonts.google.com/specimen/Spline+Sans" TargetMode="External"/></Relationships>
</file>

<file path=ppt/slides/_rels/slide28.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8.png"/><Relationship Id="rId14" Type="http://schemas.openxmlformats.org/officeDocument/2006/relationships/image" Target="../media/image9.png"/><Relationship Id="rId17" Type="http://schemas.openxmlformats.org/officeDocument/2006/relationships/image" Target="../media/image6.png"/><Relationship Id="rId16" Type="http://schemas.openxmlformats.org/officeDocument/2006/relationships/image" Target="../media/image12.png"/><Relationship Id="rId5" Type="http://schemas.openxmlformats.org/officeDocument/2006/relationships/image" Target="../media/image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 Id="rId3" Type="http://schemas.openxmlformats.org/officeDocument/2006/relationships/hyperlink" Target="https://bit.ly/2ZjL1pd"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 Id="rId3" Type="http://schemas.openxmlformats.org/officeDocument/2006/relationships/hyperlink" Target="https://workspace.google.com/marketplace/app/icons_for_slides_docs/381578326502"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 name="Shape 364"/>
        <p:cNvGrpSpPr/>
        <p:nvPr/>
      </p:nvGrpSpPr>
      <p:grpSpPr>
        <a:xfrm>
          <a:off x="0" y="0"/>
          <a:ext cx="0" cy="0"/>
          <a:chOff x="0" y="0"/>
          <a:chExt cx="0" cy="0"/>
        </a:xfrm>
      </p:grpSpPr>
      <p:sp>
        <p:nvSpPr>
          <p:cNvPr id="365" name="Google Shape;365;p28"/>
          <p:cNvSpPr txBox="1"/>
          <p:nvPr>
            <p:ph type="ctrTitle"/>
          </p:nvPr>
        </p:nvSpPr>
        <p:spPr>
          <a:xfrm>
            <a:off x="713250" y="779150"/>
            <a:ext cx="4049100" cy="299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Business Law Annual Meeting</a:t>
            </a:r>
            <a:endParaRPr/>
          </a:p>
        </p:txBody>
      </p:sp>
      <p:sp>
        <p:nvSpPr>
          <p:cNvPr id="366" name="Google Shape;366;p28"/>
          <p:cNvSpPr txBox="1"/>
          <p:nvPr>
            <p:ph idx="1" type="subTitle"/>
          </p:nvPr>
        </p:nvSpPr>
        <p:spPr>
          <a:xfrm>
            <a:off x="713258" y="3888550"/>
            <a:ext cx="40491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367" name="Google Shape;367;p28"/>
          <p:cNvGrpSpPr/>
          <p:nvPr/>
        </p:nvGrpSpPr>
        <p:grpSpPr>
          <a:xfrm>
            <a:off x="5067194" y="1140680"/>
            <a:ext cx="3363302" cy="2862141"/>
            <a:chOff x="5067194" y="1140680"/>
            <a:chExt cx="3363302" cy="2862141"/>
          </a:xfrm>
        </p:grpSpPr>
        <p:sp>
          <p:nvSpPr>
            <p:cNvPr id="368" name="Google Shape;368;p28"/>
            <p:cNvSpPr/>
            <p:nvPr/>
          </p:nvSpPr>
          <p:spPr>
            <a:xfrm>
              <a:off x="5073253" y="1140680"/>
              <a:ext cx="3357242" cy="2797306"/>
            </a:xfrm>
            <a:custGeom>
              <a:rect b="b" l="l" r="r" t="t"/>
              <a:pathLst>
                <a:path extrusionOk="0" h="169431" w="203346">
                  <a:moveTo>
                    <a:pt x="81065" y="0"/>
                  </a:moveTo>
                  <a:cubicBezTo>
                    <a:pt x="54992" y="0"/>
                    <a:pt x="27990" y="17297"/>
                    <a:pt x="15778" y="44665"/>
                  </a:cubicBezTo>
                  <a:cubicBezTo>
                    <a:pt x="0" y="80024"/>
                    <a:pt x="7972" y="107243"/>
                    <a:pt x="7972" y="107243"/>
                  </a:cubicBezTo>
                  <a:cubicBezTo>
                    <a:pt x="7972" y="107243"/>
                    <a:pt x="15978" y="139933"/>
                    <a:pt x="48435" y="157145"/>
                  </a:cubicBezTo>
                  <a:cubicBezTo>
                    <a:pt x="66437" y="166702"/>
                    <a:pt x="86434" y="169431"/>
                    <a:pt x="106080" y="169431"/>
                  </a:cubicBezTo>
                  <a:cubicBezTo>
                    <a:pt x="121817" y="169431"/>
                    <a:pt x="137329" y="167680"/>
                    <a:pt x="151408" y="166285"/>
                  </a:cubicBezTo>
                  <a:cubicBezTo>
                    <a:pt x="183097" y="163116"/>
                    <a:pt x="203345" y="141634"/>
                    <a:pt x="201411" y="114715"/>
                  </a:cubicBezTo>
                  <a:cubicBezTo>
                    <a:pt x="199476" y="87762"/>
                    <a:pt x="173991" y="84060"/>
                    <a:pt x="154710" y="56273"/>
                  </a:cubicBezTo>
                  <a:cubicBezTo>
                    <a:pt x="135430" y="28487"/>
                    <a:pt x="134529" y="18446"/>
                    <a:pt x="103274" y="4603"/>
                  </a:cubicBezTo>
                  <a:cubicBezTo>
                    <a:pt x="96211" y="1475"/>
                    <a:pt x="88677" y="0"/>
                    <a:pt x="81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8"/>
            <p:cNvSpPr/>
            <p:nvPr/>
          </p:nvSpPr>
          <p:spPr>
            <a:xfrm>
              <a:off x="5463715" y="1424288"/>
              <a:ext cx="17" cy="2410559"/>
            </a:xfrm>
            <a:custGeom>
              <a:rect b="b" l="l" r="r" t="t"/>
              <a:pathLst>
                <a:path extrusionOk="0" fill="none" h="146006" w="1">
                  <a:moveTo>
                    <a:pt x="0" y="1"/>
                  </a:moveTo>
                  <a:lnTo>
                    <a:pt x="0" y="146005"/>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8"/>
            <p:cNvSpPr/>
            <p:nvPr/>
          </p:nvSpPr>
          <p:spPr>
            <a:xfrm>
              <a:off x="5463715" y="1331766"/>
              <a:ext cx="17" cy="45733"/>
            </a:xfrm>
            <a:custGeom>
              <a:rect b="b" l="l" r="r" t="t"/>
              <a:pathLst>
                <a:path extrusionOk="0" fill="none" h="2770" w="1">
                  <a:moveTo>
                    <a:pt x="0" y="1"/>
                  </a:moveTo>
                  <a:lnTo>
                    <a:pt x="0" y="2769"/>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8"/>
            <p:cNvSpPr/>
            <p:nvPr/>
          </p:nvSpPr>
          <p:spPr>
            <a:xfrm>
              <a:off x="6341568" y="1331766"/>
              <a:ext cx="17" cy="2503081"/>
            </a:xfrm>
            <a:custGeom>
              <a:rect b="b" l="l" r="r" t="t"/>
              <a:pathLst>
                <a:path extrusionOk="0" fill="none" h="151610" w="1">
                  <a:moveTo>
                    <a:pt x="1" y="1"/>
                  </a:moveTo>
                  <a:lnTo>
                    <a:pt x="1" y="151609"/>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8"/>
            <p:cNvSpPr/>
            <p:nvPr/>
          </p:nvSpPr>
          <p:spPr>
            <a:xfrm>
              <a:off x="7219421" y="1331766"/>
              <a:ext cx="17" cy="2503081"/>
            </a:xfrm>
            <a:custGeom>
              <a:rect b="b" l="l" r="r" t="t"/>
              <a:pathLst>
                <a:path extrusionOk="0" fill="none" h="151610" w="1">
                  <a:moveTo>
                    <a:pt x="1" y="1"/>
                  </a:moveTo>
                  <a:lnTo>
                    <a:pt x="1" y="151609"/>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8"/>
            <p:cNvSpPr/>
            <p:nvPr/>
          </p:nvSpPr>
          <p:spPr>
            <a:xfrm>
              <a:off x="8097291" y="1688647"/>
              <a:ext cx="17" cy="2146201"/>
            </a:xfrm>
            <a:custGeom>
              <a:rect b="b" l="l" r="r" t="t"/>
              <a:pathLst>
                <a:path extrusionOk="0" fill="none" h="129994" w="1">
                  <a:moveTo>
                    <a:pt x="0" y="0"/>
                  </a:moveTo>
                  <a:lnTo>
                    <a:pt x="0" y="129993"/>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8"/>
            <p:cNvSpPr/>
            <p:nvPr/>
          </p:nvSpPr>
          <p:spPr>
            <a:xfrm>
              <a:off x="8097291" y="1331766"/>
              <a:ext cx="17" cy="296305"/>
            </a:xfrm>
            <a:custGeom>
              <a:rect b="b" l="l" r="r" t="t"/>
              <a:pathLst>
                <a:path extrusionOk="0" fill="none" h="17947" w="1">
                  <a:moveTo>
                    <a:pt x="0" y="1"/>
                  </a:moveTo>
                  <a:lnTo>
                    <a:pt x="0" y="17947"/>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8"/>
            <p:cNvSpPr/>
            <p:nvPr/>
          </p:nvSpPr>
          <p:spPr>
            <a:xfrm>
              <a:off x="5622871" y="1673771"/>
              <a:ext cx="2010175" cy="1191246"/>
            </a:xfrm>
            <a:custGeom>
              <a:rect b="b" l="l" r="r" t="t"/>
              <a:pathLst>
                <a:path extrusionOk="0" h="72153" w="121755">
                  <a:moveTo>
                    <a:pt x="0" y="0"/>
                  </a:moveTo>
                  <a:lnTo>
                    <a:pt x="0" y="72152"/>
                  </a:lnTo>
                  <a:lnTo>
                    <a:pt x="121754" y="72152"/>
                  </a:lnTo>
                  <a:lnTo>
                    <a:pt x="1217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8"/>
            <p:cNvSpPr/>
            <p:nvPr/>
          </p:nvSpPr>
          <p:spPr>
            <a:xfrm>
              <a:off x="5634428" y="1707369"/>
              <a:ext cx="1987589" cy="1124050"/>
            </a:xfrm>
            <a:custGeom>
              <a:rect b="b" l="l" r="r" t="t"/>
              <a:pathLst>
                <a:path extrusionOk="0" h="68083" w="120387">
                  <a:moveTo>
                    <a:pt x="1" y="0"/>
                  </a:moveTo>
                  <a:lnTo>
                    <a:pt x="1" y="68082"/>
                  </a:lnTo>
                  <a:lnTo>
                    <a:pt x="120387" y="68082"/>
                  </a:lnTo>
                  <a:lnTo>
                    <a:pt x="120387"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8"/>
            <p:cNvSpPr/>
            <p:nvPr/>
          </p:nvSpPr>
          <p:spPr>
            <a:xfrm>
              <a:off x="5600285" y="1653398"/>
              <a:ext cx="2044318" cy="63894"/>
            </a:xfrm>
            <a:custGeom>
              <a:rect b="b" l="l" r="r" t="t"/>
              <a:pathLst>
                <a:path extrusionOk="0" h="3870" w="123823">
                  <a:moveTo>
                    <a:pt x="1" y="0"/>
                  </a:moveTo>
                  <a:lnTo>
                    <a:pt x="1" y="3870"/>
                  </a:lnTo>
                  <a:lnTo>
                    <a:pt x="123823" y="3870"/>
                  </a:lnTo>
                  <a:lnTo>
                    <a:pt x="1238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8"/>
            <p:cNvSpPr/>
            <p:nvPr/>
          </p:nvSpPr>
          <p:spPr>
            <a:xfrm>
              <a:off x="6593246" y="1537184"/>
              <a:ext cx="114579" cy="115124"/>
            </a:xfrm>
            <a:custGeom>
              <a:rect b="b" l="l" r="r" t="t"/>
              <a:pathLst>
                <a:path extrusionOk="0" h="6973" w="6940">
                  <a:moveTo>
                    <a:pt x="3470" y="1"/>
                  </a:moveTo>
                  <a:cubicBezTo>
                    <a:pt x="1535" y="1"/>
                    <a:pt x="1" y="1569"/>
                    <a:pt x="1" y="3503"/>
                  </a:cubicBezTo>
                  <a:cubicBezTo>
                    <a:pt x="1" y="5438"/>
                    <a:pt x="1535" y="6972"/>
                    <a:pt x="3470" y="6972"/>
                  </a:cubicBezTo>
                  <a:cubicBezTo>
                    <a:pt x="5405" y="6972"/>
                    <a:pt x="6939" y="5438"/>
                    <a:pt x="6939" y="3503"/>
                  </a:cubicBezTo>
                  <a:cubicBezTo>
                    <a:pt x="6939" y="1569"/>
                    <a:pt x="5405" y="1"/>
                    <a:pt x="3470"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8"/>
            <p:cNvSpPr/>
            <p:nvPr/>
          </p:nvSpPr>
          <p:spPr>
            <a:xfrm>
              <a:off x="6610318" y="1564723"/>
              <a:ext cx="70514" cy="60790"/>
            </a:xfrm>
            <a:custGeom>
              <a:rect b="b" l="l" r="r" t="t"/>
              <a:pathLst>
                <a:path extrusionOk="0" h="3682" w="4271">
                  <a:moveTo>
                    <a:pt x="2436" y="1"/>
                  </a:moveTo>
                  <a:cubicBezTo>
                    <a:pt x="801" y="1"/>
                    <a:pt x="1" y="1969"/>
                    <a:pt x="1135" y="3136"/>
                  </a:cubicBezTo>
                  <a:cubicBezTo>
                    <a:pt x="1512" y="3513"/>
                    <a:pt x="1973" y="3682"/>
                    <a:pt x="2423" y="3682"/>
                  </a:cubicBezTo>
                  <a:cubicBezTo>
                    <a:pt x="3368" y="3682"/>
                    <a:pt x="4271" y="2942"/>
                    <a:pt x="4271" y="1835"/>
                  </a:cubicBezTo>
                  <a:cubicBezTo>
                    <a:pt x="4271" y="835"/>
                    <a:pt x="3437" y="1"/>
                    <a:pt x="2436" y="1"/>
                  </a:cubicBezTo>
                  <a:close/>
                </a:path>
              </a:pathLst>
            </a:custGeom>
            <a:solidFill>
              <a:schemeClr val="dk2"/>
            </a:solid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8"/>
            <p:cNvSpPr/>
            <p:nvPr/>
          </p:nvSpPr>
          <p:spPr>
            <a:xfrm>
              <a:off x="5749536" y="2188157"/>
              <a:ext cx="418017" cy="248938"/>
            </a:xfrm>
            <a:custGeom>
              <a:rect b="b" l="l" r="r" t="t"/>
              <a:pathLst>
                <a:path extrusionOk="0" fill="none" h="15078" w="25319">
                  <a:moveTo>
                    <a:pt x="14878" y="15077"/>
                  </a:moveTo>
                  <a:lnTo>
                    <a:pt x="1" y="15077"/>
                  </a:lnTo>
                  <a:lnTo>
                    <a:pt x="1" y="0"/>
                  </a:lnTo>
                  <a:lnTo>
                    <a:pt x="25319" y="0"/>
                  </a:lnTo>
                  <a:lnTo>
                    <a:pt x="25319" y="15077"/>
                  </a:lnTo>
                  <a:lnTo>
                    <a:pt x="17713" y="15077"/>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8"/>
            <p:cNvSpPr/>
            <p:nvPr/>
          </p:nvSpPr>
          <p:spPr>
            <a:xfrm>
              <a:off x="6079422" y="2556577"/>
              <a:ext cx="333205" cy="198830"/>
            </a:xfrm>
            <a:custGeom>
              <a:rect b="b" l="l" r="r" t="t"/>
              <a:pathLst>
                <a:path extrusionOk="0" fill="none" h="12043" w="20182">
                  <a:moveTo>
                    <a:pt x="1" y="1"/>
                  </a:moveTo>
                  <a:lnTo>
                    <a:pt x="20182" y="1"/>
                  </a:lnTo>
                  <a:lnTo>
                    <a:pt x="20182" y="12043"/>
                  </a:lnTo>
                  <a:lnTo>
                    <a:pt x="1" y="12043"/>
                  </a:lnTo>
                  <a:close/>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8"/>
            <p:cNvSpPr/>
            <p:nvPr/>
          </p:nvSpPr>
          <p:spPr>
            <a:xfrm>
              <a:off x="6404900" y="2188157"/>
              <a:ext cx="418017" cy="248938"/>
            </a:xfrm>
            <a:custGeom>
              <a:rect b="b" l="l" r="r" t="t"/>
              <a:pathLst>
                <a:path extrusionOk="0" fill="none" h="15078" w="25319">
                  <a:moveTo>
                    <a:pt x="22750" y="0"/>
                  </a:moveTo>
                  <a:lnTo>
                    <a:pt x="25319" y="0"/>
                  </a:lnTo>
                  <a:lnTo>
                    <a:pt x="25319" y="15077"/>
                  </a:lnTo>
                  <a:lnTo>
                    <a:pt x="1" y="15077"/>
                  </a:lnTo>
                  <a:lnTo>
                    <a:pt x="1" y="0"/>
                  </a:lnTo>
                  <a:lnTo>
                    <a:pt x="20315"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8"/>
            <p:cNvSpPr/>
            <p:nvPr/>
          </p:nvSpPr>
          <p:spPr>
            <a:xfrm>
              <a:off x="6297503" y="1824111"/>
              <a:ext cx="632250" cy="248954"/>
            </a:xfrm>
            <a:custGeom>
              <a:rect b="b" l="l" r="r" t="t"/>
              <a:pathLst>
                <a:path extrusionOk="0" fill="none" h="15079" w="38295">
                  <a:moveTo>
                    <a:pt x="8607" y="1"/>
                  </a:moveTo>
                  <a:lnTo>
                    <a:pt x="38295" y="1"/>
                  </a:lnTo>
                  <a:lnTo>
                    <a:pt x="38295" y="15078"/>
                  </a:lnTo>
                  <a:lnTo>
                    <a:pt x="1" y="15078"/>
                  </a:lnTo>
                  <a:lnTo>
                    <a:pt x="1" y="1"/>
                  </a:lnTo>
                  <a:lnTo>
                    <a:pt x="5772"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8"/>
            <p:cNvSpPr/>
            <p:nvPr/>
          </p:nvSpPr>
          <p:spPr>
            <a:xfrm>
              <a:off x="7056418" y="2188157"/>
              <a:ext cx="418017" cy="248938"/>
            </a:xfrm>
            <a:custGeom>
              <a:rect b="b" l="l" r="r" t="t"/>
              <a:pathLst>
                <a:path extrusionOk="0" fill="none" h="15078" w="25319">
                  <a:moveTo>
                    <a:pt x="0" y="0"/>
                  </a:moveTo>
                  <a:lnTo>
                    <a:pt x="25318" y="0"/>
                  </a:lnTo>
                  <a:lnTo>
                    <a:pt x="25318" y="15077"/>
                  </a:lnTo>
                  <a:lnTo>
                    <a:pt x="0" y="15077"/>
                  </a:lnTo>
                  <a:close/>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8"/>
            <p:cNvSpPr/>
            <p:nvPr/>
          </p:nvSpPr>
          <p:spPr>
            <a:xfrm>
              <a:off x="5911449" y="1946929"/>
              <a:ext cx="351927" cy="218658"/>
            </a:xfrm>
            <a:custGeom>
              <a:rect b="b" l="l" r="r" t="t"/>
              <a:pathLst>
                <a:path extrusionOk="0" fill="none" h="13244" w="21316">
                  <a:moveTo>
                    <a:pt x="21316" y="1"/>
                  </a:moveTo>
                  <a:cubicBezTo>
                    <a:pt x="21316" y="1"/>
                    <a:pt x="7873" y="1869"/>
                    <a:pt x="1" y="13243"/>
                  </a:cubicBez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8"/>
            <p:cNvSpPr/>
            <p:nvPr/>
          </p:nvSpPr>
          <p:spPr>
            <a:xfrm>
              <a:off x="6121275" y="2464055"/>
              <a:ext cx="29206" cy="85390"/>
            </a:xfrm>
            <a:custGeom>
              <a:rect b="b" l="l" r="r" t="t"/>
              <a:pathLst>
                <a:path extrusionOk="0" fill="none" h="5172" w="1769">
                  <a:moveTo>
                    <a:pt x="1" y="1"/>
                  </a:moveTo>
                  <a:lnTo>
                    <a:pt x="1769" y="517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8"/>
            <p:cNvSpPr/>
            <p:nvPr/>
          </p:nvSpPr>
          <p:spPr>
            <a:xfrm>
              <a:off x="6397190" y="2456345"/>
              <a:ext cx="27010" cy="80437"/>
            </a:xfrm>
            <a:custGeom>
              <a:rect b="b" l="l" r="r" t="t"/>
              <a:pathLst>
                <a:path extrusionOk="0" fill="none" h="4872" w="1636">
                  <a:moveTo>
                    <a:pt x="1635" y="1"/>
                  </a:moveTo>
                  <a:lnTo>
                    <a:pt x="1" y="487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8"/>
            <p:cNvSpPr/>
            <p:nvPr/>
          </p:nvSpPr>
          <p:spPr>
            <a:xfrm>
              <a:off x="6118518" y="2511422"/>
              <a:ext cx="40218" cy="38567"/>
            </a:xfrm>
            <a:custGeom>
              <a:rect b="b" l="l" r="r" t="t"/>
              <a:pathLst>
                <a:path extrusionOk="0" fill="none" h="2336" w="2436">
                  <a:moveTo>
                    <a:pt x="1" y="601"/>
                  </a:moveTo>
                  <a:lnTo>
                    <a:pt x="1936" y="2336"/>
                  </a:lnTo>
                  <a:lnTo>
                    <a:pt x="2436"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8"/>
            <p:cNvSpPr/>
            <p:nvPr/>
          </p:nvSpPr>
          <p:spPr>
            <a:xfrm>
              <a:off x="6383982" y="2511422"/>
              <a:ext cx="46278" cy="32508"/>
            </a:xfrm>
            <a:custGeom>
              <a:rect b="b" l="l" r="r" t="t"/>
              <a:pathLst>
                <a:path extrusionOk="0" fill="none" h="1969" w="2803">
                  <a:moveTo>
                    <a:pt x="0" y="1"/>
                  </a:moveTo>
                  <a:lnTo>
                    <a:pt x="734" y="1969"/>
                  </a:lnTo>
                  <a:lnTo>
                    <a:pt x="2802" y="735"/>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8"/>
            <p:cNvSpPr/>
            <p:nvPr/>
          </p:nvSpPr>
          <p:spPr>
            <a:xfrm>
              <a:off x="5911449" y="2127020"/>
              <a:ext cx="41869" cy="38567"/>
            </a:xfrm>
            <a:custGeom>
              <a:rect b="b" l="l" r="r" t="t"/>
              <a:pathLst>
                <a:path extrusionOk="0" fill="none" h="2336" w="2536">
                  <a:moveTo>
                    <a:pt x="368" y="0"/>
                  </a:moveTo>
                  <a:lnTo>
                    <a:pt x="1" y="2335"/>
                  </a:lnTo>
                  <a:lnTo>
                    <a:pt x="2536" y="734"/>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8"/>
            <p:cNvSpPr/>
            <p:nvPr/>
          </p:nvSpPr>
          <p:spPr>
            <a:xfrm>
              <a:off x="6835019" y="2306005"/>
              <a:ext cx="209297" cy="17"/>
            </a:xfrm>
            <a:custGeom>
              <a:rect b="b" l="l" r="r" t="t"/>
              <a:pathLst>
                <a:path extrusionOk="0" fill="none" h="1" w="12677">
                  <a:moveTo>
                    <a:pt x="1" y="0"/>
                  </a:moveTo>
                  <a:lnTo>
                    <a:pt x="12676"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8"/>
            <p:cNvSpPr/>
            <p:nvPr/>
          </p:nvSpPr>
          <p:spPr>
            <a:xfrm>
              <a:off x="6999689" y="2280117"/>
              <a:ext cx="46822" cy="52337"/>
            </a:xfrm>
            <a:custGeom>
              <a:rect b="b" l="l" r="r" t="t"/>
              <a:pathLst>
                <a:path extrusionOk="0" fill="none" h="3170" w="2836">
                  <a:moveTo>
                    <a:pt x="0" y="1"/>
                  </a:moveTo>
                  <a:lnTo>
                    <a:pt x="2836" y="1568"/>
                  </a:lnTo>
                  <a:lnTo>
                    <a:pt x="267" y="317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8"/>
            <p:cNvSpPr/>
            <p:nvPr/>
          </p:nvSpPr>
          <p:spPr>
            <a:xfrm>
              <a:off x="6174140" y="2306005"/>
              <a:ext cx="209297" cy="17"/>
            </a:xfrm>
            <a:custGeom>
              <a:rect b="b" l="l" r="r" t="t"/>
              <a:pathLst>
                <a:path extrusionOk="0" fill="none" h="1" w="12677">
                  <a:moveTo>
                    <a:pt x="1" y="0"/>
                  </a:moveTo>
                  <a:lnTo>
                    <a:pt x="12677"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8"/>
            <p:cNvSpPr/>
            <p:nvPr/>
          </p:nvSpPr>
          <p:spPr>
            <a:xfrm>
              <a:off x="6339372" y="2280117"/>
              <a:ext cx="46278" cy="52337"/>
            </a:xfrm>
            <a:custGeom>
              <a:rect b="b" l="l" r="r" t="t"/>
              <a:pathLst>
                <a:path extrusionOk="0" fill="none" h="3170" w="2803">
                  <a:moveTo>
                    <a:pt x="0" y="1"/>
                  </a:moveTo>
                  <a:lnTo>
                    <a:pt x="2802" y="1568"/>
                  </a:lnTo>
                  <a:lnTo>
                    <a:pt x="234" y="317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8"/>
            <p:cNvSpPr/>
            <p:nvPr/>
          </p:nvSpPr>
          <p:spPr>
            <a:xfrm>
              <a:off x="6612530" y="2092877"/>
              <a:ext cx="17" cy="63894"/>
            </a:xfrm>
            <a:custGeom>
              <a:rect b="b" l="l" r="r" t="t"/>
              <a:pathLst>
                <a:path extrusionOk="0" fill="none" h="3870" w="1">
                  <a:moveTo>
                    <a:pt x="0" y="0"/>
                  </a:moveTo>
                  <a:lnTo>
                    <a:pt x="0" y="387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8"/>
            <p:cNvSpPr/>
            <p:nvPr/>
          </p:nvSpPr>
          <p:spPr>
            <a:xfrm>
              <a:off x="6586097" y="2112706"/>
              <a:ext cx="52337" cy="46278"/>
            </a:xfrm>
            <a:custGeom>
              <a:rect b="b" l="l" r="r" t="t"/>
              <a:pathLst>
                <a:path extrusionOk="0" fill="none" h="2803" w="3170">
                  <a:moveTo>
                    <a:pt x="3169" y="0"/>
                  </a:moveTo>
                  <a:lnTo>
                    <a:pt x="1568" y="2802"/>
                  </a:lnTo>
                  <a:lnTo>
                    <a:pt x="0" y="234"/>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8"/>
            <p:cNvSpPr/>
            <p:nvPr/>
          </p:nvSpPr>
          <p:spPr>
            <a:xfrm>
              <a:off x="6841078" y="2381456"/>
              <a:ext cx="201026" cy="17"/>
            </a:xfrm>
            <a:custGeom>
              <a:rect b="b" l="l" r="r" t="t"/>
              <a:pathLst>
                <a:path extrusionOk="0" fill="none" h="1" w="12176">
                  <a:moveTo>
                    <a:pt x="12176" y="0"/>
                  </a:moveTo>
                  <a:lnTo>
                    <a:pt x="0"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8"/>
            <p:cNvSpPr/>
            <p:nvPr/>
          </p:nvSpPr>
          <p:spPr>
            <a:xfrm>
              <a:off x="6838882" y="2355023"/>
              <a:ext cx="44610" cy="52337"/>
            </a:xfrm>
            <a:custGeom>
              <a:rect b="b" l="l" r="r" t="t"/>
              <a:pathLst>
                <a:path extrusionOk="0" fill="none" h="3170" w="2702">
                  <a:moveTo>
                    <a:pt x="2702" y="0"/>
                  </a:moveTo>
                  <a:lnTo>
                    <a:pt x="0" y="1601"/>
                  </a:lnTo>
                  <a:lnTo>
                    <a:pt x="2468" y="3169"/>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8"/>
            <p:cNvSpPr/>
            <p:nvPr/>
          </p:nvSpPr>
          <p:spPr>
            <a:xfrm>
              <a:off x="6428576" y="1901774"/>
              <a:ext cx="378376" cy="17"/>
            </a:xfrm>
            <a:custGeom>
              <a:rect b="b" l="l" r="r" t="t"/>
              <a:pathLst>
                <a:path extrusionOk="0" fill="none" h="1" w="22918">
                  <a:moveTo>
                    <a:pt x="1" y="0"/>
                  </a:moveTo>
                  <a:lnTo>
                    <a:pt x="22917"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8"/>
            <p:cNvSpPr/>
            <p:nvPr/>
          </p:nvSpPr>
          <p:spPr>
            <a:xfrm>
              <a:off x="6428576" y="1938113"/>
              <a:ext cx="378376" cy="17"/>
            </a:xfrm>
            <a:custGeom>
              <a:rect b="b" l="l" r="r" t="t"/>
              <a:pathLst>
                <a:path extrusionOk="0" fill="none" h="1" w="22918">
                  <a:moveTo>
                    <a:pt x="1" y="1"/>
                  </a:moveTo>
                  <a:lnTo>
                    <a:pt x="22917"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8"/>
            <p:cNvSpPr/>
            <p:nvPr/>
          </p:nvSpPr>
          <p:spPr>
            <a:xfrm>
              <a:off x="6428576" y="1973923"/>
              <a:ext cx="378376" cy="17"/>
            </a:xfrm>
            <a:custGeom>
              <a:rect b="b" l="l" r="r" t="t"/>
              <a:pathLst>
                <a:path extrusionOk="0" fill="none" h="1" w="22918">
                  <a:moveTo>
                    <a:pt x="1" y="0"/>
                  </a:moveTo>
                  <a:lnTo>
                    <a:pt x="22917"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8"/>
            <p:cNvSpPr/>
            <p:nvPr/>
          </p:nvSpPr>
          <p:spPr>
            <a:xfrm>
              <a:off x="5788631" y="2280117"/>
              <a:ext cx="339825" cy="17"/>
            </a:xfrm>
            <a:custGeom>
              <a:rect b="b" l="l" r="r" t="t"/>
              <a:pathLst>
                <a:path extrusionOk="0" fill="none" h="1" w="20583">
                  <a:moveTo>
                    <a:pt x="1" y="1"/>
                  </a:moveTo>
                  <a:lnTo>
                    <a:pt x="20582"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8"/>
            <p:cNvSpPr/>
            <p:nvPr/>
          </p:nvSpPr>
          <p:spPr>
            <a:xfrm>
              <a:off x="5788631" y="2316472"/>
              <a:ext cx="339825" cy="17"/>
            </a:xfrm>
            <a:custGeom>
              <a:rect b="b" l="l" r="r" t="t"/>
              <a:pathLst>
                <a:path extrusionOk="0" fill="none" h="1" w="20583">
                  <a:moveTo>
                    <a:pt x="1" y="0"/>
                  </a:moveTo>
                  <a:lnTo>
                    <a:pt x="20582"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8"/>
            <p:cNvSpPr/>
            <p:nvPr/>
          </p:nvSpPr>
          <p:spPr>
            <a:xfrm>
              <a:off x="5788631" y="2352266"/>
              <a:ext cx="339825" cy="17"/>
            </a:xfrm>
            <a:custGeom>
              <a:rect b="b" l="l" r="r" t="t"/>
              <a:pathLst>
                <a:path extrusionOk="0" fill="none" h="1" w="20583">
                  <a:moveTo>
                    <a:pt x="1" y="0"/>
                  </a:moveTo>
                  <a:lnTo>
                    <a:pt x="20582"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8"/>
            <p:cNvSpPr/>
            <p:nvPr/>
          </p:nvSpPr>
          <p:spPr>
            <a:xfrm>
              <a:off x="6448404" y="2280117"/>
              <a:ext cx="340370" cy="17"/>
            </a:xfrm>
            <a:custGeom>
              <a:rect b="b" l="l" r="r" t="t"/>
              <a:pathLst>
                <a:path extrusionOk="0" fill="none" h="1" w="20616">
                  <a:moveTo>
                    <a:pt x="1" y="1"/>
                  </a:moveTo>
                  <a:lnTo>
                    <a:pt x="20616"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8"/>
            <p:cNvSpPr/>
            <p:nvPr/>
          </p:nvSpPr>
          <p:spPr>
            <a:xfrm>
              <a:off x="6448404" y="2316472"/>
              <a:ext cx="340370" cy="17"/>
            </a:xfrm>
            <a:custGeom>
              <a:rect b="b" l="l" r="r" t="t"/>
              <a:pathLst>
                <a:path extrusionOk="0" fill="none" h="1" w="20616">
                  <a:moveTo>
                    <a:pt x="1" y="0"/>
                  </a:moveTo>
                  <a:lnTo>
                    <a:pt x="20616"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8"/>
            <p:cNvSpPr/>
            <p:nvPr/>
          </p:nvSpPr>
          <p:spPr>
            <a:xfrm>
              <a:off x="6448404" y="2352266"/>
              <a:ext cx="340370" cy="17"/>
            </a:xfrm>
            <a:custGeom>
              <a:rect b="b" l="l" r="r" t="t"/>
              <a:pathLst>
                <a:path extrusionOk="0" fill="none" h="1" w="20616">
                  <a:moveTo>
                    <a:pt x="1" y="0"/>
                  </a:moveTo>
                  <a:lnTo>
                    <a:pt x="20616"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8"/>
            <p:cNvSpPr/>
            <p:nvPr/>
          </p:nvSpPr>
          <p:spPr>
            <a:xfrm>
              <a:off x="7084501" y="2280117"/>
              <a:ext cx="339809" cy="17"/>
            </a:xfrm>
            <a:custGeom>
              <a:rect b="b" l="l" r="r" t="t"/>
              <a:pathLst>
                <a:path extrusionOk="0" fill="none" h="1" w="20582">
                  <a:moveTo>
                    <a:pt x="0" y="1"/>
                  </a:moveTo>
                  <a:lnTo>
                    <a:pt x="20582"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8"/>
            <p:cNvSpPr/>
            <p:nvPr/>
          </p:nvSpPr>
          <p:spPr>
            <a:xfrm>
              <a:off x="7084501" y="2316472"/>
              <a:ext cx="339809" cy="17"/>
            </a:xfrm>
            <a:custGeom>
              <a:rect b="b" l="l" r="r" t="t"/>
              <a:pathLst>
                <a:path extrusionOk="0" fill="none" h="1" w="20582">
                  <a:moveTo>
                    <a:pt x="0" y="0"/>
                  </a:moveTo>
                  <a:lnTo>
                    <a:pt x="20582"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8"/>
            <p:cNvSpPr/>
            <p:nvPr/>
          </p:nvSpPr>
          <p:spPr>
            <a:xfrm>
              <a:off x="7084501" y="2352266"/>
              <a:ext cx="339809" cy="17"/>
            </a:xfrm>
            <a:custGeom>
              <a:rect b="b" l="l" r="r" t="t"/>
              <a:pathLst>
                <a:path extrusionOk="0" fill="none" h="1" w="20582">
                  <a:moveTo>
                    <a:pt x="0" y="0"/>
                  </a:moveTo>
                  <a:lnTo>
                    <a:pt x="20582"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8"/>
            <p:cNvSpPr/>
            <p:nvPr/>
          </p:nvSpPr>
          <p:spPr>
            <a:xfrm>
              <a:off x="6122381" y="2624318"/>
              <a:ext cx="259950" cy="17"/>
            </a:xfrm>
            <a:custGeom>
              <a:rect b="b" l="l" r="r" t="t"/>
              <a:pathLst>
                <a:path extrusionOk="0" fill="none" h="1" w="15745">
                  <a:moveTo>
                    <a:pt x="0" y="1"/>
                  </a:moveTo>
                  <a:lnTo>
                    <a:pt x="15745"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8"/>
            <p:cNvSpPr/>
            <p:nvPr/>
          </p:nvSpPr>
          <p:spPr>
            <a:xfrm>
              <a:off x="6122381" y="2660128"/>
              <a:ext cx="259950" cy="17"/>
            </a:xfrm>
            <a:custGeom>
              <a:rect b="b" l="l" r="r" t="t"/>
              <a:pathLst>
                <a:path extrusionOk="0" fill="none" h="1" w="15745">
                  <a:moveTo>
                    <a:pt x="0" y="0"/>
                  </a:moveTo>
                  <a:lnTo>
                    <a:pt x="15745"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8"/>
            <p:cNvSpPr/>
            <p:nvPr/>
          </p:nvSpPr>
          <p:spPr>
            <a:xfrm>
              <a:off x="6122381" y="2696467"/>
              <a:ext cx="259950" cy="17"/>
            </a:xfrm>
            <a:custGeom>
              <a:rect b="b" l="l" r="r" t="t"/>
              <a:pathLst>
                <a:path extrusionOk="0" fill="none" h="1" w="15745">
                  <a:moveTo>
                    <a:pt x="0" y="1"/>
                  </a:moveTo>
                  <a:lnTo>
                    <a:pt x="15745"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8"/>
            <p:cNvSpPr/>
            <p:nvPr/>
          </p:nvSpPr>
          <p:spPr>
            <a:xfrm>
              <a:off x="7230433" y="1772798"/>
              <a:ext cx="202148" cy="160378"/>
            </a:xfrm>
            <a:custGeom>
              <a:rect b="b" l="l" r="r" t="t"/>
              <a:pathLst>
                <a:path extrusionOk="0" h="9714" w="12244">
                  <a:moveTo>
                    <a:pt x="1892" y="1"/>
                  </a:moveTo>
                  <a:cubicBezTo>
                    <a:pt x="1852" y="1"/>
                    <a:pt x="1810" y="13"/>
                    <a:pt x="1769" y="40"/>
                  </a:cubicBezTo>
                  <a:lnTo>
                    <a:pt x="668" y="674"/>
                  </a:lnTo>
                  <a:lnTo>
                    <a:pt x="735" y="440"/>
                  </a:lnTo>
                  <a:cubicBezTo>
                    <a:pt x="762" y="304"/>
                    <a:pt x="655" y="189"/>
                    <a:pt x="524" y="189"/>
                  </a:cubicBezTo>
                  <a:cubicBezTo>
                    <a:pt x="495" y="189"/>
                    <a:pt x="465" y="195"/>
                    <a:pt x="435" y="207"/>
                  </a:cubicBezTo>
                  <a:lnTo>
                    <a:pt x="134" y="407"/>
                  </a:lnTo>
                  <a:cubicBezTo>
                    <a:pt x="34" y="440"/>
                    <a:pt x="1" y="574"/>
                    <a:pt x="68" y="674"/>
                  </a:cubicBezTo>
                  <a:cubicBezTo>
                    <a:pt x="101" y="741"/>
                    <a:pt x="168" y="774"/>
                    <a:pt x="234" y="774"/>
                  </a:cubicBezTo>
                  <a:lnTo>
                    <a:pt x="168" y="1041"/>
                  </a:lnTo>
                  <a:cubicBezTo>
                    <a:pt x="134" y="1107"/>
                    <a:pt x="168" y="1208"/>
                    <a:pt x="234" y="1241"/>
                  </a:cubicBezTo>
                  <a:cubicBezTo>
                    <a:pt x="268" y="1274"/>
                    <a:pt x="310" y="1291"/>
                    <a:pt x="351" y="1291"/>
                  </a:cubicBezTo>
                  <a:cubicBezTo>
                    <a:pt x="393" y="1291"/>
                    <a:pt x="435" y="1274"/>
                    <a:pt x="468" y="1241"/>
                  </a:cubicBezTo>
                  <a:lnTo>
                    <a:pt x="1068" y="907"/>
                  </a:lnTo>
                  <a:lnTo>
                    <a:pt x="401" y="1741"/>
                  </a:lnTo>
                  <a:cubicBezTo>
                    <a:pt x="368" y="1808"/>
                    <a:pt x="368" y="1908"/>
                    <a:pt x="401" y="2008"/>
                  </a:cubicBezTo>
                  <a:cubicBezTo>
                    <a:pt x="442" y="2049"/>
                    <a:pt x="509" y="2078"/>
                    <a:pt x="570" y="2078"/>
                  </a:cubicBezTo>
                  <a:cubicBezTo>
                    <a:pt x="607" y="2078"/>
                    <a:pt x="643" y="2067"/>
                    <a:pt x="668" y="2041"/>
                  </a:cubicBezTo>
                  <a:lnTo>
                    <a:pt x="1002" y="1841"/>
                  </a:lnTo>
                  <a:lnTo>
                    <a:pt x="1002" y="1841"/>
                  </a:lnTo>
                  <a:lnTo>
                    <a:pt x="601" y="2175"/>
                  </a:lnTo>
                  <a:cubicBezTo>
                    <a:pt x="501" y="2242"/>
                    <a:pt x="501" y="2375"/>
                    <a:pt x="535" y="2475"/>
                  </a:cubicBezTo>
                  <a:cubicBezTo>
                    <a:pt x="577" y="2539"/>
                    <a:pt x="646" y="2562"/>
                    <a:pt x="717" y="2562"/>
                  </a:cubicBezTo>
                  <a:cubicBezTo>
                    <a:pt x="757" y="2562"/>
                    <a:pt x="798" y="2554"/>
                    <a:pt x="835" y="2542"/>
                  </a:cubicBezTo>
                  <a:lnTo>
                    <a:pt x="1602" y="2075"/>
                  </a:lnTo>
                  <a:lnTo>
                    <a:pt x="735" y="2742"/>
                  </a:lnTo>
                  <a:cubicBezTo>
                    <a:pt x="668" y="2809"/>
                    <a:pt x="635" y="2909"/>
                    <a:pt x="701" y="3009"/>
                  </a:cubicBezTo>
                  <a:cubicBezTo>
                    <a:pt x="745" y="3073"/>
                    <a:pt x="802" y="3110"/>
                    <a:pt x="863" y="3110"/>
                  </a:cubicBezTo>
                  <a:cubicBezTo>
                    <a:pt x="897" y="3110"/>
                    <a:pt x="933" y="3099"/>
                    <a:pt x="968" y="3076"/>
                  </a:cubicBezTo>
                  <a:lnTo>
                    <a:pt x="1936" y="2508"/>
                  </a:lnTo>
                  <a:lnTo>
                    <a:pt x="902" y="3309"/>
                  </a:lnTo>
                  <a:cubicBezTo>
                    <a:pt x="802" y="3376"/>
                    <a:pt x="768" y="3476"/>
                    <a:pt x="835" y="3576"/>
                  </a:cubicBezTo>
                  <a:cubicBezTo>
                    <a:pt x="878" y="3641"/>
                    <a:pt x="949" y="3677"/>
                    <a:pt x="1021" y="3677"/>
                  </a:cubicBezTo>
                  <a:cubicBezTo>
                    <a:pt x="1060" y="3677"/>
                    <a:pt x="1100" y="3666"/>
                    <a:pt x="1135" y="3643"/>
                  </a:cubicBezTo>
                  <a:lnTo>
                    <a:pt x="3270" y="2408"/>
                  </a:lnTo>
                  <a:lnTo>
                    <a:pt x="3270" y="2408"/>
                  </a:lnTo>
                  <a:lnTo>
                    <a:pt x="1102" y="4076"/>
                  </a:lnTo>
                  <a:cubicBezTo>
                    <a:pt x="929" y="4220"/>
                    <a:pt x="1054" y="4463"/>
                    <a:pt x="1242" y="4463"/>
                  </a:cubicBezTo>
                  <a:cubicBezTo>
                    <a:pt x="1272" y="4463"/>
                    <a:pt x="1303" y="4457"/>
                    <a:pt x="1335" y="4443"/>
                  </a:cubicBezTo>
                  <a:lnTo>
                    <a:pt x="3737" y="3042"/>
                  </a:lnTo>
                  <a:lnTo>
                    <a:pt x="3737" y="3042"/>
                  </a:lnTo>
                  <a:lnTo>
                    <a:pt x="1302" y="4843"/>
                  </a:lnTo>
                  <a:cubicBezTo>
                    <a:pt x="1158" y="4987"/>
                    <a:pt x="1262" y="5230"/>
                    <a:pt x="1443" y="5230"/>
                  </a:cubicBezTo>
                  <a:cubicBezTo>
                    <a:pt x="1472" y="5230"/>
                    <a:pt x="1503" y="5224"/>
                    <a:pt x="1535" y="5210"/>
                  </a:cubicBezTo>
                  <a:lnTo>
                    <a:pt x="2369" y="4710"/>
                  </a:lnTo>
                  <a:lnTo>
                    <a:pt x="1469" y="5344"/>
                  </a:lnTo>
                  <a:cubicBezTo>
                    <a:pt x="1369" y="5377"/>
                    <a:pt x="1335" y="5511"/>
                    <a:pt x="1402" y="5611"/>
                  </a:cubicBezTo>
                  <a:cubicBezTo>
                    <a:pt x="1445" y="5675"/>
                    <a:pt x="1502" y="5712"/>
                    <a:pt x="1564" y="5712"/>
                  </a:cubicBezTo>
                  <a:cubicBezTo>
                    <a:pt x="1598" y="5712"/>
                    <a:pt x="1633" y="5701"/>
                    <a:pt x="1669" y="5677"/>
                  </a:cubicBezTo>
                  <a:lnTo>
                    <a:pt x="3003" y="4910"/>
                  </a:lnTo>
                  <a:lnTo>
                    <a:pt x="1602" y="5878"/>
                  </a:lnTo>
                  <a:cubicBezTo>
                    <a:pt x="1502" y="5911"/>
                    <a:pt x="1469" y="6044"/>
                    <a:pt x="1535" y="6144"/>
                  </a:cubicBezTo>
                  <a:cubicBezTo>
                    <a:pt x="1578" y="6208"/>
                    <a:pt x="1633" y="6231"/>
                    <a:pt x="1694" y="6231"/>
                  </a:cubicBezTo>
                  <a:cubicBezTo>
                    <a:pt x="1729" y="6231"/>
                    <a:pt x="1766" y="6223"/>
                    <a:pt x="1802" y="6211"/>
                  </a:cubicBezTo>
                  <a:lnTo>
                    <a:pt x="4271" y="4777"/>
                  </a:lnTo>
                  <a:lnTo>
                    <a:pt x="1769" y="6511"/>
                  </a:lnTo>
                  <a:cubicBezTo>
                    <a:pt x="1669" y="6578"/>
                    <a:pt x="1635" y="6711"/>
                    <a:pt x="1702" y="6812"/>
                  </a:cubicBezTo>
                  <a:cubicBezTo>
                    <a:pt x="1751" y="6860"/>
                    <a:pt x="1836" y="6891"/>
                    <a:pt x="1917" y="6891"/>
                  </a:cubicBezTo>
                  <a:cubicBezTo>
                    <a:pt x="1946" y="6891"/>
                    <a:pt x="1976" y="6887"/>
                    <a:pt x="2002" y="6878"/>
                  </a:cubicBezTo>
                  <a:lnTo>
                    <a:pt x="5472" y="4843"/>
                  </a:lnTo>
                  <a:lnTo>
                    <a:pt x="5472" y="4843"/>
                  </a:lnTo>
                  <a:lnTo>
                    <a:pt x="2002" y="7345"/>
                  </a:lnTo>
                  <a:cubicBezTo>
                    <a:pt x="1902" y="7412"/>
                    <a:pt x="1869" y="7545"/>
                    <a:pt x="1936" y="7645"/>
                  </a:cubicBezTo>
                  <a:cubicBezTo>
                    <a:pt x="1978" y="7709"/>
                    <a:pt x="2034" y="7732"/>
                    <a:pt x="2094" y="7732"/>
                  </a:cubicBezTo>
                  <a:cubicBezTo>
                    <a:pt x="2129" y="7732"/>
                    <a:pt x="2166" y="7724"/>
                    <a:pt x="2203" y="7712"/>
                  </a:cubicBezTo>
                  <a:lnTo>
                    <a:pt x="4471" y="6411"/>
                  </a:lnTo>
                  <a:lnTo>
                    <a:pt x="2136" y="7946"/>
                  </a:lnTo>
                  <a:cubicBezTo>
                    <a:pt x="2069" y="8012"/>
                    <a:pt x="2036" y="8146"/>
                    <a:pt x="2102" y="8246"/>
                  </a:cubicBezTo>
                  <a:cubicBezTo>
                    <a:pt x="2124" y="8311"/>
                    <a:pt x="2187" y="8347"/>
                    <a:pt x="2256" y="8347"/>
                  </a:cubicBezTo>
                  <a:cubicBezTo>
                    <a:pt x="2294" y="8347"/>
                    <a:pt x="2334" y="8336"/>
                    <a:pt x="2369" y="8313"/>
                  </a:cubicBezTo>
                  <a:lnTo>
                    <a:pt x="3770" y="7479"/>
                  </a:lnTo>
                  <a:lnTo>
                    <a:pt x="2303" y="8446"/>
                  </a:lnTo>
                  <a:cubicBezTo>
                    <a:pt x="2101" y="8590"/>
                    <a:pt x="2222" y="8833"/>
                    <a:pt x="2409" y="8833"/>
                  </a:cubicBezTo>
                  <a:cubicBezTo>
                    <a:pt x="2439" y="8833"/>
                    <a:pt x="2471" y="8827"/>
                    <a:pt x="2503" y="8813"/>
                  </a:cubicBezTo>
                  <a:lnTo>
                    <a:pt x="3237" y="8379"/>
                  </a:lnTo>
                  <a:lnTo>
                    <a:pt x="2403" y="8913"/>
                  </a:lnTo>
                  <a:cubicBezTo>
                    <a:pt x="2230" y="9057"/>
                    <a:pt x="2355" y="9300"/>
                    <a:pt x="2521" y="9300"/>
                  </a:cubicBezTo>
                  <a:cubicBezTo>
                    <a:pt x="2548" y="9300"/>
                    <a:pt x="2575" y="9294"/>
                    <a:pt x="2603" y="9280"/>
                  </a:cubicBezTo>
                  <a:lnTo>
                    <a:pt x="2670" y="9247"/>
                  </a:lnTo>
                  <a:lnTo>
                    <a:pt x="2503" y="9347"/>
                  </a:lnTo>
                  <a:cubicBezTo>
                    <a:pt x="2336" y="9447"/>
                    <a:pt x="2403" y="9714"/>
                    <a:pt x="2636" y="9714"/>
                  </a:cubicBezTo>
                  <a:cubicBezTo>
                    <a:pt x="2670" y="9714"/>
                    <a:pt x="2703" y="9714"/>
                    <a:pt x="2736" y="9680"/>
                  </a:cubicBezTo>
                  <a:lnTo>
                    <a:pt x="7039" y="7212"/>
                  </a:lnTo>
                  <a:lnTo>
                    <a:pt x="4604" y="8913"/>
                  </a:lnTo>
                  <a:cubicBezTo>
                    <a:pt x="4504" y="8946"/>
                    <a:pt x="4504" y="9080"/>
                    <a:pt x="4538" y="9180"/>
                  </a:cubicBezTo>
                  <a:cubicBezTo>
                    <a:pt x="4581" y="9245"/>
                    <a:pt x="4652" y="9281"/>
                    <a:pt x="4723" y="9281"/>
                  </a:cubicBezTo>
                  <a:cubicBezTo>
                    <a:pt x="4763" y="9281"/>
                    <a:pt x="4802" y="9270"/>
                    <a:pt x="4838" y="9247"/>
                  </a:cubicBezTo>
                  <a:lnTo>
                    <a:pt x="5972" y="8579"/>
                  </a:lnTo>
                  <a:lnTo>
                    <a:pt x="5972" y="8579"/>
                  </a:lnTo>
                  <a:lnTo>
                    <a:pt x="5939" y="8613"/>
                  </a:lnTo>
                  <a:cubicBezTo>
                    <a:pt x="5838" y="8680"/>
                    <a:pt x="5805" y="8813"/>
                    <a:pt x="5872" y="8880"/>
                  </a:cubicBezTo>
                  <a:cubicBezTo>
                    <a:pt x="5922" y="8955"/>
                    <a:pt x="5991" y="8992"/>
                    <a:pt x="6064" y="8992"/>
                  </a:cubicBezTo>
                  <a:cubicBezTo>
                    <a:pt x="6089" y="8992"/>
                    <a:pt x="6114" y="8988"/>
                    <a:pt x="6139" y="8980"/>
                  </a:cubicBezTo>
                  <a:lnTo>
                    <a:pt x="7873" y="7979"/>
                  </a:lnTo>
                  <a:lnTo>
                    <a:pt x="7406" y="8313"/>
                  </a:lnTo>
                  <a:cubicBezTo>
                    <a:pt x="7306" y="8346"/>
                    <a:pt x="7306" y="8479"/>
                    <a:pt x="7373" y="8579"/>
                  </a:cubicBezTo>
                  <a:cubicBezTo>
                    <a:pt x="7394" y="8644"/>
                    <a:pt x="7458" y="8681"/>
                    <a:pt x="7527" y="8681"/>
                  </a:cubicBezTo>
                  <a:cubicBezTo>
                    <a:pt x="7565" y="8681"/>
                    <a:pt x="7604" y="8670"/>
                    <a:pt x="7640" y="8646"/>
                  </a:cubicBezTo>
                  <a:lnTo>
                    <a:pt x="10675" y="6912"/>
                  </a:lnTo>
                  <a:lnTo>
                    <a:pt x="9875" y="7812"/>
                  </a:lnTo>
                  <a:cubicBezTo>
                    <a:pt x="9761" y="7954"/>
                    <a:pt x="9889" y="8168"/>
                    <a:pt x="10052" y="8168"/>
                  </a:cubicBezTo>
                  <a:cubicBezTo>
                    <a:pt x="10081" y="8168"/>
                    <a:pt x="10111" y="8161"/>
                    <a:pt x="10142" y="8146"/>
                  </a:cubicBezTo>
                  <a:lnTo>
                    <a:pt x="11442" y="7379"/>
                  </a:lnTo>
                  <a:lnTo>
                    <a:pt x="11376" y="7545"/>
                  </a:lnTo>
                  <a:cubicBezTo>
                    <a:pt x="11323" y="7704"/>
                    <a:pt x="11438" y="7842"/>
                    <a:pt x="11571" y="7842"/>
                  </a:cubicBezTo>
                  <a:cubicBezTo>
                    <a:pt x="11606" y="7842"/>
                    <a:pt x="11642" y="7833"/>
                    <a:pt x="11676" y="7812"/>
                  </a:cubicBezTo>
                  <a:lnTo>
                    <a:pt x="12110" y="7545"/>
                  </a:lnTo>
                  <a:cubicBezTo>
                    <a:pt x="12210" y="7512"/>
                    <a:pt x="12243" y="7379"/>
                    <a:pt x="12210" y="7279"/>
                  </a:cubicBezTo>
                  <a:cubicBezTo>
                    <a:pt x="12155" y="7224"/>
                    <a:pt x="12101" y="7170"/>
                    <a:pt x="12028" y="7170"/>
                  </a:cubicBezTo>
                  <a:cubicBezTo>
                    <a:pt x="12012" y="7170"/>
                    <a:pt x="11995" y="7172"/>
                    <a:pt x="11976" y="7178"/>
                  </a:cubicBezTo>
                  <a:lnTo>
                    <a:pt x="12076" y="6978"/>
                  </a:lnTo>
                  <a:cubicBezTo>
                    <a:pt x="12110" y="6878"/>
                    <a:pt x="12076" y="6778"/>
                    <a:pt x="12010" y="6745"/>
                  </a:cubicBezTo>
                  <a:cubicBezTo>
                    <a:pt x="11970" y="6706"/>
                    <a:pt x="11920" y="6690"/>
                    <a:pt x="11871" y="6690"/>
                  </a:cubicBezTo>
                  <a:cubicBezTo>
                    <a:pt x="11837" y="6690"/>
                    <a:pt x="11804" y="6698"/>
                    <a:pt x="11776" y="6711"/>
                  </a:cubicBezTo>
                  <a:lnTo>
                    <a:pt x="11009" y="7145"/>
                  </a:lnTo>
                  <a:lnTo>
                    <a:pt x="11809" y="6244"/>
                  </a:lnTo>
                  <a:cubicBezTo>
                    <a:pt x="11945" y="6109"/>
                    <a:pt x="11817" y="5908"/>
                    <a:pt x="11657" y="5908"/>
                  </a:cubicBezTo>
                  <a:cubicBezTo>
                    <a:pt x="11619" y="5908"/>
                    <a:pt x="11580" y="5919"/>
                    <a:pt x="11543" y="5944"/>
                  </a:cubicBezTo>
                  <a:lnTo>
                    <a:pt x="11109" y="6178"/>
                  </a:lnTo>
                  <a:lnTo>
                    <a:pt x="11576" y="5844"/>
                  </a:lnTo>
                  <a:cubicBezTo>
                    <a:pt x="11744" y="5732"/>
                    <a:pt x="11630" y="5480"/>
                    <a:pt x="11451" y="5480"/>
                  </a:cubicBezTo>
                  <a:cubicBezTo>
                    <a:pt x="11425" y="5480"/>
                    <a:pt x="11397" y="5485"/>
                    <a:pt x="11369" y="5497"/>
                  </a:cubicBezTo>
                  <a:lnTo>
                    <a:pt x="11369" y="5497"/>
                  </a:lnTo>
                  <a:lnTo>
                    <a:pt x="11409" y="5477"/>
                  </a:lnTo>
                  <a:cubicBezTo>
                    <a:pt x="11476" y="5411"/>
                    <a:pt x="11509" y="5277"/>
                    <a:pt x="11442" y="5177"/>
                  </a:cubicBezTo>
                  <a:cubicBezTo>
                    <a:pt x="11421" y="5112"/>
                    <a:pt x="11358" y="5076"/>
                    <a:pt x="11289" y="5076"/>
                  </a:cubicBezTo>
                  <a:cubicBezTo>
                    <a:pt x="11251" y="5076"/>
                    <a:pt x="11211" y="5087"/>
                    <a:pt x="11176" y="5110"/>
                  </a:cubicBezTo>
                  <a:lnTo>
                    <a:pt x="8674" y="6578"/>
                  </a:lnTo>
                  <a:lnTo>
                    <a:pt x="11076" y="4843"/>
                  </a:lnTo>
                  <a:cubicBezTo>
                    <a:pt x="11248" y="4729"/>
                    <a:pt x="11123" y="4490"/>
                    <a:pt x="10936" y="4490"/>
                  </a:cubicBezTo>
                  <a:cubicBezTo>
                    <a:pt x="10906" y="4490"/>
                    <a:pt x="10874" y="4496"/>
                    <a:pt x="10842" y="4510"/>
                  </a:cubicBezTo>
                  <a:cubicBezTo>
                    <a:pt x="10942" y="4443"/>
                    <a:pt x="10942" y="4310"/>
                    <a:pt x="10909" y="4210"/>
                  </a:cubicBezTo>
                  <a:cubicBezTo>
                    <a:pt x="10866" y="4146"/>
                    <a:pt x="10797" y="4123"/>
                    <a:pt x="10727" y="4123"/>
                  </a:cubicBezTo>
                  <a:cubicBezTo>
                    <a:pt x="10686" y="4123"/>
                    <a:pt x="10645" y="4131"/>
                    <a:pt x="10609" y="4143"/>
                  </a:cubicBezTo>
                  <a:lnTo>
                    <a:pt x="9741" y="4643"/>
                  </a:lnTo>
                  <a:lnTo>
                    <a:pt x="10575" y="4110"/>
                  </a:lnTo>
                  <a:cubicBezTo>
                    <a:pt x="10675" y="4043"/>
                    <a:pt x="10709" y="3943"/>
                    <a:pt x="10642" y="3843"/>
                  </a:cubicBezTo>
                  <a:cubicBezTo>
                    <a:pt x="10620" y="3778"/>
                    <a:pt x="10557" y="3741"/>
                    <a:pt x="10488" y="3741"/>
                  </a:cubicBezTo>
                  <a:cubicBezTo>
                    <a:pt x="10450" y="3741"/>
                    <a:pt x="10411" y="3752"/>
                    <a:pt x="10375" y="3776"/>
                  </a:cubicBezTo>
                  <a:lnTo>
                    <a:pt x="8774" y="4677"/>
                  </a:lnTo>
                  <a:lnTo>
                    <a:pt x="8774" y="4677"/>
                  </a:lnTo>
                  <a:lnTo>
                    <a:pt x="10275" y="3709"/>
                  </a:lnTo>
                  <a:cubicBezTo>
                    <a:pt x="10450" y="3593"/>
                    <a:pt x="10319" y="3324"/>
                    <a:pt x="10128" y="3324"/>
                  </a:cubicBezTo>
                  <a:cubicBezTo>
                    <a:pt x="10100" y="3324"/>
                    <a:pt x="10071" y="3330"/>
                    <a:pt x="10041" y="3342"/>
                  </a:cubicBezTo>
                  <a:lnTo>
                    <a:pt x="7506" y="4810"/>
                  </a:lnTo>
                  <a:lnTo>
                    <a:pt x="9841" y="3276"/>
                  </a:lnTo>
                  <a:cubicBezTo>
                    <a:pt x="9941" y="3209"/>
                    <a:pt x="9975" y="3076"/>
                    <a:pt x="9908" y="2975"/>
                  </a:cubicBezTo>
                  <a:cubicBezTo>
                    <a:pt x="9865" y="2911"/>
                    <a:pt x="9808" y="2874"/>
                    <a:pt x="9746" y="2874"/>
                  </a:cubicBezTo>
                  <a:cubicBezTo>
                    <a:pt x="9712" y="2874"/>
                    <a:pt x="9677" y="2885"/>
                    <a:pt x="9641" y="2909"/>
                  </a:cubicBezTo>
                  <a:lnTo>
                    <a:pt x="5738" y="5144"/>
                  </a:lnTo>
                  <a:lnTo>
                    <a:pt x="9241" y="2642"/>
                  </a:lnTo>
                  <a:cubicBezTo>
                    <a:pt x="9413" y="2527"/>
                    <a:pt x="9289" y="2288"/>
                    <a:pt x="9102" y="2288"/>
                  </a:cubicBezTo>
                  <a:cubicBezTo>
                    <a:pt x="9072" y="2288"/>
                    <a:pt x="9040" y="2294"/>
                    <a:pt x="9007" y="2308"/>
                  </a:cubicBezTo>
                  <a:lnTo>
                    <a:pt x="6172" y="3943"/>
                  </a:lnTo>
                  <a:lnTo>
                    <a:pt x="8674" y="2208"/>
                  </a:lnTo>
                  <a:cubicBezTo>
                    <a:pt x="8839" y="2070"/>
                    <a:pt x="8731" y="1841"/>
                    <a:pt x="8557" y="1841"/>
                  </a:cubicBezTo>
                  <a:cubicBezTo>
                    <a:pt x="8520" y="1841"/>
                    <a:pt x="8481" y="1852"/>
                    <a:pt x="8440" y="1875"/>
                  </a:cubicBezTo>
                  <a:lnTo>
                    <a:pt x="6772" y="2842"/>
                  </a:lnTo>
                  <a:lnTo>
                    <a:pt x="8207" y="1875"/>
                  </a:lnTo>
                  <a:cubicBezTo>
                    <a:pt x="8351" y="1731"/>
                    <a:pt x="8246" y="1488"/>
                    <a:pt x="8065" y="1488"/>
                  </a:cubicBezTo>
                  <a:cubicBezTo>
                    <a:pt x="8036" y="1488"/>
                    <a:pt x="8005" y="1494"/>
                    <a:pt x="7973" y="1508"/>
                  </a:cubicBezTo>
                  <a:lnTo>
                    <a:pt x="6806" y="2208"/>
                  </a:lnTo>
                  <a:lnTo>
                    <a:pt x="7706" y="1608"/>
                  </a:lnTo>
                  <a:cubicBezTo>
                    <a:pt x="7807" y="1541"/>
                    <a:pt x="7840" y="1408"/>
                    <a:pt x="7773" y="1308"/>
                  </a:cubicBezTo>
                  <a:cubicBezTo>
                    <a:pt x="7730" y="1243"/>
                    <a:pt x="7659" y="1206"/>
                    <a:pt x="7587" y="1206"/>
                  </a:cubicBezTo>
                  <a:cubicBezTo>
                    <a:pt x="7548" y="1206"/>
                    <a:pt x="7508" y="1217"/>
                    <a:pt x="7473" y="1241"/>
                  </a:cubicBezTo>
                  <a:lnTo>
                    <a:pt x="4471" y="2975"/>
                  </a:lnTo>
                  <a:lnTo>
                    <a:pt x="6906" y="1174"/>
                  </a:lnTo>
                  <a:cubicBezTo>
                    <a:pt x="7006" y="1107"/>
                    <a:pt x="7039" y="974"/>
                    <a:pt x="6973" y="907"/>
                  </a:cubicBezTo>
                  <a:cubicBezTo>
                    <a:pt x="6930" y="843"/>
                    <a:pt x="6859" y="806"/>
                    <a:pt x="6787" y="806"/>
                  </a:cubicBezTo>
                  <a:cubicBezTo>
                    <a:pt x="6747" y="806"/>
                    <a:pt x="6708" y="817"/>
                    <a:pt x="6672" y="841"/>
                  </a:cubicBezTo>
                  <a:lnTo>
                    <a:pt x="3837" y="2508"/>
                  </a:lnTo>
                  <a:lnTo>
                    <a:pt x="6005" y="841"/>
                  </a:lnTo>
                  <a:cubicBezTo>
                    <a:pt x="6201" y="701"/>
                    <a:pt x="6068" y="443"/>
                    <a:pt x="5882" y="443"/>
                  </a:cubicBezTo>
                  <a:cubicBezTo>
                    <a:pt x="5847" y="443"/>
                    <a:pt x="5809" y="452"/>
                    <a:pt x="5772" y="474"/>
                  </a:cubicBezTo>
                  <a:lnTo>
                    <a:pt x="4171" y="1408"/>
                  </a:lnTo>
                  <a:lnTo>
                    <a:pt x="5238" y="607"/>
                  </a:lnTo>
                  <a:cubicBezTo>
                    <a:pt x="5338" y="574"/>
                    <a:pt x="5338" y="440"/>
                    <a:pt x="5305" y="340"/>
                  </a:cubicBezTo>
                  <a:cubicBezTo>
                    <a:pt x="5262" y="277"/>
                    <a:pt x="5193" y="254"/>
                    <a:pt x="5123" y="254"/>
                  </a:cubicBezTo>
                  <a:cubicBezTo>
                    <a:pt x="5082" y="254"/>
                    <a:pt x="5041" y="261"/>
                    <a:pt x="5005" y="274"/>
                  </a:cubicBezTo>
                  <a:lnTo>
                    <a:pt x="3604" y="1107"/>
                  </a:lnTo>
                  <a:lnTo>
                    <a:pt x="4437" y="440"/>
                  </a:lnTo>
                  <a:cubicBezTo>
                    <a:pt x="4610" y="325"/>
                    <a:pt x="4485" y="87"/>
                    <a:pt x="4319" y="87"/>
                  </a:cubicBezTo>
                  <a:cubicBezTo>
                    <a:pt x="4293" y="87"/>
                    <a:pt x="4265" y="93"/>
                    <a:pt x="4237" y="107"/>
                  </a:cubicBezTo>
                  <a:lnTo>
                    <a:pt x="3170" y="707"/>
                  </a:lnTo>
                  <a:lnTo>
                    <a:pt x="3604" y="374"/>
                  </a:lnTo>
                  <a:cubicBezTo>
                    <a:pt x="3670" y="307"/>
                    <a:pt x="3704" y="173"/>
                    <a:pt x="3637" y="107"/>
                  </a:cubicBezTo>
                  <a:cubicBezTo>
                    <a:pt x="3594" y="42"/>
                    <a:pt x="3537" y="5"/>
                    <a:pt x="3475" y="5"/>
                  </a:cubicBezTo>
                  <a:cubicBezTo>
                    <a:pt x="3441" y="5"/>
                    <a:pt x="3406" y="16"/>
                    <a:pt x="3370" y="40"/>
                  </a:cubicBezTo>
                  <a:lnTo>
                    <a:pt x="1402" y="1174"/>
                  </a:lnTo>
                  <a:lnTo>
                    <a:pt x="2036" y="340"/>
                  </a:lnTo>
                  <a:cubicBezTo>
                    <a:pt x="2168" y="181"/>
                    <a:pt x="2048" y="1"/>
                    <a:pt x="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8"/>
            <p:cNvSpPr/>
            <p:nvPr/>
          </p:nvSpPr>
          <p:spPr>
            <a:xfrm>
              <a:off x="7117538" y="1775654"/>
              <a:ext cx="314482" cy="294109"/>
            </a:xfrm>
            <a:custGeom>
              <a:rect b="b" l="l" r="r" t="t"/>
              <a:pathLst>
                <a:path extrusionOk="0" fill="none" h="17814" w="19048">
                  <a:moveTo>
                    <a:pt x="3036" y="15378"/>
                  </a:moveTo>
                  <a:cubicBezTo>
                    <a:pt x="1135" y="13777"/>
                    <a:pt x="1" y="11409"/>
                    <a:pt x="1" y="8907"/>
                  </a:cubicBezTo>
                  <a:cubicBezTo>
                    <a:pt x="1" y="3970"/>
                    <a:pt x="4270" y="0"/>
                    <a:pt x="9541" y="0"/>
                  </a:cubicBezTo>
                  <a:cubicBezTo>
                    <a:pt x="14778" y="0"/>
                    <a:pt x="19048" y="3970"/>
                    <a:pt x="19048" y="8907"/>
                  </a:cubicBezTo>
                  <a:cubicBezTo>
                    <a:pt x="19048" y="13810"/>
                    <a:pt x="14778" y="17813"/>
                    <a:pt x="9541" y="17813"/>
                  </a:cubicBezTo>
                  <a:cubicBezTo>
                    <a:pt x="8140" y="17813"/>
                    <a:pt x="6772" y="17513"/>
                    <a:pt x="5505" y="16979"/>
                  </a:cubicBez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8"/>
            <p:cNvSpPr/>
            <p:nvPr/>
          </p:nvSpPr>
          <p:spPr>
            <a:xfrm>
              <a:off x="6978755" y="1890762"/>
              <a:ext cx="99704" cy="17"/>
            </a:xfrm>
            <a:custGeom>
              <a:rect b="b" l="l" r="r" t="t"/>
              <a:pathLst>
                <a:path extrusionOk="0" fill="none" h="1" w="6039">
                  <a:moveTo>
                    <a:pt x="1" y="0"/>
                  </a:moveTo>
                  <a:lnTo>
                    <a:pt x="6038"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8"/>
            <p:cNvSpPr/>
            <p:nvPr/>
          </p:nvSpPr>
          <p:spPr>
            <a:xfrm>
              <a:off x="6978755" y="1924905"/>
              <a:ext cx="99704" cy="17"/>
            </a:xfrm>
            <a:custGeom>
              <a:rect b="b" l="l" r="r" t="t"/>
              <a:pathLst>
                <a:path extrusionOk="0" fill="none" h="1" w="6039">
                  <a:moveTo>
                    <a:pt x="1" y="0"/>
                  </a:moveTo>
                  <a:lnTo>
                    <a:pt x="6038"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8"/>
            <p:cNvSpPr/>
            <p:nvPr/>
          </p:nvSpPr>
          <p:spPr>
            <a:xfrm>
              <a:off x="6978755" y="1959047"/>
              <a:ext cx="99704" cy="17"/>
            </a:xfrm>
            <a:custGeom>
              <a:rect b="b" l="l" r="r" t="t"/>
              <a:pathLst>
                <a:path extrusionOk="0" fill="none" h="1" w="6039">
                  <a:moveTo>
                    <a:pt x="1" y="0"/>
                  </a:moveTo>
                  <a:lnTo>
                    <a:pt x="6038"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8"/>
            <p:cNvSpPr/>
            <p:nvPr/>
          </p:nvSpPr>
          <p:spPr>
            <a:xfrm>
              <a:off x="5778181" y="2475084"/>
              <a:ext cx="174593" cy="17"/>
            </a:xfrm>
            <a:custGeom>
              <a:rect b="b" l="l" r="r" t="t"/>
              <a:pathLst>
                <a:path extrusionOk="0" fill="none" h="1" w="10575">
                  <a:moveTo>
                    <a:pt x="0" y="0"/>
                  </a:moveTo>
                  <a:lnTo>
                    <a:pt x="10574"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8"/>
            <p:cNvSpPr/>
            <p:nvPr/>
          </p:nvSpPr>
          <p:spPr>
            <a:xfrm>
              <a:off x="5778181" y="2509227"/>
              <a:ext cx="174593" cy="17"/>
            </a:xfrm>
            <a:custGeom>
              <a:rect b="b" l="l" r="r" t="t"/>
              <a:pathLst>
                <a:path extrusionOk="0" fill="none" h="1" w="10575">
                  <a:moveTo>
                    <a:pt x="0" y="0"/>
                  </a:moveTo>
                  <a:lnTo>
                    <a:pt x="10574"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8"/>
            <p:cNvSpPr/>
            <p:nvPr/>
          </p:nvSpPr>
          <p:spPr>
            <a:xfrm>
              <a:off x="5741826" y="2029545"/>
              <a:ext cx="174593" cy="17"/>
            </a:xfrm>
            <a:custGeom>
              <a:rect b="b" l="l" r="r" t="t"/>
              <a:pathLst>
                <a:path extrusionOk="0" fill="none" h="1" w="10575">
                  <a:moveTo>
                    <a:pt x="1" y="0"/>
                  </a:moveTo>
                  <a:lnTo>
                    <a:pt x="10575" y="0"/>
                  </a:lnTo>
                </a:path>
              </a:pathLst>
            </a:custGeom>
            <a:noFill/>
            <a:ln cap="flat" cmpd="sng" w="10850">
              <a:solidFill>
                <a:srgbClr val="263238"/>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8"/>
            <p:cNvSpPr/>
            <p:nvPr/>
          </p:nvSpPr>
          <p:spPr>
            <a:xfrm>
              <a:off x="5778181" y="2543369"/>
              <a:ext cx="174593" cy="17"/>
            </a:xfrm>
            <a:custGeom>
              <a:rect b="b" l="l" r="r" t="t"/>
              <a:pathLst>
                <a:path extrusionOk="0" fill="none" h="1" w="10575">
                  <a:moveTo>
                    <a:pt x="0" y="0"/>
                  </a:moveTo>
                  <a:lnTo>
                    <a:pt x="10574"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8"/>
            <p:cNvSpPr/>
            <p:nvPr/>
          </p:nvSpPr>
          <p:spPr>
            <a:xfrm>
              <a:off x="5778181" y="2614957"/>
              <a:ext cx="174593" cy="17"/>
            </a:xfrm>
            <a:custGeom>
              <a:rect b="b" l="l" r="r" t="t"/>
              <a:pathLst>
                <a:path extrusionOk="0" fill="none" h="1" w="10575">
                  <a:moveTo>
                    <a:pt x="0" y="1"/>
                  </a:moveTo>
                  <a:lnTo>
                    <a:pt x="10574"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8"/>
            <p:cNvSpPr/>
            <p:nvPr/>
          </p:nvSpPr>
          <p:spPr>
            <a:xfrm>
              <a:off x="5778181" y="2649661"/>
              <a:ext cx="174593" cy="17"/>
            </a:xfrm>
            <a:custGeom>
              <a:rect b="b" l="l" r="r" t="t"/>
              <a:pathLst>
                <a:path extrusionOk="0" fill="none" h="1" w="10575">
                  <a:moveTo>
                    <a:pt x="0" y="0"/>
                  </a:moveTo>
                  <a:lnTo>
                    <a:pt x="10574" y="0"/>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8"/>
            <p:cNvSpPr/>
            <p:nvPr/>
          </p:nvSpPr>
          <p:spPr>
            <a:xfrm>
              <a:off x="5778181" y="2683803"/>
              <a:ext cx="174593" cy="17"/>
            </a:xfrm>
            <a:custGeom>
              <a:rect b="b" l="l" r="r" t="t"/>
              <a:pathLst>
                <a:path extrusionOk="0" fill="none" h="1" w="10575">
                  <a:moveTo>
                    <a:pt x="0" y="1"/>
                  </a:moveTo>
                  <a:lnTo>
                    <a:pt x="10574" y="1"/>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8"/>
            <p:cNvSpPr/>
            <p:nvPr/>
          </p:nvSpPr>
          <p:spPr>
            <a:xfrm>
              <a:off x="7233190" y="1778956"/>
              <a:ext cx="197724" cy="153675"/>
            </a:xfrm>
            <a:custGeom>
              <a:rect b="b" l="l" r="r" t="t"/>
              <a:pathLst>
                <a:path extrusionOk="0" fill="none" h="9308" w="11976">
                  <a:moveTo>
                    <a:pt x="1" y="1"/>
                  </a:moveTo>
                  <a:lnTo>
                    <a:pt x="2569" y="9307"/>
                  </a:lnTo>
                  <a:lnTo>
                    <a:pt x="11976" y="7172"/>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8"/>
            <p:cNvSpPr/>
            <p:nvPr/>
          </p:nvSpPr>
          <p:spPr>
            <a:xfrm>
              <a:off x="5743477" y="1818613"/>
              <a:ext cx="274825" cy="171291"/>
            </a:xfrm>
            <a:custGeom>
              <a:rect b="b" l="l" r="r" t="t"/>
              <a:pathLst>
                <a:path extrusionOk="0" fill="none" h="10375" w="16646">
                  <a:moveTo>
                    <a:pt x="1" y="0"/>
                  </a:moveTo>
                  <a:lnTo>
                    <a:pt x="1" y="10374"/>
                  </a:lnTo>
                  <a:lnTo>
                    <a:pt x="16646" y="10374"/>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8"/>
            <p:cNvSpPr/>
            <p:nvPr/>
          </p:nvSpPr>
          <p:spPr>
            <a:xfrm>
              <a:off x="5772121" y="1841744"/>
              <a:ext cx="57290" cy="148161"/>
            </a:xfrm>
            <a:custGeom>
              <a:rect b="b" l="l" r="r" t="t"/>
              <a:pathLst>
                <a:path extrusionOk="0" h="8974" w="3470">
                  <a:moveTo>
                    <a:pt x="0" y="0"/>
                  </a:moveTo>
                  <a:lnTo>
                    <a:pt x="0" y="8973"/>
                  </a:lnTo>
                  <a:lnTo>
                    <a:pt x="3469" y="8973"/>
                  </a:lnTo>
                  <a:lnTo>
                    <a:pt x="3469" y="0"/>
                  </a:lnTo>
                  <a:close/>
                </a:path>
              </a:pathLst>
            </a:custGeom>
            <a:solidFill>
              <a:schemeClr val="dk2"/>
            </a:solid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8"/>
            <p:cNvSpPr/>
            <p:nvPr/>
          </p:nvSpPr>
          <p:spPr>
            <a:xfrm>
              <a:off x="5917508" y="1875342"/>
              <a:ext cx="56745" cy="114018"/>
            </a:xfrm>
            <a:custGeom>
              <a:rect b="b" l="l" r="r" t="t"/>
              <a:pathLst>
                <a:path extrusionOk="0" h="6906" w="3437">
                  <a:moveTo>
                    <a:pt x="1" y="0"/>
                  </a:moveTo>
                  <a:lnTo>
                    <a:pt x="1" y="6905"/>
                  </a:lnTo>
                  <a:lnTo>
                    <a:pt x="3436" y="6905"/>
                  </a:lnTo>
                  <a:lnTo>
                    <a:pt x="3436" y="0"/>
                  </a:lnTo>
                  <a:close/>
                </a:path>
              </a:pathLst>
            </a:custGeom>
            <a:solidFill>
              <a:schemeClr val="dk2"/>
            </a:solid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8"/>
            <p:cNvSpPr/>
            <p:nvPr/>
          </p:nvSpPr>
          <p:spPr>
            <a:xfrm>
              <a:off x="5844815" y="1794921"/>
              <a:ext cx="57290" cy="194983"/>
            </a:xfrm>
            <a:custGeom>
              <a:rect b="b" l="l" r="r" t="t"/>
              <a:pathLst>
                <a:path extrusionOk="0" h="11810" w="3470">
                  <a:moveTo>
                    <a:pt x="0" y="1"/>
                  </a:moveTo>
                  <a:lnTo>
                    <a:pt x="0" y="11809"/>
                  </a:lnTo>
                  <a:lnTo>
                    <a:pt x="3470" y="11809"/>
                  </a:lnTo>
                  <a:lnTo>
                    <a:pt x="3470" y="1"/>
                  </a:lnTo>
                  <a:close/>
                </a:path>
              </a:pathLst>
            </a:custGeom>
            <a:solidFill>
              <a:schemeClr val="dk2"/>
            </a:solid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8"/>
            <p:cNvSpPr/>
            <p:nvPr/>
          </p:nvSpPr>
          <p:spPr>
            <a:xfrm>
              <a:off x="5286381" y="2789550"/>
              <a:ext cx="126681" cy="183954"/>
            </a:xfrm>
            <a:custGeom>
              <a:rect b="b" l="l" r="r" t="t"/>
              <a:pathLst>
                <a:path extrusionOk="0" h="11142" w="7673">
                  <a:moveTo>
                    <a:pt x="1201" y="0"/>
                  </a:moveTo>
                  <a:cubicBezTo>
                    <a:pt x="1201" y="0"/>
                    <a:pt x="0" y="4003"/>
                    <a:pt x="2269" y="6438"/>
                  </a:cubicBezTo>
                  <a:cubicBezTo>
                    <a:pt x="3936" y="8139"/>
                    <a:pt x="5738" y="9707"/>
                    <a:pt x="7672" y="11141"/>
                  </a:cubicBezTo>
                  <a:lnTo>
                    <a:pt x="7672" y="7972"/>
                  </a:lnTo>
                  <a:cubicBezTo>
                    <a:pt x="7672" y="7972"/>
                    <a:pt x="7672" y="6238"/>
                    <a:pt x="5237" y="3803"/>
                  </a:cubicBezTo>
                  <a:cubicBezTo>
                    <a:pt x="2769" y="1401"/>
                    <a:pt x="1201" y="0"/>
                    <a:pt x="12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8"/>
            <p:cNvSpPr/>
            <p:nvPr/>
          </p:nvSpPr>
          <p:spPr>
            <a:xfrm>
              <a:off x="5228001" y="2969080"/>
              <a:ext cx="126681" cy="183954"/>
            </a:xfrm>
            <a:custGeom>
              <a:rect b="b" l="l" r="r" t="t"/>
              <a:pathLst>
                <a:path extrusionOk="0" h="11142" w="7673">
                  <a:moveTo>
                    <a:pt x="1201" y="1"/>
                  </a:moveTo>
                  <a:cubicBezTo>
                    <a:pt x="1201" y="1"/>
                    <a:pt x="0" y="4003"/>
                    <a:pt x="2269" y="6438"/>
                  </a:cubicBezTo>
                  <a:cubicBezTo>
                    <a:pt x="3937" y="8140"/>
                    <a:pt x="5738" y="9707"/>
                    <a:pt x="7673" y="11142"/>
                  </a:cubicBezTo>
                  <a:lnTo>
                    <a:pt x="7673" y="8006"/>
                  </a:lnTo>
                  <a:cubicBezTo>
                    <a:pt x="7673" y="8006"/>
                    <a:pt x="7673" y="6238"/>
                    <a:pt x="5204" y="3837"/>
                  </a:cubicBezTo>
                  <a:cubicBezTo>
                    <a:pt x="2769" y="1402"/>
                    <a:pt x="1201" y="1"/>
                    <a:pt x="1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8"/>
            <p:cNvSpPr/>
            <p:nvPr/>
          </p:nvSpPr>
          <p:spPr>
            <a:xfrm>
              <a:off x="5404790" y="2850125"/>
              <a:ext cx="138238" cy="171836"/>
            </a:xfrm>
            <a:custGeom>
              <a:rect b="b" l="l" r="r" t="t"/>
              <a:pathLst>
                <a:path extrusionOk="0" h="10408" w="8373">
                  <a:moveTo>
                    <a:pt x="7605" y="0"/>
                  </a:moveTo>
                  <a:cubicBezTo>
                    <a:pt x="7605" y="0"/>
                    <a:pt x="5871" y="1201"/>
                    <a:pt x="3202" y="3369"/>
                  </a:cubicBezTo>
                  <a:cubicBezTo>
                    <a:pt x="534" y="5538"/>
                    <a:pt x="334" y="7272"/>
                    <a:pt x="334" y="7272"/>
                  </a:cubicBezTo>
                  <a:lnTo>
                    <a:pt x="0" y="10408"/>
                  </a:lnTo>
                  <a:cubicBezTo>
                    <a:pt x="2068" y="9207"/>
                    <a:pt x="4036" y="7839"/>
                    <a:pt x="5871" y="6305"/>
                  </a:cubicBezTo>
                  <a:cubicBezTo>
                    <a:pt x="8373" y="4103"/>
                    <a:pt x="7605" y="1"/>
                    <a:pt x="76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8"/>
            <p:cNvSpPr/>
            <p:nvPr/>
          </p:nvSpPr>
          <p:spPr>
            <a:xfrm>
              <a:off x="5329340" y="3075371"/>
              <a:ext cx="148161" cy="157522"/>
            </a:xfrm>
            <a:custGeom>
              <a:rect b="b" l="l" r="r" t="t"/>
              <a:pathLst>
                <a:path extrusionOk="0" h="9541" w="8974">
                  <a:moveTo>
                    <a:pt x="8606" y="0"/>
                  </a:moveTo>
                  <a:lnTo>
                    <a:pt x="8606" y="0"/>
                  </a:lnTo>
                  <a:cubicBezTo>
                    <a:pt x="8606" y="1"/>
                    <a:pt x="6805" y="1035"/>
                    <a:pt x="3903" y="2903"/>
                  </a:cubicBezTo>
                  <a:cubicBezTo>
                    <a:pt x="1001" y="4804"/>
                    <a:pt x="634" y="6505"/>
                    <a:pt x="634" y="6505"/>
                  </a:cubicBezTo>
                  <a:lnTo>
                    <a:pt x="0" y="9541"/>
                  </a:lnTo>
                  <a:cubicBezTo>
                    <a:pt x="2168" y="8573"/>
                    <a:pt x="4236" y="7406"/>
                    <a:pt x="6238" y="6071"/>
                  </a:cubicBezTo>
                  <a:cubicBezTo>
                    <a:pt x="8973" y="4170"/>
                    <a:pt x="8606" y="1"/>
                    <a:pt x="86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8"/>
            <p:cNvSpPr/>
            <p:nvPr/>
          </p:nvSpPr>
          <p:spPr>
            <a:xfrm>
              <a:off x="5352470" y="3281895"/>
              <a:ext cx="127226" cy="183954"/>
            </a:xfrm>
            <a:custGeom>
              <a:rect b="b" l="l" r="r" t="t"/>
              <a:pathLst>
                <a:path extrusionOk="0" h="11142" w="7706">
                  <a:moveTo>
                    <a:pt x="6471" y="0"/>
                  </a:moveTo>
                  <a:lnTo>
                    <a:pt x="6471" y="0"/>
                  </a:lnTo>
                  <a:cubicBezTo>
                    <a:pt x="6471" y="1"/>
                    <a:pt x="4903" y="1402"/>
                    <a:pt x="2469" y="3837"/>
                  </a:cubicBezTo>
                  <a:cubicBezTo>
                    <a:pt x="33" y="6272"/>
                    <a:pt x="33" y="8006"/>
                    <a:pt x="33" y="8006"/>
                  </a:cubicBezTo>
                  <a:lnTo>
                    <a:pt x="0" y="11142"/>
                  </a:lnTo>
                  <a:cubicBezTo>
                    <a:pt x="1935" y="9741"/>
                    <a:pt x="3769" y="8173"/>
                    <a:pt x="5437" y="6438"/>
                  </a:cubicBezTo>
                  <a:cubicBezTo>
                    <a:pt x="7706" y="4003"/>
                    <a:pt x="6471" y="1"/>
                    <a:pt x="64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8"/>
            <p:cNvSpPr/>
            <p:nvPr/>
          </p:nvSpPr>
          <p:spPr>
            <a:xfrm>
              <a:off x="5236256" y="3324292"/>
              <a:ext cx="120077" cy="197179"/>
            </a:xfrm>
            <a:custGeom>
              <a:rect b="b" l="l" r="r" t="t"/>
              <a:pathLst>
                <a:path extrusionOk="0" h="11943" w="7273">
                  <a:moveTo>
                    <a:pt x="1802" y="1"/>
                  </a:moveTo>
                  <a:cubicBezTo>
                    <a:pt x="1802" y="1"/>
                    <a:pt x="1" y="3804"/>
                    <a:pt x="1902" y="6539"/>
                  </a:cubicBezTo>
                  <a:cubicBezTo>
                    <a:pt x="3303" y="8474"/>
                    <a:pt x="4871" y="10275"/>
                    <a:pt x="6572" y="11943"/>
                  </a:cubicBezTo>
                  <a:lnTo>
                    <a:pt x="7039" y="8841"/>
                  </a:lnTo>
                  <a:cubicBezTo>
                    <a:pt x="7039" y="8841"/>
                    <a:pt x="7273" y="7139"/>
                    <a:pt x="5204" y="4371"/>
                  </a:cubicBezTo>
                  <a:cubicBezTo>
                    <a:pt x="3136" y="1602"/>
                    <a:pt x="1802" y="1"/>
                    <a:pt x="18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8"/>
            <p:cNvSpPr/>
            <p:nvPr/>
          </p:nvSpPr>
          <p:spPr>
            <a:xfrm>
              <a:off x="5312268" y="3505490"/>
              <a:ext cx="127226" cy="184516"/>
            </a:xfrm>
            <a:custGeom>
              <a:rect b="b" l="l" r="r" t="t"/>
              <a:pathLst>
                <a:path extrusionOk="0" h="11176" w="7706">
                  <a:moveTo>
                    <a:pt x="6471" y="0"/>
                  </a:moveTo>
                  <a:cubicBezTo>
                    <a:pt x="6471" y="1"/>
                    <a:pt x="4903" y="1435"/>
                    <a:pt x="2468" y="3837"/>
                  </a:cubicBezTo>
                  <a:cubicBezTo>
                    <a:pt x="33" y="6272"/>
                    <a:pt x="33" y="8006"/>
                    <a:pt x="33" y="8006"/>
                  </a:cubicBezTo>
                  <a:lnTo>
                    <a:pt x="0" y="11175"/>
                  </a:lnTo>
                  <a:cubicBezTo>
                    <a:pt x="1935" y="9741"/>
                    <a:pt x="3736" y="8173"/>
                    <a:pt x="5437" y="6472"/>
                  </a:cubicBezTo>
                  <a:cubicBezTo>
                    <a:pt x="7705" y="4003"/>
                    <a:pt x="6471" y="1"/>
                    <a:pt x="64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8"/>
            <p:cNvSpPr/>
            <p:nvPr/>
          </p:nvSpPr>
          <p:spPr>
            <a:xfrm>
              <a:off x="5332080" y="3634367"/>
              <a:ext cx="113473" cy="205434"/>
            </a:xfrm>
            <a:custGeom>
              <a:rect b="b" l="l" r="r" t="t"/>
              <a:pathLst>
                <a:path extrusionOk="0" h="12443" w="6873">
                  <a:moveTo>
                    <a:pt x="4671" y="0"/>
                  </a:moveTo>
                  <a:cubicBezTo>
                    <a:pt x="4671" y="0"/>
                    <a:pt x="3470" y="1768"/>
                    <a:pt x="1735" y="4737"/>
                  </a:cubicBezTo>
                  <a:cubicBezTo>
                    <a:pt x="1" y="7706"/>
                    <a:pt x="435" y="9407"/>
                    <a:pt x="435" y="9407"/>
                  </a:cubicBezTo>
                  <a:lnTo>
                    <a:pt x="1268" y="12442"/>
                  </a:lnTo>
                  <a:cubicBezTo>
                    <a:pt x="2770" y="10574"/>
                    <a:pt x="4104" y="8606"/>
                    <a:pt x="5305" y="6505"/>
                  </a:cubicBezTo>
                  <a:cubicBezTo>
                    <a:pt x="6872" y="3569"/>
                    <a:pt x="4671" y="0"/>
                    <a:pt x="4671"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8"/>
            <p:cNvSpPr/>
            <p:nvPr/>
          </p:nvSpPr>
          <p:spPr>
            <a:xfrm>
              <a:off x="5301801" y="2914002"/>
              <a:ext cx="114563" cy="1012806"/>
            </a:xfrm>
            <a:custGeom>
              <a:rect b="b" l="l" r="r" t="t"/>
              <a:pathLst>
                <a:path extrusionOk="0" fill="none" h="61345" w="6939">
                  <a:moveTo>
                    <a:pt x="6939" y="1"/>
                  </a:moveTo>
                  <a:cubicBezTo>
                    <a:pt x="6838" y="1802"/>
                    <a:pt x="6605" y="3603"/>
                    <a:pt x="6271" y="5405"/>
                  </a:cubicBezTo>
                  <a:cubicBezTo>
                    <a:pt x="5304" y="10408"/>
                    <a:pt x="2902" y="13611"/>
                    <a:pt x="1935" y="18114"/>
                  </a:cubicBezTo>
                  <a:cubicBezTo>
                    <a:pt x="968" y="22584"/>
                    <a:pt x="3736" y="28388"/>
                    <a:pt x="3002" y="34192"/>
                  </a:cubicBezTo>
                  <a:cubicBezTo>
                    <a:pt x="2269" y="39963"/>
                    <a:pt x="0" y="43165"/>
                    <a:pt x="667" y="47034"/>
                  </a:cubicBezTo>
                  <a:cubicBezTo>
                    <a:pt x="1301" y="50904"/>
                    <a:pt x="4670" y="61345"/>
                    <a:pt x="4670" y="61345"/>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8"/>
            <p:cNvSpPr/>
            <p:nvPr/>
          </p:nvSpPr>
          <p:spPr>
            <a:xfrm>
              <a:off x="5409743" y="2956416"/>
              <a:ext cx="43520" cy="33053"/>
            </a:xfrm>
            <a:custGeom>
              <a:rect b="b" l="l" r="r" t="t"/>
              <a:pathLst>
                <a:path extrusionOk="0" fill="none" h="2002" w="2636">
                  <a:moveTo>
                    <a:pt x="0" y="2002"/>
                  </a:moveTo>
                  <a:lnTo>
                    <a:pt x="2635" y="0"/>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8"/>
            <p:cNvSpPr/>
            <p:nvPr/>
          </p:nvSpPr>
          <p:spPr>
            <a:xfrm>
              <a:off x="5393762" y="2918972"/>
              <a:ext cx="18194" cy="31947"/>
            </a:xfrm>
            <a:custGeom>
              <a:rect b="b" l="l" r="r" t="t"/>
              <a:pathLst>
                <a:path extrusionOk="0" fill="none" h="1935" w="1102">
                  <a:moveTo>
                    <a:pt x="1102" y="1935"/>
                  </a:moveTo>
                  <a:lnTo>
                    <a:pt x="1" y="0"/>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8"/>
            <p:cNvSpPr/>
            <p:nvPr/>
          </p:nvSpPr>
          <p:spPr>
            <a:xfrm>
              <a:off x="5336489" y="3155230"/>
              <a:ext cx="73271" cy="54533"/>
            </a:xfrm>
            <a:custGeom>
              <a:rect b="b" l="l" r="r" t="t"/>
              <a:pathLst>
                <a:path extrusionOk="0" fill="none" h="3303" w="4438">
                  <a:moveTo>
                    <a:pt x="1" y="3303"/>
                  </a:moveTo>
                  <a:cubicBezTo>
                    <a:pt x="1" y="3303"/>
                    <a:pt x="2202" y="1635"/>
                    <a:pt x="4437"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8"/>
            <p:cNvSpPr/>
            <p:nvPr/>
          </p:nvSpPr>
          <p:spPr>
            <a:xfrm>
              <a:off x="5289683" y="3053892"/>
              <a:ext cx="65000" cy="99143"/>
            </a:xfrm>
            <a:custGeom>
              <a:rect b="b" l="l" r="r" t="t"/>
              <a:pathLst>
                <a:path extrusionOk="0" fill="none" h="6005" w="3937">
                  <a:moveTo>
                    <a:pt x="3937" y="6005"/>
                  </a:moveTo>
                  <a:cubicBezTo>
                    <a:pt x="3937" y="6005"/>
                    <a:pt x="2102" y="2402"/>
                    <a:pt x="0"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8"/>
            <p:cNvSpPr/>
            <p:nvPr/>
          </p:nvSpPr>
          <p:spPr>
            <a:xfrm>
              <a:off x="5354666" y="3350741"/>
              <a:ext cx="77663" cy="104096"/>
            </a:xfrm>
            <a:custGeom>
              <a:rect b="b" l="l" r="r" t="t"/>
              <a:pathLst>
                <a:path extrusionOk="0" fill="none" h="6305" w="4704">
                  <a:moveTo>
                    <a:pt x="1" y="6305"/>
                  </a:moveTo>
                  <a:cubicBezTo>
                    <a:pt x="1235" y="4003"/>
                    <a:pt x="2836" y="1868"/>
                    <a:pt x="4704"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8"/>
            <p:cNvSpPr/>
            <p:nvPr/>
          </p:nvSpPr>
          <p:spPr>
            <a:xfrm>
              <a:off x="5283624" y="3385429"/>
              <a:ext cx="63894" cy="109610"/>
            </a:xfrm>
            <a:custGeom>
              <a:rect b="b" l="l" r="r" t="t"/>
              <a:pathLst>
                <a:path extrusionOk="0" fill="none" h="6639" w="3870">
                  <a:moveTo>
                    <a:pt x="3870" y="6639"/>
                  </a:moveTo>
                  <a:cubicBezTo>
                    <a:pt x="3203" y="5071"/>
                    <a:pt x="2402" y="3570"/>
                    <a:pt x="1468" y="2135"/>
                  </a:cubicBezTo>
                  <a:cubicBezTo>
                    <a:pt x="201" y="234"/>
                    <a:pt x="0" y="1"/>
                    <a:pt x="0"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8"/>
            <p:cNvSpPr/>
            <p:nvPr/>
          </p:nvSpPr>
          <p:spPr>
            <a:xfrm>
              <a:off x="5312813" y="3568822"/>
              <a:ext cx="74906" cy="121728"/>
            </a:xfrm>
            <a:custGeom>
              <a:rect b="b" l="l" r="r" t="t"/>
              <a:pathLst>
                <a:path extrusionOk="0" fill="none" h="7373" w="4537">
                  <a:moveTo>
                    <a:pt x="0" y="7372"/>
                  </a:moveTo>
                  <a:cubicBezTo>
                    <a:pt x="534" y="6005"/>
                    <a:pt x="1201" y="4671"/>
                    <a:pt x="1968" y="3370"/>
                  </a:cubicBezTo>
                  <a:cubicBezTo>
                    <a:pt x="2736" y="2169"/>
                    <a:pt x="3603" y="1068"/>
                    <a:pt x="4537"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8"/>
            <p:cNvSpPr/>
            <p:nvPr/>
          </p:nvSpPr>
          <p:spPr>
            <a:xfrm>
              <a:off x="5350258" y="3693291"/>
              <a:ext cx="52882" cy="146510"/>
            </a:xfrm>
            <a:custGeom>
              <a:rect b="b" l="l" r="r" t="t"/>
              <a:pathLst>
                <a:path extrusionOk="0" fill="none" h="8874" w="3203">
                  <a:moveTo>
                    <a:pt x="134" y="8873"/>
                  </a:moveTo>
                  <a:cubicBezTo>
                    <a:pt x="1" y="7539"/>
                    <a:pt x="234" y="6205"/>
                    <a:pt x="801" y="5004"/>
                  </a:cubicBezTo>
                  <a:cubicBezTo>
                    <a:pt x="1735" y="3236"/>
                    <a:pt x="2769" y="901"/>
                    <a:pt x="3203" y="0"/>
                  </a:cubicBez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8"/>
            <p:cNvSpPr/>
            <p:nvPr/>
          </p:nvSpPr>
          <p:spPr>
            <a:xfrm>
              <a:off x="5145947" y="3211397"/>
              <a:ext cx="75467" cy="127243"/>
            </a:xfrm>
            <a:custGeom>
              <a:rect b="b" l="l" r="r" t="t"/>
              <a:pathLst>
                <a:path extrusionOk="0" h="7707" w="4571">
                  <a:moveTo>
                    <a:pt x="3369" y="1"/>
                  </a:moveTo>
                  <a:cubicBezTo>
                    <a:pt x="3369" y="1"/>
                    <a:pt x="2535" y="1035"/>
                    <a:pt x="1268" y="2836"/>
                  </a:cubicBezTo>
                  <a:cubicBezTo>
                    <a:pt x="0" y="4637"/>
                    <a:pt x="200" y="5705"/>
                    <a:pt x="200" y="5705"/>
                  </a:cubicBezTo>
                  <a:lnTo>
                    <a:pt x="534" y="7706"/>
                  </a:lnTo>
                  <a:cubicBezTo>
                    <a:pt x="1568" y="6605"/>
                    <a:pt x="2535" y="5405"/>
                    <a:pt x="3403" y="4170"/>
                  </a:cubicBezTo>
                  <a:cubicBezTo>
                    <a:pt x="4570" y="2369"/>
                    <a:pt x="3369" y="1"/>
                    <a:pt x="3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8"/>
            <p:cNvSpPr/>
            <p:nvPr/>
          </p:nvSpPr>
          <p:spPr>
            <a:xfrm>
              <a:off x="5202114" y="3317688"/>
              <a:ext cx="74922" cy="127243"/>
            </a:xfrm>
            <a:custGeom>
              <a:rect b="b" l="l" r="r" t="t"/>
              <a:pathLst>
                <a:path extrusionOk="0" h="7707" w="4538">
                  <a:moveTo>
                    <a:pt x="3370" y="1"/>
                  </a:moveTo>
                  <a:cubicBezTo>
                    <a:pt x="3370" y="1"/>
                    <a:pt x="2536" y="1035"/>
                    <a:pt x="1268" y="2836"/>
                  </a:cubicBezTo>
                  <a:cubicBezTo>
                    <a:pt x="1" y="4637"/>
                    <a:pt x="201" y="5705"/>
                    <a:pt x="201" y="5705"/>
                  </a:cubicBezTo>
                  <a:lnTo>
                    <a:pt x="534" y="7706"/>
                  </a:lnTo>
                  <a:cubicBezTo>
                    <a:pt x="1568" y="6605"/>
                    <a:pt x="2536" y="5405"/>
                    <a:pt x="3403" y="4170"/>
                  </a:cubicBezTo>
                  <a:cubicBezTo>
                    <a:pt x="4537" y="2369"/>
                    <a:pt x="3370" y="1"/>
                    <a:pt x="33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8"/>
            <p:cNvSpPr/>
            <p:nvPr/>
          </p:nvSpPr>
          <p:spPr>
            <a:xfrm>
              <a:off x="5067194" y="3273640"/>
              <a:ext cx="98036" cy="94734"/>
            </a:xfrm>
            <a:custGeom>
              <a:rect b="b" l="l" r="r" t="t"/>
              <a:pathLst>
                <a:path extrusionOk="0" h="5738" w="5938">
                  <a:moveTo>
                    <a:pt x="33" y="0"/>
                  </a:moveTo>
                  <a:lnTo>
                    <a:pt x="33" y="0"/>
                  </a:lnTo>
                  <a:cubicBezTo>
                    <a:pt x="33" y="0"/>
                    <a:pt x="0" y="2669"/>
                    <a:pt x="1801" y="3736"/>
                  </a:cubicBezTo>
                  <a:cubicBezTo>
                    <a:pt x="3136" y="4503"/>
                    <a:pt x="4503" y="5170"/>
                    <a:pt x="5938" y="5738"/>
                  </a:cubicBezTo>
                  <a:lnTo>
                    <a:pt x="5404" y="3803"/>
                  </a:lnTo>
                  <a:cubicBezTo>
                    <a:pt x="5404" y="3803"/>
                    <a:pt x="5070" y="2735"/>
                    <a:pt x="3169" y="1668"/>
                  </a:cubicBezTo>
                  <a:cubicBezTo>
                    <a:pt x="1234" y="601"/>
                    <a:pt x="34" y="0"/>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8"/>
            <p:cNvSpPr/>
            <p:nvPr/>
          </p:nvSpPr>
          <p:spPr>
            <a:xfrm>
              <a:off x="5128875" y="3408559"/>
              <a:ext cx="106853" cy="83722"/>
            </a:xfrm>
            <a:custGeom>
              <a:rect b="b" l="l" r="r" t="t"/>
              <a:pathLst>
                <a:path extrusionOk="0" h="5071" w="6472">
                  <a:moveTo>
                    <a:pt x="0" y="1"/>
                  </a:moveTo>
                  <a:lnTo>
                    <a:pt x="0" y="1"/>
                  </a:lnTo>
                  <a:cubicBezTo>
                    <a:pt x="0" y="1"/>
                    <a:pt x="234" y="2669"/>
                    <a:pt x="2168" y="3570"/>
                  </a:cubicBezTo>
                  <a:cubicBezTo>
                    <a:pt x="3536" y="4170"/>
                    <a:pt x="5004" y="4671"/>
                    <a:pt x="6471" y="5071"/>
                  </a:cubicBezTo>
                  <a:lnTo>
                    <a:pt x="5738" y="3203"/>
                  </a:lnTo>
                  <a:cubicBezTo>
                    <a:pt x="5738" y="3203"/>
                    <a:pt x="5304" y="2202"/>
                    <a:pt x="3302" y="1335"/>
                  </a:cubicBezTo>
                  <a:cubicBezTo>
                    <a:pt x="1268" y="468"/>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8"/>
            <p:cNvSpPr/>
            <p:nvPr/>
          </p:nvSpPr>
          <p:spPr>
            <a:xfrm>
              <a:off x="5153657" y="3536875"/>
              <a:ext cx="91977" cy="103551"/>
            </a:xfrm>
            <a:custGeom>
              <a:rect b="b" l="l" r="r" t="t"/>
              <a:pathLst>
                <a:path extrusionOk="0" h="6272" w="5571">
                  <a:moveTo>
                    <a:pt x="334" y="1"/>
                  </a:moveTo>
                  <a:cubicBezTo>
                    <a:pt x="334" y="1"/>
                    <a:pt x="0" y="2636"/>
                    <a:pt x="1701" y="3904"/>
                  </a:cubicBezTo>
                  <a:cubicBezTo>
                    <a:pt x="2902" y="4804"/>
                    <a:pt x="4203" y="5605"/>
                    <a:pt x="5571" y="6272"/>
                  </a:cubicBezTo>
                  <a:lnTo>
                    <a:pt x="5237" y="4304"/>
                  </a:lnTo>
                  <a:cubicBezTo>
                    <a:pt x="5237" y="4304"/>
                    <a:pt x="5037" y="3236"/>
                    <a:pt x="3269" y="1969"/>
                  </a:cubicBezTo>
                  <a:cubicBezTo>
                    <a:pt x="1468" y="701"/>
                    <a:pt x="334"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8"/>
            <p:cNvSpPr/>
            <p:nvPr/>
          </p:nvSpPr>
          <p:spPr>
            <a:xfrm>
              <a:off x="5241209" y="3542389"/>
              <a:ext cx="68863" cy="132196"/>
            </a:xfrm>
            <a:custGeom>
              <a:rect b="b" l="l" r="r" t="t"/>
              <a:pathLst>
                <a:path extrusionOk="0" h="8007" w="4171">
                  <a:moveTo>
                    <a:pt x="2670" y="0"/>
                  </a:moveTo>
                  <a:cubicBezTo>
                    <a:pt x="2670" y="0"/>
                    <a:pt x="1969" y="1168"/>
                    <a:pt x="1002" y="3103"/>
                  </a:cubicBezTo>
                  <a:cubicBezTo>
                    <a:pt x="1" y="5071"/>
                    <a:pt x="335" y="6138"/>
                    <a:pt x="335" y="6138"/>
                  </a:cubicBezTo>
                  <a:lnTo>
                    <a:pt x="935" y="8006"/>
                  </a:lnTo>
                  <a:cubicBezTo>
                    <a:pt x="1836" y="6772"/>
                    <a:pt x="2603" y="5471"/>
                    <a:pt x="3303" y="4103"/>
                  </a:cubicBezTo>
                  <a:cubicBezTo>
                    <a:pt x="4171" y="2202"/>
                    <a:pt x="2670" y="0"/>
                    <a:pt x="26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8"/>
            <p:cNvSpPr/>
            <p:nvPr/>
          </p:nvSpPr>
          <p:spPr>
            <a:xfrm>
              <a:off x="5293530" y="3713119"/>
              <a:ext cx="88692" cy="108504"/>
            </a:xfrm>
            <a:custGeom>
              <a:rect b="b" l="l" r="r" t="t"/>
              <a:pathLst>
                <a:path extrusionOk="0" h="6572" w="5372">
                  <a:moveTo>
                    <a:pt x="4871" y="0"/>
                  </a:moveTo>
                  <a:cubicBezTo>
                    <a:pt x="4871" y="0"/>
                    <a:pt x="3804" y="767"/>
                    <a:pt x="2069" y="2135"/>
                  </a:cubicBezTo>
                  <a:cubicBezTo>
                    <a:pt x="368" y="3503"/>
                    <a:pt x="234" y="4603"/>
                    <a:pt x="234" y="4603"/>
                  </a:cubicBezTo>
                  <a:lnTo>
                    <a:pt x="1" y="6572"/>
                  </a:lnTo>
                  <a:cubicBezTo>
                    <a:pt x="1335" y="5838"/>
                    <a:pt x="2569" y="4970"/>
                    <a:pt x="3770" y="4003"/>
                  </a:cubicBezTo>
                  <a:cubicBezTo>
                    <a:pt x="5371" y="2635"/>
                    <a:pt x="4871" y="0"/>
                    <a:pt x="4871"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8"/>
            <p:cNvSpPr/>
            <p:nvPr/>
          </p:nvSpPr>
          <p:spPr>
            <a:xfrm>
              <a:off x="5203220" y="3672917"/>
              <a:ext cx="92539" cy="104096"/>
            </a:xfrm>
            <a:custGeom>
              <a:rect b="b" l="l" r="r" t="t"/>
              <a:pathLst>
                <a:path extrusionOk="0" h="6305" w="5605">
                  <a:moveTo>
                    <a:pt x="334" y="0"/>
                  </a:moveTo>
                  <a:cubicBezTo>
                    <a:pt x="334" y="0"/>
                    <a:pt x="0" y="2635"/>
                    <a:pt x="1702" y="3936"/>
                  </a:cubicBezTo>
                  <a:cubicBezTo>
                    <a:pt x="2936" y="4837"/>
                    <a:pt x="4237" y="5604"/>
                    <a:pt x="5604" y="6305"/>
                  </a:cubicBezTo>
                  <a:lnTo>
                    <a:pt x="5237" y="4303"/>
                  </a:lnTo>
                  <a:cubicBezTo>
                    <a:pt x="5237" y="4303"/>
                    <a:pt x="5071" y="3236"/>
                    <a:pt x="3269" y="1968"/>
                  </a:cubicBezTo>
                  <a:cubicBezTo>
                    <a:pt x="1435" y="734"/>
                    <a:pt x="334" y="0"/>
                    <a:pt x="334"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8"/>
            <p:cNvSpPr/>
            <p:nvPr/>
          </p:nvSpPr>
          <p:spPr>
            <a:xfrm>
              <a:off x="5212581" y="3752760"/>
              <a:ext cx="78224" cy="122290"/>
            </a:xfrm>
            <a:custGeom>
              <a:rect b="b" l="l" r="r" t="t"/>
              <a:pathLst>
                <a:path extrusionOk="0" h="7407" w="4738">
                  <a:moveTo>
                    <a:pt x="1001" y="1"/>
                  </a:moveTo>
                  <a:cubicBezTo>
                    <a:pt x="1001" y="1"/>
                    <a:pt x="0" y="2469"/>
                    <a:pt x="1301" y="4137"/>
                  </a:cubicBezTo>
                  <a:cubicBezTo>
                    <a:pt x="2269" y="5305"/>
                    <a:pt x="3336" y="6405"/>
                    <a:pt x="4504" y="7406"/>
                  </a:cubicBezTo>
                  <a:lnTo>
                    <a:pt x="4637" y="5405"/>
                  </a:lnTo>
                  <a:cubicBezTo>
                    <a:pt x="4637" y="5405"/>
                    <a:pt x="4737" y="4304"/>
                    <a:pt x="3336" y="2636"/>
                  </a:cubicBezTo>
                  <a:cubicBezTo>
                    <a:pt x="1902" y="968"/>
                    <a:pt x="1001" y="1"/>
                    <a:pt x="1001"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8"/>
            <p:cNvSpPr/>
            <p:nvPr/>
          </p:nvSpPr>
          <p:spPr>
            <a:xfrm>
              <a:off x="5145947" y="3301723"/>
              <a:ext cx="149812" cy="631144"/>
            </a:xfrm>
            <a:custGeom>
              <a:rect b="b" l="l" r="r" t="t"/>
              <a:pathLst>
                <a:path extrusionOk="0" fill="none" h="38228" w="9074">
                  <a:moveTo>
                    <a:pt x="0" y="0"/>
                  </a:moveTo>
                  <a:cubicBezTo>
                    <a:pt x="267" y="1101"/>
                    <a:pt x="601" y="2235"/>
                    <a:pt x="1001" y="3336"/>
                  </a:cubicBezTo>
                  <a:cubicBezTo>
                    <a:pt x="2168" y="6338"/>
                    <a:pt x="4003" y="8106"/>
                    <a:pt x="5104" y="10841"/>
                  </a:cubicBezTo>
                  <a:cubicBezTo>
                    <a:pt x="6205" y="13577"/>
                    <a:pt x="5104" y="17513"/>
                    <a:pt x="6205" y="21015"/>
                  </a:cubicBezTo>
                  <a:cubicBezTo>
                    <a:pt x="7272" y="24551"/>
                    <a:pt x="9040" y="26352"/>
                    <a:pt x="9073" y="28821"/>
                  </a:cubicBezTo>
                  <a:cubicBezTo>
                    <a:pt x="9073" y="31323"/>
                    <a:pt x="8106" y="38228"/>
                    <a:pt x="8106" y="38228"/>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8"/>
            <p:cNvSpPr/>
            <p:nvPr/>
          </p:nvSpPr>
          <p:spPr>
            <a:xfrm>
              <a:off x="5127769" y="3332002"/>
              <a:ext cx="30312" cy="15998"/>
            </a:xfrm>
            <a:custGeom>
              <a:rect b="b" l="l" r="r" t="t"/>
              <a:pathLst>
                <a:path extrusionOk="0" fill="none" h="969" w="1836">
                  <a:moveTo>
                    <a:pt x="1835" y="968"/>
                  </a:moveTo>
                  <a:lnTo>
                    <a:pt x="0" y="1"/>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8"/>
            <p:cNvSpPr/>
            <p:nvPr/>
          </p:nvSpPr>
          <p:spPr>
            <a:xfrm>
              <a:off x="5153095" y="3302268"/>
              <a:ext cx="7727" cy="22041"/>
            </a:xfrm>
            <a:custGeom>
              <a:rect b="b" l="l" r="r" t="t"/>
              <a:pathLst>
                <a:path extrusionOk="0" fill="none" h="1335" w="468">
                  <a:moveTo>
                    <a:pt x="1" y="1335"/>
                  </a:moveTo>
                  <a:lnTo>
                    <a:pt x="468" y="1"/>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8"/>
            <p:cNvSpPr/>
            <p:nvPr/>
          </p:nvSpPr>
          <p:spPr>
            <a:xfrm>
              <a:off x="5176226" y="3452063"/>
              <a:ext cx="52337" cy="26449"/>
            </a:xfrm>
            <a:custGeom>
              <a:rect b="b" l="l" r="r" t="t"/>
              <a:pathLst>
                <a:path extrusionOk="0" fill="none" h="1602" w="3170">
                  <a:moveTo>
                    <a:pt x="3170" y="1602"/>
                  </a:moveTo>
                  <a:cubicBezTo>
                    <a:pt x="3170" y="1602"/>
                    <a:pt x="1602" y="801"/>
                    <a:pt x="1"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8"/>
            <p:cNvSpPr/>
            <p:nvPr/>
          </p:nvSpPr>
          <p:spPr>
            <a:xfrm>
              <a:off x="5211475" y="3375523"/>
              <a:ext cx="29751" cy="68847"/>
            </a:xfrm>
            <a:custGeom>
              <a:rect b="b" l="l" r="r" t="t"/>
              <a:pathLst>
                <a:path extrusionOk="0" fill="none" h="4170" w="1802">
                  <a:moveTo>
                    <a:pt x="1" y="4170"/>
                  </a:moveTo>
                  <a:cubicBezTo>
                    <a:pt x="434" y="2735"/>
                    <a:pt x="1035" y="1334"/>
                    <a:pt x="1802"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8"/>
            <p:cNvSpPr/>
            <p:nvPr/>
          </p:nvSpPr>
          <p:spPr>
            <a:xfrm>
              <a:off x="5183936" y="3577077"/>
              <a:ext cx="60047" cy="56745"/>
            </a:xfrm>
            <a:custGeom>
              <a:rect b="b" l="l" r="r" t="t"/>
              <a:pathLst>
                <a:path extrusionOk="0" fill="none" h="3437" w="3637">
                  <a:moveTo>
                    <a:pt x="3637" y="3437"/>
                  </a:moveTo>
                  <a:cubicBezTo>
                    <a:pt x="2569" y="2136"/>
                    <a:pt x="1368" y="968"/>
                    <a:pt x="1"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8"/>
            <p:cNvSpPr/>
            <p:nvPr/>
          </p:nvSpPr>
          <p:spPr>
            <a:xfrm>
              <a:off x="5252783" y="3582591"/>
              <a:ext cx="27555" cy="76012"/>
            </a:xfrm>
            <a:custGeom>
              <a:rect b="b" l="l" r="r" t="t"/>
              <a:pathLst>
                <a:path extrusionOk="0" fill="none" h="4604" w="1669">
                  <a:moveTo>
                    <a:pt x="0" y="4604"/>
                  </a:moveTo>
                  <a:cubicBezTo>
                    <a:pt x="234" y="3536"/>
                    <a:pt x="568" y="2502"/>
                    <a:pt x="1001" y="1502"/>
                  </a:cubicBezTo>
                  <a:cubicBezTo>
                    <a:pt x="1568" y="167"/>
                    <a:pt x="1668" y="0"/>
                    <a:pt x="1668"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8"/>
            <p:cNvSpPr/>
            <p:nvPr/>
          </p:nvSpPr>
          <p:spPr>
            <a:xfrm>
              <a:off x="5294091" y="3755517"/>
              <a:ext cx="55077" cy="53443"/>
            </a:xfrm>
            <a:custGeom>
              <a:rect b="b" l="l" r="r" t="t"/>
              <a:pathLst>
                <a:path extrusionOk="0" fill="none" h="3237" w="3336">
                  <a:moveTo>
                    <a:pt x="0" y="3236"/>
                  </a:moveTo>
                  <a:cubicBezTo>
                    <a:pt x="601" y="2469"/>
                    <a:pt x="1268" y="1769"/>
                    <a:pt x="2002" y="1135"/>
                  </a:cubicBezTo>
                  <a:cubicBezTo>
                    <a:pt x="2469" y="801"/>
                    <a:pt x="2902" y="401"/>
                    <a:pt x="3336" y="1"/>
                  </a:cubicBez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8"/>
            <p:cNvSpPr/>
            <p:nvPr/>
          </p:nvSpPr>
          <p:spPr>
            <a:xfrm>
              <a:off x="5235167" y="3709256"/>
              <a:ext cx="60592" cy="68302"/>
            </a:xfrm>
            <a:custGeom>
              <a:rect b="b" l="l" r="r" t="t"/>
              <a:pathLst>
                <a:path extrusionOk="0" fill="none" h="4137" w="3670">
                  <a:moveTo>
                    <a:pt x="3669" y="4137"/>
                  </a:moveTo>
                  <a:cubicBezTo>
                    <a:pt x="3169" y="3303"/>
                    <a:pt x="2602" y="2536"/>
                    <a:pt x="2001" y="1835"/>
                  </a:cubicBezTo>
                  <a:cubicBezTo>
                    <a:pt x="1368" y="1168"/>
                    <a:pt x="701" y="534"/>
                    <a:pt x="0" y="1"/>
                  </a:cubicBez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8"/>
            <p:cNvSpPr/>
            <p:nvPr/>
          </p:nvSpPr>
          <p:spPr>
            <a:xfrm>
              <a:off x="5239558" y="3788570"/>
              <a:ext cx="47384" cy="86479"/>
            </a:xfrm>
            <a:custGeom>
              <a:rect b="b" l="l" r="r" t="t"/>
              <a:pathLst>
                <a:path extrusionOk="0" fill="none" h="5238" w="2870">
                  <a:moveTo>
                    <a:pt x="2870" y="5237"/>
                  </a:moveTo>
                  <a:cubicBezTo>
                    <a:pt x="2803" y="4403"/>
                    <a:pt x="2503" y="3569"/>
                    <a:pt x="2036" y="2902"/>
                  </a:cubicBezTo>
                  <a:cubicBezTo>
                    <a:pt x="1268" y="1868"/>
                    <a:pt x="368" y="534"/>
                    <a:pt x="1" y="0"/>
                  </a:cubicBez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8"/>
            <p:cNvSpPr/>
            <p:nvPr/>
          </p:nvSpPr>
          <p:spPr>
            <a:xfrm>
              <a:off x="7737109" y="1783001"/>
              <a:ext cx="549090" cy="499675"/>
            </a:xfrm>
            <a:custGeom>
              <a:rect b="b" l="l" r="r" t="t"/>
              <a:pathLst>
                <a:path extrusionOk="0" h="30265" w="33258">
                  <a:moveTo>
                    <a:pt x="16631" y="0"/>
                  </a:moveTo>
                  <a:cubicBezTo>
                    <a:pt x="9751" y="0"/>
                    <a:pt x="3536" y="4704"/>
                    <a:pt x="1902" y="11697"/>
                  </a:cubicBezTo>
                  <a:cubicBezTo>
                    <a:pt x="1" y="19837"/>
                    <a:pt x="5071" y="27976"/>
                    <a:pt x="13210" y="29877"/>
                  </a:cubicBezTo>
                  <a:cubicBezTo>
                    <a:pt x="14351" y="30139"/>
                    <a:pt x="15491" y="30264"/>
                    <a:pt x="16615" y="30264"/>
                  </a:cubicBezTo>
                  <a:cubicBezTo>
                    <a:pt x="23507" y="30264"/>
                    <a:pt x="29750" y="25539"/>
                    <a:pt x="31356" y="18569"/>
                  </a:cubicBezTo>
                  <a:cubicBezTo>
                    <a:pt x="33258" y="10430"/>
                    <a:pt x="28187" y="2291"/>
                    <a:pt x="20048" y="389"/>
                  </a:cubicBezTo>
                  <a:cubicBezTo>
                    <a:pt x="18903" y="127"/>
                    <a:pt x="17758" y="0"/>
                    <a:pt x="16631" y="0"/>
                  </a:cubicBezTo>
                  <a:close/>
                </a:path>
              </a:pathLst>
            </a:custGeom>
            <a:solidFill>
              <a:schemeClr val="dk1"/>
            </a:solid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8"/>
            <p:cNvSpPr/>
            <p:nvPr/>
          </p:nvSpPr>
          <p:spPr>
            <a:xfrm>
              <a:off x="7770706" y="1820512"/>
              <a:ext cx="481894" cy="424687"/>
            </a:xfrm>
            <a:custGeom>
              <a:rect b="b" l="l" r="r" t="t"/>
              <a:pathLst>
                <a:path extrusionOk="0" h="25723" w="29188">
                  <a:moveTo>
                    <a:pt x="14571" y="1"/>
                  </a:moveTo>
                  <a:cubicBezTo>
                    <a:pt x="12903" y="1"/>
                    <a:pt x="11207" y="328"/>
                    <a:pt x="9574" y="1019"/>
                  </a:cubicBezTo>
                  <a:cubicBezTo>
                    <a:pt x="3036" y="3788"/>
                    <a:pt x="0" y="11327"/>
                    <a:pt x="2769" y="17865"/>
                  </a:cubicBezTo>
                  <a:cubicBezTo>
                    <a:pt x="4846" y="22770"/>
                    <a:pt x="9608" y="25722"/>
                    <a:pt x="14603" y="25722"/>
                  </a:cubicBezTo>
                  <a:cubicBezTo>
                    <a:pt x="16267" y="25722"/>
                    <a:pt x="17956" y="25395"/>
                    <a:pt x="19581" y="24703"/>
                  </a:cubicBezTo>
                  <a:cubicBezTo>
                    <a:pt x="26119" y="21934"/>
                    <a:pt x="29188" y="14396"/>
                    <a:pt x="26419" y="7858"/>
                  </a:cubicBezTo>
                  <a:cubicBezTo>
                    <a:pt x="24342" y="2953"/>
                    <a:pt x="19581" y="1"/>
                    <a:pt x="14571" y="1"/>
                  </a:cubicBezTo>
                  <a:close/>
                </a:path>
              </a:pathLst>
            </a:custGeom>
            <a:solidFill>
              <a:schemeClr val="lt1"/>
            </a:solidFill>
            <a:ln cap="flat" cmpd="sng" w="1000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8"/>
            <p:cNvSpPr/>
            <p:nvPr/>
          </p:nvSpPr>
          <p:spPr>
            <a:xfrm>
              <a:off x="8011373" y="1896821"/>
              <a:ext cx="93645" cy="136042"/>
            </a:xfrm>
            <a:custGeom>
              <a:rect b="b" l="l" r="r" t="t"/>
              <a:pathLst>
                <a:path extrusionOk="0" fill="none" h="8240" w="5672">
                  <a:moveTo>
                    <a:pt x="3970" y="0"/>
                  </a:moveTo>
                  <a:lnTo>
                    <a:pt x="0" y="8239"/>
                  </a:lnTo>
                  <a:lnTo>
                    <a:pt x="5671" y="8239"/>
                  </a:lnTo>
                </a:path>
              </a:pathLst>
            </a:custGeom>
            <a:no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8"/>
            <p:cNvSpPr/>
            <p:nvPr/>
          </p:nvSpPr>
          <p:spPr>
            <a:xfrm>
              <a:off x="7979426" y="2008610"/>
              <a:ext cx="56200" cy="47747"/>
            </a:xfrm>
            <a:custGeom>
              <a:rect b="b" l="l" r="r" t="t"/>
              <a:pathLst>
                <a:path extrusionOk="0" h="2892" w="3404">
                  <a:moveTo>
                    <a:pt x="1935" y="1"/>
                  </a:moveTo>
                  <a:cubicBezTo>
                    <a:pt x="668" y="1"/>
                    <a:pt x="1" y="1568"/>
                    <a:pt x="935" y="2469"/>
                  </a:cubicBezTo>
                  <a:cubicBezTo>
                    <a:pt x="1227" y="2761"/>
                    <a:pt x="1589" y="2892"/>
                    <a:pt x="1945" y="2892"/>
                  </a:cubicBezTo>
                  <a:cubicBezTo>
                    <a:pt x="2687" y="2892"/>
                    <a:pt x="3403" y="2325"/>
                    <a:pt x="3403" y="1468"/>
                  </a:cubicBezTo>
                  <a:cubicBezTo>
                    <a:pt x="3403" y="668"/>
                    <a:pt x="2736" y="1"/>
                    <a:pt x="1935" y="1"/>
                  </a:cubicBezTo>
                  <a:close/>
                </a:path>
              </a:pathLst>
            </a:custGeom>
            <a:solidFill>
              <a:schemeClr val="accent1"/>
            </a:solid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8"/>
            <p:cNvSpPr/>
            <p:nvPr/>
          </p:nvSpPr>
          <p:spPr>
            <a:xfrm>
              <a:off x="6491924" y="2525142"/>
              <a:ext cx="169640" cy="204394"/>
            </a:xfrm>
            <a:custGeom>
              <a:rect b="b" l="l" r="r" t="t"/>
              <a:pathLst>
                <a:path extrusionOk="0" h="12380" w="10275">
                  <a:moveTo>
                    <a:pt x="1519" y="1"/>
                  </a:moveTo>
                  <a:cubicBezTo>
                    <a:pt x="918" y="1"/>
                    <a:pt x="497" y="52"/>
                    <a:pt x="400" y="170"/>
                  </a:cubicBezTo>
                  <a:cubicBezTo>
                    <a:pt x="0" y="671"/>
                    <a:pt x="1468" y="1171"/>
                    <a:pt x="1468" y="1171"/>
                  </a:cubicBezTo>
                  <a:cubicBezTo>
                    <a:pt x="1468" y="1171"/>
                    <a:pt x="467" y="1605"/>
                    <a:pt x="567" y="2105"/>
                  </a:cubicBezTo>
                  <a:cubicBezTo>
                    <a:pt x="734" y="2839"/>
                    <a:pt x="2001" y="2939"/>
                    <a:pt x="2001" y="2939"/>
                  </a:cubicBezTo>
                  <a:cubicBezTo>
                    <a:pt x="2001" y="2939"/>
                    <a:pt x="967" y="3606"/>
                    <a:pt x="1101" y="4073"/>
                  </a:cubicBezTo>
                  <a:cubicBezTo>
                    <a:pt x="1201" y="4407"/>
                    <a:pt x="2235" y="4674"/>
                    <a:pt x="2235" y="4674"/>
                  </a:cubicBezTo>
                  <a:cubicBezTo>
                    <a:pt x="2235" y="4674"/>
                    <a:pt x="1201" y="5141"/>
                    <a:pt x="2035" y="5741"/>
                  </a:cubicBezTo>
                  <a:cubicBezTo>
                    <a:pt x="2869" y="6341"/>
                    <a:pt x="3603" y="6975"/>
                    <a:pt x="3603" y="6975"/>
                  </a:cubicBezTo>
                  <a:cubicBezTo>
                    <a:pt x="3603" y="6975"/>
                    <a:pt x="3002" y="8209"/>
                    <a:pt x="4603" y="9310"/>
                  </a:cubicBezTo>
                  <a:cubicBezTo>
                    <a:pt x="6171" y="10378"/>
                    <a:pt x="8906" y="12379"/>
                    <a:pt x="8906" y="12379"/>
                  </a:cubicBezTo>
                  <a:lnTo>
                    <a:pt x="10274" y="9244"/>
                  </a:lnTo>
                  <a:lnTo>
                    <a:pt x="8339" y="6408"/>
                  </a:lnTo>
                  <a:cubicBezTo>
                    <a:pt x="8339" y="6408"/>
                    <a:pt x="8706" y="1872"/>
                    <a:pt x="8273" y="1171"/>
                  </a:cubicBezTo>
                  <a:cubicBezTo>
                    <a:pt x="7935" y="626"/>
                    <a:pt x="3623" y="1"/>
                    <a:pt x="1519"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8"/>
            <p:cNvSpPr/>
            <p:nvPr/>
          </p:nvSpPr>
          <p:spPr>
            <a:xfrm>
              <a:off x="6477049" y="2494351"/>
              <a:ext cx="25904" cy="19845"/>
            </a:xfrm>
            <a:custGeom>
              <a:rect b="b" l="l" r="r" t="t"/>
              <a:pathLst>
                <a:path extrusionOk="0" h="1202" w="1569">
                  <a:moveTo>
                    <a:pt x="0" y="1"/>
                  </a:moveTo>
                  <a:lnTo>
                    <a:pt x="0" y="468"/>
                  </a:lnTo>
                  <a:lnTo>
                    <a:pt x="1268" y="1201"/>
                  </a:lnTo>
                  <a:cubicBezTo>
                    <a:pt x="1335" y="835"/>
                    <a:pt x="1435" y="468"/>
                    <a:pt x="1568" y="134"/>
                  </a:cubicBezTo>
                  <a:lnTo>
                    <a:pt x="0" y="1"/>
                  </a:lnTo>
                  <a:close/>
                </a:path>
              </a:pathLst>
            </a:custGeom>
            <a:solidFill>
              <a:srgbClr val="263238"/>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8"/>
            <p:cNvSpPr/>
            <p:nvPr/>
          </p:nvSpPr>
          <p:spPr>
            <a:xfrm>
              <a:off x="6486228" y="2495787"/>
              <a:ext cx="131271" cy="52551"/>
            </a:xfrm>
            <a:custGeom>
              <a:rect b="b" l="l" r="r" t="t"/>
              <a:pathLst>
                <a:path extrusionOk="0" h="3183" w="7951">
                  <a:moveTo>
                    <a:pt x="869" y="0"/>
                  </a:moveTo>
                  <a:cubicBezTo>
                    <a:pt x="240" y="0"/>
                    <a:pt x="1" y="1006"/>
                    <a:pt x="745" y="1215"/>
                  </a:cubicBezTo>
                  <a:lnTo>
                    <a:pt x="6916" y="3149"/>
                  </a:lnTo>
                  <a:cubicBezTo>
                    <a:pt x="6983" y="3183"/>
                    <a:pt x="7050" y="3183"/>
                    <a:pt x="7117" y="3183"/>
                  </a:cubicBezTo>
                  <a:cubicBezTo>
                    <a:pt x="7817" y="3183"/>
                    <a:pt x="7950" y="2182"/>
                    <a:pt x="7283" y="1982"/>
                  </a:cubicBezTo>
                  <a:lnTo>
                    <a:pt x="1112" y="47"/>
                  </a:lnTo>
                  <a:cubicBezTo>
                    <a:pt x="1026" y="15"/>
                    <a:pt x="945" y="0"/>
                    <a:pt x="869" y="0"/>
                  </a:cubicBezTo>
                  <a:close/>
                </a:path>
              </a:pathLst>
            </a:custGeom>
            <a:solidFill>
              <a:srgbClr val="FFFFFF"/>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8"/>
            <p:cNvSpPr/>
            <p:nvPr/>
          </p:nvSpPr>
          <p:spPr>
            <a:xfrm>
              <a:off x="6585536" y="2524119"/>
              <a:ext cx="85935" cy="44594"/>
            </a:xfrm>
            <a:custGeom>
              <a:rect b="b" l="l" r="r" t="t"/>
              <a:pathLst>
                <a:path extrusionOk="0" h="2701" w="5205">
                  <a:moveTo>
                    <a:pt x="1109" y="0"/>
                  </a:moveTo>
                  <a:cubicBezTo>
                    <a:pt x="394" y="0"/>
                    <a:pt x="1" y="1514"/>
                    <a:pt x="868" y="1633"/>
                  </a:cubicBezTo>
                  <a:lnTo>
                    <a:pt x="4037" y="2634"/>
                  </a:lnTo>
                  <a:cubicBezTo>
                    <a:pt x="4137" y="2667"/>
                    <a:pt x="4237" y="2701"/>
                    <a:pt x="4337" y="2701"/>
                  </a:cubicBezTo>
                  <a:cubicBezTo>
                    <a:pt x="4671" y="2667"/>
                    <a:pt x="4971" y="2434"/>
                    <a:pt x="5071" y="2100"/>
                  </a:cubicBezTo>
                  <a:cubicBezTo>
                    <a:pt x="5204" y="1667"/>
                    <a:pt x="4971" y="1233"/>
                    <a:pt x="4537" y="1066"/>
                  </a:cubicBezTo>
                  <a:lnTo>
                    <a:pt x="1368" y="66"/>
                  </a:lnTo>
                  <a:cubicBezTo>
                    <a:pt x="1279" y="21"/>
                    <a:pt x="1192" y="0"/>
                    <a:pt x="1109"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8"/>
            <p:cNvSpPr/>
            <p:nvPr/>
          </p:nvSpPr>
          <p:spPr>
            <a:xfrm>
              <a:off x="6552136" y="2500823"/>
              <a:ext cx="62606" cy="154352"/>
            </a:xfrm>
            <a:custGeom>
              <a:rect b="b" l="l" r="r" t="t"/>
              <a:pathLst>
                <a:path extrusionOk="0" h="9349" w="3792">
                  <a:moveTo>
                    <a:pt x="851" y="0"/>
                  </a:moveTo>
                  <a:cubicBezTo>
                    <a:pt x="468" y="0"/>
                    <a:pt x="1" y="850"/>
                    <a:pt x="256" y="1310"/>
                  </a:cubicBezTo>
                  <a:cubicBezTo>
                    <a:pt x="589" y="1944"/>
                    <a:pt x="1357" y="2844"/>
                    <a:pt x="1357" y="3245"/>
                  </a:cubicBezTo>
                  <a:cubicBezTo>
                    <a:pt x="1357" y="3678"/>
                    <a:pt x="1490" y="3978"/>
                    <a:pt x="990" y="5346"/>
                  </a:cubicBezTo>
                  <a:cubicBezTo>
                    <a:pt x="523" y="6714"/>
                    <a:pt x="256" y="8248"/>
                    <a:pt x="1323" y="9349"/>
                  </a:cubicBezTo>
                  <a:lnTo>
                    <a:pt x="3792" y="5046"/>
                  </a:lnTo>
                  <a:cubicBezTo>
                    <a:pt x="3491" y="4212"/>
                    <a:pt x="3158" y="3378"/>
                    <a:pt x="2791" y="2577"/>
                  </a:cubicBezTo>
                  <a:cubicBezTo>
                    <a:pt x="2324" y="1777"/>
                    <a:pt x="1490" y="1076"/>
                    <a:pt x="1156" y="276"/>
                  </a:cubicBezTo>
                  <a:cubicBezTo>
                    <a:pt x="1078" y="80"/>
                    <a:pt x="969" y="0"/>
                    <a:pt x="8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8"/>
            <p:cNvSpPr/>
            <p:nvPr/>
          </p:nvSpPr>
          <p:spPr>
            <a:xfrm>
              <a:off x="6550849" y="2491594"/>
              <a:ext cx="63894" cy="163581"/>
            </a:xfrm>
            <a:custGeom>
              <a:rect b="b" l="l" r="r" t="t"/>
              <a:pathLst>
                <a:path extrusionOk="0" fill="none" h="9908" w="3870">
                  <a:moveTo>
                    <a:pt x="3870" y="5605"/>
                  </a:moveTo>
                  <a:cubicBezTo>
                    <a:pt x="3569" y="4771"/>
                    <a:pt x="3236" y="3937"/>
                    <a:pt x="2869" y="3136"/>
                  </a:cubicBezTo>
                  <a:cubicBezTo>
                    <a:pt x="2402" y="2336"/>
                    <a:pt x="1568" y="1635"/>
                    <a:pt x="1234" y="835"/>
                  </a:cubicBezTo>
                  <a:cubicBezTo>
                    <a:pt x="901" y="1"/>
                    <a:pt x="0" y="1268"/>
                    <a:pt x="334" y="1869"/>
                  </a:cubicBezTo>
                  <a:cubicBezTo>
                    <a:pt x="667" y="2503"/>
                    <a:pt x="1435" y="3403"/>
                    <a:pt x="1435" y="3804"/>
                  </a:cubicBezTo>
                  <a:cubicBezTo>
                    <a:pt x="1435" y="4237"/>
                    <a:pt x="1568" y="4537"/>
                    <a:pt x="1068" y="5905"/>
                  </a:cubicBezTo>
                  <a:cubicBezTo>
                    <a:pt x="601" y="7273"/>
                    <a:pt x="334" y="8807"/>
                    <a:pt x="1401" y="9908"/>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8"/>
            <p:cNvSpPr/>
            <p:nvPr/>
          </p:nvSpPr>
          <p:spPr>
            <a:xfrm>
              <a:off x="6516145" y="2544475"/>
              <a:ext cx="58396" cy="9923"/>
            </a:xfrm>
            <a:custGeom>
              <a:rect b="b" l="l" r="r" t="t"/>
              <a:pathLst>
                <a:path extrusionOk="0" fill="none" h="601" w="3537">
                  <a:moveTo>
                    <a:pt x="1" y="0"/>
                  </a:moveTo>
                  <a:lnTo>
                    <a:pt x="3537" y="601"/>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8"/>
            <p:cNvSpPr/>
            <p:nvPr/>
          </p:nvSpPr>
          <p:spPr>
            <a:xfrm>
              <a:off x="6524961" y="2571998"/>
              <a:ext cx="43520" cy="16543"/>
            </a:xfrm>
            <a:custGeom>
              <a:rect b="b" l="l" r="r" t="t"/>
              <a:pathLst>
                <a:path extrusionOk="0" fill="none" h="1002" w="2636">
                  <a:moveTo>
                    <a:pt x="0" y="101"/>
                  </a:moveTo>
                  <a:cubicBezTo>
                    <a:pt x="434" y="1"/>
                    <a:pt x="2636" y="1002"/>
                    <a:pt x="2636" y="1002"/>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8"/>
            <p:cNvSpPr/>
            <p:nvPr/>
          </p:nvSpPr>
          <p:spPr>
            <a:xfrm>
              <a:off x="6528808" y="2602838"/>
              <a:ext cx="30312" cy="9939"/>
            </a:xfrm>
            <a:custGeom>
              <a:rect b="b" l="l" r="r" t="t"/>
              <a:pathLst>
                <a:path extrusionOk="0" fill="none" h="602" w="1836">
                  <a:moveTo>
                    <a:pt x="1" y="1"/>
                  </a:moveTo>
                  <a:lnTo>
                    <a:pt x="1836" y="601"/>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8"/>
            <p:cNvSpPr/>
            <p:nvPr/>
          </p:nvSpPr>
          <p:spPr>
            <a:xfrm>
              <a:off x="6598761" y="2586196"/>
              <a:ext cx="506131" cy="385806"/>
            </a:xfrm>
            <a:custGeom>
              <a:rect b="b" l="l" r="r" t="t"/>
              <a:pathLst>
                <a:path extrusionOk="0" h="23368" w="30656">
                  <a:moveTo>
                    <a:pt x="28019" y="1"/>
                  </a:moveTo>
                  <a:cubicBezTo>
                    <a:pt x="27680" y="1"/>
                    <a:pt x="27222" y="200"/>
                    <a:pt x="26953" y="1142"/>
                  </a:cubicBezTo>
                  <a:cubicBezTo>
                    <a:pt x="26486" y="2810"/>
                    <a:pt x="25118" y="5746"/>
                    <a:pt x="24518" y="6380"/>
                  </a:cubicBezTo>
                  <a:cubicBezTo>
                    <a:pt x="23917" y="7013"/>
                    <a:pt x="18013" y="12851"/>
                    <a:pt x="18013" y="12851"/>
                  </a:cubicBezTo>
                  <a:cubicBezTo>
                    <a:pt x="18013" y="12851"/>
                    <a:pt x="16212" y="11453"/>
                    <a:pt x="15287" y="11453"/>
                  </a:cubicBezTo>
                  <a:cubicBezTo>
                    <a:pt x="15114" y="11453"/>
                    <a:pt x="14972" y="11501"/>
                    <a:pt x="14878" y="11617"/>
                  </a:cubicBezTo>
                  <a:cubicBezTo>
                    <a:pt x="14644" y="11984"/>
                    <a:pt x="14311" y="12250"/>
                    <a:pt x="13877" y="12451"/>
                  </a:cubicBezTo>
                  <a:lnTo>
                    <a:pt x="3770" y="4511"/>
                  </a:lnTo>
                  <a:lnTo>
                    <a:pt x="0" y="10182"/>
                  </a:lnTo>
                  <a:cubicBezTo>
                    <a:pt x="0" y="10182"/>
                    <a:pt x="13777" y="22758"/>
                    <a:pt x="14911" y="23125"/>
                  </a:cubicBezTo>
                  <a:cubicBezTo>
                    <a:pt x="15463" y="23298"/>
                    <a:pt x="15933" y="23367"/>
                    <a:pt x="16317" y="23367"/>
                  </a:cubicBezTo>
                  <a:cubicBezTo>
                    <a:pt x="16746" y="23367"/>
                    <a:pt x="17068" y="23281"/>
                    <a:pt x="17279" y="23158"/>
                  </a:cubicBezTo>
                  <a:cubicBezTo>
                    <a:pt x="17713" y="22925"/>
                    <a:pt x="25252" y="17254"/>
                    <a:pt x="25252" y="17254"/>
                  </a:cubicBezTo>
                  <a:cubicBezTo>
                    <a:pt x="25252" y="17254"/>
                    <a:pt x="29855" y="2377"/>
                    <a:pt x="30255" y="1843"/>
                  </a:cubicBezTo>
                  <a:cubicBezTo>
                    <a:pt x="30656" y="1343"/>
                    <a:pt x="28454" y="108"/>
                    <a:pt x="28454" y="108"/>
                  </a:cubicBezTo>
                  <a:cubicBezTo>
                    <a:pt x="28454" y="108"/>
                    <a:pt x="28268" y="1"/>
                    <a:pt x="28019" y="1"/>
                  </a:cubicBezTo>
                  <a:close/>
                </a:path>
              </a:pathLst>
            </a:custGeom>
            <a:solidFill>
              <a:schemeClr val="accen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8"/>
            <p:cNvSpPr/>
            <p:nvPr/>
          </p:nvSpPr>
          <p:spPr>
            <a:xfrm>
              <a:off x="6844380" y="2798911"/>
              <a:ext cx="33614" cy="88675"/>
            </a:xfrm>
            <a:custGeom>
              <a:rect b="b" l="l" r="r" t="t"/>
              <a:pathLst>
                <a:path extrusionOk="0" h="5371" w="2036">
                  <a:moveTo>
                    <a:pt x="1" y="0"/>
                  </a:moveTo>
                  <a:lnTo>
                    <a:pt x="2035" y="5371"/>
                  </a:lnTo>
                  <a:cubicBezTo>
                    <a:pt x="2035" y="2369"/>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8"/>
            <p:cNvSpPr/>
            <p:nvPr/>
          </p:nvSpPr>
          <p:spPr>
            <a:xfrm>
              <a:off x="6844380" y="2798911"/>
              <a:ext cx="33614" cy="88675"/>
            </a:xfrm>
            <a:custGeom>
              <a:rect b="b" l="l" r="r" t="t"/>
              <a:pathLst>
                <a:path extrusionOk="0" fill="none" h="5371" w="2036">
                  <a:moveTo>
                    <a:pt x="1" y="0"/>
                  </a:moveTo>
                  <a:cubicBezTo>
                    <a:pt x="1" y="0"/>
                    <a:pt x="2035" y="2369"/>
                    <a:pt x="2035" y="537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8"/>
            <p:cNvSpPr/>
            <p:nvPr/>
          </p:nvSpPr>
          <p:spPr>
            <a:xfrm>
              <a:off x="6893943" y="2814876"/>
              <a:ext cx="15437" cy="83177"/>
            </a:xfrm>
            <a:custGeom>
              <a:rect b="b" l="l" r="r" t="t"/>
              <a:pathLst>
                <a:path extrusionOk="0" h="5038" w="935">
                  <a:moveTo>
                    <a:pt x="301" y="1"/>
                  </a:moveTo>
                  <a:lnTo>
                    <a:pt x="1" y="5037"/>
                  </a:lnTo>
                  <a:cubicBezTo>
                    <a:pt x="935" y="1569"/>
                    <a:pt x="301" y="1"/>
                    <a:pt x="301"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8"/>
            <p:cNvSpPr/>
            <p:nvPr/>
          </p:nvSpPr>
          <p:spPr>
            <a:xfrm>
              <a:off x="6893943" y="2814876"/>
              <a:ext cx="15437" cy="83177"/>
            </a:xfrm>
            <a:custGeom>
              <a:rect b="b" l="l" r="r" t="t"/>
              <a:pathLst>
                <a:path extrusionOk="0" fill="none" h="5038" w="935">
                  <a:moveTo>
                    <a:pt x="301" y="1"/>
                  </a:moveTo>
                  <a:cubicBezTo>
                    <a:pt x="301" y="1"/>
                    <a:pt x="935" y="1568"/>
                    <a:pt x="1" y="5037"/>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8"/>
            <p:cNvSpPr/>
            <p:nvPr/>
          </p:nvSpPr>
          <p:spPr>
            <a:xfrm>
              <a:off x="7069626" y="2128011"/>
              <a:ext cx="392690" cy="570123"/>
            </a:xfrm>
            <a:custGeom>
              <a:rect b="b" l="l" r="r" t="t"/>
              <a:pathLst>
                <a:path extrusionOk="0" h="34532" w="23785">
                  <a:moveTo>
                    <a:pt x="11741" y="0"/>
                  </a:moveTo>
                  <a:cubicBezTo>
                    <a:pt x="6513" y="0"/>
                    <a:pt x="905" y="1758"/>
                    <a:pt x="534" y="3810"/>
                  </a:cubicBezTo>
                  <a:cubicBezTo>
                    <a:pt x="1" y="6612"/>
                    <a:pt x="4471" y="9514"/>
                    <a:pt x="4471" y="9514"/>
                  </a:cubicBezTo>
                  <a:cubicBezTo>
                    <a:pt x="4471" y="9514"/>
                    <a:pt x="4804" y="11349"/>
                    <a:pt x="4437" y="15818"/>
                  </a:cubicBezTo>
                  <a:cubicBezTo>
                    <a:pt x="4070" y="20322"/>
                    <a:pt x="2236" y="34532"/>
                    <a:pt x="2236" y="34532"/>
                  </a:cubicBezTo>
                  <a:lnTo>
                    <a:pt x="21783" y="33965"/>
                  </a:lnTo>
                  <a:cubicBezTo>
                    <a:pt x="21783" y="33965"/>
                    <a:pt x="22250" y="21823"/>
                    <a:pt x="23017" y="16519"/>
                  </a:cubicBezTo>
                  <a:cubicBezTo>
                    <a:pt x="23784" y="11182"/>
                    <a:pt x="22583" y="2576"/>
                    <a:pt x="16846" y="708"/>
                  </a:cubicBezTo>
                  <a:cubicBezTo>
                    <a:pt x="15351" y="215"/>
                    <a:pt x="13569" y="0"/>
                    <a:pt x="11741"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8"/>
            <p:cNvSpPr/>
            <p:nvPr/>
          </p:nvSpPr>
          <p:spPr>
            <a:xfrm>
              <a:off x="6968849" y="3233438"/>
              <a:ext cx="401490" cy="769383"/>
            </a:xfrm>
            <a:custGeom>
              <a:rect b="b" l="l" r="r" t="t"/>
              <a:pathLst>
                <a:path extrusionOk="0" h="46601" w="24318">
                  <a:moveTo>
                    <a:pt x="334" y="0"/>
                  </a:moveTo>
                  <a:lnTo>
                    <a:pt x="401" y="1735"/>
                  </a:lnTo>
                  <a:cubicBezTo>
                    <a:pt x="401" y="1735"/>
                    <a:pt x="0" y="14844"/>
                    <a:pt x="567" y="20848"/>
                  </a:cubicBezTo>
                  <a:cubicBezTo>
                    <a:pt x="968" y="25085"/>
                    <a:pt x="1768" y="43831"/>
                    <a:pt x="2235" y="46600"/>
                  </a:cubicBezTo>
                  <a:lnTo>
                    <a:pt x="22550" y="46600"/>
                  </a:lnTo>
                  <a:cubicBezTo>
                    <a:pt x="22516" y="43398"/>
                    <a:pt x="22450" y="21816"/>
                    <a:pt x="22917" y="20048"/>
                  </a:cubicBezTo>
                  <a:cubicBezTo>
                    <a:pt x="23484" y="17846"/>
                    <a:pt x="24318" y="10508"/>
                    <a:pt x="23417" y="6271"/>
                  </a:cubicBezTo>
                  <a:cubicBezTo>
                    <a:pt x="22516" y="2068"/>
                    <a:pt x="21416" y="33"/>
                    <a:pt x="21416" y="33"/>
                  </a:cubicBezTo>
                  <a:lnTo>
                    <a:pt x="334" y="0"/>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8"/>
            <p:cNvSpPr/>
            <p:nvPr/>
          </p:nvSpPr>
          <p:spPr>
            <a:xfrm>
              <a:off x="7052554" y="3367251"/>
              <a:ext cx="71059" cy="619587"/>
            </a:xfrm>
            <a:custGeom>
              <a:rect b="b" l="l" r="r" t="t"/>
              <a:pathLst>
                <a:path extrusionOk="0" fill="none" h="37528" w="4304">
                  <a:moveTo>
                    <a:pt x="1" y="1"/>
                  </a:moveTo>
                  <a:cubicBezTo>
                    <a:pt x="835" y="568"/>
                    <a:pt x="1668" y="968"/>
                    <a:pt x="1668" y="1802"/>
                  </a:cubicBezTo>
                  <a:cubicBezTo>
                    <a:pt x="2069" y="9207"/>
                    <a:pt x="3737" y="30022"/>
                    <a:pt x="4304" y="37528"/>
                  </a:cubicBezTo>
                </a:path>
              </a:pathLst>
            </a:custGeom>
            <a:noFill/>
            <a:ln cap="rnd" cmpd="sng" w="1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8"/>
            <p:cNvSpPr/>
            <p:nvPr/>
          </p:nvSpPr>
          <p:spPr>
            <a:xfrm>
              <a:off x="6975453" y="2583571"/>
              <a:ext cx="347519" cy="737155"/>
            </a:xfrm>
            <a:custGeom>
              <a:rect b="b" l="l" r="r" t="t"/>
              <a:pathLst>
                <a:path extrusionOk="0" h="44649" w="21049">
                  <a:moveTo>
                    <a:pt x="10742" y="0"/>
                  </a:moveTo>
                  <a:lnTo>
                    <a:pt x="9507" y="868"/>
                  </a:lnTo>
                  <a:cubicBezTo>
                    <a:pt x="9507" y="868"/>
                    <a:pt x="2569" y="12610"/>
                    <a:pt x="1568" y="15245"/>
                  </a:cubicBezTo>
                  <a:cubicBezTo>
                    <a:pt x="534" y="17880"/>
                    <a:pt x="534" y="27087"/>
                    <a:pt x="534" y="27087"/>
                  </a:cubicBezTo>
                  <a:lnTo>
                    <a:pt x="1" y="41130"/>
                  </a:lnTo>
                  <a:cubicBezTo>
                    <a:pt x="1" y="41130"/>
                    <a:pt x="1001" y="43832"/>
                    <a:pt x="3637" y="44299"/>
                  </a:cubicBezTo>
                  <a:cubicBezTo>
                    <a:pt x="3639" y="44299"/>
                    <a:pt x="3642" y="44300"/>
                    <a:pt x="3645" y="44300"/>
                  </a:cubicBezTo>
                  <a:cubicBezTo>
                    <a:pt x="3975" y="44300"/>
                    <a:pt x="4270" y="40296"/>
                    <a:pt x="4270" y="40296"/>
                  </a:cubicBezTo>
                  <a:cubicBezTo>
                    <a:pt x="4270" y="40296"/>
                    <a:pt x="4571" y="44499"/>
                    <a:pt x="5071" y="44566"/>
                  </a:cubicBezTo>
                  <a:cubicBezTo>
                    <a:pt x="5467" y="44622"/>
                    <a:pt x="5861" y="44648"/>
                    <a:pt x="6253" y="44648"/>
                  </a:cubicBezTo>
                  <a:cubicBezTo>
                    <a:pt x="10477" y="44648"/>
                    <a:pt x="14277" y="41630"/>
                    <a:pt x="14277" y="41630"/>
                  </a:cubicBezTo>
                  <a:cubicBezTo>
                    <a:pt x="14277" y="41630"/>
                    <a:pt x="12910" y="27120"/>
                    <a:pt x="12843" y="20115"/>
                  </a:cubicBezTo>
                  <a:cubicBezTo>
                    <a:pt x="12776" y="13110"/>
                    <a:pt x="21049" y="367"/>
                    <a:pt x="21049" y="367"/>
                  </a:cubicBezTo>
                  <a:lnTo>
                    <a:pt x="10742"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8"/>
            <p:cNvSpPr/>
            <p:nvPr/>
          </p:nvSpPr>
          <p:spPr>
            <a:xfrm>
              <a:off x="7045950" y="2717401"/>
              <a:ext cx="99687" cy="530912"/>
            </a:xfrm>
            <a:custGeom>
              <a:rect b="b" l="l" r="r" t="t"/>
              <a:pathLst>
                <a:path extrusionOk="0" fill="none" h="32157" w="6038">
                  <a:moveTo>
                    <a:pt x="6038" y="0"/>
                  </a:moveTo>
                  <a:cubicBezTo>
                    <a:pt x="6038" y="0"/>
                    <a:pt x="2836" y="6638"/>
                    <a:pt x="1668" y="10508"/>
                  </a:cubicBezTo>
                  <a:cubicBezTo>
                    <a:pt x="501" y="14411"/>
                    <a:pt x="0" y="32157"/>
                    <a:pt x="0" y="32157"/>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8"/>
            <p:cNvSpPr/>
            <p:nvPr/>
          </p:nvSpPr>
          <p:spPr>
            <a:xfrm>
              <a:off x="7121401" y="2587979"/>
              <a:ext cx="375602" cy="883219"/>
            </a:xfrm>
            <a:custGeom>
              <a:rect b="b" l="l" r="r" t="t"/>
              <a:pathLst>
                <a:path extrusionOk="0" h="53496" w="22750">
                  <a:moveTo>
                    <a:pt x="10975" y="0"/>
                  </a:moveTo>
                  <a:cubicBezTo>
                    <a:pt x="10975" y="0"/>
                    <a:pt x="3736" y="10808"/>
                    <a:pt x="2335" y="14678"/>
                  </a:cubicBezTo>
                  <a:cubicBezTo>
                    <a:pt x="934" y="18580"/>
                    <a:pt x="0" y="33458"/>
                    <a:pt x="167" y="39762"/>
                  </a:cubicBezTo>
                  <a:cubicBezTo>
                    <a:pt x="367" y="46067"/>
                    <a:pt x="2369" y="53005"/>
                    <a:pt x="2369" y="53005"/>
                  </a:cubicBezTo>
                  <a:cubicBezTo>
                    <a:pt x="4412" y="53332"/>
                    <a:pt x="6475" y="53495"/>
                    <a:pt x="8539" y="53495"/>
                  </a:cubicBezTo>
                  <a:cubicBezTo>
                    <a:pt x="12372" y="53495"/>
                    <a:pt x="16207" y="52932"/>
                    <a:pt x="19914" y="51804"/>
                  </a:cubicBezTo>
                  <a:cubicBezTo>
                    <a:pt x="19914" y="51804"/>
                    <a:pt x="17379" y="40629"/>
                    <a:pt x="16145" y="36927"/>
                  </a:cubicBezTo>
                  <a:cubicBezTo>
                    <a:pt x="15378" y="34525"/>
                    <a:pt x="14811" y="32057"/>
                    <a:pt x="14444" y="29588"/>
                  </a:cubicBezTo>
                  <a:cubicBezTo>
                    <a:pt x="14444" y="29588"/>
                    <a:pt x="22750" y="3103"/>
                    <a:pt x="22750" y="2669"/>
                  </a:cubicBezTo>
                  <a:cubicBezTo>
                    <a:pt x="22750" y="2269"/>
                    <a:pt x="22583" y="1835"/>
                    <a:pt x="21749" y="1601"/>
                  </a:cubicBezTo>
                  <a:cubicBezTo>
                    <a:pt x="20915" y="1368"/>
                    <a:pt x="10975" y="0"/>
                    <a:pt x="10975" y="0"/>
                  </a:cubicBezTo>
                  <a:close/>
                </a:path>
              </a:pathLst>
            </a:custGeom>
            <a:solidFill>
              <a:schemeClr val="accen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8"/>
            <p:cNvSpPr/>
            <p:nvPr/>
          </p:nvSpPr>
          <p:spPr>
            <a:xfrm>
              <a:off x="7192989" y="3255462"/>
              <a:ext cx="179563" cy="37461"/>
            </a:xfrm>
            <a:custGeom>
              <a:rect b="b" l="l" r="r" t="t"/>
              <a:pathLst>
                <a:path extrusionOk="0" h="2269" w="10876">
                  <a:moveTo>
                    <a:pt x="10742" y="0"/>
                  </a:moveTo>
                  <a:lnTo>
                    <a:pt x="1" y="868"/>
                  </a:lnTo>
                  <a:lnTo>
                    <a:pt x="6305" y="2269"/>
                  </a:lnTo>
                  <a:lnTo>
                    <a:pt x="10875" y="1702"/>
                  </a:lnTo>
                  <a:lnTo>
                    <a:pt x="107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8"/>
            <p:cNvSpPr/>
            <p:nvPr/>
          </p:nvSpPr>
          <p:spPr>
            <a:xfrm>
              <a:off x="7192989" y="3255462"/>
              <a:ext cx="179563" cy="37461"/>
            </a:xfrm>
            <a:custGeom>
              <a:rect b="b" l="l" r="r" t="t"/>
              <a:pathLst>
                <a:path extrusionOk="0" fill="none" h="2269" w="10876">
                  <a:moveTo>
                    <a:pt x="1" y="868"/>
                  </a:moveTo>
                  <a:lnTo>
                    <a:pt x="10742" y="0"/>
                  </a:lnTo>
                  <a:lnTo>
                    <a:pt x="10875" y="1702"/>
                  </a:lnTo>
                  <a:lnTo>
                    <a:pt x="6305" y="2269"/>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8"/>
            <p:cNvSpPr/>
            <p:nvPr/>
          </p:nvSpPr>
          <p:spPr>
            <a:xfrm>
              <a:off x="6893943" y="2582465"/>
              <a:ext cx="288050" cy="836033"/>
            </a:xfrm>
            <a:custGeom>
              <a:rect b="b" l="l" r="r" t="t"/>
              <a:pathLst>
                <a:path extrusionOk="0" h="50638" w="17447">
                  <a:moveTo>
                    <a:pt x="17447" y="1"/>
                  </a:moveTo>
                  <a:lnTo>
                    <a:pt x="10575" y="334"/>
                  </a:lnTo>
                  <a:cubicBezTo>
                    <a:pt x="10575" y="334"/>
                    <a:pt x="5872" y="12176"/>
                    <a:pt x="5238" y="14378"/>
                  </a:cubicBezTo>
                  <a:cubicBezTo>
                    <a:pt x="4604" y="16579"/>
                    <a:pt x="4804" y="18781"/>
                    <a:pt x="4904" y="21816"/>
                  </a:cubicBezTo>
                  <a:cubicBezTo>
                    <a:pt x="4971" y="24819"/>
                    <a:pt x="4504" y="31690"/>
                    <a:pt x="4137" y="33625"/>
                  </a:cubicBezTo>
                  <a:cubicBezTo>
                    <a:pt x="3803" y="35560"/>
                    <a:pt x="468" y="44199"/>
                    <a:pt x="234" y="45700"/>
                  </a:cubicBezTo>
                  <a:cubicBezTo>
                    <a:pt x="1" y="47235"/>
                    <a:pt x="801" y="50637"/>
                    <a:pt x="801" y="50637"/>
                  </a:cubicBezTo>
                  <a:cubicBezTo>
                    <a:pt x="801" y="50637"/>
                    <a:pt x="3870" y="42865"/>
                    <a:pt x="4571" y="38862"/>
                  </a:cubicBezTo>
                  <a:cubicBezTo>
                    <a:pt x="5305" y="34826"/>
                    <a:pt x="6572" y="22150"/>
                    <a:pt x="6772" y="19415"/>
                  </a:cubicBezTo>
                  <a:cubicBezTo>
                    <a:pt x="6939" y="16646"/>
                    <a:pt x="15579" y="1435"/>
                    <a:pt x="15579" y="1435"/>
                  </a:cubicBezTo>
                  <a:lnTo>
                    <a:pt x="17447" y="1"/>
                  </a:lnTo>
                  <a:close/>
                </a:path>
              </a:pathLst>
            </a:custGeom>
            <a:solidFill>
              <a:schemeClr val="accen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8"/>
            <p:cNvSpPr/>
            <p:nvPr/>
          </p:nvSpPr>
          <p:spPr>
            <a:xfrm>
              <a:off x="7096620" y="2585222"/>
              <a:ext cx="60592" cy="108504"/>
            </a:xfrm>
            <a:custGeom>
              <a:rect b="b" l="l" r="r" t="t"/>
              <a:pathLst>
                <a:path extrusionOk="0" h="6572" w="3670">
                  <a:moveTo>
                    <a:pt x="1435" y="1"/>
                  </a:moveTo>
                  <a:lnTo>
                    <a:pt x="0" y="6572"/>
                  </a:lnTo>
                  <a:lnTo>
                    <a:pt x="3669" y="3703"/>
                  </a:lnTo>
                  <a:lnTo>
                    <a:pt x="1435"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8"/>
            <p:cNvSpPr/>
            <p:nvPr/>
          </p:nvSpPr>
          <p:spPr>
            <a:xfrm>
              <a:off x="7120295" y="2532902"/>
              <a:ext cx="107959" cy="184516"/>
            </a:xfrm>
            <a:custGeom>
              <a:rect b="b" l="l" r="r" t="t"/>
              <a:pathLst>
                <a:path extrusionOk="0" h="11176" w="6539">
                  <a:moveTo>
                    <a:pt x="4370" y="1"/>
                  </a:moveTo>
                  <a:lnTo>
                    <a:pt x="1" y="3170"/>
                  </a:lnTo>
                  <a:lnTo>
                    <a:pt x="1635" y="7506"/>
                  </a:lnTo>
                  <a:lnTo>
                    <a:pt x="1568" y="11175"/>
                  </a:lnTo>
                  <a:lnTo>
                    <a:pt x="6539" y="3803"/>
                  </a:lnTo>
                  <a:lnTo>
                    <a:pt x="4370"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8"/>
            <p:cNvSpPr/>
            <p:nvPr/>
          </p:nvSpPr>
          <p:spPr>
            <a:xfrm>
              <a:off x="7145621" y="2471765"/>
              <a:ext cx="164142" cy="245652"/>
            </a:xfrm>
            <a:custGeom>
              <a:rect b="b" l="l" r="r" t="t"/>
              <a:pathLst>
                <a:path extrusionOk="0" h="14879" w="9942">
                  <a:moveTo>
                    <a:pt x="9941" y="1"/>
                  </a:moveTo>
                  <a:lnTo>
                    <a:pt x="9941" y="1"/>
                  </a:lnTo>
                  <a:cubicBezTo>
                    <a:pt x="9941" y="1"/>
                    <a:pt x="4938" y="1902"/>
                    <a:pt x="2603" y="1969"/>
                  </a:cubicBezTo>
                  <a:cubicBezTo>
                    <a:pt x="2603" y="1969"/>
                    <a:pt x="1769" y="8107"/>
                    <a:pt x="1502" y="9741"/>
                  </a:cubicBezTo>
                  <a:cubicBezTo>
                    <a:pt x="1235" y="11376"/>
                    <a:pt x="1" y="14878"/>
                    <a:pt x="1" y="14878"/>
                  </a:cubicBezTo>
                  <a:cubicBezTo>
                    <a:pt x="1" y="14878"/>
                    <a:pt x="7840" y="7306"/>
                    <a:pt x="8207" y="6672"/>
                  </a:cubicBezTo>
                  <a:cubicBezTo>
                    <a:pt x="8607" y="6072"/>
                    <a:pt x="9941" y="1"/>
                    <a:pt x="9941"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8"/>
            <p:cNvSpPr/>
            <p:nvPr/>
          </p:nvSpPr>
          <p:spPr>
            <a:xfrm>
              <a:off x="7184734" y="2471765"/>
              <a:ext cx="125030" cy="70399"/>
            </a:xfrm>
            <a:custGeom>
              <a:rect b="b" l="l" r="r" t="t"/>
              <a:pathLst>
                <a:path extrusionOk="0" h="4264" w="7573">
                  <a:moveTo>
                    <a:pt x="7572" y="1"/>
                  </a:moveTo>
                  <a:lnTo>
                    <a:pt x="7572" y="1"/>
                  </a:lnTo>
                  <a:cubicBezTo>
                    <a:pt x="7572" y="1"/>
                    <a:pt x="2535" y="1902"/>
                    <a:pt x="200" y="1969"/>
                  </a:cubicBezTo>
                  <a:cubicBezTo>
                    <a:pt x="234" y="1969"/>
                    <a:pt x="134" y="2670"/>
                    <a:pt x="0" y="3670"/>
                  </a:cubicBezTo>
                  <a:cubicBezTo>
                    <a:pt x="712" y="4115"/>
                    <a:pt x="1305" y="4263"/>
                    <a:pt x="1987" y="4263"/>
                  </a:cubicBezTo>
                  <a:cubicBezTo>
                    <a:pt x="2328" y="4263"/>
                    <a:pt x="2691" y="4226"/>
                    <a:pt x="3103" y="4171"/>
                  </a:cubicBezTo>
                  <a:cubicBezTo>
                    <a:pt x="4337" y="3970"/>
                    <a:pt x="6038" y="2803"/>
                    <a:pt x="7172" y="1902"/>
                  </a:cubicBezTo>
                  <a:cubicBezTo>
                    <a:pt x="7406" y="835"/>
                    <a:pt x="7572" y="1"/>
                    <a:pt x="7572"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8"/>
            <p:cNvSpPr/>
            <p:nvPr/>
          </p:nvSpPr>
          <p:spPr>
            <a:xfrm>
              <a:off x="7117538" y="2196956"/>
              <a:ext cx="278144" cy="332924"/>
            </a:xfrm>
            <a:custGeom>
              <a:rect b="b" l="l" r="r" t="t"/>
              <a:pathLst>
                <a:path extrusionOk="0" h="20165" w="16847">
                  <a:moveTo>
                    <a:pt x="6806" y="1"/>
                  </a:moveTo>
                  <a:lnTo>
                    <a:pt x="1035" y="4537"/>
                  </a:lnTo>
                  <a:cubicBezTo>
                    <a:pt x="1035" y="4537"/>
                    <a:pt x="434" y="8940"/>
                    <a:pt x="234" y="12009"/>
                  </a:cubicBezTo>
                  <a:cubicBezTo>
                    <a:pt x="1" y="14544"/>
                    <a:pt x="1001" y="17080"/>
                    <a:pt x="2970" y="18747"/>
                  </a:cubicBezTo>
                  <a:cubicBezTo>
                    <a:pt x="4193" y="19824"/>
                    <a:pt x="5003" y="20165"/>
                    <a:pt x="5993" y="20165"/>
                  </a:cubicBezTo>
                  <a:cubicBezTo>
                    <a:pt x="6353" y="20165"/>
                    <a:pt x="6737" y="20120"/>
                    <a:pt x="7173" y="20048"/>
                  </a:cubicBezTo>
                  <a:cubicBezTo>
                    <a:pt x="8807" y="19782"/>
                    <a:pt x="11175" y="17880"/>
                    <a:pt x="12076" y="17046"/>
                  </a:cubicBezTo>
                  <a:cubicBezTo>
                    <a:pt x="12977" y="16212"/>
                    <a:pt x="14645" y="13711"/>
                    <a:pt x="14645" y="13711"/>
                  </a:cubicBezTo>
                  <a:cubicBezTo>
                    <a:pt x="14645" y="13711"/>
                    <a:pt x="14933" y="13770"/>
                    <a:pt x="15279" y="13770"/>
                  </a:cubicBezTo>
                  <a:cubicBezTo>
                    <a:pt x="15670" y="13770"/>
                    <a:pt x="16134" y="13695"/>
                    <a:pt x="16346" y="13377"/>
                  </a:cubicBezTo>
                  <a:cubicBezTo>
                    <a:pt x="16546" y="13077"/>
                    <a:pt x="16713" y="12743"/>
                    <a:pt x="16846" y="12443"/>
                  </a:cubicBezTo>
                  <a:cubicBezTo>
                    <a:pt x="16846" y="12443"/>
                    <a:pt x="11342" y="9341"/>
                    <a:pt x="9074" y="5438"/>
                  </a:cubicBezTo>
                  <a:cubicBezTo>
                    <a:pt x="6839" y="1502"/>
                    <a:pt x="6806" y="1"/>
                    <a:pt x="6806"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8"/>
            <p:cNvSpPr/>
            <p:nvPr/>
          </p:nvSpPr>
          <p:spPr>
            <a:xfrm>
              <a:off x="7159391" y="2330787"/>
              <a:ext cx="49596" cy="68863"/>
            </a:xfrm>
            <a:custGeom>
              <a:rect b="b" l="l" r="r" t="t"/>
              <a:pathLst>
                <a:path extrusionOk="0" fill="none" h="4171" w="3004">
                  <a:moveTo>
                    <a:pt x="2469" y="1"/>
                  </a:moveTo>
                  <a:cubicBezTo>
                    <a:pt x="2369" y="634"/>
                    <a:pt x="2202" y="1268"/>
                    <a:pt x="1902" y="1835"/>
                  </a:cubicBezTo>
                  <a:cubicBezTo>
                    <a:pt x="1535" y="2469"/>
                    <a:pt x="1" y="2803"/>
                    <a:pt x="835" y="3503"/>
                  </a:cubicBezTo>
                  <a:cubicBezTo>
                    <a:pt x="1469" y="3937"/>
                    <a:pt x="2236" y="4170"/>
                    <a:pt x="3003" y="4170"/>
                  </a:cubicBezTo>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8"/>
            <p:cNvSpPr/>
            <p:nvPr/>
          </p:nvSpPr>
          <p:spPr>
            <a:xfrm>
              <a:off x="7172615" y="2411190"/>
              <a:ext cx="83722" cy="29751"/>
            </a:xfrm>
            <a:custGeom>
              <a:rect b="b" l="l" r="r" t="t"/>
              <a:pathLst>
                <a:path extrusionOk="0" fill="none" h="1802" w="5071">
                  <a:moveTo>
                    <a:pt x="0" y="468"/>
                  </a:moveTo>
                  <a:cubicBezTo>
                    <a:pt x="0" y="468"/>
                    <a:pt x="3069" y="1802"/>
                    <a:pt x="5071" y="1"/>
                  </a:cubicBezTo>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8"/>
            <p:cNvSpPr/>
            <p:nvPr/>
          </p:nvSpPr>
          <p:spPr>
            <a:xfrm>
              <a:off x="7189687" y="2422202"/>
              <a:ext cx="55094" cy="33070"/>
            </a:xfrm>
            <a:custGeom>
              <a:rect b="b" l="l" r="r" t="t"/>
              <a:pathLst>
                <a:path extrusionOk="0" fill="none" h="2003" w="3337">
                  <a:moveTo>
                    <a:pt x="1" y="268"/>
                  </a:moveTo>
                  <a:cubicBezTo>
                    <a:pt x="1" y="268"/>
                    <a:pt x="434" y="2002"/>
                    <a:pt x="1468" y="1669"/>
                  </a:cubicBezTo>
                  <a:cubicBezTo>
                    <a:pt x="2469" y="1335"/>
                    <a:pt x="3336" y="1"/>
                    <a:pt x="3336" y="1"/>
                  </a:cubicBezTo>
                  <a:cubicBezTo>
                    <a:pt x="2235" y="168"/>
                    <a:pt x="1101" y="268"/>
                    <a:pt x="1" y="268"/>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8"/>
            <p:cNvSpPr/>
            <p:nvPr/>
          </p:nvSpPr>
          <p:spPr>
            <a:xfrm>
              <a:off x="7249172" y="2330787"/>
              <a:ext cx="15437" cy="27010"/>
            </a:xfrm>
            <a:custGeom>
              <a:rect b="b" l="l" r="r" t="t"/>
              <a:pathLst>
                <a:path extrusionOk="0" h="1636" w="935">
                  <a:moveTo>
                    <a:pt x="434" y="1"/>
                  </a:moveTo>
                  <a:cubicBezTo>
                    <a:pt x="200" y="1"/>
                    <a:pt x="0" y="367"/>
                    <a:pt x="33" y="834"/>
                  </a:cubicBezTo>
                  <a:cubicBezTo>
                    <a:pt x="33" y="1268"/>
                    <a:pt x="267" y="1635"/>
                    <a:pt x="500" y="1635"/>
                  </a:cubicBezTo>
                  <a:cubicBezTo>
                    <a:pt x="734" y="1635"/>
                    <a:pt x="934" y="1235"/>
                    <a:pt x="934" y="801"/>
                  </a:cubicBezTo>
                  <a:cubicBezTo>
                    <a:pt x="901" y="334"/>
                    <a:pt x="667" y="1"/>
                    <a:pt x="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8"/>
            <p:cNvSpPr/>
            <p:nvPr/>
          </p:nvSpPr>
          <p:spPr>
            <a:xfrm>
              <a:off x="7169313" y="2321425"/>
              <a:ext cx="14876" cy="26994"/>
            </a:xfrm>
            <a:custGeom>
              <a:rect b="b" l="l" r="r" t="t"/>
              <a:pathLst>
                <a:path extrusionOk="0" h="1635" w="901">
                  <a:moveTo>
                    <a:pt x="434" y="0"/>
                  </a:moveTo>
                  <a:cubicBezTo>
                    <a:pt x="200" y="0"/>
                    <a:pt x="0" y="367"/>
                    <a:pt x="0" y="834"/>
                  </a:cubicBezTo>
                  <a:cubicBezTo>
                    <a:pt x="34" y="1268"/>
                    <a:pt x="234" y="1635"/>
                    <a:pt x="501" y="1635"/>
                  </a:cubicBezTo>
                  <a:cubicBezTo>
                    <a:pt x="734" y="1635"/>
                    <a:pt x="901" y="1235"/>
                    <a:pt x="901" y="801"/>
                  </a:cubicBezTo>
                  <a:cubicBezTo>
                    <a:pt x="901" y="334"/>
                    <a:pt x="667" y="0"/>
                    <a:pt x="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8"/>
            <p:cNvSpPr/>
            <p:nvPr/>
          </p:nvSpPr>
          <p:spPr>
            <a:xfrm>
              <a:off x="7157195" y="2292236"/>
              <a:ext cx="38567" cy="11590"/>
            </a:xfrm>
            <a:custGeom>
              <a:rect b="b" l="l" r="r" t="t"/>
              <a:pathLst>
                <a:path extrusionOk="0" fill="none" h="702" w="2336">
                  <a:moveTo>
                    <a:pt x="0" y="668"/>
                  </a:moveTo>
                  <a:cubicBezTo>
                    <a:pt x="634" y="1"/>
                    <a:pt x="1735" y="1"/>
                    <a:pt x="2335" y="701"/>
                  </a:cubicBezTo>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8"/>
            <p:cNvSpPr/>
            <p:nvPr/>
          </p:nvSpPr>
          <p:spPr>
            <a:xfrm>
              <a:off x="7234841" y="2293342"/>
              <a:ext cx="54549" cy="33053"/>
            </a:xfrm>
            <a:custGeom>
              <a:rect b="b" l="l" r="r" t="t"/>
              <a:pathLst>
                <a:path extrusionOk="0" fill="none" h="2002" w="3304">
                  <a:moveTo>
                    <a:pt x="1" y="901"/>
                  </a:moveTo>
                  <a:cubicBezTo>
                    <a:pt x="1" y="901"/>
                    <a:pt x="2302" y="0"/>
                    <a:pt x="3303" y="2002"/>
                  </a:cubicBezTo>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8"/>
            <p:cNvSpPr/>
            <p:nvPr/>
          </p:nvSpPr>
          <p:spPr>
            <a:xfrm>
              <a:off x="7146183" y="2614412"/>
              <a:ext cx="99143" cy="103006"/>
            </a:xfrm>
            <a:custGeom>
              <a:rect b="b" l="l" r="r" t="t"/>
              <a:pathLst>
                <a:path extrusionOk="0" h="6239" w="6005">
                  <a:moveTo>
                    <a:pt x="4070" y="0"/>
                  </a:moveTo>
                  <a:lnTo>
                    <a:pt x="0" y="6238"/>
                  </a:lnTo>
                  <a:lnTo>
                    <a:pt x="6005" y="3003"/>
                  </a:lnTo>
                  <a:lnTo>
                    <a:pt x="4070"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8"/>
            <p:cNvSpPr/>
            <p:nvPr/>
          </p:nvSpPr>
          <p:spPr>
            <a:xfrm>
              <a:off x="7213362" y="2525192"/>
              <a:ext cx="142118" cy="182303"/>
            </a:xfrm>
            <a:custGeom>
              <a:rect b="b" l="l" r="r" t="t"/>
              <a:pathLst>
                <a:path extrusionOk="0" h="11042" w="8608">
                  <a:moveTo>
                    <a:pt x="6872" y="1"/>
                  </a:moveTo>
                  <a:lnTo>
                    <a:pt x="1" y="5404"/>
                  </a:lnTo>
                  <a:lnTo>
                    <a:pt x="2002" y="11042"/>
                  </a:lnTo>
                  <a:lnTo>
                    <a:pt x="8607" y="3436"/>
                  </a:lnTo>
                  <a:lnTo>
                    <a:pt x="6872"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8"/>
            <p:cNvSpPr/>
            <p:nvPr/>
          </p:nvSpPr>
          <p:spPr>
            <a:xfrm>
              <a:off x="7010702" y="3024405"/>
              <a:ext cx="189469" cy="118806"/>
            </a:xfrm>
            <a:custGeom>
              <a:rect b="b" l="l" r="r" t="t"/>
              <a:pathLst>
                <a:path extrusionOk="0" h="7196" w="11476">
                  <a:moveTo>
                    <a:pt x="5530" y="0"/>
                  </a:moveTo>
                  <a:cubicBezTo>
                    <a:pt x="4868" y="0"/>
                    <a:pt x="4228" y="71"/>
                    <a:pt x="3636" y="85"/>
                  </a:cubicBezTo>
                  <a:cubicBezTo>
                    <a:pt x="2235" y="119"/>
                    <a:pt x="1301" y="419"/>
                    <a:pt x="1468" y="986"/>
                  </a:cubicBezTo>
                  <a:cubicBezTo>
                    <a:pt x="1569" y="1390"/>
                    <a:pt x="2378" y="1469"/>
                    <a:pt x="2953" y="1469"/>
                  </a:cubicBezTo>
                  <a:cubicBezTo>
                    <a:pt x="3138" y="1469"/>
                    <a:pt x="3298" y="1461"/>
                    <a:pt x="3403" y="1453"/>
                  </a:cubicBezTo>
                  <a:cubicBezTo>
                    <a:pt x="3803" y="1453"/>
                    <a:pt x="4504" y="2120"/>
                    <a:pt x="4504" y="2120"/>
                  </a:cubicBezTo>
                  <a:lnTo>
                    <a:pt x="1068" y="2954"/>
                  </a:lnTo>
                  <a:cubicBezTo>
                    <a:pt x="1068" y="2954"/>
                    <a:pt x="0" y="3688"/>
                    <a:pt x="834" y="4455"/>
                  </a:cubicBezTo>
                  <a:cubicBezTo>
                    <a:pt x="1447" y="5020"/>
                    <a:pt x="1693" y="5103"/>
                    <a:pt x="1785" y="5103"/>
                  </a:cubicBezTo>
                  <a:cubicBezTo>
                    <a:pt x="1824" y="5103"/>
                    <a:pt x="1835" y="5089"/>
                    <a:pt x="1835" y="5089"/>
                  </a:cubicBezTo>
                  <a:cubicBezTo>
                    <a:pt x="1835" y="5089"/>
                    <a:pt x="3136" y="7124"/>
                    <a:pt x="4504" y="7190"/>
                  </a:cubicBezTo>
                  <a:cubicBezTo>
                    <a:pt x="4552" y="7194"/>
                    <a:pt x="4605" y="7196"/>
                    <a:pt x="4663" y="7196"/>
                  </a:cubicBezTo>
                  <a:cubicBezTo>
                    <a:pt x="6282" y="7196"/>
                    <a:pt x="11475" y="5889"/>
                    <a:pt x="11475" y="5889"/>
                  </a:cubicBezTo>
                  <a:lnTo>
                    <a:pt x="10808" y="1787"/>
                  </a:lnTo>
                  <a:cubicBezTo>
                    <a:pt x="9874" y="1520"/>
                    <a:pt x="8974" y="1153"/>
                    <a:pt x="8173" y="652"/>
                  </a:cubicBezTo>
                  <a:cubicBezTo>
                    <a:pt x="7302" y="122"/>
                    <a:pt x="6398" y="0"/>
                    <a:pt x="5530"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8"/>
            <p:cNvSpPr/>
            <p:nvPr/>
          </p:nvSpPr>
          <p:spPr>
            <a:xfrm>
              <a:off x="7180325" y="2614412"/>
              <a:ext cx="365696" cy="546332"/>
            </a:xfrm>
            <a:custGeom>
              <a:rect b="b" l="l" r="r" t="t"/>
              <a:pathLst>
                <a:path extrusionOk="0" h="33091" w="22150">
                  <a:moveTo>
                    <a:pt x="17213" y="0"/>
                  </a:moveTo>
                  <a:lnTo>
                    <a:pt x="10241" y="10875"/>
                  </a:lnTo>
                  <a:cubicBezTo>
                    <a:pt x="10408" y="11709"/>
                    <a:pt x="11309" y="23984"/>
                    <a:pt x="11309" y="23984"/>
                  </a:cubicBezTo>
                  <a:lnTo>
                    <a:pt x="0" y="26653"/>
                  </a:lnTo>
                  <a:lnTo>
                    <a:pt x="601" y="33091"/>
                  </a:lnTo>
                  <a:cubicBezTo>
                    <a:pt x="601" y="33091"/>
                    <a:pt x="20849" y="30689"/>
                    <a:pt x="21216" y="29455"/>
                  </a:cubicBezTo>
                  <a:cubicBezTo>
                    <a:pt x="21616" y="28221"/>
                    <a:pt x="20282" y="6672"/>
                    <a:pt x="20382" y="5438"/>
                  </a:cubicBezTo>
                  <a:cubicBezTo>
                    <a:pt x="20515" y="4204"/>
                    <a:pt x="22150" y="0"/>
                    <a:pt x="17213"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8"/>
            <p:cNvSpPr/>
            <p:nvPr/>
          </p:nvSpPr>
          <p:spPr>
            <a:xfrm>
              <a:off x="7180325" y="2614412"/>
              <a:ext cx="365696" cy="546332"/>
            </a:xfrm>
            <a:custGeom>
              <a:rect b="b" l="l" r="r" t="t"/>
              <a:pathLst>
                <a:path extrusionOk="0" fill="none" h="33091" w="22150">
                  <a:moveTo>
                    <a:pt x="10241" y="10875"/>
                  </a:moveTo>
                  <a:cubicBezTo>
                    <a:pt x="10408" y="11709"/>
                    <a:pt x="11309" y="23984"/>
                    <a:pt x="11309" y="23984"/>
                  </a:cubicBezTo>
                  <a:lnTo>
                    <a:pt x="0" y="26653"/>
                  </a:lnTo>
                  <a:lnTo>
                    <a:pt x="601" y="33091"/>
                  </a:lnTo>
                  <a:cubicBezTo>
                    <a:pt x="601" y="33091"/>
                    <a:pt x="20849" y="30689"/>
                    <a:pt x="21216" y="29455"/>
                  </a:cubicBezTo>
                  <a:cubicBezTo>
                    <a:pt x="21616" y="28221"/>
                    <a:pt x="20282" y="6672"/>
                    <a:pt x="20382" y="5438"/>
                  </a:cubicBezTo>
                  <a:cubicBezTo>
                    <a:pt x="20515" y="4204"/>
                    <a:pt x="22150" y="0"/>
                    <a:pt x="17213"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8"/>
            <p:cNvSpPr/>
            <p:nvPr/>
          </p:nvSpPr>
          <p:spPr>
            <a:xfrm>
              <a:off x="7380790" y="2692009"/>
              <a:ext cx="114563" cy="67807"/>
            </a:xfrm>
            <a:custGeom>
              <a:rect b="b" l="l" r="r" t="t"/>
              <a:pathLst>
                <a:path extrusionOk="0" h="4107" w="6939">
                  <a:moveTo>
                    <a:pt x="6770" y="1"/>
                  </a:moveTo>
                  <a:cubicBezTo>
                    <a:pt x="3201" y="1"/>
                    <a:pt x="0" y="4107"/>
                    <a:pt x="0" y="4107"/>
                  </a:cubicBezTo>
                  <a:lnTo>
                    <a:pt x="6939" y="4"/>
                  </a:lnTo>
                  <a:cubicBezTo>
                    <a:pt x="6882" y="2"/>
                    <a:pt x="6826" y="1"/>
                    <a:pt x="67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8"/>
            <p:cNvSpPr/>
            <p:nvPr/>
          </p:nvSpPr>
          <p:spPr>
            <a:xfrm>
              <a:off x="7380790" y="2689863"/>
              <a:ext cx="114563" cy="69953"/>
            </a:xfrm>
            <a:custGeom>
              <a:rect b="b" l="l" r="r" t="t"/>
              <a:pathLst>
                <a:path extrusionOk="0" fill="none" h="4237" w="6939">
                  <a:moveTo>
                    <a:pt x="0" y="4237"/>
                  </a:moveTo>
                  <a:cubicBezTo>
                    <a:pt x="0" y="4237"/>
                    <a:pt x="3303" y="0"/>
                    <a:pt x="6939" y="134"/>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8"/>
            <p:cNvSpPr/>
            <p:nvPr/>
          </p:nvSpPr>
          <p:spPr>
            <a:xfrm>
              <a:off x="7380790" y="2759799"/>
              <a:ext cx="93645" cy="26449"/>
            </a:xfrm>
            <a:custGeom>
              <a:rect b="b" l="l" r="r" t="t"/>
              <a:pathLst>
                <a:path extrusionOk="0" h="1602" w="5672">
                  <a:moveTo>
                    <a:pt x="5671" y="1"/>
                  </a:moveTo>
                  <a:cubicBezTo>
                    <a:pt x="2836" y="1"/>
                    <a:pt x="0" y="1602"/>
                    <a:pt x="0" y="1602"/>
                  </a:cubicBezTo>
                  <a:lnTo>
                    <a:pt x="5671" y="1"/>
                  </a:ln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8"/>
            <p:cNvSpPr/>
            <p:nvPr/>
          </p:nvSpPr>
          <p:spPr>
            <a:xfrm>
              <a:off x="7380790" y="2759799"/>
              <a:ext cx="93645" cy="26449"/>
            </a:xfrm>
            <a:custGeom>
              <a:rect b="b" l="l" r="r" t="t"/>
              <a:pathLst>
                <a:path extrusionOk="0" fill="none" h="1602" w="5672">
                  <a:moveTo>
                    <a:pt x="0" y="1602"/>
                  </a:moveTo>
                  <a:cubicBezTo>
                    <a:pt x="0" y="1602"/>
                    <a:pt x="2836" y="1"/>
                    <a:pt x="5671"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8"/>
            <p:cNvSpPr/>
            <p:nvPr/>
          </p:nvSpPr>
          <p:spPr>
            <a:xfrm>
              <a:off x="5219185" y="3592497"/>
              <a:ext cx="72165" cy="410323"/>
            </a:xfrm>
            <a:custGeom>
              <a:rect b="b" l="l" r="r" t="t"/>
              <a:pathLst>
                <a:path extrusionOk="0" h="24853" w="4371">
                  <a:moveTo>
                    <a:pt x="701" y="1"/>
                  </a:moveTo>
                  <a:cubicBezTo>
                    <a:pt x="301" y="1"/>
                    <a:pt x="1" y="301"/>
                    <a:pt x="1" y="701"/>
                  </a:cubicBezTo>
                  <a:lnTo>
                    <a:pt x="1" y="24852"/>
                  </a:lnTo>
                  <a:lnTo>
                    <a:pt x="4370" y="24852"/>
                  </a:lnTo>
                  <a:lnTo>
                    <a:pt x="4370" y="701"/>
                  </a:lnTo>
                  <a:cubicBezTo>
                    <a:pt x="4370" y="334"/>
                    <a:pt x="4070" y="1"/>
                    <a:pt x="3670" y="1"/>
                  </a:cubicBezTo>
                  <a:close/>
                </a:path>
              </a:pathLst>
            </a:custGeom>
            <a:solidFill>
              <a:schemeClr val="accent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8"/>
            <p:cNvSpPr/>
            <p:nvPr/>
          </p:nvSpPr>
          <p:spPr>
            <a:xfrm>
              <a:off x="5158065" y="3592497"/>
              <a:ext cx="72710" cy="410323"/>
            </a:xfrm>
            <a:custGeom>
              <a:rect b="b" l="l" r="r" t="t"/>
              <a:pathLst>
                <a:path extrusionOk="0" h="24853" w="4404">
                  <a:moveTo>
                    <a:pt x="734" y="1"/>
                  </a:moveTo>
                  <a:cubicBezTo>
                    <a:pt x="334" y="1"/>
                    <a:pt x="0" y="334"/>
                    <a:pt x="0" y="701"/>
                  </a:cubicBezTo>
                  <a:lnTo>
                    <a:pt x="0" y="24852"/>
                  </a:lnTo>
                  <a:lnTo>
                    <a:pt x="4403" y="24852"/>
                  </a:lnTo>
                  <a:lnTo>
                    <a:pt x="4403" y="701"/>
                  </a:lnTo>
                  <a:cubicBezTo>
                    <a:pt x="4403" y="301"/>
                    <a:pt x="4070" y="1"/>
                    <a:pt x="3669"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8"/>
            <p:cNvSpPr/>
            <p:nvPr/>
          </p:nvSpPr>
          <p:spPr>
            <a:xfrm>
              <a:off x="5253328" y="3874472"/>
              <a:ext cx="876235" cy="128349"/>
            </a:xfrm>
            <a:custGeom>
              <a:rect b="b" l="l" r="r" t="t"/>
              <a:pathLst>
                <a:path extrusionOk="0" h="7774" w="53073">
                  <a:moveTo>
                    <a:pt x="2403" y="1"/>
                  </a:moveTo>
                  <a:lnTo>
                    <a:pt x="1268" y="401"/>
                  </a:lnTo>
                  <a:cubicBezTo>
                    <a:pt x="1268" y="401"/>
                    <a:pt x="1" y="2169"/>
                    <a:pt x="134" y="3036"/>
                  </a:cubicBezTo>
                  <a:cubicBezTo>
                    <a:pt x="201" y="3470"/>
                    <a:pt x="234" y="5638"/>
                    <a:pt x="301" y="7773"/>
                  </a:cubicBezTo>
                  <a:lnTo>
                    <a:pt x="53072" y="7773"/>
                  </a:lnTo>
                  <a:cubicBezTo>
                    <a:pt x="52705" y="6839"/>
                    <a:pt x="52071" y="6005"/>
                    <a:pt x="51271" y="5438"/>
                  </a:cubicBezTo>
                  <a:cubicBezTo>
                    <a:pt x="48869" y="3904"/>
                    <a:pt x="26086" y="401"/>
                    <a:pt x="26086" y="401"/>
                  </a:cubicBezTo>
                  <a:lnTo>
                    <a:pt x="2403"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8"/>
            <p:cNvSpPr/>
            <p:nvPr/>
          </p:nvSpPr>
          <p:spPr>
            <a:xfrm>
              <a:off x="5259387" y="3125314"/>
              <a:ext cx="571675" cy="767781"/>
            </a:xfrm>
            <a:custGeom>
              <a:rect b="b" l="l" r="r" t="t"/>
              <a:pathLst>
                <a:path extrusionOk="0" h="46504" w="34626">
                  <a:moveTo>
                    <a:pt x="21691" y="1"/>
                  </a:moveTo>
                  <a:cubicBezTo>
                    <a:pt x="21576" y="1"/>
                    <a:pt x="21483" y="15"/>
                    <a:pt x="21416" y="44"/>
                  </a:cubicBezTo>
                  <a:cubicBezTo>
                    <a:pt x="21416" y="44"/>
                    <a:pt x="15879" y="3180"/>
                    <a:pt x="14011" y="4948"/>
                  </a:cubicBezTo>
                  <a:cubicBezTo>
                    <a:pt x="12109" y="6716"/>
                    <a:pt x="8974" y="12520"/>
                    <a:pt x="8707" y="16056"/>
                  </a:cubicBezTo>
                  <a:cubicBezTo>
                    <a:pt x="8440" y="19558"/>
                    <a:pt x="5671" y="33068"/>
                    <a:pt x="5671" y="33068"/>
                  </a:cubicBezTo>
                  <a:cubicBezTo>
                    <a:pt x="5671" y="33068"/>
                    <a:pt x="1" y="44143"/>
                    <a:pt x="901" y="45777"/>
                  </a:cubicBezTo>
                  <a:cubicBezTo>
                    <a:pt x="1202" y="46322"/>
                    <a:pt x="3989" y="46504"/>
                    <a:pt x="7595" y="46504"/>
                  </a:cubicBezTo>
                  <a:cubicBezTo>
                    <a:pt x="14808" y="46504"/>
                    <a:pt x="25297" y="45777"/>
                    <a:pt x="25719" y="45777"/>
                  </a:cubicBezTo>
                  <a:cubicBezTo>
                    <a:pt x="26353" y="45777"/>
                    <a:pt x="25085" y="38839"/>
                    <a:pt x="25085" y="38839"/>
                  </a:cubicBezTo>
                  <a:cubicBezTo>
                    <a:pt x="25085" y="38839"/>
                    <a:pt x="33892" y="25229"/>
                    <a:pt x="34259" y="21593"/>
                  </a:cubicBezTo>
                  <a:cubicBezTo>
                    <a:pt x="34625" y="17924"/>
                    <a:pt x="31990" y="7983"/>
                    <a:pt x="31490" y="5715"/>
                  </a:cubicBezTo>
                  <a:cubicBezTo>
                    <a:pt x="31019" y="3581"/>
                    <a:pt x="23522" y="1"/>
                    <a:pt x="21691"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8"/>
            <p:cNvSpPr/>
            <p:nvPr/>
          </p:nvSpPr>
          <p:spPr>
            <a:xfrm>
              <a:off x="5541906" y="3443808"/>
              <a:ext cx="103006" cy="91994"/>
            </a:xfrm>
            <a:custGeom>
              <a:rect b="b" l="l" r="r" t="t"/>
              <a:pathLst>
                <a:path extrusionOk="0" fill="none" h="5572" w="6239">
                  <a:moveTo>
                    <a:pt x="1" y="0"/>
                  </a:moveTo>
                  <a:cubicBezTo>
                    <a:pt x="1" y="0"/>
                    <a:pt x="4404" y="4170"/>
                    <a:pt x="6239" y="557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8"/>
            <p:cNvSpPr/>
            <p:nvPr/>
          </p:nvSpPr>
          <p:spPr>
            <a:xfrm>
              <a:off x="5507218" y="3497235"/>
              <a:ext cx="168534" cy="50124"/>
            </a:xfrm>
            <a:custGeom>
              <a:rect b="b" l="l" r="r" t="t"/>
              <a:pathLst>
                <a:path extrusionOk="0" fill="none" h="3036" w="10208">
                  <a:moveTo>
                    <a:pt x="0" y="0"/>
                  </a:moveTo>
                  <a:cubicBezTo>
                    <a:pt x="0" y="0"/>
                    <a:pt x="8106" y="2802"/>
                    <a:pt x="10208" y="3036"/>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8"/>
            <p:cNvSpPr/>
            <p:nvPr/>
          </p:nvSpPr>
          <p:spPr>
            <a:xfrm>
              <a:off x="5608557" y="2800166"/>
              <a:ext cx="300152" cy="409052"/>
            </a:xfrm>
            <a:custGeom>
              <a:rect b="b" l="l" r="r" t="t"/>
              <a:pathLst>
                <a:path extrusionOk="0" h="24776" w="18180">
                  <a:moveTo>
                    <a:pt x="9220" y="1"/>
                  </a:moveTo>
                  <a:cubicBezTo>
                    <a:pt x="7703" y="1"/>
                    <a:pt x="6118" y="283"/>
                    <a:pt x="4904" y="992"/>
                  </a:cubicBezTo>
                  <a:cubicBezTo>
                    <a:pt x="2135" y="2626"/>
                    <a:pt x="0" y="6896"/>
                    <a:pt x="367" y="10699"/>
                  </a:cubicBezTo>
                  <a:cubicBezTo>
                    <a:pt x="767" y="14468"/>
                    <a:pt x="2135" y="16736"/>
                    <a:pt x="2135" y="16736"/>
                  </a:cubicBezTo>
                  <a:lnTo>
                    <a:pt x="901" y="19238"/>
                  </a:lnTo>
                  <a:lnTo>
                    <a:pt x="10474" y="24775"/>
                  </a:lnTo>
                  <a:lnTo>
                    <a:pt x="11875" y="20105"/>
                  </a:lnTo>
                  <a:cubicBezTo>
                    <a:pt x="12542" y="20539"/>
                    <a:pt x="13343" y="20806"/>
                    <a:pt x="14144" y="20872"/>
                  </a:cubicBezTo>
                  <a:cubicBezTo>
                    <a:pt x="14218" y="20880"/>
                    <a:pt x="14289" y="20883"/>
                    <a:pt x="14358" y="20883"/>
                  </a:cubicBezTo>
                  <a:cubicBezTo>
                    <a:pt x="15555" y="20883"/>
                    <a:pt x="15931" y="19817"/>
                    <a:pt x="16278" y="18871"/>
                  </a:cubicBezTo>
                  <a:cubicBezTo>
                    <a:pt x="16645" y="17837"/>
                    <a:pt x="17913" y="13067"/>
                    <a:pt x="18046" y="11666"/>
                  </a:cubicBezTo>
                  <a:cubicBezTo>
                    <a:pt x="18180" y="10298"/>
                    <a:pt x="17546" y="5628"/>
                    <a:pt x="17546" y="5628"/>
                  </a:cubicBezTo>
                  <a:cubicBezTo>
                    <a:pt x="17546" y="5628"/>
                    <a:pt x="15244" y="2259"/>
                    <a:pt x="13843" y="1125"/>
                  </a:cubicBezTo>
                  <a:cubicBezTo>
                    <a:pt x="13069" y="483"/>
                    <a:pt x="11202" y="1"/>
                    <a:pt x="9220"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8"/>
            <p:cNvSpPr/>
            <p:nvPr/>
          </p:nvSpPr>
          <p:spPr>
            <a:xfrm>
              <a:off x="5600847" y="3086383"/>
              <a:ext cx="214250" cy="189469"/>
            </a:xfrm>
            <a:custGeom>
              <a:rect b="b" l="l" r="r" t="t"/>
              <a:pathLst>
                <a:path extrusionOk="0" h="11476" w="12977">
                  <a:moveTo>
                    <a:pt x="867" y="1"/>
                  </a:moveTo>
                  <a:lnTo>
                    <a:pt x="0" y="2769"/>
                  </a:lnTo>
                  <a:cubicBezTo>
                    <a:pt x="1835" y="4137"/>
                    <a:pt x="3770" y="5371"/>
                    <a:pt x="5771" y="6439"/>
                  </a:cubicBezTo>
                  <a:cubicBezTo>
                    <a:pt x="8339" y="7873"/>
                    <a:pt x="10741" y="9574"/>
                    <a:pt x="12976" y="11476"/>
                  </a:cubicBezTo>
                  <a:cubicBezTo>
                    <a:pt x="12976" y="11476"/>
                    <a:pt x="12442" y="7573"/>
                    <a:pt x="12342" y="6305"/>
                  </a:cubicBezTo>
                  <a:cubicBezTo>
                    <a:pt x="12209" y="5038"/>
                    <a:pt x="1368" y="134"/>
                    <a:pt x="867"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8"/>
            <p:cNvSpPr/>
            <p:nvPr/>
          </p:nvSpPr>
          <p:spPr>
            <a:xfrm>
              <a:off x="5773211" y="2707528"/>
              <a:ext cx="158083" cy="198252"/>
            </a:xfrm>
            <a:custGeom>
              <a:rect b="b" l="l" r="r" t="t"/>
              <a:pathLst>
                <a:path extrusionOk="0" h="12008" w="9575">
                  <a:moveTo>
                    <a:pt x="4425" y="0"/>
                  </a:moveTo>
                  <a:cubicBezTo>
                    <a:pt x="2175" y="0"/>
                    <a:pt x="1" y="932"/>
                    <a:pt x="1" y="932"/>
                  </a:cubicBezTo>
                  <a:cubicBezTo>
                    <a:pt x="1002" y="2233"/>
                    <a:pt x="2169" y="3367"/>
                    <a:pt x="3503" y="4301"/>
                  </a:cubicBezTo>
                  <a:cubicBezTo>
                    <a:pt x="5885" y="6054"/>
                    <a:pt x="7152" y="12008"/>
                    <a:pt x="7661" y="12008"/>
                  </a:cubicBezTo>
                  <a:cubicBezTo>
                    <a:pt x="7665" y="12008"/>
                    <a:pt x="7669" y="12007"/>
                    <a:pt x="7673" y="12006"/>
                  </a:cubicBezTo>
                  <a:cubicBezTo>
                    <a:pt x="8207" y="11873"/>
                    <a:pt x="9574" y="8838"/>
                    <a:pt x="9574" y="6336"/>
                  </a:cubicBezTo>
                  <a:cubicBezTo>
                    <a:pt x="9574" y="3801"/>
                    <a:pt x="8574" y="798"/>
                    <a:pt x="5939" y="165"/>
                  </a:cubicBezTo>
                  <a:cubicBezTo>
                    <a:pt x="5446" y="48"/>
                    <a:pt x="4934" y="0"/>
                    <a:pt x="4425" y="0"/>
                  </a:cubicBez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8"/>
            <p:cNvSpPr/>
            <p:nvPr/>
          </p:nvSpPr>
          <p:spPr>
            <a:xfrm>
              <a:off x="5540255" y="2719300"/>
              <a:ext cx="401507" cy="382140"/>
            </a:xfrm>
            <a:custGeom>
              <a:rect b="b" l="l" r="r" t="t"/>
              <a:pathLst>
                <a:path extrusionOk="0" h="23146" w="24319">
                  <a:moveTo>
                    <a:pt x="14253" y="0"/>
                  </a:moveTo>
                  <a:cubicBezTo>
                    <a:pt x="11876" y="0"/>
                    <a:pt x="10108" y="953"/>
                    <a:pt x="10108" y="953"/>
                  </a:cubicBezTo>
                  <a:cubicBezTo>
                    <a:pt x="9264" y="574"/>
                    <a:pt x="8362" y="386"/>
                    <a:pt x="7467" y="386"/>
                  </a:cubicBezTo>
                  <a:cubicBezTo>
                    <a:pt x="6311" y="386"/>
                    <a:pt x="5167" y="699"/>
                    <a:pt x="4171" y="1320"/>
                  </a:cubicBezTo>
                  <a:cubicBezTo>
                    <a:pt x="1168" y="3221"/>
                    <a:pt x="1" y="9159"/>
                    <a:pt x="1669" y="14663"/>
                  </a:cubicBezTo>
                  <a:cubicBezTo>
                    <a:pt x="3303" y="20200"/>
                    <a:pt x="6205" y="22868"/>
                    <a:pt x="8574" y="23135"/>
                  </a:cubicBezTo>
                  <a:cubicBezTo>
                    <a:pt x="8647" y="23142"/>
                    <a:pt x="8722" y="23146"/>
                    <a:pt x="8799" y="23146"/>
                  </a:cubicBezTo>
                  <a:cubicBezTo>
                    <a:pt x="11249" y="23146"/>
                    <a:pt x="15542" y="19623"/>
                    <a:pt x="16513" y="17198"/>
                  </a:cubicBezTo>
                  <a:cubicBezTo>
                    <a:pt x="17403" y="14971"/>
                    <a:pt x="17422" y="13247"/>
                    <a:pt x="18027" y="13247"/>
                  </a:cubicBezTo>
                  <a:cubicBezTo>
                    <a:pt x="18101" y="13247"/>
                    <a:pt x="18185" y="13273"/>
                    <a:pt x="18281" y="13328"/>
                  </a:cubicBezTo>
                  <a:cubicBezTo>
                    <a:pt x="19071" y="13754"/>
                    <a:pt x="19252" y="15895"/>
                    <a:pt x="19858" y="15895"/>
                  </a:cubicBezTo>
                  <a:cubicBezTo>
                    <a:pt x="19917" y="15895"/>
                    <a:pt x="19980" y="15875"/>
                    <a:pt x="20049" y="15830"/>
                  </a:cubicBezTo>
                  <a:cubicBezTo>
                    <a:pt x="20816" y="15330"/>
                    <a:pt x="20782" y="12661"/>
                    <a:pt x="21816" y="11293"/>
                  </a:cubicBezTo>
                  <a:cubicBezTo>
                    <a:pt x="22817" y="9892"/>
                    <a:pt x="24318" y="5990"/>
                    <a:pt x="19782" y="2087"/>
                  </a:cubicBezTo>
                  <a:cubicBezTo>
                    <a:pt x="17906" y="473"/>
                    <a:pt x="15928" y="0"/>
                    <a:pt x="14253" y="0"/>
                  </a:cubicBez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8"/>
            <p:cNvSpPr/>
            <p:nvPr/>
          </p:nvSpPr>
          <p:spPr>
            <a:xfrm>
              <a:off x="5660877" y="2774130"/>
              <a:ext cx="228003" cy="183954"/>
            </a:xfrm>
            <a:custGeom>
              <a:rect b="b" l="l" r="r" t="t"/>
              <a:pathLst>
                <a:path extrusionOk="0" fill="none" h="11142" w="13810">
                  <a:moveTo>
                    <a:pt x="12809" y="0"/>
                  </a:moveTo>
                  <a:cubicBezTo>
                    <a:pt x="12809" y="0"/>
                    <a:pt x="13810" y="2902"/>
                    <a:pt x="11241" y="6138"/>
                  </a:cubicBezTo>
                  <a:cubicBezTo>
                    <a:pt x="8673" y="9340"/>
                    <a:pt x="5237" y="11141"/>
                    <a:pt x="2669" y="9574"/>
                  </a:cubicBezTo>
                  <a:cubicBezTo>
                    <a:pt x="134" y="8006"/>
                    <a:pt x="0" y="6238"/>
                    <a:pt x="0" y="6238"/>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8"/>
            <p:cNvSpPr/>
            <p:nvPr/>
          </p:nvSpPr>
          <p:spPr>
            <a:xfrm>
              <a:off x="5583775" y="2886464"/>
              <a:ext cx="220293" cy="172959"/>
            </a:xfrm>
            <a:custGeom>
              <a:rect b="b" l="l" r="r" t="t"/>
              <a:pathLst>
                <a:path extrusionOk="0" fill="none" h="10476" w="13343">
                  <a:moveTo>
                    <a:pt x="567" y="1"/>
                  </a:moveTo>
                  <a:cubicBezTo>
                    <a:pt x="567" y="1"/>
                    <a:pt x="0" y="8674"/>
                    <a:pt x="5237" y="9574"/>
                  </a:cubicBezTo>
                  <a:cubicBezTo>
                    <a:pt x="10474" y="10475"/>
                    <a:pt x="13343" y="5005"/>
                    <a:pt x="13343" y="5005"/>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8"/>
            <p:cNvSpPr/>
            <p:nvPr/>
          </p:nvSpPr>
          <p:spPr>
            <a:xfrm>
              <a:off x="5534196" y="2714099"/>
              <a:ext cx="172397" cy="175138"/>
            </a:xfrm>
            <a:custGeom>
              <a:rect b="b" l="l" r="r" t="t"/>
              <a:pathLst>
                <a:path extrusionOk="0" h="10608" w="10442">
                  <a:moveTo>
                    <a:pt x="5238" y="0"/>
                  </a:moveTo>
                  <a:cubicBezTo>
                    <a:pt x="2336" y="0"/>
                    <a:pt x="1" y="2369"/>
                    <a:pt x="1" y="5304"/>
                  </a:cubicBezTo>
                  <a:cubicBezTo>
                    <a:pt x="1" y="8239"/>
                    <a:pt x="2336" y="10608"/>
                    <a:pt x="5238" y="10608"/>
                  </a:cubicBezTo>
                  <a:cubicBezTo>
                    <a:pt x="8107" y="10608"/>
                    <a:pt x="10442" y="8239"/>
                    <a:pt x="10442" y="5304"/>
                  </a:cubicBezTo>
                  <a:cubicBezTo>
                    <a:pt x="10442" y="2369"/>
                    <a:pt x="8107" y="0"/>
                    <a:pt x="5238" y="0"/>
                  </a:cubicBez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8"/>
            <p:cNvSpPr/>
            <p:nvPr/>
          </p:nvSpPr>
          <p:spPr>
            <a:xfrm>
              <a:off x="5602498" y="2724550"/>
              <a:ext cx="41869" cy="64455"/>
            </a:xfrm>
            <a:custGeom>
              <a:rect b="b" l="l" r="r" t="t"/>
              <a:pathLst>
                <a:path extrusionOk="0" fill="none" h="3904" w="2536">
                  <a:moveTo>
                    <a:pt x="0" y="3904"/>
                  </a:moveTo>
                  <a:cubicBezTo>
                    <a:pt x="0" y="3904"/>
                    <a:pt x="667" y="468"/>
                    <a:pt x="2535"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8"/>
            <p:cNvSpPr/>
            <p:nvPr/>
          </p:nvSpPr>
          <p:spPr>
            <a:xfrm>
              <a:off x="5598634" y="2774674"/>
              <a:ext cx="91994" cy="23692"/>
            </a:xfrm>
            <a:custGeom>
              <a:rect b="b" l="l" r="r" t="t"/>
              <a:pathLst>
                <a:path extrusionOk="0" fill="none" h="1435" w="5572">
                  <a:moveTo>
                    <a:pt x="1" y="1335"/>
                  </a:moveTo>
                  <a:cubicBezTo>
                    <a:pt x="1" y="1335"/>
                    <a:pt x="3770" y="0"/>
                    <a:pt x="5571" y="1435"/>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8"/>
            <p:cNvSpPr/>
            <p:nvPr/>
          </p:nvSpPr>
          <p:spPr>
            <a:xfrm>
              <a:off x="5567249" y="2807166"/>
              <a:ext cx="27555" cy="61153"/>
            </a:xfrm>
            <a:custGeom>
              <a:rect b="b" l="l" r="r" t="t"/>
              <a:pathLst>
                <a:path extrusionOk="0" fill="none" h="3704" w="1669">
                  <a:moveTo>
                    <a:pt x="1668" y="1"/>
                  </a:moveTo>
                  <a:cubicBezTo>
                    <a:pt x="1668" y="1"/>
                    <a:pt x="0" y="1135"/>
                    <a:pt x="567" y="3703"/>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8"/>
            <p:cNvSpPr/>
            <p:nvPr/>
          </p:nvSpPr>
          <p:spPr>
            <a:xfrm>
              <a:off x="5810672" y="2926616"/>
              <a:ext cx="43520" cy="116676"/>
            </a:xfrm>
            <a:custGeom>
              <a:rect b="b" l="l" r="r" t="t"/>
              <a:pathLst>
                <a:path extrusionOk="0" h="7067" w="2636">
                  <a:moveTo>
                    <a:pt x="1193" y="1"/>
                  </a:moveTo>
                  <a:cubicBezTo>
                    <a:pt x="1174" y="1"/>
                    <a:pt x="1154" y="2"/>
                    <a:pt x="1134" y="4"/>
                  </a:cubicBezTo>
                  <a:cubicBezTo>
                    <a:pt x="0" y="104"/>
                    <a:pt x="501" y="5775"/>
                    <a:pt x="1134" y="6675"/>
                  </a:cubicBezTo>
                  <a:cubicBezTo>
                    <a:pt x="1262" y="6930"/>
                    <a:pt x="1519" y="7066"/>
                    <a:pt x="1785" y="7066"/>
                  </a:cubicBezTo>
                  <a:cubicBezTo>
                    <a:pt x="2007" y="7066"/>
                    <a:pt x="2235" y="6972"/>
                    <a:pt x="2402" y="6776"/>
                  </a:cubicBezTo>
                  <a:lnTo>
                    <a:pt x="2635" y="3640"/>
                  </a:lnTo>
                  <a:cubicBezTo>
                    <a:pt x="2635" y="3640"/>
                    <a:pt x="2281" y="1"/>
                    <a:pt x="1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8"/>
            <p:cNvSpPr/>
            <p:nvPr/>
          </p:nvSpPr>
          <p:spPr>
            <a:xfrm>
              <a:off x="5810672" y="2924470"/>
              <a:ext cx="43520" cy="121183"/>
            </a:xfrm>
            <a:custGeom>
              <a:rect b="b" l="l" r="r" t="t"/>
              <a:pathLst>
                <a:path extrusionOk="0" fill="none" h="7340" w="2636">
                  <a:moveTo>
                    <a:pt x="2635" y="3770"/>
                  </a:moveTo>
                  <a:cubicBezTo>
                    <a:pt x="2635" y="3770"/>
                    <a:pt x="2269" y="1"/>
                    <a:pt x="1134" y="134"/>
                  </a:cubicBezTo>
                  <a:cubicBezTo>
                    <a:pt x="0" y="234"/>
                    <a:pt x="501" y="5905"/>
                    <a:pt x="1134" y="6805"/>
                  </a:cubicBezTo>
                  <a:cubicBezTo>
                    <a:pt x="1368" y="7272"/>
                    <a:pt x="2035" y="7339"/>
                    <a:pt x="2402" y="6906"/>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8"/>
            <p:cNvSpPr/>
            <p:nvPr/>
          </p:nvSpPr>
          <p:spPr>
            <a:xfrm>
              <a:off x="5680689" y="3754411"/>
              <a:ext cx="1931422" cy="163598"/>
            </a:xfrm>
            <a:custGeom>
              <a:rect b="b" l="l" r="r" t="t"/>
              <a:pathLst>
                <a:path extrusionOk="0" h="9909" w="116985">
                  <a:moveTo>
                    <a:pt x="3970" y="1"/>
                  </a:moveTo>
                  <a:lnTo>
                    <a:pt x="1" y="9908"/>
                  </a:lnTo>
                  <a:lnTo>
                    <a:pt x="116984" y="9908"/>
                  </a:lnTo>
                  <a:lnTo>
                    <a:pt x="90666" y="1"/>
                  </a:lnTo>
                  <a:close/>
                </a:path>
              </a:pathLst>
            </a:custGeom>
            <a:solidFill>
              <a:schemeClr val="accent3"/>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8"/>
            <p:cNvSpPr/>
            <p:nvPr/>
          </p:nvSpPr>
          <p:spPr>
            <a:xfrm>
              <a:off x="5702169" y="3951028"/>
              <a:ext cx="1883510" cy="51792"/>
            </a:xfrm>
            <a:custGeom>
              <a:rect b="b" l="l" r="r" t="t"/>
              <a:pathLst>
                <a:path extrusionOk="0" h="3137" w="114083">
                  <a:moveTo>
                    <a:pt x="1" y="0"/>
                  </a:moveTo>
                  <a:lnTo>
                    <a:pt x="1" y="3136"/>
                  </a:lnTo>
                  <a:lnTo>
                    <a:pt x="114082" y="3136"/>
                  </a:lnTo>
                  <a:lnTo>
                    <a:pt x="114082" y="0"/>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8"/>
            <p:cNvSpPr/>
            <p:nvPr/>
          </p:nvSpPr>
          <p:spPr>
            <a:xfrm>
              <a:off x="5680689" y="3917992"/>
              <a:ext cx="1931422" cy="61137"/>
            </a:xfrm>
            <a:custGeom>
              <a:rect b="b" l="l" r="r" t="t"/>
              <a:pathLst>
                <a:path extrusionOk="0" h="3703" w="116985">
                  <a:moveTo>
                    <a:pt x="1" y="0"/>
                  </a:moveTo>
                  <a:lnTo>
                    <a:pt x="1" y="3703"/>
                  </a:lnTo>
                  <a:lnTo>
                    <a:pt x="116984" y="3703"/>
                  </a:lnTo>
                  <a:lnTo>
                    <a:pt x="116984" y="0"/>
                  </a:lnTo>
                  <a:close/>
                </a:path>
              </a:pathLst>
            </a:custGeom>
            <a:solidFill>
              <a:schemeClr val="accent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8"/>
            <p:cNvSpPr/>
            <p:nvPr/>
          </p:nvSpPr>
          <p:spPr>
            <a:xfrm>
              <a:off x="6011137" y="3775346"/>
              <a:ext cx="453266" cy="88130"/>
            </a:xfrm>
            <a:custGeom>
              <a:rect b="b" l="l" r="r" t="t"/>
              <a:pathLst>
                <a:path extrusionOk="0" h="5338" w="27454">
                  <a:moveTo>
                    <a:pt x="2669" y="0"/>
                  </a:moveTo>
                  <a:lnTo>
                    <a:pt x="0" y="5338"/>
                  </a:lnTo>
                  <a:lnTo>
                    <a:pt x="27453" y="5338"/>
                  </a:lnTo>
                  <a:lnTo>
                    <a:pt x="2405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8"/>
            <p:cNvSpPr/>
            <p:nvPr/>
          </p:nvSpPr>
          <p:spPr>
            <a:xfrm>
              <a:off x="5925763" y="3801778"/>
              <a:ext cx="453266" cy="88130"/>
            </a:xfrm>
            <a:custGeom>
              <a:rect b="b" l="l" r="r" t="t"/>
              <a:pathLst>
                <a:path extrusionOk="0" h="5338" w="27454">
                  <a:moveTo>
                    <a:pt x="2669" y="1"/>
                  </a:moveTo>
                  <a:lnTo>
                    <a:pt x="1" y="5338"/>
                  </a:lnTo>
                  <a:lnTo>
                    <a:pt x="27454" y="5338"/>
                  </a:lnTo>
                  <a:lnTo>
                    <a:pt x="240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8"/>
            <p:cNvSpPr/>
            <p:nvPr/>
          </p:nvSpPr>
          <p:spPr>
            <a:xfrm>
              <a:off x="5567249" y="3315492"/>
              <a:ext cx="796360" cy="556189"/>
            </a:xfrm>
            <a:custGeom>
              <a:rect b="b" l="l" r="r" t="t"/>
              <a:pathLst>
                <a:path extrusionOk="0" h="33688" w="48235">
                  <a:moveTo>
                    <a:pt x="12343" y="0"/>
                  </a:moveTo>
                  <a:lnTo>
                    <a:pt x="0" y="3403"/>
                  </a:lnTo>
                  <a:cubicBezTo>
                    <a:pt x="0" y="3403"/>
                    <a:pt x="8073" y="30355"/>
                    <a:pt x="8573" y="31356"/>
                  </a:cubicBezTo>
                  <a:cubicBezTo>
                    <a:pt x="9107" y="32457"/>
                    <a:pt x="10074" y="33257"/>
                    <a:pt x="11208" y="33624"/>
                  </a:cubicBezTo>
                  <a:cubicBezTo>
                    <a:pt x="11333" y="33668"/>
                    <a:pt x="11622" y="33687"/>
                    <a:pt x="12046" y="33687"/>
                  </a:cubicBezTo>
                  <a:cubicBezTo>
                    <a:pt x="16516" y="33687"/>
                    <a:pt x="35993" y="31489"/>
                    <a:pt x="35993" y="31489"/>
                  </a:cubicBezTo>
                  <a:cubicBezTo>
                    <a:pt x="35993" y="31489"/>
                    <a:pt x="38795" y="32757"/>
                    <a:pt x="40162" y="32757"/>
                  </a:cubicBezTo>
                  <a:cubicBezTo>
                    <a:pt x="41563" y="32757"/>
                    <a:pt x="45966" y="30989"/>
                    <a:pt x="45967" y="30989"/>
                  </a:cubicBezTo>
                  <a:lnTo>
                    <a:pt x="45967" y="30989"/>
                  </a:lnTo>
                  <a:cubicBezTo>
                    <a:pt x="45966" y="30989"/>
                    <a:pt x="45199" y="32991"/>
                    <a:pt x="45967" y="33124"/>
                  </a:cubicBezTo>
                  <a:cubicBezTo>
                    <a:pt x="46000" y="33130"/>
                    <a:pt x="46033" y="33133"/>
                    <a:pt x="46066" y="33133"/>
                  </a:cubicBezTo>
                  <a:cubicBezTo>
                    <a:pt x="46769" y="33133"/>
                    <a:pt x="47484" y="31834"/>
                    <a:pt x="47835" y="31356"/>
                  </a:cubicBezTo>
                  <a:cubicBezTo>
                    <a:pt x="48235" y="30856"/>
                    <a:pt x="48101" y="28988"/>
                    <a:pt x="47835" y="28587"/>
                  </a:cubicBezTo>
                  <a:cubicBezTo>
                    <a:pt x="47601" y="28220"/>
                    <a:pt x="46967" y="27453"/>
                    <a:pt x="46600" y="26953"/>
                  </a:cubicBezTo>
                  <a:cubicBezTo>
                    <a:pt x="46233" y="26452"/>
                    <a:pt x="45333" y="24951"/>
                    <a:pt x="44832" y="24951"/>
                  </a:cubicBezTo>
                  <a:cubicBezTo>
                    <a:pt x="44332" y="24951"/>
                    <a:pt x="38161" y="27453"/>
                    <a:pt x="38161" y="27453"/>
                  </a:cubicBezTo>
                  <a:lnTo>
                    <a:pt x="17646" y="24551"/>
                  </a:lnTo>
                  <a:lnTo>
                    <a:pt x="123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8"/>
            <p:cNvSpPr/>
            <p:nvPr/>
          </p:nvSpPr>
          <p:spPr>
            <a:xfrm>
              <a:off x="5567249" y="3315492"/>
              <a:ext cx="796360" cy="563404"/>
            </a:xfrm>
            <a:custGeom>
              <a:rect b="b" l="l" r="r" t="t"/>
              <a:pathLst>
                <a:path extrusionOk="0" fill="none" h="34125" w="48235">
                  <a:moveTo>
                    <a:pt x="12343" y="0"/>
                  </a:moveTo>
                  <a:lnTo>
                    <a:pt x="17646" y="24551"/>
                  </a:lnTo>
                  <a:lnTo>
                    <a:pt x="38161" y="27453"/>
                  </a:lnTo>
                  <a:cubicBezTo>
                    <a:pt x="38161" y="27453"/>
                    <a:pt x="44332" y="24951"/>
                    <a:pt x="44832" y="24951"/>
                  </a:cubicBezTo>
                  <a:cubicBezTo>
                    <a:pt x="45333" y="24951"/>
                    <a:pt x="46233" y="26452"/>
                    <a:pt x="46600" y="26953"/>
                  </a:cubicBezTo>
                  <a:cubicBezTo>
                    <a:pt x="46967" y="27453"/>
                    <a:pt x="47601" y="28220"/>
                    <a:pt x="47835" y="28587"/>
                  </a:cubicBezTo>
                  <a:cubicBezTo>
                    <a:pt x="48101" y="28988"/>
                    <a:pt x="48235" y="30856"/>
                    <a:pt x="47835" y="31356"/>
                  </a:cubicBezTo>
                  <a:cubicBezTo>
                    <a:pt x="47468" y="31856"/>
                    <a:pt x="46700" y="33257"/>
                    <a:pt x="45967" y="33124"/>
                  </a:cubicBezTo>
                  <a:cubicBezTo>
                    <a:pt x="45199" y="32991"/>
                    <a:pt x="45967" y="30989"/>
                    <a:pt x="45967" y="30989"/>
                  </a:cubicBezTo>
                  <a:cubicBezTo>
                    <a:pt x="45967" y="30989"/>
                    <a:pt x="41563" y="32757"/>
                    <a:pt x="40162" y="32757"/>
                  </a:cubicBezTo>
                  <a:cubicBezTo>
                    <a:pt x="38795" y="32757"/>
                    <a:pt x="35993" y="31489"/>
                    <a:pt x="35993" y="31489"/>
                  </a:cubicBezTo>
                  <a:cubicBezTo>
                    <a:pt x="35993" y="31489"/>
                    <a:pt x="12643" y="34125"/>
                    <a:pt x="11208" y="33624"/>
                  </a:cubicBezTo>
                  <a:cubicBezTo>
                    <a:pt x="10074" y="33257"/>
                    <a:pt x="9107" y="32457"/>
                    <a:pt x="8573" y="31356"/>
                  </a:cubicBezTo>
                  <a:cubicBezTo>
                    <a:pt x="8073" y="30355"/>
                    <a:pt x="0" y="3403"/>
                    <a:pt x="0" y="3403"/>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8"/>
            <p:cNvSpPr/>
            <p:nvPr/>
          </p:nvSpPr>
          <p:spPr>
            <a:xfrm>
              <a:off x="6004516" y="3727433"/>
              <a:ext cx="359654" cy="135035"/>
            </a:xfrm>
            <a:custGeom>
              <a:rect b="b" l="l" r="r" t="t"/>
              <a:pathLst>
                <a:path extrusionOk="0" h="8179" w="21784">
                  <a:moveTo>
                    <a:pt x="18381" y="0"/>
                  </a:moveTo>
                  <a:cubicBezTo>
                    <a:pt x="17847" y="0"/>
                    <a:pt x="11709" y="2502"/>
                    <a:pt x="11709" y="2502"/>
                  </a:cubicBezTo>
                  <a:lnTo>
                    <a:pt x="1" y="834"/>
                  </a:lnTo>
                  <a:lnTo>
                    <a:pt x="1" y="834"/>
                  </a:lnTo>
                  <a:cubicBezTo>
                    <a:pt x="768" y="2936"/>
                    <a:pt x="935" y="5238"/>
                    <a:pt x="568" y="7472"/>
                  </a:cubicBezTo>
                  <a:cubicBezTo>
                    <a:pt x="5438" y="6972"/>
                    <a:pt x="9541" y="6505"/>
                    <a:pt x="9541" y="6505"/>
                  </a:cubicBezTo>
                  <a:cubicBezTo>
                    <a:pt x="9541" y="6505"/>
                    <a:pt x="12310" y="7739"/>
                    <a:pt x="13711" y="7739"/>
                  </a:cubicBezTo>
                  <a:cubicBezTo>
                    <a:pt x="15112" y="7739"/>
                    <a:pt x="19515" y="6038"/>
                    <a:pt x="19515" y="6038"/>
                  </a:cubicBezTo>
                  <a:lnTo>
                    <a:pt x="19515" y="6038"/>
                  </a:lnTo>
                  <a:cubicBezTo>
                    <a:pt x="19515" y="6038"/>
                    <a:pt x="18748" y="8040"/>
                    <a:pt x="19515" y="8173"/>
                  </a:cubicBezTo>
                  <a:cubicBezTo>
                    <a:pt x="19541" y="8176"/>
                    <a:pt x="19566" y="8178"/>
                    <a:pt x="19592" y="8178"/>
                  </a:cubicBezTo>
                  <a:cubicBezTo>
                    <a:pt x="20302" y="8178"/>
                    <a:pt x="21029" y="6888"/>
                    <a:pt x="21383" y="6405"/>
                  </a:cubicBezTo>
                  <a:cubicBezTo>
                    <a:pt x="21783" y="5871"/>
                    <a:pt x="21650" y="4003"/>
                    <a:pt x="21383" y="3636"/>
                  </a:cubicBezTo>
                  <a:cubicBezTo>
                    <a:pt x="21149" y="3269"/>
                    <a:pt x="20516" y="2502"/>
                    <a:pt x="20115" y="2002"/>
                  </a:cubicBezTo>
                  <a:cubicBezTo>
                    <a:pt x="19748" y="1501"/>
                    <a:pt x="18881" y="0"/>
                    <a:pt x="18381"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8"/>
            <p:cNvSpPr/>
            <p:nvPr/>
          </p:nvSpPr>
          <p:spPr>
            <a:xfrm>
              <a:off x="5106290" y="4002804"/>
              <a:ext cx="3292259" cy="17"/>
            </a:xfrm>
            <a:custGeom>
              <a:rect b="b" l="l" r="r" t="t"/>
              <a:pathLst>
                <a:path extrusionOk="0" fill="none" h="1" w="199410">
                  <a:moveTo>
                    <a:pt x="0" y="0"/>
                  </a:moveTo>
                  <a:lnTo>
                    <a:pt x="199410" y="0"/>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8"/>
            <p:cNvSpPr/>
            <p:nvPr/>
          </p:nvSpPr>
          <p:spPr>
            <a:xfrm>
              <a:off x="6735893" y="3773150"/>
              <a:ext cx="544681" cy="93083"/>
            </a:xfrm>
            <a:custGeom>
              <a:rect b="b" l="l" r="r" t="t"/>
              <a:pathLst>
                <a:path extrusionOk="0" h="5638" w="32991">
                  <a:moveTo>
                    <a:pt x="0" y="0"/>
                  </a:moveTo>
                  <a:lnTo>
                    <a:pt x="801" y="701"/>
                  </a:lnTo>
                  <a:lnTo>
                    <a:pt x="10841" y="5637"/>
                  </a:lnTo>
                  <a:lnTo>
                    <a:pt x="32990" y="5637"/>
                  </a:lnTo>
                  <a:lnTo>
                    <a:pt x="32990" y="4937"/>
                  </a:lnTo>
                  <a:lnTo>
                    <a:pt x="0"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8"/>
            <p:cNvSpPr/>
            <p:nvPr/>
          </p:nvSpPr>
          <p:spPr>
            <a:xfrm>
              <a:off x="6749101" y="3773150"/>
              <a:ext cx="531473" cy="81510"/>
            </a:xfrm>
            <a:custGeom>
              <a:rect b="b" l="l" r="r" t="t"/>
              <a:pathLst>
                <a:path extrusionOk="0" h="4937" w="32191">
                  <a:moveTo>
                    <a:pt x="1" y="0"/>
                  </a:moveTo>
                  <a:lnTo>
                    <a:pt x="10041" y="4937"/>
                  </a:lnTo>
                  <a:lnTo>
                    <a:pt x="32190" y="4937"/>
                  </a:lnTo>
                  <a:lnTo>
                    <a:pt x="20482" y="100"/>
                  </a:lnTo>
                  <a:lnTo>
                    <a:pt x="1"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8"/>
            <p:cNvSpPr/>
            <p:nvPr/>
          </p:nvSpPr>
          <p:spPr>
            <a:xfrm>
              <a:off x="6957837" y="3783601"/>
              <a:ext cx="50686" cy="7727"/>
            </a:xfrm>
            <a:custGeom>
              <a:rect b="b" l="l" r="r" t="t"/>
              <a:pathLst>
                <a:path extrusionOk="0" h="468" w="3070">
                  <a:moveTo>
                    <a:pt x="2035" y="1"/>
                  </a:moveTo>
                  <a:lnTo>
                    <a:pt x="0" y="34"/>
                  </a:lnTo>
                  <a:lnTo>
                    <a:pt x="1001" y="468"/>
                  </a:lnTo>
                  <a:lnTo>
                    <a:pt x="3069" y="468"/>
                  </a:lnTo>
                  <a:lnTo>
                    <a:pt x="2035"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8"/>
            <p:cNvSpPr/>
            <p:nvPr/>
          </p:nvSpPr>
          <p:spPr>
            <a:xfrm>
              <a:off x="7043738" y="3820500"/>
              <a:ext cx="52337" cy="7182"/>
            </a:xfrm>
            <a:custGeom>
              <a:rect b="b" l="l" r="r" t="t"/>
              <a:pathLst>
                <a:path extrusionOk="0" h="435" w="3170">
                  <a:moveTo>
                    <a:pt x="1" y="1"/>
                  </a:moveTo>
                  <a:lnTo>
                    <a:pt x="1068" y="434"/>
                  </a:lnTo>
                  <a:lnTo>
                    <a:pt x="3170" y="434"/>
                  </a:lnTo>
                  <a:lnTo>
                    <a:pt x="2102"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8"/>
            <p:cNvSpPr/>
            <p:nvPr/>
          </p:nvSpPr>
          <p:spPr>
            <a:xfrm>
              <a:off x="7069626" y="3809488"/>
              <a:ext cx="47929" cy="3880"/>
            </a:xfrm>
            <a:custGeom>
              <a:rect b="b" l="l" r="r" t="t"/>
              <a:pathLst>
                <a:path extrusionOk="0" h="235" w="2903">
                  <a:moveTo>
                    <a:pt x="1" y="1"/>
                  </a:moveTo>
                  <a:lnTo>
                    <a:pt x="601" y="234"/>
                  </a:lnTo>
                  <a:lnTo>
                    <a:pt x="2903" y="234"/>
                  </a:lnTo>
                  <a:lnTo>
                    <a:pt x="2302"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8"/>
            <p:cNvSpPr/>
            <p:nvPr/>
          </p:nvSpPr>
          <p:spPr>
            <a:xfrm>
              <a:off x="7017306" y="3809488"/>
              <a:ext cx="44627" cy="3880"/>
            </a:xfrm>
            <a:custGeom>
              <a:rect b="b" l="l" r="r" t="t"/>
              <a:pathLst>
                <a:path extrusionOk="0" h="235" w="2703">
                  <a:moveTo>
                    <a:pt x="1" y="1"/>
                  </a:moveTo>
                  <a:lnTo>
                    <a:pt x="635" y="234"/>
                  </a:lnTo>
                  <a:lnTo>
                    <a:pt x="2703" y="234"/>
                  </a:lnTo>
                  <a:lnTo>
                    <a:pt x="2102"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8"/>
            <p:cNvSpPr/>
            <p:nvPr/>
          </p:nvSpPr>
          <p:spPr>
            <a:xfrm>
              <a:off x="7042648" y="3797931"/>
              <a:ext cx="48473" cy="4408"/>
            </a:xfrm>
            <a:custGeom>
              <a:rect b="b" l="l" r="r" t="t"/>
              <a:pathLst>
                <a:path extrusionOk="0" h="267" w="2936">
                  <a:moveTo>
                    <a:pt x="0" y="0"/>
                  </a:moveTo>
                  <a:lnTo>
                    <a:pt x="634" y="267"/>
                  </a:lnTo>
                  <a:lnTo>
                    <a:pt x="2936" y="267"/>
                  </a:lnTo>
                  <a:lnTo>
                    <a:pt x="2268" y="0"/>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8"/>
            <p:cNvSpPr/>
            <p:nvPr/>
          </p:nvSpPr>
          <p:spPr>
            <a:xfrm>
              <a:off x="6906606" y="3784162"/>
              <a:ext cx="50141" cy="7165"/>
            </a:xfrm>
            <a:custGeom>
              <a:rect b="b" l="l" r="r" t="t"/>
              <a:pathLst>
                <a:path extrusionOk="0" h="434" w="3037">
                  <a:moveTo>
                    <a:pt x="2036" y="0"/>
                  </a:moveTo>
                  <a:lnTo>
                    <a:pt x="1" y="34"/>
                  </a:lnTo>
                  <a:lnTo>
                    <a:pt x="968" y="434"/>
                  </a:lnTo>
                  <a:lnTo>
                    <a:pt x="3036" y="434"/>
                  </a:lnTo>
                  <a:lnTo>
                    <a:pt x="2036" y="0"/>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8"/>
            <p:cNvSpPr/>
            <p:nvPr/>
          </p:nvSpPr>
          <p:spPr>
            <a:xfrm>
              <a:off x="6990873" y="3797931"/>
              <a:ext cx="44627" cy="4408"/>
            </a:xfrm>
            <a:custGeom>
              <a:rect b="b" l="l" r="r" t="t"/>
              <a:pathLst>
                <a:path extrusionOk="0" h="267" w="2703">
                  <a:moveTo>
                    <a:pt x="1" y="0"/>
                  </a:moveTo>
                  <a:lnTo>
                    <a:pt x="634" y="267"/>
                  </a:lnTo>
                  <a:lnTo>
                    <a:pt x="2703" y="267"/>
                  </a:lnTo>
                  <a:lnTo>
                    <a:pt x="2069" y="0"/>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8"/>
            <p:cNvSpPr/>
            <p:nvPr/>
          </p:nvSpPr>
          <p:spPr>
            <a:xfrm>
              <a:off x="7129656" y="3834270"/>
              <a:ext cx="68863" cy="12135"/>
            </a:xfrm>
            <a:custGeom>
              <a:rect b="b" l="l" r="r" t="t"/>
              <a:pathLst>
                <a:path extrusionOk="0" h="735" w="4171">
                  <a:moveTo>
                    <a:pt x="1" y="1"/>
                  </a:moveTo>
                  <a:lnTo>
                    <a:pt x="1769" y="735"/>
                  </a:lnTo>
                  <a:lnTo>
                    <a:pt x="4170" y="735"/>
                  </a:lnTo>
                  <a:lnTo>
                    <a:pt x="2369"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8"/>
            <p:cNvSpPr/>
            <p:nvPr/>
          </p:nvSpPr>
          <p:spPr>
            <a:xfrm>
              <a:off x="7077897" y="3834270"/>
              <a:ext cx="63349" cy="12135"/>
            </a:xfrm>
            <a:custGeom>
              <a:rect b="b" l="l" r="r" t="t"/>
              <a:pathLst>
                <a:path extrusionOk="0" h="735" w="3837">
                  <a:moveTo>
                    <a:pt x="0" y="1"/>
                  </a:moveTo>
                  <a:lnTo>
                    <a:pt x="1768" y="735"/>
                  </a:lnTo>
                  <a:lnTo>
                    <a:pt x="3836" y="735"/>
                  </a:lnTo>
                  <a:lnTo>
                    <a:pt x="2068"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8"/>
            <p:cNvSpPr/>
            <p:nvPr/>
          </p:nvSpPr>
          <p:spPr>
            <a:xfrm>
              <a:off x="7025577" y="3834270"/>
              <a:ext cx="63349" cy="12135"/>
            </a:xfrm>
            <a:custGeom>
              <a:rect b="b" l="l" r="r" t="t"/>
              <a:pathLst>
                <a:path extrusionOk="0" h="735" w="3837">
                  <a:moveTo>
                    <a:pt x="0" y="1"/>
                  </a:moveTo>
                  <a:lnTo>
                    <a:pt x="1768" y="735"/>
                  </a:lnTo>
                  <a:lnTo>
                    <a:pt x="3836" y="735"/>
                  </a:lnTo>
                  <a:lnTo>
                    <a:pt x="2102"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8"/>
            <p:cNvSpPr/>
            <p:nvPr/>
          </p:nvSpPr>
          <p:spPr>
            <a:xfrm>
              <a:off x="6940765" y="3834270"/>
              <a:ext cx="96385" cy="12135"/>
            </a:xfrm>
            <a:custGeom>
              <a:rect b="b" l="l" r="r" t="t"/>
              <a:pathLst>
                <a:path extrusionOk="0" h="735" w="5838">
                  <a:moveTo>
                    <a:pt x="0" y="1"/>
                  </a:moveTo>
                  <a:lnTo>
                    <a:pt x="1468" y="735"/>
                  </a:lnTo>
                  <a:lnTo>
                    <a:pt x="5838" y="735"/>
                  </a:lnTo>
                  <a:lnTo>
                    <a:pt x="4070"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8"/>
            <p:cNvSpPr/>
            <p:nvPr/>
          </p:nvSpPr>
          <p:spPr>
            <a:xfrm>
              <a:off x="7008506" y="3783601"/>
              <a:ext cx="55077" cy="7727"/>
            </a:xfrm>
            <a:custGeom>
              <a:rect b="b" l="l" r="r" t="t"/>
              <a:pathLst>
                <a:path extrusionOk="0" h="468" w="3336">
                  <a:moveTo>
                    <a:pt x="0" y="1"/>
                  </a:moveTo>
                  <a:lnTo>
                    <a:pt x="1101" y="468"/>
                  </a:lnTo>
                  <a:lnTo>
                    <a:pt x="3336" y="468"/>
                  </a:lnTo>
                  <a:lnTo>
                    <a:pt x="2202" y="1"/>
                  </a:lnTo>
                  <a:close/>
                </a:path>
              </a:pathLst>
            </a:custGeom>
            <a:solidFill>
              <a:srgbClr val="FFFFFF"/>
            </a:solidFill>
            <a:ln cap="rnd" cmpd="sng" w="75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8"/>
            <p:cNvSpPr/>
            <p:nvPr/>
          </p:nvSpPr>
          <p:spPr>
            <a:xfrm>
              <a:off x="7096058" y="3820500"/>
              <a:ext cx="56200" cy="7182"/>
            </a:xfrm>
            <a:custGeom>
              <a:rect b="b" l="l" r="r" t="t"/>
              <a:pathLst>
                <a:path extrusionOk="0" h="435" w="3404">
                  <a:moveTo>
                    <a:pt x="1" y="1"/>
                  </a:moveTo>
                  <a:lnTo>
                    <a:pt x="1068" y="434"/>
                  </a:lnTo>
                  <a:lnTo>
                    <a:pt x="3403" y="434"/>
                  </a:lnTo>
                  <a:lnTo>
                    <a:pt x="2336"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8"/>
            <p:cNvSpPr/>
            <p:nvPr/>
          </p:nvSpPr>
          <p:spPr>
            <a:xfrm>
              <a:off x="6991979" y="3820500"/>
              <a:ext cx="51775" cy="7182"/>
            </a:xfrm>
            <a:custGeom>
              <a:rect b="b" l="l" r="r" t="t"/>
              <a:pathLst>
                <a:path extrusionOk="0" h="435" w="3136">
                  <a:moveTo>
                    <a:pt x="0" y="1"/>
                  </a:moveTo>
                  <a:lnTo>
                    <a:pt x="1068" y="434"/>
                  </a:lnTo>
                  <a:lnTo>
                    <a:pt x="3136" y="434"/>
                  </a:lnTo>
                  <a:lnTo>
                    <a:pt x="2068"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8"/>
            <p:cNvSpPr/>
            <p:nvPr/>
          </p:nvSpPr>
          <p:spPr>
            <a:xfrm>
              <a:off x="6843835" y="3784707"/>
              <a:ext cx="60592" cy="6621"/>
            </a:xfrm>
            <a:custGeom>
              <a:rect b="b" l="l" r="r" t="t"/>
              <a:pathLst>
                <a:path extrusionOk="0" h="401" w="3670">
                  <a:moveTo>
                    <a:pt x="2736" y="1"/>
                  </a:moveTo>
                  <a:lnTo>
                    <a:pt x="0" y="34"/>
                  </a:lnTo>
                  <a:lnTo>
                    <a:pt x="701" y="401"/>
                  </a:lnTo>
                  <a:lnTo>
                    <a:pt x="3670" y="401"/>
                  </a:lnTo>
                  <a:lnTo>
                    <a:pt x="2736"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8"/>
            <p:cNvSpPr/>
            <p:nvPr/>
          </p:nvSpPr>
          <p:spPr>
            <a:xfrm>
              <a:off x="6965547" y="3809488"/>
              <a:ext cx="44065" cy="3880"/>
            </a:xfrm>
            <a:custGeom>
              <a:rect b="b" l="l" r="r" t="t"/>
              <a:pathLst>
                <a:path extrusionOk="0" h="235" w="2669">
                  <a:moveTo>
                    <a:pt x="0" y="1"/>
                  </a:moveTo>
                  <a:lnTo>
                    <a:pt x="601" y="234"/>
                  </a:lnTo>
                  <a:lnTo>
                    <a:pt x="2669" y="234"/>
                  </a:lnTo>
                  <a:lnTo>
                    <a:pt x="2068"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8"/>
            <p:cNvSpPr/>
            <p:nvPr/>
          </p:nvSpPr>
          <p:spPr>
            <a:xfrm>
              <a:off x="6938553" y="3797931"/>
              <a:ext cx="45171" cy="4408"/>
            </a:xfrm>
            <a:custGeom>
              <a:rect b="b" l="l" r="r" t="t"/>
              <a:pathLst>
                <a:path extrusionOk="0" h="267" w="2736">
                  <a:moveTo>
                    <a:pt x="1" y="0"/>
                  </a:moveTo>
                  <a:lnTo>
                    <a:pt x="634" y="267"/>
                  </a:lnTo>
                  <a:lnTo>
                    <a:pt x="2736" y="267"/>
                  </a:lnTo>
                  <a:lnTo>
                    <a:pt x="2102" y="0"/>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8"/>
            <p:cNvSpPr/>
            <p:nvPr/>
          </p:nvSpPr>
          <p:spPr>
            <a:xfrm>
              <a:off x="6891186" y="3809488"/>
              <a:ext cx="66667" cy="3880"/>
            </a:xfrm>
            <a:custGeom>
              <a:rect b="b" l="l" r="r" t="t"/>
              <a:pathLst>
                <a:path extrusionOk="0" h="235" w="4038">
                  <a:moveTo>
                    <a:pt x="1" y="1"/>
                  </a:moveTo>
                  <a:lnTo>
                    <a:pt x="501" y="234"/>
                  </a:lnTo>
                  <a:lnTo>
                    <a:pt x="4037" y="234"/>
                  </a:lnTo>
                  <a:lnTo>
                    <a:pt x="3437"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8"/>
            <p:cNvSpPr/>
            <p:nvPr/>
          </p:nvSpPr>
          <p:spPr>
            <a:xfrm>
              <a:off x="6869161" y="3797931"/>
              <a:ext cx="62259" cy="4408"/>
            </a:xfrm>
            <a:custGeom>
              <a:rect b="b" l="l" r="r" t="t"/>
              <a:pathLst>
                <a:path extrusionOk="0" h="267" w="3771">
                  <a:moveTo>
                    <a:pt x="1" y="0"/>
                  </a:moveTo>
                  <a:lnTo>
                    <a:pt x="534" y="267"/>
                  </a:lnTo>
                  <a:lnTo>
                    <a:pt x="3770" y="267"/>
                  </a:lnTo>
                  <a:lnTo>
                    <a:pt x="3136" y="0"/>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8"/>
            <p:cNvSpPr/>
            <p:nvPr/>
          </p:nvSpPr>
          <p:spPr>
            <a:xfrm>
              <a:off x="6913227" y="3820500"/>
              <a:ext cx="78769" cy="7182"/>
            </a:xfrm>
            <a:custGeom>
              <a:rect b="b" l="l" r="r" t="t"/>
              <a:pathLst>
                <a:path extrusionOk="0" h="435" w="4771">
                  <a:moveTo>
                    <a:pt x="0" y="1"/>
                  </a:moveTo>
                  <a:lnTo>
                    <a:pt x="868" y="434"/>
                  </a:lnTo>
                  <a:lnTo>
                    <a:pt x="4770" y="434"/>
                  </a:lnTo>
                  <a:lnTo>
                    <a:pt x="3703" y="1"/>
                  </a:lnTo>
                  <a:close/>
                </a:path>
              </a:pathLst>
            </a:custGeom>
            <a:solidFill>
              <a:schemeClr val="lt1"/>
            </a:solidFill>
            <a:ln cap="rnd" cmpd="sng" w="75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8"/>
            <p:cNvSpPr/>
            <p:nvPr/>
          </p:nvSpPr>
          <p:spPr>
            <a:xfrm>
              <a:off x="6648324" y="3485661"/>
              <a:ext cx="266570" cy="368999"/>
            </a:xfrm>
            <a:custGeom>
              <a:rect b="b" l="l" r="r" t="t"/>
              <a:pathLst>
                <a:path extrusionOk="0" h="22350" w="16146">
                  <a:moveTo>
                    <a:pt x="768" y="1"/>
                  </a:moveTo>
                  <a:lnTo>
                    <a:pt x="0" y="234"/>
                  </a:lnTo>
                  <a:lnTo>
                    <a:pt x="15345" y="22350"/>
                  </a:lnTo>
                  <a:lnTo>
                    <a:pt x="16145" y="22350"/>
                  </a:lnTo>
                  <a:lnTo>
                    <a:pt x="10808"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8"/>
            <p:cNvSpPr/>
            <p:nvPr/>
          </p:nvSpPr>
          <p:spPr>
            <a:xfrm>
              <a:off x="6647779" y="3485661"/>
              <a:ext cx="253891" cy="368999"/>
            </a:xfrm>
            <a:custGeom>
              <a:rect b="b" l="l" r="r" t="t"/>
              <a:pathLst>
                <a:path extrusionOk="0" h="22350" w="15378">
                  <a:moveTo>
                    <a:pt x="0" y="1"/>
                  </a:moveTo>
                  <a:lnTo>
                    <a:pt x="5337" y="17413"/>
                  </a:lnTo>
                  <a:lnTo>
                    <a:pt x="15378" y="22350"/>
                  </a:lnTo>
                  <a:lnTo>
                    <a:pt x="15378" y="22350"/>
                  </a:lnTo>
                  <a:lnTo>
                    <a:pt x="10041"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8"/>
            <p:cNvSpPr/>
            <p:nvPr/>
          </p:nvSpPr>
          <p:spPr>
            <a:xfrm>
              <a:off x="8165031" y="3548449"/>
              <a:ext cx="185061" cy="454372"/>
            </a:xfrm>
            <a:custGeom>
              <a:rect b="b" l="l" r="r" t="t"/>
              <a:pathLst>
                <a:path extrusionOk="0" h="27521" w="11209">
                  <a:moveTo>
                    <a:pt x="701" y="0"/>
                  </a:moveTo>
                  <a:cubicBezTo>
                    <a:pt x="300" y="0"/>
                    <a:pt x="0" y="301"/>
                    <a:pt x="0" y="701"/>
                  </a:cubicBezTo>
                  <a:lnTo>
                    <a:pt x="0" y="27520"/>
                  </a:lnTo>
                  <a:lnTo>
                    <a:pt x="11208" y="27520"/>
                  </a:lnTo>
                  <a:lnTo>
                    <a:pt x="11208" y="701"/>
                  </a:lnTo>
                  <a:cubicBezTo>
                    <a:pt x="11208" y="301"/>
                    <a:pt x="10875" y="0"/>
                    <a:pt x="10474"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8"/>
            <p:cNvSpPr/>
            <p:nvPr/>
          </p:nvSpPr>
          <p:spPr>
            <a:xfrm>
              <a:off x="8106652" y="3548416"/>
              <a:ext cx="185061" cy="454405"/>
            </a:xfrm>
            <a:custGeom>
              <a:rect b="b" l="l" r="r" t="t"/>
              <a:pathLst>
                <a:path extrusionOk="0" h="27523" w="11209">
                  <a:moveTo>
                    <a:pt x="646" y="0"/>
                  </a:moveTo>
                  <a:cubicBezTo>
                    <a:pt x="273" y="0"/>
                    <a:pt x="0" y="321"/>
                    <a:pt x="0" y="703"/>
                  </a:cubicBezTo>
                  <a:lnTo>
                    <a:pt x="0" y="27522"/>
                  </a:lnTo>
                  <a:lnTo>
                    <a:pt x="11208" y="27522"/>
                  </a:lnTo>
                  <a:lnTo>
                    <a:pt x="11208" y="703"/>
                  </a:lnTo>
                  <a:cubicBezTo>
                    <a:pt x="11208" y="321"/>
                    <a:pt x="10905" y="0"/>
                    <a:pt x="10530" y="0"/>
                  </a:cubicBezTo>
                  <a:cubicBezTo>
                    <a:pt x="10511" y="0"/>
                    <a:pt x="10493" y="1"/>
                    <a:pt x="10474" y="2"/>
                  </a:cubicBezTo>
                  <a:lnTo>
                    <a:pt x="701" y="2"/>
                  </a:lnTo>
                  <a:cubicBezTo>
                    <a:pt x="682" y="1"/>
                    <a:pt x="664" y="0"/>
                    <a:pt x="646" y="0"/>
                  </a:cubicBezTo>
                  <a:close/>
                </a:path>
              </a:pathLst>
            </a:custGeom>
            <a:solidFill>
              <a:schemeClr val="accent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8"/>
            <p:cNvSpPr/>
            <p:nvPr/>
          </p:nvSpPr>
          <p:spPr>
            <a:xfrm>
              <a:off x="6969955" y="3275472"/>
              <a:ext cx="724772" cy="524704"/>
            </a:xfrm>
            <a:custGeom>
              <a:rect b="b" l="l" r="r" t="t"/>
              <a:pathLst>
                <a:path extrusionOk="0" h="31781" w="43899">
                  <a:moveTo>
                    <a:pt x="43025" y="0"/>
                  </a:moveTo>
                  <a:cubicBezTo>
                    <a:pt x="42583" y="0"/>
                    <a:pt x="41921" y="320"/>
                    <a:pt x="40929" y="1323"/>
                  </a:cubicBezTo>
                  <a:cubicBezTo>
                    <a:pt x="40929" y="1323"/>
                    <a:pt x="36626" y="4192"/>
                    <a:pt x="36092" y="5960"/>
                  </a:cubicBezTo>
                  <a:cubicBezTo>
                    <a:pt x="35525" y="7695"/>
                    <a:pt x="32323" y="17735"/>
                    <a:pt x="31990" y="18536"/>
                  </a:cubicBezTo>
                  <a:cubicBezTo>
                    <a:pt x="31656" y="19303"/>
                    <a:pt x="29021" y="23373"/>
                    <a:pt x="29021" y="23373"/>
                  </a:cubicBezTo>
                  <a:lnTo>
                    <a:pt x="14911" y="24040"/>
                  </a:lnTo>
                  <a:cubicBezTo>
                    <a:pt x="14911" y="24040"/>
                    <a:pt x="8506" y="22605"/>
                    <a:pt x="7939" y="22605"/>
                  </a:cubicBezTo>
                  <a:cubicBezTo>
                    <a:pt x="7405" y="22605"/>
                    <a:pt x="1868" y="26241"/>
                    <a:pt x="1434" y="27242"/>
                  </a:cubicBezTo>
                  <a:cubicBezTo>
                    <a:pt x="1001" y="28243"/>
                    <a:pt x="0" y="29677"/>
                    <a:pt x="434" y="29977"/>
                  </a:cubicBezTo>
                  <a:cubicBezTo>
                    <a:pt x="537" y="30057"/>
                    <a:pt x="653" y="30087"/>
                    <a:pt x="771" y="30087"/>
                  </a:cubicBezTo>
                  <a:cubicBezTo>
                    <a:pt x="1147" y="30087"/>
                    <a:pt x="1534" y="29777"/>
                    <a:pt x="1534" y="29777"/>
                  </a:cubicBezTo>
                  <a:cubicBezTo>
                    <a:pt x="1534" y="29777"/>
                    <a:pt x="1704" y="30891"/>
                    <a:pt x="3466" y="30891"/>
                  </a:cubicBezTo>
                  <a:cubicBezTo>
                    <a:pt x="3772" y="30891"/>
                    <a:pt x="4126" y="30857"/>
                    <a:pt x="4537" y="30778"/>
                  </a:cubicBezTo>
                  <a:cubicBezTo>
                    <a:pt x="7272" y="30211"/>
                    <a:pt x="10041" y="28243"/>
                    <a:pt x="10041" y="28243"/>
                  </a:cubicBezTo>
                  <a:cubicBezTo>
                    <a:pt x="10041" y="28243"/>
                    <a:pt x="12829" y="29596"/>
                    <a:pt x="14333" y="29596"/>
                  </a:cubicBezTo>
                  <a:cubicBezTo>
                    <a:pt x="14498" y="29596"/>
                    <a:pt x="14648" y="29580"/>
                    <a:pt x="14777" y="29544"/>
                  </a:cubicBezTo>
                  <a:lnTo>
                    <a:pt x="14911" y="29510"/>
                  </a:lnTo>
                  <a:lnTo>
                    <a:pt x="14911" y="30978"/>
                  </a:lnTo>
                  <a:cubicBezTo>
                    <a:pt x="14911" y="30978"/>
                    <a:pt x="29838" y="31781"/>
                    <a:pt x="33532" y="31781"/>
                  </a:cubicBezTo>
                  <a:cubicBezTo>
                    <a:pt x="33963" y="31781"/>
                    <a:pt x="34241" y="31770"/>
                    <a:pt x="34325" y="31745"/>
                  </a:cubicBezTo>
                  <a:cubicBezTo>
                    <a:pt x="35092" y="31545"/>
                    <a:pt x="39161" y="26575"/>
                    <a:pt x="39161" y="26575"/>
                  </a:cubicBezTo>
                  <a:lnTo>
                    <a:pt x="43898" y="990"/>
                  </a:lnTo>
                  <a:cubicBezTo>
                    <a:pt x="43898" y="990"/>
                    <a:pt x="43803" y="0"/>
                    <a:pt x="43025" y="0"/>
                  </a:cubicBez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8"/>
            <p:cNvSpPr/>
            <p:nvPr/>
          </p:nvSpPr>
          <p:spPr>
            <a:xfrm>
              <a:off x="6969955" y="3648681"/>
              <a:ext cx="251134" cy="138238"/>
            </a:xfrm>
            <a:custGeom>
              <a:rect b="b" l="l" r="r" t="t"/>
              <a:pathLst>
                <a:path extrusionOk="0" h="8373" w="15211">
                  <a:moveTo>
                    <a:pt x="7939" y="0"/>
                  </a:moveTo>
                  <a:cubicBezTo>
                    <a:pt x="7372" y="0"/>
                    <a:pt x="1868" y="3636"/>
                    <a:pt x="1434" y="4637"/>
                  </a:cubicBezTo>
                  <a:cubicBezTo>
                    <a:pt x="1001" y="5638"/>
                    <a:pt x="0" y="7072"/>
                    <a:pt x="434" y="7372"/>
                  </a:cubicBezTo>
                  <a:cubicBezTo>
                    <a:pt x="537" y="7452"/>
                    <a:pt x="653" y="7482"/>
                    <a:pt x="771" y="7482"/>
                  </a:cubicBezTo>
                  <a:cubicBezTo>
                    <a:pt x="1147" y="7482"/>
                    <a:pt x="1534" y="7172"/>
                    <a:pt x="1534" y="7172"/>
                  </a:cubicBezTo>
                  <a:cubicBezTo>
                    <a:pt x="1534" y="7172"/>
                    <a:pt x="1704" y="8286"/>
                    <a:pt x="3466" y="8286"/>
                  </a:cubicBezTo>
                  <a:cubicBezTo>
                    <a:pt x="3772" y="8286"/>
                    <a:pt x="4126" y="8252"/>
                    <a:pt x="4537" y="8173"/>
                  </a:cubicBezTo>
                  <a:cubicBezTo>
                    <a:pt x="7272" y="7606"/>
                    <a:pt x="10041" y="5638"/>
                    <a:pt x="10041" y="5638"/>
                  </a:cubicBezTo>
                  <a:cubicBezTo>
                    <a:pt x="10041" y="5638"/>
                    <a:pt x="12802" y="6991"/>
                    <a:pt x="14325" y="6991"/>
                  </a:cubicBezTo>
                  <a:cubicBezTo>
                    <a:pt x="14493" y="6991"/>
                    <a:pt x="14645" y="6975"/>
                    <a:pt x="14777" y="6939"/>
                  </a:cubicBezTo>
                  <a:lnTo>
                    <a:pt x="14877" y="6905"/>
                  </a:lnTo>
                  <a:lnTo>
                    <a:pt x="14877" y="8373"/>
                  </a:lnTo>
                  <a:lnTo>
                    <a:pt x="15211" y="1802"/>
                  </a:lnTo>
                  <a:lnTo>
                    <a:pt x="14944" y="1435"/>
                  </a:lnTo>
                  <a:lnTo>
                    <a:pt x="14877" y="1435"/>
                  </a:lnTo>
                  <a:cubicBezTo>
                    <a:pt x="14877" y="1435"/>
                    <a:pt x="8506" y="0"/>
                    <a:pt x="7939" y="0"/>
                  </a:cubicBezTo>
                  <a:close/>
                </a:path>
              </a:pathLst>
            </a:custGeom>
            <a:solidFill>
              <a:srgbClr val="A16134"/>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8"/>
            <p:cNvSpPr/>
            <p:nvPr/>
          </p:nvSpPr>
          <p:spPr>
            <a:xfrm>
              <a:off x="7526738" y="3297315"/>
              <a:ext cx="134936" cy="705505"/>
            </a:xfrm>
            <a:custGeom>
              <a:rect b="b" l="l" r="r" t="t"/>
              <a:pathLst>
                <a:path extrusionOk="0" h="42732" w="8173">
                  <a:moveTo>
                    <a:pt x="7205" y="0"/>
                  </a:moveTo>
                  <a:lnTo>
                    <a:pt x="3302" y="5471"/>
                  </a:lnTo>
                  <a:cubicBezTo>
                    <a:pt x="3302" y="5471"/>
                    <a:pt x="0" y="18180"/>
                    <a:pt x="0" y="19815"/>
                  </a:cubicBezTo>
                  <a:cubicBezTo>
                    <a:pt x="0" y="21482"/>
                    <a:pt x="1635" y="29822"/>
                    <a:pt x="3302" y="33958"/>
                  </a:cubicBezTo>
                  <a:cubicBezTo>
                    <a:pt x="4236" y="36360"/>
                    <a:pt x="6238" y="40029"/>
                    <a:pt x="7739" y="42731"/>
                  </a:cubicBezTo>
                  <a:lnTo>
                    <a:pt x="8173" y="42731"/>
                  </a:lnTo>
                  <a:cubicBezTo>
                    <a:pt x="7839" y="41930"/>
                    <a:pt x="7539" y="41197"/>
                    <a:pt x="7405" y="40796"/>
                  </a:cubicBezTo>
                  <a:cubicBezTo>
                    <a:pt x="7072" y="39595"/>
                    <a:pt x="2835" y="24284"/>
                    <a:pt x="2335" y="22050"/>
                  </a:cubicBezTo>
                  <a:cubicBezTo>
                    <a:pt x="1868" y="19815"/>
                    <a:pt x="2102" y="16646"/>
                    <a:pt x="3302" y="12176"/>
                  </a:cubicBezTo>
                  <a:cubicBezTo>
                    <a:pt x="4470" y="7706"/>
                    <a:pt x="7205" y="1"/>
                    <a:pt x="7205" y="0"/>
                  </a:cubicBez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8"/>
            <p:cNvSpPr/>
            <p:nvPr/>
          </p:nvSpPr>
          <p:spPr>
            <a:xfrm>
              <a:off x="7556473" y="3223317"/>
              <a:ext cx="302364" cy="693073"/>
            </a:xfrm>
            <a:custGeom>
              <a:rect b="b" l="l" r="r" t="t"/>
              <a:pathLst>
                <a:path extrusionOk="0" h="41979" w="18314">
                  <a:moveTo>
                    <a:pt x="10474" y="0"/>
                  </a:moveTo>
                  <a:cubicBezTo>
                    <a:pt x="9228" y="0"/>
                    <a:pt x="8047" y="431"/>
                    <a:pt x="7172" y="1380"/>
                  </a:cubicBezTo>
                  <a:cubicBezTo>
                    <a:pt x="7172" y="1380"/>
                    <a:pt x="3069" y="7785"/>
                    <a:pt x="1968" y="12188"/>
                  </a:cubicBezTo>
                  <a:cubicBezTo>
                    <a:pt x="868" y="16624"/>
                    <a:pt x="0" y="20461"/>
                    <a:pt x="0" y="24430"/>
                  </a:cubicBezTo>
                  <a:cubicBezTo>
                    <a:pt x="0" y="28400"/>
                    <a:pt x="4404" y="39674"/>
                    <a:pt x="5071" y="41109"/>
                  </a:cubicBezTo>
                  <a:cubicBezTo>
                    <a:pt x="5301" y="41603"/>
                    <a:pt x="6303" y="41978"/>
                    <a:pt x="7608" y="41978"/>
                  </a:cubicBezTo>
                  <a:cubicBezTo>
                    <a:pt x="10090" y="41978"/>
                    <a:pt x="13668" y="40620"/>
                    <a:pt x="15111" y="36138"/>
                  </a:cubicBezTo>
                  <a:cubicBezTo>
                    <a:pt x="17313" y="29300"/>
                    <a:pt x="18313" y="9553"/>
                    <a:pt x="16979" y="5016"/>
                  </a:cubicBezTo>
                  <a:cubicBezTo>
                    <a:pt x="16071" y="1952"/>
                    <a:pt x="13126" y="0"/>
                    <a:pt x="10474"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8"/>
            <p:cNvSpPr/>
            <p:nvPr/>
          </p:nvSpPr>
          <p:spPr>
            <a:xfrm>
              <a:off x="7588420" y="3228468"/>
              <a:ext cx="76012" cy="155326"/>
            </a:xfrm>
            <a:custGeom>
              <a:rect b="b" l="l" r="r" t="t"/>
              <a:pathLst>
                <a:path extrusionOk="0" h="9408" w="4604">
                  <a:moveTo>
                    <a:pt x="4603" y="1"/>
                  </a:moveTo>
                  <a:lnTo>
                    <a:pt x="4070" y="134"/>
                  </a:lnTo>
                  <a:cubicBezTo>
                    <a:pt x="3803" y="568"/>
                    <a:pt x="134" y="2603"/>
                    <a:pt x="134" y="2603"/>
                  </a:cubicBezTo>
                  <a:lnTo>
                    <a:pt x="0" y="6372"/>
                  </a:lnTo>
                  <a:lnTo>
                    <a:pt x="1101" y="4337"/>
                  </a:lnTo>
                  <a:lnTo>
                    <a:pt x="2802" y="9408"/>
                  </a:lnTo>
                  <a:lnTo>
                    <a:pt x="4603" y="1"/>
                  </a:lnTo>
                  <a:close/>
                </a:path>
              </a:pathLst>
            </a:custGeom>
            <a:solidFill>
              <a:schemeClr val="accent3"/>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8"/>
            <p:cNvSpPr/>
            <p:nvPr/>
          </p:nvSpPr>
          <p:spPr>
            <a:xfrm>
              <a:off x="7584011" y="3211034"/>
              <a:ext cx="574416" cy="791787"/>
            </a:xfrm>
            <a:custGeom>
              <a:rect b="b" l="l" r="r" t="t"/>
              <a:pathLst>
                <a:path extrusionOk="0" h="47958" w="34792">
                  <a:moveTo>
                    <a:pt x="12275" y="0"/>
                  </a:moveTo>
                  <a:cubicBezTo>
                    <a:pt x="11643" y="0"/>
                    <a:pt x="11145" y="86"/>
                    <a:pt x="10841" y="256"/>
                  </a:cubicBezTo>
                  <a:cubicBezTo>
                    <a:pt x="10841" y="256"/>
                    <a:pt x="5437" y="11264"/>
                    <a:pt x="3369" y="16401"/>
                  </a:cubicBezTo>
                  <a:cubicBezTo>
                    <a:pt x="1335" y="21571"/>
                    <a:pt x="0" y="31745"/>
                    <a:pt x="0" y="33246"/>
                  </a:cubicBezTo>
                  <a:cubicBezTo>
                    <a:pt x="0" y="34748"/>
                    <a:pt x="2836" y="44088"/>
                    <a:pt x="2836" y="44088"/>
                  </a:cubicBezTo>
                  <a:lnTo>
                    <a:pt x="4770" y="47957"/>
                  </a:lnTo>
                  <a:lnTo>
                    <a:pt x="34792" y="47957"/>
                  </a:lnTo>
                  <a:cubicBezTo>
                    <a:pt x="33791" y="45288"/>
                    <a:pt x="29955" y="35048"/>
                    <a:pt x="29855" y="34614"/>
                  </a:cubicBezTo>
                  <a:cubicBezTo>
                    <a:pt x="29721" y="34047"/>
                    <a:pt x="26586" y="9896"/>
                    <a:pt x="23350" y="5427"/>
                  </a:cubicBezTo>
                  <a:cubicBezTo>
                    <a:pt x="20676" y="1742"/>
                    <a:pt x="15120" y="0"/>
                    <a:pt x="12275" y="0"/>
                  </a:cubicBez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8"/>
            <p:cNvSpPr/>
            <p:nvPr/>
          </p:nvSpPr>
          <p:spPr>
            <a:xfrm>
              <a:off x="7805394" y="3869519"/>
              <a:ext cx="214250" cy="90888"/>
            </a:xfrm>
            <a:custGeom>
              <a:rect b="b" l="l" r="r" t="t"/>
              <a:pathLst>
                <a:path extrusionOk="0" fill="none" h="5505" w="12977">
                  <a:moveTo>
                    <a:pt x="12977" y="1"/>
                  </a:moveTo>
                  <a:lnTo>
                    <a:pt x="1" y="3837"/>
                  </a:lnTo>
                  <a:lnTo>
                    <a:pt x="835" y="5505"/>
                  </a:lnTo>
                  <a:lnTo>
                    <a:pt x="8007" y="3303"/>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8"/>
            <p:cNvSpPr/>
            <p:nvPr/>
          </p:nvSpPr>
          <p:spPr>
            <a:xfrm>
              <a:off x="7485975" y="2882353"/>
              <a:ext cx="335962" cy="369263"/>
            </a:xfrm>
            <a:custGeom>
              <a:rect b="b" l="l" r="r" t="t"/>
              <a:pathLst>
                <a:path extrusionOk="0" h="22366" w="20349">
                  <a:moveTo>
                    <a:pt x="8920" y="1"/>
                  </a:moveTo>
                  <a:cubicBezTo>
                    <a:pt x="6994" y="1"/>
                    <a:pt x="5180" y="574"/>
                    <a:pt x="3870" y="1985"/>
                  </a:cubicBezTo>
                  <a:cubicBezTo>
                    <a:pt x="3870" y="1985"/>
                    <a:pt x="2836" y="5220"/>
                    <a:pt x="2803" y="5887"/>
                  </a:cubicBezTo>
                  <a:cubicBezTo>
                    <a:pt x="2803" y="6388"/>
                    <a:pt x="2803" y="6855"/>
                    <a:pt x="2836" y="7355"/>
                  </a:cubicBezTo>
                  <a:cubicBezTo>
                    <a:pt x="2869" y="7622"/>
                    <a:pt x="2803" y="7889"/>
                    <a:pt x="2669" y="8122"/>
                  </a:cubicBezTo>
                  <a:cubicBezTo>
                    <a:pt x="2436" y="8456"/>
                    <a:pt x="1" y="10824"/>
                    <a:pt x="301" y="11291"/>
                  </a:cubicBezTo>
                  <a:cubicBezTo>
                    <a:pt x="568" y="11758"/>
                    <a:pt x="2269" y="13626"/>
                    <a:pt x="2269" y="13626"/>
                  </a:cubicBezTo>
                  <a:cubicBezTo>
                    <a:pt x="2269" y="13626"/>
                    <a:pt x="3436" y="19264"/>
                    <a:pt x="5038" y="19897"/>
                  </a:cubicBezTo>
                  <a:cubicBezTo>
                    <a:pt x="5750" y="20201"/>
                    <a:pt x="6601" y="20283"/>
                    <a:pt x="7316" y="20283"/>
                  </a:cubicBezTo>
                  <a:cubicBezTo>
                    <a:pt x="8175" y="20283"/>
                    <a:pt x="8840" y="20164"/>
                    <a:pt x="8840" y="20164"/>
                  </a:cubicBezTo>
                  <a:lnTo>
                    <a:pt x="9641" y="22366"/>
                  </a:lnTo>
                  <a:lnTo>
                    <a:pt x="19515" y="19130"/>
                  </a:lnTo>
                  <a:lnTo>
                    <a:pt x="19348" y="15894"/>
                  </a:lnTo>
                  <a:cubicBezTo>
                    <a:pt x="19348" y="15894"/>
                    <a:pt x="20349" y="10124"/>
                    <a:pt x="19214" y="5954"/>
                  </a:cubicBezTo>
                  <a:cubicBezTo>
                    <a:pt x="18423" y="3067"/>
                    <a:pt x="13373" y="1"/>
                    <a:pt x="8920" y="1"/>
                  </a:cubicBezTo>
                  <a:close/>
                </a:path>
              </a:pathLst>
            </a:custGeom>
            <a:solidFill>
              <a:srgbClr val="A16134"/>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8"/>
            <p:cNvSpPr/>
            <p:nvPr/>
          </p:nvSpPr>
          <p:spPr>
            <a:xfrm>
              <a:off x="7542158" y="3008687"/>
              <a:ext cx="14876" cy="28826"/>
            </a:xfrm>
            <a:custGeom>
              <a:rect b="b" l="l" r="r" t="t"/>
              <a:pathLst>
                <a:path extrusionOk="0" h="1746" w="901">
                  <a:moveTo>
                    <a:pt x="639" y="1"/>
                  </a:moveTo>
                  <a:cubicBezTo>
                    <a:pt x="446" y="1"/>
                    <a:pt x="227" y="327"/>
                    <a:pt x="100" y="804"/>
                  </a:cubicBezTo>
                  <a:cubicBezTo>
                    <a:pt x="0" y="1271"/>
                    <a:pt x="67" y="1704"/>
                    <a:pt x="234" y="1738"/>
                  </a:cubicBezTo>
                  <a:cubicBezTo>
                    <a:pt x="250" y="1743"/>
                    <a:pt x="266" y="1746"/>
                    <a:pt x="282" y="1746"/>
                  </a:cubicBezTo>
                  <a:cubicBezTo>
                    <a:pt x="470" y="1746"/>
                    <a:pt x="675" y="1401"/>
                    <a:pt x="767" y="971"/>
                  </a:cubicBezTo>
                  <a:cubicBezTo>
                    <a:pt x="901" y="470"/>
                    <a:pt x="834" y="70"/>
                    <a:pt x="667" y="3"/>
                  </a:cubicBezTo>
                  <a:cubicBezTo>
                    <a:pt x="658" y="2"/>
                    <a:pt x="649" y="1"/>
                    <a:pt x="6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8"/>
            <p:cNvSpPr/>
            <p:nvPr/>
          </p:nvSpPr>
          <p:spPr>
            <a:xfrm>
              <a:off x="7543248" y="2984500"/>
              <a:ext cx="31963" cy="22041"/>
            </a:xfrm>
            <a:custGeom>
              <a:rect b="b" l="l" r="r" t="t"/>
              <a:pathLst>
                <a:path extrusionOk="0" fill="none" h="1335" w="1936">
                  <a:moveTo>
                    <a:pt x="1" y="234"/>
                  </a:moveTo>
                  <a:cubicBezTo>
                    <a:pt x="835" y="1"/>
                    <a:pt x="1702" y="501"/>
                    <a:pt x="1936" y="1335"/>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8"/>
            <p:cNvSpPr/>
            <p:nvPr/>
          </p:nvSpPr>
          <p:spPr>
            <a:xfrm>
              <a:off x="7527828" y="3120526"/>
              <a:ext cx="49580" cy="18194"/>
            </a:xfrm>
            <a:custGeom>
              <a:rect b="b" l="l" r="r" t="t"/>
              <a:pathLst>
                <a:path extrusionOk="0" fill="none" h="1102" w="3003">
                  <a:moveTo>
                    <a:pt x="1" y="1"/>
                  </a:moveTo>
                  <a:cubicBezTo>
                    <a:pt x="1" y="1"/>
                    <a:pt x="1102" y="1102"/>
                    <a:pt x="3003" y="40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8"/>
            <p:cNvSpPr/>
            <p:nvPr/>
          </p:nvSpPr>
          <p:spPr>
            <a:xfrm>
              <a:off x="7450726" y="2734208"/>
              <a:ext cx="479153" cy="443442"/>
            </a:xfrm>
            <a:custGeom>
              <a:rect b="b" l="l" r="r" t="t"/>
              <a:pathLst>
                <a:path extrusionOk="0" h="26859" w="29022">
                  <a:moveTo>
                    <a:pt x="7856" y="0"/>
                  </a:moveTo>
                  <a:cubicBezTo>
                    <a:pt x="5327" y="0"/>
                    <a:pt x="3583" y="3546"/>
                    <a:pt x="4271" y="4953"/>
                  </a:cubicBezTo>
                  <a:cubicBezTo>
                    <a:pt x="4971" y="6454"/>
                    <a:pt x="5271" y="6788"/>
                    <a:pt x="3937" y="6855"/>
                  </a:cubicBezTo>
                  <a:cubicBezTo>
                    <a:pt x="2569" y="6955"/>
                    <a:pt x="1" y="10457"/>
                    <a:pt x="2269" y="12592"/>
                  </a:cubicBezTo>
                  <a:cubicBezTo>
                    <a:pt x="2893" y="13188"/>
                    <a:pt x="3551" y="13388"/>
                    <a:pt x="4182" y="13388"/>
                  </a:cubicBezTo>
                  <a:cubicBezTo>
                    <a:pt x="5474" y="13388"/>
                    <a:pt x="6648" y="12545"/>
                    <a:pt x="7151" y="12545"/>
                  </a:cubicBezTo>
                  <a:cubicBezTo>
                    <a:pt x="7295" y="12545"/>
                    <a:pt x="7385" y="12615"/>
                    <a:pt x="7406" y="12792"/>
                  </a:cubicBezTo>
                  <a:cubicBezTo>
                    <a:pt x="7573" y="13893"/>
                    <a:pt x="7173" y="14860"/>
                    <a:pt x="8507" y="14927"/>
                  </a:cubicBezTo>
                  <a:cubicBezTo>
                    <a:pt x="9841" y="14960"/>
                    <a:pt x="12009" y="14827"/>
                    <a:pt x="11676" y="15694"/>
                  </a:cubicBezTo>
                  <a:cubicBezTo>
                    <a:pt x="11309" y="16528"/>
                    <a:pt x="11242" y="18530"/>
                    <a:pt x="12510" y="18830"/>
                  </a:cubicBezTo>
                  <a:cubicBezTo>
                    <a:pt x="12618" y="18856"/>
                    <a:pt x="12724" y="18868"/>
                    <a:pt x="12826" y="18868"/>
                  </a:cubicBezTo>
                  <a:cubicBezTo>
                    <a:pt x="13804" y="18868"/>
                    <a:pt x="14506" y="17772"/>
                    <a:pt x="15231" y="17772"/>
                  </a:cubicBezTo>
                  <a:cubicBezTo>
                    <a:pt x="15291" y="17772"/>
                    <a:pt x="15351" y="17779"/>
                    <a:pt x="15412" y="17796"/>
                  </a:cubicBezTo>
                  <a:cubicBezTo>
                    <a:pt x="16312" y="17996"/>
                    <a:pt x="17513" y="20831"/>
                    <a:pt x="16713" y="22366"/>
                  </a:cubicBezTo>
                  <a:cubicBezTo>
                    <a:pt x="15912" y="23933"/>
                    <a:pt x="15412" y="23933"/>
                    <a:pt x="15312" y="24300"/>
                  </a:cubicBezTo>
                  <a:cubicBezTo>
                    <a:pt x="15220" y="24668"/>
                    <a:pt x="17289" y="26859"/>
                    <a:pt x="19563" y="26859"/>
                  </a:cubicBezTo>
                  <a:cubicBezTo>
                    <a:pt x="19768" y="26859"/>
                    <a:pt x="19975" y="26841"/>
                    <a:pt x="20182" y="26802"/>
                  </a:cubicBezTo>
                  <a:cubicBezTo>
                    <a:pt x="22684" y="26335"/>
                    <a:pt x="25953" y="25535"/>
                    <a:pt x="26353" y="22833"/>
                  </a:cubicBezTo>
                  <a:cubicBezTo>
                    <a:pt x="26720" y="20097"/>
                    <a:pt x="25919" y="19530"/>
                    <a:pt x="26987" y="18563"/>
                  </a:cubicBezTo>
                  <a:cubicBezTo>
                    <a:pt x="28021" y="17629"/>
                    <a:pt x="29022" y="17329"/>
                    <a:pt x="28721" y="15794"/>
                  </a:cubicBezTo>
                  <a:cubicBezTo>
                    <a:pt x="28421" y="14260"/>
                    <a:pt x="27454" y="13760"/>
                    <a:pt x="27787" y="12492"/>
                  </a:cubicBezTo>
                  <a:cubicBezTo>
                    <a:pt x="28088" y="11224"/>
                    <a:pt x="26820" y="5454"/>
                    <a:pt x="21416" y="2952"/>
                  </a:cubicBezTo>
                  <a:cubicBezTo>
                    <a:pt x="19677" y="2147"/>
                    <a:pt x="18086" y="1873"/>
                    <a:pt x="16728" y="1873"/>
                  </a:cubicBezTo>
                  <a:cubicBezTo>
                    <a:pt x="13868" y="1873"/>
                    <a:pt x="12043" y="3085"/>
                    <a:pt x="12043" y="3085"/>
                  </a:cubicBezTo>
                  <a:cubicBezTo>
                    <a:pt x="11409" y="1517"/>
                    <a:pt x="10041" y="383"/>
                    <a:pt x="8373" y="50"/>
                  </a:cubicBezTo>
                  <a:cubicBezTo>
                    <a:pt x="8198" y="16"/>
                    <a:pt x="8025" y="0"/>
                    <a:pt x="7856"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8"/>
            <p:cNvSpPr/>
            <p:nvPr/>
          </p:nvSpPr>
          <p:spPr>
            <a:xfrm>
              <a:off x="7619805" y="3147520"/>
              <a:ext cx="233517" cy="236275"/>
            </a:xfrm>
            <a:custGeom>
              <a:rect b="b" l="l" r="r" t="t"/>
              <a:pathLst>
                <a:path extrusionOk="0" h="14311" w="14144">
                  <a:moveTo>
                    <a:pt x="12443" y="0"/>
                  </a:moveTo>
                  <a:lnTo>
                    <a:pt x="0" y="7205"/>
                  </a:lnTo>
                  <a:lnTo>
                    <a:pt x="901" y="14311"/>
                  </a:lnTo>
                  <a:lnTo>
                    <a:pt x="14144" y="3736"/>
                  </a:lnTo>
                  <a:lnTo>
                    <a:pt x="12443"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8"/>
            <p:cNvSpPr/>
            <p:nvPr/>
          </p:nvSpPr>
          <p:spPr>
            <a:xfrm>
              <a:off x="6999128" y="3650233"/>
              <a:ext cx="302381" cy="158876"/>
            </a:xfrm>
            <a:custGeom>
              <a:rect b="b" l="l" r="r" t="t"/>
              <a:pathLst>
                <a:path extrusionOk="0" h="9623" w="18315">
                  <a:moveTo>
                    <a:pt x="7539" y="1"/>
                  </a:moveTo>
                  <a:cubicBezTo>
                    <a:pt x="7414" y="1"/>
                    <a:pt x="7302" y="13"/>
                    <a:pt x="7206" y="40"/>
                  </a:cubicBezTo>
                  <a:cubicBezTo>
                    <a:pt x="6272" y="307"/>
                    <a:pt x="1635" y="3509"/>
                    <a:pt x="1635" y="3509"/>
                  </a:cubicBezTo>
                  <a:cubicBezTo>
                    <a:pt x="1635" y="3509"/>
                    <a:pt x="1" y="7445"/>
                    <a:pt x="134" y="7979"/>
                  </a:cubicBezTo>
                  <a:cubicBezTo>
                    <a:pt x="166" y="8115"/>
                    <a:pt x="248" y="8166"/>
                    <a:pt x="354" y="8166"/>
                  </a:cubicBezTo>
                  <a:cubicBezTo>
                    <a:pt x="690" y="8166"/>
                    <a:pt x="1268" y="7645"/>
                    <a:pt x="1269" y="7645"/>
                  </a:cubicBezTo>
                  <a:lnTo>
                    <a:pt x="1269" y="7645"/>
                  </a:lnTo>
                  <a:cubicBezTo>
                    <a:pt x="1268" y="7645"/>
                    <a:pt x="668" y="8379"/>
                    <a:pt x="1235" y="8946"/>
                  </a:cubicBezTo>
                  <a:cubicBezTo>
                    <a:pt x="1339" y="9050"/>
                    <a:pt x="1443" y="9092"/>
                    <a:pt x="1544" y="9092"/>
                  </a:cubicBezTo>
                  <a:cubicBezTo>
                    <a:pt x="1957" y="9092"/>
                    <a:pt x="2303" y="8379"/>
                    <a:pt x="2303" y="8379"/>
                  </a:cubicBezTo>
                  <a:lnTo>
                    <a:pt x="2303" y="8379"/>
                  </a:lnTo>
                  <a:cubicBezTo>
                    <a:pt x="2303" y="8379"/>
                    <a:pt x="2181" y="9622"/>
                    <a:pt x="2893" y="9622"/>
                  </a:cubicBezTo>
                  <a:cubicBezTo>
                    <a:pt x="2928" y="9622"/>
                    <a:pt x="2964" y="9619"/>
                    <a:pt x="3003" y="9613"/>
                  </a:cubicBezTo>
                  <a:cubicBezTo>
                    <a:pt x="3403" y="9580"/>
                    <a:pt x="3770" y="9280"/>
                    <a:pt x="3870" y="8879"/>
                  </a:cubicBezTo>
                  <a:cubicBezTo>
                    <a:pt x="3870" y="8879"/>
                    <a:pt x="3937" y="9613"/>
                    <a:pt x="4604" y="9613"/>
                  </a:cubicBezTo>
                  <a:cubicBezTo>
                    <a:pt x="5305" y="9613"/>
                    <a:pt x="6772" y="6778"/>
                    <a:pt x="6772" y="6778"/>
                  </a:cubicBezTo>
                  <a:lnTo>
                    <a:pt x="9374" y="6911"/>
                  </a:lnTo>
                  <a:cubicBezTo>
                    <a:pt x="9374" y="6911"/>
                    <a:pt x="11409" y="7979"/>
                    <a:pt x="12610" y="8112"/>
                  </a:cubicBezTo>
                  <a:cubicBezTo>
                    <a:pt x="12705" y="8122"/>
                    <a:pt x="12801" y="8127"/>
                    <a:pt x="12899" y="8127"/>
                  </a:cubicBezTo>
                  <a:cubicBezTo>
                    <a:pt x="14066" y="8127"/>
                    <a:pt x="15345" y="7445"/>
                    <a:pt x="15345" y="7445"/>
                  </a:cubicBezTo>
                  <a:lnTo>
                    <a:pt x="16980" y="7845"/>
                  </a:lnTo>
                  <a:lnTo>
                    <a:pt x="18314" y="3909"/>
                  </a:lnTo>
                  <a:lnTo>
                    <a:pt x="17513" y="3109"/>
                  </a:lnTo>
                  <a:cubicBezTo>
                    <a:pt x="17513" y="3109"/>
                    <a:pt x="15012" y="2175"/>
                    <a:pt x="13444" y="1708"/>
                  </a:cubicBezTo>
                  <a:cubicBezTo>
                    <a:pt x="10980" y="1017"/>
                    <a:pt x="8679" y="1"/>
                    <a:pt x="7539" y="1"/>
                  </a:cubicBezTo>
                  <a:close/>
                </a:path>
              </a:pathLst>
            </a:custGeom>
            <a:solidFill>
              <a:srgbClr val="A16134"/>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8"/>
            <p:cNvSpPr/>
            <p:nvPr/>
          </p:nvSpPr>
          <p:spPr>
            <a:xfrm>
              <a:off x="7020063" y="3688883"/>
              <a:ext cx="76012" cy="87586"/>
            </a:xfrm>
            <a:custGeom>
              <a:rect b="b" l="l" r="r" t="t"/>
              <a:pathLst>
                <a:path extrusionOk="0" fill="none" h="5305" w="4604">
                  <a:moveTo>
                    <a:pt x="1" y="5304"/>
                  </a:moveTo>
                  <a:cubicBezTo>
                    <a:pt x="1" y="5304"/>
                    <a:pt x="1402" y="1968"/>
                    <a:pt x="1602" y="1768"/>
                  </a:cubicBezTo>
                  <a:cubicBezTo>
                    <a:pt x="1835" y="1535"/>
                    <a:pt x="4604" y="0"/>
                    <a:pt x="4604"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8"/>
            <p:cNvSpPr/>
            <p:nvPr/>
          </p:nvSpPr>
          <p:spPr>
            <a:xfrm>
              <a:off x="7037134" y="3709801"/>
              <a:ext cx="68302" cy="78786"/>
            </a:xfrm>
            <a:custGeom>
              <a:rect b="b" l="l" r="r" t="t"/>
              <a:pathLst>
                <a:path extrusionOk="0" fill="none" h="4772" w="4137">
                  <a:moveTo>
                    <a:pt x="1" y="4771"/>
                  </a:moveTo>
                  <a:cubicBezTo>
                    <a:pt x="1" y="4771"/>
                    <a:pt x="1668" y="1369"/>
                    <a:pt x="1869" y="1202"/>
                  </a:cubicBezTo>
                  <a:cubicBezTo>
                    <a:pt x="2035" y="1035"/>
                    <a:pt x="4137" y="1"/>
                    <a:pt x="4137"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8"/>
            <p:cNvSpPr/>
            <p:nvPr/>
          </p:nvSpPr>
          <p:spPr>
            <a:xfrm>
              <a:off x="7063022" y="3733493"/>
              <a:ext cx="47384" cy="63349"/>
            </a:xfrm>
            <a:custGeom>
              <a:rect b="b" l="l" r="r" t="t"/>
              <a:pathLst>
                <a:path extrusionOk="0" fill="none" h="3837" w="2870">
                  <a:moveTo>
                    <a:pt x="0" y="3836"/>
                  </a:moveTo>
                  <a:cubicBezTo>
                    <a:pt x="0" y="3836"/>
                    <a:pt x="1602" y="734"/>
                    <a:pt x="1902" y="567"/>
                  </a:cubicBezTo>
                  <a:cubicBezTo>
                    <a:pt x="2169" y="401"/>
                    <a:pt x="2869" y="0"/>
                    <a:pt x="2869"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8"/>
            <p:cNvSpPr/>
            <p:nvPr/>
          </p:nvSpPr>
          <p:spPr>
            <a:xfrm>
              <a:off x="7245854" y="3295664"/>
              <a:ext cx="753417" cy="655166"/>
            </a:xfrm>
            <a:custGeom>
              <a:rect b="b" l="l" r="r" t="t"/>
              <a:pathLst>
                <a:path extrusionOk="0" h="39683" w="45634">
                  <a:moveTo>
                    <a:pt x="38562" y="0"/>
                  </a:moveTo>
                  <a:cubicBezTo>
                    <a:pt x="38562" y="0"/>
                    <a:pt x="29989" y="5571"/>
                    <a:pt x="30122" y="7739"/>
                  </a:cubicBezTo>
                  <a:cubicBezTo>
                    <a:pt x="30256" y="9907"/>
                    <a:pt x="30956" y="9907"/>
                    <a:pt x="30956" y="9907"/>
                  </a:cubicBezTo>
                  <a:lnTo>
                    <a:pt x="26587" y="26219"/>
                  </a:lnTo>
                  <a:cubicBezTo>
                    <a:pt x="26587" y="26219"/>
                    <a:pt x="26079" y="25800"/>
                    <a:pt x="25659" y="25800"/>
                  </a:cubicBezTo>
                  <a:cubicBezTo>
                    <a:pt x="25397" y="25800"/>
                    <a:pt x="25170" y="25962"/>
                    <a:pt x="25119" y="26486"/>
                  </a:cubicBezTo>
                  <a:lnTo>
                    <a:pt x="24985" y="27820"/>
                  </a:lnTo>
                  <a:lnTo>
                    <a:pt x="2303" y="24051"/>
                  </a:lnTo>
                  <a:lnTo>
                    <a:pt x="1" y="29722"/>
                  </a:lnTo>
                  <a:cubicBezTo>
                    <a:pt x="1" y="29722"/>
                    <a:pt x="9374" y="33391"/>
                    <a:pt x="15879" y="35693"/>
                  </a:cubicBezTo>
                  <a:cubicBezTo>
                    <a:pt x="21217" y="37609"/>
                    <a:pt x="26757" y="39682"/>
                    <a:pt x="28942" y="39682"/>
                  </a:cubicBezTo>
                  <a:cubicBezTo>
                    <a:pt x="29419" y="39682"/>
                    <a:pt x="29736" y="39583"/>
                    <a:pt x="29856" y="39362"/>
                  </a:cubicBezTo>
                  <a:cubicBezTo>
                    <a:pt x="30523" y="38161"/>
                    <a:pt x="43966" y="18047"/>
                    <a:pt x="44800" y="16579"/>
                  </a:cubicBezTo>
                  <a:cubicBezTo>
                    <a:pt x="45634" y="15078"/>
                    <a:pt x="45634" y="12376"/>
                    <a:pt x="45634" y="12376"/>
                  </a:cubicBezTo>
                  <a:lnTo>
                    <a:pt x="38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8"/>
            <p:cNvSpPr/>
            <p:nvPr/>
          </p:nvSpPr>
          <p:spPr>
            <a:xfrm>
              <a:off x="7245854" y="3295664"/>
              <a:ext cx="753417" cy="670256"/>
            </a:xfrm>
            <a:custGeom>
              <a:rect b="b" l="l" r="r" t="t"/>
              <a:pathLst>
                <a:path extrusionOk="0" fill="none" h="40597" w="45634">
                  <a:moveTo>
                    <a:pt x="38562" y="0"/>
                  </a:moveTo>
                  <a:cubicBezTo>
                    <a:pt x="38562" y="0"/>
                    <a:pt x="29989" y="5571"/>
                    <a:pt x="30122" y="7739"/>
                  </a:cubicBezTo>
                  <a:cubicBezTo>
                    <a:pt x="30256" y="9907"/>
                    <a:pt x="30956" y="9907"/>
                    <a:pt x="30956" y="9907"/>
                  </a:cubicBezTo>
                  <a:lnTo>
                    <a:pt x="26587" y="26219"/>
                  </a:lnTo>
                  <a:cubicBezTo>
                    <a:pt x="26587" y="26219"/>
                    <a:pt x="25252" y="25118"/>
                    <a:pt x="25119" y="26486"/>
                  </a:cubicBezTo>
                  <a:lnTo>
                    <a:pt x="24985" y="27820"/>
                  </a:lnTo>
                  <a:lnTo>
                    <a:pt x="2303" y="24051"/>
                  </a:lnTo>
                  <a:lnTo>
                    <a:pt x="1" y="29722"/>
                  </a:lnTo>
                  <a:cubicBezTo>
                    <a:pt x="1" y="29722"/>
                    <a:pt x="9374" y="33391"/>
                    <a:pt x="15879" y="35693"/>
                  </a:cubicBezTo>
                  <a:cubicBezTo>
                    <a:pt x="22384" y="38028"/>
                    <a:pt x="29188" y="40596"/>
                    <a:pt x="29856" y="39362"/>
                  </a:cubicBezTo>
                  <a:cubicBezTo>
                    <a:pt x="30523" y="38161"/>
                    <a:pt x="43966" y="18047"/>
                    <a:pt x="44800" y="16579"/>
                  </a:cubicBezTo>
                  <a:cubicBezTo>
                    <a:pt x="45634" y="15078"/>
                    <a:pt x="45634" y="12376"/>
                    <a:pt x="45634" y="12376"/>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8"/>
            <p:cNvSpPr/>
            <p:nvPr/>
          </p:nvSpPr>
          <p:spPr>
            <a:xfrm>
              <a:off x="7756392" y="3365056"/>
              <a:ext cx="145948" cy="94190"/>
            </a:xfrm>
            <a:custGeom>
              <a:rect b="b" l="l" r="r" t="t"/>
              <a:pathLst>
                <a:path extrusionOk="0" fill="none" h="5705" w="8840">
                  <a:moveTo>
                    <a:pt x="0" y="5704"/>
                  </a:moveTo>
                  <a:cubicBezTo>
                    <a:pt x="0" y="5704"/>
                    <a:pt x="2602" y="434"/>
                    <a:pt x="8840"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sp>
        <p:nvSpPr>
          <p:cNvPr id="593" name="Google Shape;593;p29"/>
          <p:cNvSpPr txBox="1"/>
          <p:nvPr>
            <p:ph idx="1" type="body"/>
          </p:nvPr>
        </p:nvSpPr>
        <p:spPr>
          <a:xfrm>
            <a:off x="720000" y="1139499"/>
            <a:ext cx="7704000" cy="33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solidFill>
                <a:schemeClr val="dk1"/>
              </a:solidFill>
            </a:endParaRPr>
          </a:p>
        </p:txBody>
      </p:sp>
      <p:graphicFrame>
        <p:nvGraphicFramePr>
          <p:cNvPr id="594" name="Google Shape;594;p29"/>
          <p:cNvGraphicFramePr/>
          <p:nvPr/>
        </p:nvGraphicFramePr>
        <p:xfrm>
          <a:off x="720000" y="1656558"/>
          <a:ext cx="3000000" cy="3000000"/>
        </p:xfrm>
        <a:graphic>
          <a:graphicData uri="http://schemas.openxmlformats.org/drawingml/2006/table">
            <a:tbl>
              <a:tblPr>
                <a:noFill/>
                <a:tableStyleId>{3995B425-9068-444C-9E04-3A0A5D86270C}</a:tableStyleId>
              </a:tblPr>
              <a:tblGrid>
                <a:gridCol w="2384175"/>
                <a:gridCol w="5319825"/>
              </a:tblGrid>
              <a:tr h="381750">
                <a:tc>
                  <a:txBody>
                    <a:bodyPr/>
                    <a:lstStyle/>
                    <a:p>
                      <a:pPr indent="0" lvl="0" marL="0" rtl="0" algn="l">
                        <a:spcBef>
                          <a:spcPts val="0"/>
                        </a:spcBef>
                        <a:spcAft>
                          <a:spcPts val="0"/>
                        </a:spcAft>
                        <a:buNone/>
                      </a:pPr>
                      <a:r>
                        <a:rPr b="1" lang="en" sz="1000" u="sng">
                          <a:solidFill>
                            <a:schemeClr val="dk1"/>
                          </a:solidFill>
                          <a:latin typeface="Source Code Pro"/>
                          <a:ea typeface="Source Code Pro"/>
                          <a:cs typeface="Source Code Pro"/>
                          <a:sym typeface="Source Code Pro"/>
                          <a:hlinkClick action="ppaction://hlinksldjump" r:id="rId3">
                            <a:extLst>
                              <a:ext uri="{A12FA001-AC4F-418D-AE19-62706E023703}">
                                <ahyp:hlinkClr val="tx"/>
                              </a:ext>
                            </a:extLst>
                          </a:hlinkClick>
                        </a:rPr>
                        <a:t>Fonts</a:t>
                      </a:r>
                      <a:endParaRPr b="1" sz="1000" u="sng">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Spline Sans"/>
                          <a:ea typeface="Spline Sans"/>
                          <a:cs typeface="Spline Sans"/>
                          <a:sym typeface="Spline Sans"/>
                        </a:rPr>
                        <a:t>To view this template correctly in PowerPoint, download and install the fonts we used</a:t>
                      </a:r>
                      <a:endParaRPr sz="1000">
                        <a:solidFill>
                          <a:schemeClr val="dk1"/>
                        </a:solidFill>
                        <a:latin typeface="Spline Sans"/>
                        <a:ea typeface="Spline Sans"/>
                        <a:cs typeface="Spline Sans"/>
                        <a:sym typeface="Spline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750">
                <a:tc>
                  <a:txBody>
                    <a:bodyPr/>
                    <a:lstStyle/>
                    <a:p>
                      <a:pPr indent="0" lvl="0" marL="0" rtl="0" algn="l">
                        <a:spcBef>
                          <a:spcPts val="0"/>
                        </a:spcBef>
                        <a:spcAft>
                          <a:spcPts val="0"/>
                        </a:spcAft>
                        <a:buNone/>
                      </a:pPr>
                      <a:r>
                        <a:rPr b="1" lang="en" sz="1000" u="sng">
                          <a:solidFill>
                            <a:schemeClr val="dk1"/>
                          </a:solidFill>
                          <a:latin typeface="Source Code Pro"/>
                          <a:ea typeface="Source Code Pro"/>
                          <a:cs typeface="Source Code Pro"/>
                          <a:sym typeface="Source Code Pro"/>
                          <a:hlinkClick action="ppaction://hlinksldjump" r:id="rId4">
                            <a:extLst>
                              <a:ext uri="{A12FA001-AC4F-418D-AE19-62706E023703}">
                                <ahyp:hlinkClr val="tx"/>
                              </a:ext>
                            </a:extLst>
                          </a:hlinkClick>
                        </a:rPr>
                        <a:t>Used</a:t>
                      </a:r>
                      <a:r>
                        <a:rPr b="1" lang="en" sz="1000">
                          <a:solidFill>
                            <a:schemeClr val="dk1"/>
                          </a:solidFill>
                          <a:latin typeface="Source Code Pro"/>
                          <a:ea typeface="Source Code Pro"/>
                          <a:cs typeface="Source Code Pro"/>
                          <a:sym typeface="Source Code Pro"/>
                        </a:rPr>
                        <a:t> and </a:t>
                      </a:r>
                      <a:r>
                        <a:rPr b="1" lang="en" sz="1000" u="sng">
                          <a:solidFill>
                            <a:schemeClr val="dk1"/>
                          </a:solidFill>
                          <a:latin typeface="Source Code Pro"/>
                          <a:ea typeface="Source Code Pro"/>
                          <a:cs typeface="Source Code Pro"/>
                          <a:sym typeface="Source Code Pro"/>
                          <a:hlinkClick action="ppaction://hlinksldjump" r:id="rId5">
                            <a:extLst>
                              <a:ext uri="{A12FA001-AC4F-418D-AE19-62706E023703}">
                                <ahyp:hlinkClr val="tx"/>
                              </a:ext>
                            </a:extLst>
                          </a:hlinkClick>
                        </a:rPr>
                        <a:t>alternative</a:t>
                      </a:r>
                      <a:r>
                        <a:rPr b="1" lang="en" sz="1000" u="sng">
                          <a:solidFill>
                            <a:schemeClr val="dk1"/>
                          </a:solidFill>
                          <a:latin typeface="Source Code Pro"/>
                          <a:ea typeface="Source Code Pro"/>
                          <a:cs typeface="Source Code Pro"/>
                          <a:sym typeface="Source Code Pro"/>
                          <a:hlinkClick action="ppaction://hlinksldjump" r:id="rId6">
                            <a:extLst>
                              <a:ext uri="{A12FA001-AC4F-418D-AE19-62706E023703}">
                                <ahyp:hlinkClr val="tx"/>
                              </a:ext>
                            </a:extLst>
                          </a:hlinkClick>
                        </a:rPr>
                        <a:t> resources</a:t>
                      </a:r>
                      <a:endParaRPr b="1" sz="1000" u="sng">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Spline Sans"/>
                          <a:ea typeface="Spline Sans"/>
                          <a:cs typeface="Spline Sans"/>
                          <a:sym typeface="Spline Sans"/>
                        </a:rPr>
                        <a:t>An assortment of graphic resources that are suitable for use in this presentation</a:t>
                      </a:r>
                      <a:endParaRPr sz="1000">
                        <a:solidFill>
                          <a:schemeClr val="dk1"/>
                        </a:solidFill>
                        <a:latin typeface="Spline Sans"/>
                        <a:ea typeface="Spline Sans"/>
                        <a:cs typeface="Spline Sans"/>
                        <a:sym typeface="Spline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750">
                <a:tc>
                  <a:txBody>
                    <a:bodyPr/>
                    <a:lstStyle/>
                    <a:p>
                      <a:pPr indent="0" lvl="0" marL="0" rtl="0" algn="l">
                        <a:spcBef>
                          <a:spcPts val="0"/>
                        </a:spcBef>
                        <a:spcAft>
                          <a:spcPts val="0"/>
                        </a:spcAft>
                        <a:buNone/>
                      </a:pPr>
                      <a:r>
                        <a:rPr b="1" lang="en" sz="1000" u="sng">
                          <a:solidFill>
                            <a:schemeClr val="dk1"/>
                          </a:solidFill>
                          <a:latin typeface="Source Code Pro"/>
                          <a:ea typeface="Source Code Pro"/>
                          <a:cs typeface="Source Code Pro"/>
                          <a:sym typeface="Source Code Pro"/>
                          <a:hlinkClick action="ppaction://hlinksldjump" r:id="rId7">
                            <a:extLst>
                              <a:ext uri="{A12FA001-AC4F-418D-AE19-62706E023703}">
                                <ahyp:hlinkClr val="tx"/>
                              </a:ext>
                            </a:extLst>
                          </a:hlinkClick>
                        </a:rPr>
                        <a:t>Thanks slide</a:t>
                      </a:r>
                      <a:endParaRPr b="1" sz="1000" u="sng">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Spline Sans"/>
                          <a:ea typeface="Spline Sans"/>
                          <a:cs typeface="Spline Sans"/>
                          <a:sym typeface="Spline Sans"/>
                        </a:rPr>
                        <a:t>You must keep it so that proper credits for our design are given</a:t>
                      </a:r>
                      <a:endParaRPr sz="1000">
                        <a:solidFill>
                          <a:schemeClr val="dk1"/>
                        </a:solidFill>
                        <a:latin typeface="Spline Sans"/>
                        <a:ea typeface="Spline Sans"/>
                        <a:cs typeface="Spline Sans"/>
                        <a:sym typeface="Spline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750">
                <a:tc>
                  <a:txBody>
                    <a:bodyPr/>
                    <a:lstStyle/>
                    <a:p>
                      <a:pPr indent="0" lvl="0" marL="0" rtl="0" algn="l">
                        <a:spcBef>
                          <a:spcPts val="0"/>
                        </a:spcBef>
                        <a:spcAft>
                          <a:spcPts val="0"/>
                        </a:spcAft>
                        <a:buNone/>
                      </a:pPr>
                      <a:r>
                        <a:rPr b="1" lang="en" sz="1000" u="sng">
                          <a:solidFill>
                            <a:schemeClr val="dk1"/>
                          </a:solidFill>
                          <a:latin typeface="Source Code Pro"/>
                          <a:ea typeface="Source Code Pro"/>
                          <a:cs typeface="Source Code Pro"/>
                          <a:sym typeface="Source Code Pro"/>
                          <a:hlinkClick action="ppaction://hlinksldjump" r:id="rId8">
                            <a:extLst>
                              <a:ext uri="{A12FA001-AC4F-418D-AE19-62706E023703}">
                                <ahyp:hlinkClr val="tx"/>
                              </a:ext>
                            </a:extLst>
                          </a:hlinkClick>
                        </a:rPr>
                        <a:t>Colors</a:t>
                      </a:r>
                      <a:endParaRPr b="1" sz="1000" u="sng">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Spline Sans"/>
                          <a:ea typeface="Spline Sans"/>
                          <a:cs typeface="Spline Sans"/>
                          <a:sym typeface="Spline Sans"/>
                        </a:rPr>
                        <a:t>All the colors used in this presentation</a:t>
                      </a:r>
                      <a:endParaRPr sz="1000">
                        <a:solidFill>
                          <a:schemeClr val="dk1"/>
                        </a:solidFill>
                        <a:latin typeface="Spline Sans"/>
                        <a:ea typeface="Spline Sans"/>
                        <a:cs typeface="Spline Sans"/>
                        <a:sym typeface="Spline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750">
                <a:tc>
                  <a:txBody>
                    <a:bodyPr/>
                    <a:lstStyle/>
                    <a:p>
                      <a:pPr indent="0" lvl="0" marL="0" rtl="0" algn="l">
                        <a:spcBef>
                          <a:spcPts val="0"/>
                        </a:spcBef>
                        <a:spcAft>
                          <a:spcPts val="0"/>
                        </a:spcAft>
                        <a:buNone/>
                      </a:pPr>
                      <a:r>
                        <a:rPr b="1" lang="en" sz="1000" u="sng">
                          <a:solidFill>
                            <a:schemeClr val="dk1"/>
                          </a:solidFill>
                          <a:latin typeface="Source Code Pro"/>
                          <a:ea typeface="Source Code Pro"/>
                          <a:cs typeface="Source Code Pro"/>
                          <a:sym typeface="Source Code Pro"/>
                          <a:hlinkClick action="ppaction://hlinksldjump" r:id="rId9">
                            <a:extLst>
                              <a:ext uri="{A12FA001-AC4F-418D-AE19-62706E023703}">
                                <ahyp:hlinkClr val="tx"/>
                              </a:ext>
                            </a:extLst>
                          </a:hlinkClick>
                        </a:rPr>
                        <a:t>Icons</a:t>
                      </a:r>
                      <a:r>
                        <a:rPr b="1" lang="en" sz="1000">
                          <a:solidFill>
                            <a:schemeClr val="dk1"/>
                          </a:solidFill>
                          <a:latin typeface="Source Code Pro"/>
                          <a:ea typeface="Source Code Pro"/>
                          <a:cs typeface="Source Code Pro"/>
                          <a:sym typeface="Source Code Pro"/>
                        </a:rPr>
                        <a:t> and </a:t>
                      </a:r>
                      <a:r>
                        <a:rPr b="1" lang="en" sz="1000" u="sng">
                          <a:solidFill>
                            <a:schemeClr val="dk1"/>
                          </a:solidFill>
                          <a:latin typeface="Source Code Pro"/>
                          <a:ea typeface="Source Code Pro"/>
                          <a:cs typeface="Source Code Pro"/>
                          <a:sym typeface="Source Code Pro"/>
                          <a:hlinkClick action="ppaction://hlinksldjump" r:id="rId10">
                            <a:extLst>
                              <a:ext uri="{A12FA001-AC4F-418D-AE19-62706E023703}">
                                <ahyp:hlinkClr val="tx"/>
                              </a:ext>
                            </a:extLst>
                          </a:hlinkClick>
                        </a:rPr>
                        <a:t>infographic resources</a:t>
                      </a:r>
                      <a:endParaRPr b="1" sz="1000" u="sng">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These can be used in the template, and their size and color can be edited</a:t>
                      </a:r>
                      <a:endParaRPr sz="1000">
                        <a:solidFill>
                          <a:schemeClr val="dk1"/>
                        </a:solidFill>
                        <a:latin typeface="Spline Sans"/>
                        <a:ea typeface="Spline Sans"/>
                        <a:cs typeface="Spline Sans"/>
                        <a:sym typeface="Spline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750">
                <a:tc>
                  <a:txBody>
                    <a:bodyPr/>
                    <a:lstStyle/>
                    <a:p>
                      <a:pPr indent="0" lvl="0" marL="0" rtl="0" algn="l">
                        <a:spcBef>
                          <a:spcPts val="0"/>
                        </a:spcBef>
                        <a:spcAft>
                          <a:spcPts val="0"/>
                        </a:spcAft>
                        <a:buNone/>
                      </a:pPr>
                      <a:r>
                        <a:rPr b="1" lang="en" sz="1000">
                          <a:solidFill>
                            <a:schemeClr val="dk1"/>
                          </a:solidFill>
                          <a:latin typeface="Source Code Pro"/>
                          <a:ea typeface="Source Code Pro"/>
                          <a:cs typeface="Source Code Pro"/>
                          <a:sym typeface="Source Code Pro"/>
                        </a:rPr>
                        <a:t>Editable presentation theme </a:t>
                      </a:r>
                      <a:endParaRPr b="1" sz="1000">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Spline Sans"/>
                          <a:ea typeface="Spline Sans"/>
                          <a:cs typeface="Spline Sans"/>
                          <a:sym typeface="Spline Sans"/>
                        </a:rPr>
                        <a:t>You can edit the master slides easily. For more info, click </a:t>
                      </a:r>
                      <a:r>
                        <a:rPr b="1" lang="en" sz="1000" u="sng">
                          <a:solidFill>
                            <a:schemeClr val="dk1"/>
                          </a:solidFill>
                          <a:latin typeface="Spline Sans"/>
                          <a:ea typeface="Spline Sans"/>
                          <a:cs typeface="Spline Sans"/>
                          <a:sym typeface="Spline Sans"/>
                          <a:hlinkClick r:id="rId11">
                            <a:extLst>
                              <a:ext uri="{A12FA001-AC4F-418D-AE19-62706E023703}">
                                <ahyp:hlinkClr val="tx"/>
                              </a:ext>
                            </a:extLst>
                          </a:hlinkClick>
                        </a:rPr>
                        <a:t>here</a:t>
                      </a:r>
                      <a:endParaRPr sz="1000">
                        <a:solidFill>
                          <a:schemeClr val="dk1"/>
                        </a:solidFill>
                        <a:latin typeface="Spline Sans"/>
                        <a:ea typeface="Spline Sans"/>
                        <a:cs typeface="Spline Sans"/>
                        <a:sym typeface="Spline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595" name="Google Shape;595;p29"/>
          <p:cNvSpPr txBox="1"/>
          <p:nvPr/>
        </p:nvSpPr>
        <p:spPr>
          <a:xfrm>
            <a:off x="713213" y="4147539"/>
            <a:ext cx="17133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For more info:</a:t>
            </a:r>
            <a:br>
              <a:rPr b="1" lang="en" sz="1000">
                <a:solidFill>
                  <a:schemeClr val="dk1"/>
                </a:solidFill>
                <a:latin typeface="Spline Sans"/>
                <a:ea typeface="Spline Sans"/>
                <a:cs typeface="Spline Sans"/>
                <a:sym typeface="Spline Sans"/>
              </a:rPr>
            </a:br>
            <a:r>
              <a:rPr b="1" lang="en" sz="1000" u="sng">
                <a:solidFill>
                  <a:schemeClr val="dk1"/>
                </a:solidFill>
                <a:latin typeface="Spline Sans"/>
                <a:ea typeface="Spline Sans"/>
                <a:cs typeface="Spline Sans"/>
                <a:sym typeface="Spline Sans"/>
                <a:hlinkClick r:id="rId12">
                  <a:extLst>
                    <a:ext uri="{A12FA001-AC4F-418D-AE19-62706E023703}">
                      <ahyp:hlinkClr val="tx"/>
                    </a:ext>
                  </a:extLst>
                </a:hlinkClick>
              </a:rPr>
              <a:t>SLIDESGO</a:t>
            </a:r>
            <a:r>
              <a:rPr b="1" lang="en" sz="1000">
                <a:solidFill>
                  <a:schemeClr val="dk1"/>
                </a:solidFill>
                <a:latin typeface="Spline Sans"/>
                <a:ea typeface="Spline Sans"/>
                <a:cs typeface="Spline Sans"/>
                <a:sym typeface="Spline Sans"/>
              </a:rPr>
              <a:t> | </a:t>
            </a:r>
            <a:r>
              <a:rPr b="1" lang="en" sz="1000" u="sng">
                <a:solidFill>
                  <a:schemeClr val="dk1"/>
                </a:solidFill>
                <a:latin typeface="Spline Sans"/>
                <a:ea typeface="Spline Sans"/>
                <a:cs typeface="Spline Sans"/>
                <a:sym typeface="Spline Sans"/>
                <a:hlinkClick r:id="rId13">
                  <a:extLst>
                    <a:ext uri="{A12FA001-AC4F-418D-AE19-62706E023703}">
                      <ahyp:hlinkClr val="tx"/>
                    </a:ext>
                  </a:extLst>
                </a:hlinkClick>
              </a:rPr>
              <a:t>BLOG</a:t>
            </a:r>
            <a:r>
              <a:rPr b="1" lang="en" sz="1000">
                <a:solidFill>
                  <a:schemeClr val="dk1"/>
                </a:solidFill>
                <a:latin typeface="Spline Sans"/>
                <a:ea typeface="Spline Sans"/>
                <a:cs typeface="Spline Sans"/>
                <a:sym typeface="Spline Sans"/>
              </a:rPr>
              <a:t> | </a:t>
            </a:r>
            <a:r>
              <a:rPr b="1" lang="en" sz="1000" u="sng">
                <a:solidFill>
                  <a:schemeClr val="dk1"/>
                </a:solidFill>
                <a:latin typeface="Spline Sans"/>
                <a:ea typeface="Spline Sans"/>
                <a:cs typeface="Spline Sans"/>
                <a:sym typeface="Spline Sans"/>
                <a:hlinkClick r:id="rId14">
                  <a:extLst>
                    <a:ext uri="{A12FA001-AC4F-418D-AE19-62706E023703}">
                      <ahyp:hlinkClr val="tx"/>
                    </a:ext>
                  </a:extLst>
                </a:hlinkClick>
              </a:rPr>
              <a:t>FAQs</a:t>
            </a:r>
            <a:endParaRPr b="1" sz="1000" u="sng">
              <a:solidFill>
                <a:schemeClr val="dk1"/>
              </a:solidFill>
              <a:latin typeface="Spline Sans"/>
              <a:ea typeface="Spline Sans"/>
              <a:cs typeface="Spline Sans"/>
              <a:sym typeface="Spline Sans"/>
            </a:endParaRPr>
          </a:p>
        </p:txBody>
      </p:sp>
      <p:sp>
        <p:nvSpPr>
          <p:cNvPr id="596" name="Google Shape;596;p29"/>
          <p:cNvSpPr txBox="1"/>
          <p:nvPr/>
        </p:nvSpPr>
        <p:spPr>
          <a:xfrm>
            <a:off x="2502723" y="4147539"/>
            <a:ext cx="33831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You can visit our sister </a:t>
            </a:r>
            <a:r>
              <a:rPr lang="en" sz="1000">
                <a:solidFill>
                  <a:schemeClr val="dk1"/>
                </a:solidFill>
                <a:latin typeface="Spline Sans"/>
                <a:ea typeface="Spline Sans"/>
                <a:cs typeface="Spline Sans"/>
                <a:sym typeface="Spline Sans"/>
              </a:rPr>
              <a:t>projects</a:t>
            </a:r>
            <a:r>
              <a:rPr lang="en" sz="1000">
                <a:solidFill>
                  <a:schemeClr val="dk1"/>
                </a:solidFill>
                <a:latin typeface="Spline Sans"/>
                <a:ea typeface="Spline Sans"/>
                <a:cs typeface="Spline Sans"/>
                <a:sym typeface="Spline Sans"/>
              </a:rPr>
              <a:t>:</a:t>
            </a:r>
            <a:br>
              <a:rPr b="1" lang="en" sz="1000">
                <a:solidFill>
                  <a:schemeClr val="dk1"/>
                </a:solidFill>
                <a:latin typeface="Spline Sans"/>
                <a:ea typeface="Spline Sans"/>
                <a:cs typeface="Spline Sans"/>
                <a:sym typeface="Spline Sans"/>
              </a:rPr>
            </a:br>
            <a:r>
              <a:rPr b="1" lang="en" sz="1000" u="sng">
                <a:solidFill>
                  <a:schemeClr val="dk1"/>
                </a:solidFill>
                <a:latin typeface="Spline Sans"/>
                <a:ea typeface="Spline Sans"/>
                <a:cs typeface="Spline Sans"/>
                <a:sym typeface="Spline Sans"/>
                <a:hlinkClick r:id="rId15">
                  <a:extLst>
                    <a:ext uri="{A12FA001-AC4F-418D-AE19-62706E023703}">
                      <ahyp:hlinkClr val="tx"/>
                    </a:ext>
                  </a:extLst>
                </a:hlinkClick>
              </a:rPr>
              <a:t>FREEPIK</a:t>
            </a:r>
            <a:r>
              <a:rPr b="1" lang="en" sz="1000">
                <a:solidFill>
                  <a:schemeClr val="dk1"/>
                </a:solidFill>
                <a:latin typeface="Spline Sans"/>
                <a:ea typeface="Spline Sans"/>
                <a:cs typeface="Spline Sans"/>
                <a:sym typeface="Spline Sans"/>
              </a:rPr>
              <a:t> | </a:t>
            </a:r>
            <a:r>
              <a:rPr b="1" lang="en" sz="1000" u="sng">
                <a:solidFill>
                  <a:schemeClr val="dk1"/>
                </a:solidFill>
                <a:latin typeface="Spline Sans"/>
                <a:ea typeface="Spline Sans"/>
                <a:cs typeface="Spline Sans"/>
                <a:sym typeface="Spline Sans"/>
                <a:hlinkClick r:id="rId16">
                  <a:extLst>
                    <a:ext uri="{A12FA001-AC4F-418D-AE19-62706E023703}">
                      <ahyp:hlinkClr val="tx"/>
                    </a:ext>
                  </a:extLst>
                </a:hlinkClick>
              </a:rPr>
              <a:t>FLATICON</a:t>
            </a:r>
            <a:r>
              <a:rPr b="1" lang="en" sz="1000">
                <a:solidFill>
                  <a:schemeClr val="dk1"/>
                </a:solidFill>
                <a:latin typeface="Spline Sans"/>
                <a:ea typeface="Spline Sans"/>
                <a:cs typeface="Spline Sans"/>
                <a:sym typeface="Spline Sans"/>
              </a:rPr>
              <a:t> | </a:t>
            </a:r>
            <a:r>
              <a:rPr b="1" lang="en" sz="1000" u="sng">
                <a:solidFill>
                  <a:schemeClr val="dk1"/>
                </a:solidFill>
                <a:latin typeface="Spline Sans"/>
                <a:ea typeface="Spline Sans"/>
                <a:cs typeface="Spline Sans"/>
                <a:sym typeface="Spline Sans"/>
                <a:hlinkClick r:id="rId17">
                  <a:extLst>
                    <a:ext uri="{A12FA001-AC4F-418D-AE19-62706E023703}">
                      <ahyp:hlinkClr val="tx"/>
                    </a:ext>
                  </a:extLst>
                </a:hlinkClick>
              </a:rPr>
              <a:t>STORYSET</a:t>
            </a:r>
            <a:r>
              <a:rPr b="1" lang="en" sz="1000">
                <a:solidFill>
                  <a:schemeClr val="dk1"/>
                </a:solidFill>
                <a:latin typeface="Spline Sans"/>
                <a:ea typeface="Spline Sans"/>
                <a:cs typeface="Spline Sans"/>
                <a:sym typeface="Spline Sans"/>
              </a:rPr>
              <a:t> | </a:t>
            </a:r>
            <a:r>
              <a:rPr b="1" lang="en" sz="1000" u="sng">
                <a:solidFill>
                  <a:schemeClr val="dk1"/>
                </a:solidFill>
                <a:latin typeface="Spline Sans"/>
                <a:ea typeface="Spline Sans"/>
                <a:cs typeface="Spline Sans"/>
                <a:sym typeface="Spline Sans"/>
                <a:hlinkClick r:id="rId18">
                  <a:extLst>
                    <a:ext uri="{A12FA001-AC4F-418D-AE19-62706E023703}">
                      <ahyp:hlinkClr val="tx"/>
                    </a:ext>
                  </a:extLst>
                </a:hlinkClick>
              </a:rPr>
              <a:t>WEPIK</a:t>
            </a:r>
            <a:r>
              <a:rPr b="1" lang="en" sz="1000">
                <a:solidFill>
                  <a:schemeClr val="dk1"/>
                </a:solidFill>
                <a:latin typeface="Spline Sans"/>
                <a:ea typeface="Spline Sans"/>
                <a:cs typeface="Spline Sans"/>
                <a:sym typeface="Spline Sans"/>
              </a:rPr>
              <a:t> | </a:t>
            </a:r>
            <a:r>
              <a:rPr b="1" lang="en" sz="1000" u="sng">
                <a:solidFill>
                  <a:schemeClr val="dk1"/>
                </a:solidFill>
                <a:latin typeface="Spline Sans"/>
                <a:ea typeface="Spline Sans"/>
                <a:cs typeface="Spline Sans"/>
                <a:sym typeface="Spline Sans"/>
                <a:hlinkClick r:id="rId19">
                  <a:extLst>
                    <a:ext uri="{A12FA001-AC4F-418D-AE19-62706E023703}">
                      <ahyp:hlinkClr val="tx"/>
                    </a:ext>
                  </a:extLst>
                </a:hlinkClick>
              </a:rPr>
              <a:t>VIDEVO</a:t>
            </a:r>
            <a:endParaRPr b="1" sz="1000">
              <a:solidFill>
                <a:schemeClr val="dk1"/>
              </a:solidFill>
              <a:latin typeface="Spline Sans"/>
              <a:ea typeface="Spline Sans"/>
              <a:cs typeface="Spline Sans"/>
              <a:sym typeface="Spline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0" name="Shape 600"/>
        <p:cNvGrpSpPr/>
        <p:nvPr/>
      </p:nvGrpSpPr>
      <p:grpSpPr>
        <a:xfrm>
          <a:off x="0" y="0"/>
          <a:ext cx="0" cy="0"/>
          <a:chOff x="0" y="0"/>
          <a:chExt cx="0" cy="0"/>
        </a:xfrm>
      </p:grpSpPr>
      <p:sp>
        <p:nvSpPr>
          <p:cNvPr id="601" name="Google Shape;601;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602" name="Google Shape;602;p30"/>
          <p:cNvSpPr txBox="1"/>
          <p:nvPr>
            <p:ph idx="2" type="title"/>
          </p:nvPr>
        </p:nvSpPr>
        <p:spPr>
          <a:xfrm>
            <a:off x="1454725" y="1615647"/>
            <a:ext cx="845400" cy="7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03" name="Google Shape;603;p30"/>
          <p:cNvSpPr txBox="1"/>
          <p:nvPr>
            <p:ph idx="3" type="title"/>
          </p:nvPr>
        </p:nvSpPr>
        <p:spPr>
          <a:xfrm>
            <a:off x="4910075" y="2541073"/>
            <a:ext cx="845400" cy="7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604" name="Google Shape;604;p30"/>
          <p:cNvSpPr txBox="1"/>
          <p:nvPr>
            <p:ph idx="4" type="title"/>
          </p:nvPr>
        </p:nvSpPr>
        <p:spPr>
          <a:xfrm>
            <a:off x="4910075" y="1615647"/>
            <a:ext cx="845400" cy="7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05" name="Google Shape;605;p30"/>
          <p:cNvSpPr txBox="1"/>
          <p:nvPr>
            <p:ph idx="5" type="title"/>
          </p:nvPr>
        </p:nvSpPr>
        <p:spPr>
          <a:xfrm>
            <a:off x="1454725" y="3466499"/>
            <a:ext cx="845400" cy="7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606" name="Google Shape;606;p30"/>
          <p:cNvSpPr txBox="1"/>
          <p:nvPr>
            <p:ph idx="6" type="title"/>
          </p:nvPr>
        </p:nvSpPr>
        <p:spPr>
          <a:xfrm>
            <a:off x="1454725" y="2541073"/>
            <a:ext cx="845400" cy="7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07" name="Google Shape;607;p30"/>
          <p:cNvSpPr txBox="1"/>
          <p:nvPr>
            <p:ph idx="7" type="title"/>
          </p:nvPr>
        </p:nvSpPr>
        <p:spPr>
          <a:xfrm>
            <a:off x="4910075" y="3466499"/>
            <a:ext cx="845400" cy="7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608" name="Google Shape;608;p30"/>
          <p:cNvSpPr txBox="1"/>
          <p:nvPr>
            <p:ph idx="1" type="subTitle"/>
          </p:nvPr>
        </p:nvSpPr>
        <p:spPr>
          <a:xfrm>
            <a:off x="2452525" y="1769247"/>
            <a:ext cx="1781400" cy="39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609" name="Google Shape;609;p30"/>
          <p:cNvSpPr txBox="1"/>
          <p:nvPr>
            <p:ph idx="8" type="subTitle"/>
          </p:nvPr>
        </p:nvSpPr>
        <p:spPr>
          <a:xfrm>
            <a:off x="5907875" y="1769247"/>
            <a:ext cx="1781400" cy="39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610" name="Google Shape;610;p30"/>
          <p:cNvSpPr txBox="1"/>
          <p:nvPr>
            <p:ph idx="9" type="subTitle"/>
          </p:nvPr>
        </p:nvSpPr>
        <p:spPr>
          <a:xfrm>
            <a:off x="5907875" y="2694672"/>
            <a:ext cx="1781400" cy="39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611" name="Google Shape;611;p30"/>
          <p:cNvSpPr txBox="1"/>
          <p:nvPr>
            <p:ph idx="13" type="subTitle"/>
          </p:nvPr>
        </p:nvSpPr>
        <p:spPr>
          <a:xfrm>
            <a:off x="2452525" y="2694672"/>
            <a:ext cx="1781400" cy="39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612" name="Google Shape;612;p30"/>
          <p:cNvSpPr txBox="1"/>
          <p:nvPr>
            <p:ph idx="14" type="subTitle"/>
          </p:nvPr>
        </p:nvSpPr>
        <p:spPr>
          <a:xfrm>
            <a:off x="5907875" y="3620097"/>
            <a:ext cx="1781400" cy="39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613" name="Google Shape;613;p30"/>
          <p:cNvSpPr txBox="1"/>
          <p:nvPr>
            <p:ph idx="15" type="subTitle"/>
          </p:nvPr>
        </p:nvSpPr>
        <p:spPr>
          <a:xfrm>
            <a:off x="2452525" y="3620097"/>
            <a:ext cx="1781400" cy="39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 name="Shape 617"/>
        <p:cNvGrpSpPr/>
        <p:nvPr/>
      </p:nvGrpSpPr>
      <p:grpSpPr>
        <a:xfrm>
          <a:off x="0" y="0"/>
          <a:ext cx="0" cy="0"/>
          <a:chOff x="0" y="0"/>
          <a:chExt cx="0" cy="0"/>
        </a:xfrm>
      </p:grpSpPr>
      <p:sp>
        <p:nvSpPr>
          <p:cNvPr id="618" name="Google Shape;618;p31"/>
          <p:cNvSpPr txBox="1"/>
          <p:nvPr>
            <p:ph type="title"/>
          </p:nvPr>
        </p:nvSpPr>
        <p:spPr>
          <a:xfrm>
            <a:off x="713225" y="1441888"/>
            <a:ext cx="38589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One column</a:t>
            </a:r>
            <a:endParaRPr/>
          </a:p>
        </p:txBody>
      </p:sp>
      <p:sp>
        <p:nvSpPr>
          <p:cNvPr id="619" name="Google Shape;619;p31"/>
          <p:cNvSpPr txBox="1"/>
          <p:nvPr>
            <p:ph idx="1" type="subTitle"/>
          </p:nvPr>
        </p:nvSpPr>
        <p:spPr>
          <a:xfrm>
            <a:off x="713225" y="2005413"/>
            <a:ext cx="3858900" cy="16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endParaRPr/>
          </a:p>
          <a:p>
            <a:pPr indent="-304800" lvl="0" marL="457200" rtl="0" algn="l">
              <a:spcBef>
                <a:spcPts val="1000"/>
              </a:spcBef>
              <a:spcAft>
                <a:spcPts val="0"/>
              </a:spcAft>
              <a:buSzPts val="1200"/>
              <a:buChar char="●"/>
            </a:pPr>
            <a:r>
              <a:rPr lang="en"/>
              <a:t>They’re simple </a:t>
            </a:r>
            <a:endParaRPr/>
          </a:p>
          <a:p>
            <a:pPr indent="-304800" lvl="0" marL="457200" rtl="0" algn="l">
              <a:spcBef>
                <a:spcPts val="0"/>
              </a:spcBef>
              <a:spcAft>
                <a:spcPts val="0"/>
              </a:spcAft>
              <a:buSzPts val="1200"/>
              <a:buChar char="●"/>
            </a:pPr>
            <a:r>
              <a:rPr lang="en"/>
              <a:t>You can organize your ideas clearly</a:t>
            </a:r>
            <a:endParaRPr/>
          </a:p>
          <a:p>
            <a:pPr indent="-304800" lvl="0" marL="457200" rtl="0" algn="l">
              <a:spcBef>
                <a:spcPts val="0"/>
              </a:spcBef>
              <a:spcAft>
                <a:spcPts val="0"/>
              </a:spcAft>
              <a:buSzPts val="1200"/>
              <a:buChar char="●"/>
            </a:pPr>
            <a:r>
              <a:rPr lang="en"/>
              <a:t>You’ll never forget to buy milk!</a:t>
            </a:r>
            <a:endParaRPr/>
          </a:p>
          <a:p>
            <a:pPr indent="0" lvl="0" marL="0" rtl="0" algn="l">
              <a:spcBef>
                <a:spcPts val="1000"/>
              </a:spcBef>
              <a:spcAft>
                <a:spcPts val="0"/>
              </a:spcAft>
              <a:buNone/>
            </a:pPr>
            <a:r>
              <a:rPr lang="en"/>
              <a:t>You can replace the image. Just right-click on it and select “Replace image”</a:t>
            </a:r>
            <a:endParaRPr/>
          </a:p>
        </p:txBody>
      </p:sp>
      <p:pic>
        <p:nvPicPr>
          <p:cNvPr id="620" name="Google Shape;620;p31"/>
          <p:cNvPicPr preferRelativeResize="0"/>
          <p:nvPr>
            <p:ph idx="2" type="pic"/>
          </p:nvPr>
        </p:nvPicPr>
        <p:blipFill rotWithShape="1">
          <a:blip r:embed="rId3">
            <a:alphaModFix/>
          </a:blip>
          <a:srcRect b="0" l="17516" r="17516" t="0"/>
          <a:stretch/>
        </p:blipFill>
        <p:spPr>
          <a:xfrm>
            <a:off x="5309875" y="970500"/>
            <a:ext cx="3120900" cy="3202500"/>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 name="Shape 624"/>
        <p:cNvGrpSpPr/>
        <p:nvPr/>
      </p:nvGrpSpPr>
      <p:grpSpPr>
        <a:xfrm>
          <a:off x="0" y="0"/>
          <a:ext cx="0" cy="0"/>
          <a:chOff x="0" y="0"/>
          <a:chExt cx="0" cy="0"/>
        </a:xfrm>
      </p:grpSpPr>
      <p:sp>
        <p:nvSpPr>
          <p:cNvPr id="625" name="Google Shape;625;p32"/>
          <p:cNvSpPr txBox="1"/>
          <p:nvPr>
            <p:ph type="title"/>
          </p:nvPr>
        </p:nvSpPr>
        <p:spPr>
          <a:xfrm>
            <a:off x="4408725" y="2368101"/>
            <a:ext cx="4022100" cy="162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Section header</a:t>
            </a:r>
            <a:endParaRPr/>
          </a:p>
        </p:txBody>
      </p:sp>
      <p:sp>
        <p:nvSpPr>
          <p:cNvPr id="626" name="Google Shape;626;p32"/>
          <p:cNvSpPr txBox="1"/>
          <p:nvPr>
            <p:ph idx="2" type="title"/>
          </p:nvPr>
        </p:nvSpPr>
        <p:spPr>
          <a:xfrm>
            <a:off x="4408725" y="1146725"/>
            <a:ext cx="1670700" cy="1089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pic>
        <p:nvPicPr>
          <p:cNvPr id="627" name="Google Shape;627;p32"/>
          <p:cNvPicPr preferRelativeResize="0"/>
          <p:nvPr>
            <p:ph idx="3" type="pic"/>
          </p:nvPr>
        </p:nvPicPr>
        <p:blipFill rotWithShape="1">
          <a:blip r:embed="rId3">
            <a:alphaModFix/>
          </a:blip>
          <a:srcRect b="0" l="17516" r="17516" t="0"/>
          <a:stretch/>
        </p:blipFill>
        <p:spPr>
          <a:xfrm>
            <a:off x="713225" y="970500"/>
            <a:ext cx="3120900" cy="3202498"/>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 name="Shape 631"/>
        <p:cNvGrpSpPr/>
        <p:nvPr/>
      </p:nvGrpSpPr>
      <p:grpSpPr>
        <a:xfrm>
          <a:off x="0" y="0"/>
          <a:ext cx="0" cy="0"/>
          <a:chOff x="0" y="0"/>
          <a:chExt cx="0" cy="0"/>
        </a:xfrm>
      </p:grpSpPr>
      <p:sp>
        <p:nvSpPr>
          <p:cNvPr id="632" name="Google Shape;632;p33"/>
          <p:cNvSpPr txBox="1"/>
          <p:nvPr>
            <p:ph idx="4" type="subTitle"/>
          </p:nvPr>
        </p:nvSpPr>
        <p:spPr>
          <a:xfrm>
            <a:off x="5189801" y="2305300"/>
            <a:ext cx="26682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33" name="Google Shape;633;p33"/>
          <p:cNvSpPr txBox="1"/>
          <p:nvPr>
            <p:ph type="title"/>
          </p:nvPr>
        </p:nvSpPr>
        <p:spPr>
          <a:xfrm>
            <a:off x="722376" y="448056"/>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Two ideas</a:t>
            </a:r>
            <a:endParaRPr/>
          </a:p>
        </p:txBody>
      </p:sp>
      <p:sp>
        <p:nvSpPr>
          <p:cNvPr id="634" name="Google Shape;634;p33"/>
          <p:cNvSpPr txBox="1"/>
          <p:nvPr>
            <p:ph idx="1" type="subTitle"/>
          </p:nvPr>
        </p:nvSpPr>
        <p:spPr>
          <a:xfrm>
            <a:off x="5189799" y="2802752"/>
            <a:ext cx="2668200" cy="148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635" name="Google Shape;635;p33"/>
          <p:cNvSpPr txBox="1"/>
          <p:nvPr>
            <p:ph idx="2" type="subTitle"/>
          </p:nvPr>
        </p:nvSpPr>
        <p:spPr>
          <a:xfrm>
            <a:off x="1285999" y="2802751"/>
            <a:ext cx="2668200" cy="148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This planet’s name has nothing to do with the liquid metal, since Mercury was named after the Roman messenger god</a:t>
            </a:r>
            <a:endParaRPr/>
          </a:p>
        </p:txBody>
      </p:sp>
      <p:sp>
        <p:nvSpPr>
          <p:cNvPr id="636" name="Google Shape;636;p33"/>
          <p:cNvSpPr txBox="1"/>
          <p:nvPr>
            <p:ph idx="3" type="subTitle"/>
          </p:nvPr>
        </p:nvSpPr>
        <p:spPr>
          <a:xfrm>
            <a:off x="1285999" y="2305300"/>
            <a:ext cx="26682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grpSp>
        <p:nvGrpSpPr>
          <p:cNvPr id="637" name="Google Shape;637;p33"/>
          <p:cNvGrpSpPr/>
          <p:nvPr/>
        </p:nvGrpSpPr>
        <p:grpSpPr>
          <a:xfrm>
            <a:off x="1369114" y="1763407"/>
            <a:ext cx="409804" cy="413839"/>
            <a:chOff x="853264" y="1406182"/>
            <a:chExt cx="409804" cy="413839"/>
          </a:xfrm>
        </p:grpSpPr>
        <p:sp>
          <p:nvSpPr>
            <p:cNvPr id="638" name="Google Shape;638;p33"/>
            <p:cNvSpPr/>
            <p:nvPr/>
          </p:nvSpPr>
          <p:spPr>
            <a:xfrm>
              <a:off x="853264" y="1406182"/>
              <a:ext cx="409804" cy="413839"/>
            </a:xfrm>
            <a:custGeom>
              <a:rect b="b" l="l" r="r" t="t"/>
              <a:pathLst>
                <a:path extrusionOk="0" h="718" w="711">
                  <a:moveTo>
                    <a:pt x="555" y="20"/>
                  </a:moveTo>
                  <a:lnTo>
                    <a:pt x="555" y="83"/>
                  </a:lnTo>
                  <a:lnTo>
                    <a:pt x="155" y="83"/>
                  </a:lnTo>
                  <a:lnTo>
                    <a:pt x="155" y="20"/>
                  </a:lnTo>
                  <a:close/>
                  <a:moveTo>
                    <a:pt x="555" y="105"/>
                  </a:moveTo>
                  <a:lnTo>
                    <a:pt x="555" y="563"/>
                  </a:lnTo>
                  <a:lnTo>
                    <a:pt x="155" y="563"/>
                  </a:lnTo>
                  <a:lnTo>
                    <a:pt x="155" y="105"/>
                  </a:lnTo>
                  <a:close/>
                  <a:moveTo>
                    <a:pt x="133" y="298"/>
                  </a:moveTo>
                  <a:lnTo>
                    <a:pt x="133" y="564"/>
                  </a:lnTo>
                  <a:lnTo>
                    <a:pt x="111" y="564"/>
                  </a:lnTo>
                  <a:lnTo>
                    <a:pt x="111" y="298"/>
                  </a:lnTo>
                  <a:close/>
                  <a:moveTo>
                    <a:pt x="598" y="298"/>
                  </a:moveTo>
                  <a:lnTo>
                    <a:pt x="598" y="564"/>
                  </a:lnTo>
                  <a:lnTo>
                    <a:pt x="577" y="564"/>
                  </a:lnTo>
                  <a:lnTo>
                    <a:pt x="577" y="298"/>
                  </a:lnTo>
                  <a:close/>
                  <a:moveTo>
                    <a:pt x="624" y="241"/>
                  </a:moveTo>
                  <a:cubicBezTo>
                    <a:pt x="642" y="241"/>
                    <a:pt x="656" y="255"/>
                    <a:pt x="656" y="272"/>
                  </a:cubicBezTo>
                  <a:lnTo>
                    <a:pt x="656" y="619"/>
                  </a:lnTo>
                  <a:lnTo>
                    <a:pt x="441" y="619"/>
                  </a:lnTo>
                  <a:lnTo>
                    <a:pt x="441" y="631"/>
                  </a:lnTo>
                  <a:cubicBezTo>
                    <a:pt x="441" y="636"/>
                    <a:pt x="438" y="639"/>
                    <a:pt x="432" y="639"/>
                  </a:cubicBezTo>
                  <a:lnTo>
                    <a:pt x="280" y="639"/>
                  </a:lnTo>
                  <a:cubicBezTo>
                    <a:pt x="275" y="639"/>
                    <a:pt x="272" y="636"/>
                    <a:pt x="272" y="631"/>
                  </a:cubicBezTo>
                  <a:lnTo>
                    <a:pt x="272" y="619"/>
                  </a:lnTo>
                  <a:lnTo>
                    <a:pt x="57" y="619"/>
                  </a:lnTo>
                  <a:lnTo>
                    <a:pt x="57" y="272"/>
                  </a:lnTo>
                  <a:lnTo>
                    <a:pt x="55" y="272"/>
                  </a:lnTo>
                  <a:cubicBezTo>
                    <a:pt x="55" y="255"/>
                    <a:pt x="70" y="241"/>
                    <a:pt x="87" y="241"/>
                  </a:cubicBezTo>
                  <a:lnTo>
                    <a:pt x="133" y="241"/>
                  </a:lnTo>
                  <a:lnTo>
                    <a:pt x="133" y="277"/>
                  </a:lnTo>
                  <a:lnTo>
                    <a:pt x="91" y="277"/>
                  </a:lnTo>
                  <a:lnTo>
                    <a:pt x="91" y="586"/>
                  </a:lnTo>
                  <a:lnTo>
                    <a:pt x="620" y="586"/>
                  </a:lnTo>
                  <a:lnTo>
                    <a:pt x="620" y="277"/>
                  </a:lnTo>
                  <a:lnTo>
                    <a:pt x="578" y="277"/>
                  </a:lnTo>
                  <a:lnTo>
                    <a:pt x="578" y="241"/>
                  </a:lnTo>
                  <a:close/>
                  <a:moveTo>
                    <a:pt x="686" y="641"/>
                  </a:moveTo>
                  <a:lnTo>
                    <a:pt x="686" y="667"/>
                  </a:lnTo>
                  <a:lnTo>
                    <a:pt x="689" y="667"/>
                  </a:lnTo>
                  <a:cubicBezTo>
                    <a:pt x="689" y="684"/>
                    <a:pt x="675" y="699"/>
                    <a:pt x="656" y="699"/>
                  </a:cubicBezTo>
                  <a:lnTo>
                    <a:pt x="51" y="699"/>
                  </a:lnTo>
                  <a:cubicBezTo>
                    <a:pt x="33" y="699"/>
                    <a:pt x="19" y="684"/>
                    <a:pt x="19" y="667"/>
                  </a:cubicBezTo>
                  <a:lnTo>
                    <a:pt x="19" y="641"/>
                  </a:lnTo>
                  <a:lnTo>
                    <a:pt x="249" y="641"/>
                  </a:lnTo>
                  <a:cubicBezTo>
                    <a:pt x="252" y="652"/>
                    <a:pt x="265" y="661"/>
                    <a:pt x="278" y="661"/>
                  </a:cubicBezTo>
                  <a:lnTo>
                    <a:pt x="429" y="661"/>
                  </a:lnTo>
                  <a:cubicBezTo>
                    <a:pt x="441" y="661"/>
                    <a:pt x="452" y="652"/>
                    <a:pt x="458" y="641"/>
                  </a:cubicBezTo>
                  <a:close/>
                  <a:moveTo>
                    <a:pt x="135" y="1"/>
                  </a:moveTo>
                  <a:lnTo>
                    <a:pt x="135" y="220"/>
                  </a:lnTo>
                  <a:lnTo>
                    <a:pt x="90" y="220"/>
                  </a:lnTo>
                  <a:cubicBezTo>
                    <a:pt x="61" y="220"/>
                    <a:pt x="36" y="244"/>
                    <a:pt x="36" y="272"/>
                  </a:cubicBezTo>
                  <a:lnTo>
                    <a:pt x="36" y="619"/>
                  </a:lnTo>
                  <a:lnTo>
                    <a:pt x="0" y="619"/>
                  </a:lnTo>
                  <a:lnTo>
                    <a:pt x="0" y="664"/>
                  </a:lnTo>
                  <a:cubicBezTo>
                    <a:pt x="0" y="694"/>
                    <a:pt x="25" y="717"/>
                    <a:pt x="54" y="717"/>
                  </a:cubicBezTo>
                  <a:lnTo>
                    <a:pt x="657" y="717"/>
                  </a:lnTo>
                  <a:cubicBezTo>
                    <a:pt x="686" y="717"/>
                    <a:pt x="711" y="693"/>
                    <a:pt x="711" y="664"/>
                  </a:cubicBezTo>
                  <a:lnTo>
                    <a:pt x="711" y="619"/>
                  </a:lnTo>
                  <a:lnTo>
                    <a:pt x="676" y="619"/>
                  </a:lnTo>
                  <a:lnTo>
                    <a:pt x="676" y="272"/>
                  </a:lnTo>
                  <a:cubicBezTo>
                    <a:pt x="676" y="244"/>
                    <a:pt x="653" y="220"/>
                    <a:pt x="624" y="220"/>
                  </a:cubicBezTo>
                  <a:lnTo>
                    <a:pt x="578" y="220"/>
                  </a:lnTo>
                  <a:lnTo>
                    <a:pt x="5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954706" y="1503013"/>
              <a:ext cx="208072" cy="176372"/>
            </a:xfrm>
            <a:custGeom>
              <a:rect b="b" l="l" r="r" t="t"/>
              <a:pathLst>
                <a:path extrusionOk="0" h="306" w="361">
                  <a:moveTo>
                    <a:pt x="292" y="65"/>
                  </a:moveTo>
                  <a:lnTo>
                    <a:pt x="333" y="143"/>
                  </a:lnTo>
                  <a:lnTo>
                    <a:pt x="255" y="143"/>
                  </a:lnTo>
                  <a:lnTo>
                    <a:pt x="292" y="65"/>
                  </a:lnTo>
                  <a:close/>
                  <a:moveTo>
                    <a:pt x="68" y="67"/>
                  </a:moveTo>
                  <a:lnTo>
                    <a:pt x="106" y="145"/>
                  </a:lnTo>
                  <a:lnTo>
                    <a:pt x="29" y="145"/>
                  </a:lnTo>
                  <a:lnTo>
                    <a:pt x="68" y="67"/>
                  </a:lnTo>
                  <a:close/>
                  <a:moveTo>
                    <a:pt x="110" y="165"/>
                  </a:moveTo>
                  <a:cubicBezTo>
                    <a:pt x="106" y="184"/>
                    <a:pt x="89" y="201"/>
                    <a:pt x="67" y="201"/>
                  </a:cubicBezTo>
                  <a:cubicBezTo>
                    <a:pt x="45" y="201"/>
                    <a:pt x="26" y="187"/>
                    <a:pt x="22" y="165"/>
                  </a:cubicBezTo>
                  <a:close/>
                  <a:moveTo>
                    <a:pt x="336" y="165"/>
                  </a:moveTo>
                  <a:cubicBezTo>
                    <a:pt x="333" y="184"/>
                    <a:pt x="314" y="201"/>
                    <a:pt x="292" y="201"/>
                  </a:cubicBezTo>
                  <a:cubicBezTo>
                    <a:pt x="271" y="201"/>
                    <a:pt x="253" y="187"/>
                    <a:pt x="247" y="165"/>
                  </a:cubicBezTo>
                  <a:close/>
                  <a:moveTo>
                    <a:pt x="229" y="262"/>
                  </a:moveTo>
                  <a:cubicBezTo>
                    <a:pt x="239" y="262"/>
                    <a:pt x="247" y="269"/>
                    <a:pt x="247" y="279"/>
                  </a:cubicBezTo>
                  <a:lnTo>
                    <a:pt x="247" y="284"/>
                  </a:lnTo>
                  <a:lnTo>
                    <a:pt x="113" y="284"/>
                  </a:lnTo>
                  <a:lnTo>
                    <a:pt x="113" y="279"/>
                  </a:lnTo>
                  <a:cubicBezTo>
                    <a:pt x="113" y="271"/>
                    <a:pt x="120" y="262"/>
                    <a:pt x="132" y="262"/>
                  </a:cubicBezTo>
                  <a:close/>
                  <a:moveTo>
                    <a:pt x="168" y="0"/>
                  </a:moveTo>
                  <a:lnTo>
                    <a:pt x="168" y="31"/>
                  </a:lnTo>
                  <a:lnTo>
                    <a:pt x="60" y="31"/>
                  </a:lnTo>
                  <a:lnTo>
                    <a:pt x="0" y="152"/>
                  </a:lnTo>
                  <a:lnTo>
                    <a:pt x="0" y="154"/>
                  </a:lnTo>
                  <a:cubicBezTo>
                    <a:pt x="0" y="190"/>
                    <a:pt x="31" y="220"/>
                    <a:pt x="67" y="220"/>
                  </a:cubicBezTo>
                  <a:cubicBezTo>
                    <a:pt x="103" y="220"/>
                    <a:pt x="133" y="190"/>
                    <a:pt x="133" y="154"/>
                  </a:cubicBezTo>
                  <a:lnTo>
                    <a:pt x="133" y="152"/>
                  </a:lnTo>
                  <a:lnTo>
                    <a:pt x="83" y="52"/>
                  </a:lnTo>
                  <a:lnTo>
                    <a:pt x="168" y="52"/>
                  </a:lnTo>
                  <a:lnTo>
                    <a:pt x="168" y="242"/>
                  </a:lnTo>
                  <a:lnTo>
                    <a:pt x="129" y="242"/>
                  </a:lnTo>
                  <a:cubicBezTo>
                    <a:pt x="109" y="242"/>
                    <a:pt x="91" y="260"/>
                    <a:pt x="91" y="281"/>
                  </a:cubicBezTo>
                  <a:lnTo>
                    <a:pt x="91" y="305"/>
                  </a:lnTo>
                  <a:lnTo>
                    <a:pt x="269" y="305"/>
                  </a:lnTo>
                  <a:lnTo>
                    <a:pt x="269" y="281"/>
                  </a:lnTo>
                  <a:cubicBezTo>
                    <a:pt x="269" y="259"/>
                    <a:pt x="250" y="242"/>
                    <a:pt x="230" y="242"/>
                  </a:cubicBezTo>
                  <a:lnTo>
                    <a:pt x="193" y="242"/>
                  </a:lnTo>
                  <a:lnTo>
                    <a:pt x="193" y="52"/>
                  </a:lnTo>
                  <a:lnTo>
                    <a:pt x="278" y="52"/>
                  </a:lnTo>
                  <a:lnTo>
                    <a:pt x="227" y="152"/>
                  </a:lnTo>
                  <a:lnTo>
                    <a:pt x="227" y="154"/>
                  </a:lnTo>
                  <a:cubicBezTo>
                    <a:pt x="227" y="190"/>
                    <a:pt x="258" y="220"/>
                    <a:pt x="294" y="220"/>
                  </a:cubicBezTo>
                  <a:cubicBezTo>
                    <a:pt x="330" y="220"/>
                    <a:pt x="360" y="190"/>
                    <a:pt x="360" y="154"/>
                  </a:cubicBezTo>
                  <a:lnTo>
                    <a:pt x="360" y="152"/>
                  </a:lnTo>
                  <a:lnTo>
                    <a:pt x="298" y="31"/>
                  </a:lnTo>
                  <a:lnTo>
                    <a:pt x="190" y="31"/>
                  </a:lnTo>
                  <a:lnTo>
                    <a:pt x="1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1146064" y="1786014"/>
              <a:ext cx="32277" cy="13257"/>
            </a:xfrm>
            <a:custGeom>
              <a:rect b="b" l="l" r="r" t="t"/>
              <a:pathLst>
                <a:path extrusionOk="0" h="23" w="56">
                  <a:moveTo>
                    <a:pt x="1" y="1"/>
                  </a:moveTo>
                  <a:lnTo>
                    <a:pt x="1" y="22"/>
                  </a:lnTo>
                  <a:lnTo>
                    <a:pt x="56" y="22"/>
                  </a:lnTo>
                  <a:lnTo>
                    <a:pt x="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1190445" y="178601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881506" y="1786014"/>
              <a:ext cx="32854" cy="13257"/>
            </a:xfrm>
            <a:custGeom>
              <a:rect b="b" l="l" r="r" t="t"/>
              <a:pathLst>
                <a:path extrusionOk="0" h="23" w="57">
                  <a:moveTo>
                    <a:pt x="0" y="1"/>
                  </a:moveTo>
                  <a:lnTo>
                    <a:pt x="0" y="22"/>
                  </a:lnTo>
                  <a:lnTo>
                    <a:pt x="57" y="22"/>
                  </a:lnTo>
                  <a:lnTo>
                    <a:pt x="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950672" y="178601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926464" y="178601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1148946" y="1705321"/>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3"/>
            <p:cNvSpPr/>
            <p:nvPr/>
          </p:nvSpPr>
          <p:spPr>
            <a:xfrm>
              <a:off x="1148946" y="1653448"/>
              <a:ext cx="12680" cy="41499"/>
            </a:xfrm>
            <a:custGeom>
              <a:rect b="b" l="l" r="r" t="t"/>
              <a:pathLst>
                <a:path extrusionOk="0" h="72" w="22">
                  <a:moveTo>
                    <a:pt x="0" y="1"/>
                  </a:moveTo>
                  <a:lnTo>
                    <a:pt x="0" y="72"/>
                  </a:lnTo>
                  <a:lnTo>
                    <a:pt x="22" y="7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956435" y="1429813"/>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1005428" y="1429813"/>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3"/>
            <p:cNvSpPr/>
            <p:nvPr/>
          </p:nvSpPr>
          <p:spPr>
            <a:xfrm>
              <a:off x="980643" y="1429813"/>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3"/>
            <p:cNvSpPr/>
            <p:nvPr/>
          </p:nvSpPr>
          <p:spPr>
            <a:xfrm>
              <a:off x="1147216" y="1429813"/>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3"/>
            <p:cNvSpPr/>
            <p:nvPr/>
          </p:nvSpPr>
          <p:spPr>
            <a:xfrm>
              <a:off x="1123009" y="1429813"/>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3"/>
            <p:cNvSpPr/>
            <p:nvPr/>
          </p:nvSpPr>
          <p:spPr>
            <a:xfrm>
              <a:off x="1048656" y="1429813"/>
              <a:ext cx="62249" cy="12680"/>
            </a:xfrm>
            <a:custGeom>
              <a:rect b="b" l="l" r="r" t="t"/>
              <a:pathLst>
                <a:path extrusionOk="0" h="22" w="108">
                  <a:moveTo>
                    <a:pt x="1" y="0"/>
                  </a:moveTo>
                  <a:lnTo>
                    <a:pt x="1" y="22"/>
                  </a:lnTo>
                  <a:lnTo>
                    <a:pt x="108" y="22"/>
                  </a:lnTo>
                  <a:lnTo>
                    <a:pt x="1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3"/>
            <p:cNvSpPr/>
            <p:nvPr/>
          </p:nvSpPr>
          <p:spPr>
            <a:xfrm>
              <a:off x="1012920" y="1478805"/>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3"/>
            <p:cNvSpPr/>
            <p:nvPr/>
          </p:nvSpPr>
          <p:spPr>
            <a:xfrm>
              <a:off x="960470" y="1478805"/>
              <a:ext cx="41499" cy="13257"/>
            </a:xfrm>
            <a:custGeom>
              <a:rect b="b" l="l" r="r" t="t"/>
              <a:pathLst>
                <a:path extrusionOk="0" h="23" w="72">
                  <a:moveTo>
                    <a:pt x="1" y="0"/>
                  </a:moveTo>
                  <a:lnTo>
                    <a:pt x="1" y="22"/>
                  </a:lnTo>
                  <a:lnTo>
                    <a:pt x="71" y="22"/>
                  </a:lnTo>
                  <a:lnTo>
                    <a:pt x="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3"/>
            <p:cNvSpPr/>
            <p:nvPr/>
          </p:nvSpPr>
          <p:spPr>
            <a:xfrm>
              <a:off x="1051538" y="1690336"/>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3"/>
            <p:cNvSpPr/>
            <p:nvPr/>
          </p:nvSpPr>
          <p:spPr>
            <a:xfrm>
              <a:off x="1027330" y="1690336"/>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3"/>
            <p:cNvSpPr/>
            <p:nvPr/>
          </p:nvSpPr>
          <p:spPr>
            <a:xfrm>
              <a:off x="1076322" y="1690336"/>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3"/>
            <p:cNvSpPr/>
            <p:nvPr/>
          </p:nvSpPr>
          <p:spPr>
            <a:xfrm>
              <a:off x="1104564" y="1478805"/>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3"/>
            <p:cNvSpPr/>
            <p:nvPr/>
          </p:nvSpPr>
          <p:spPr>
            <a:xfrm>
              <a:off x="1080357" y="1478805"/>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3"/>
            <p:cNvSpPr/>
            <p:nvPr/>
          </p:nvSpPr>
          <p:spPr>
            <a:xfrm>
              <a:off x="1129349" y="1478805"/>
              <a:ext cx="32277" cy="32854"/>
            </a:xfrm>
            <a:custGeom>
              <a:rect b="b" l="l" r="r" t="t"/>
              <a:pathLst>
                <a:path extrusionOk="0" h="57" w="56">
                  <a:moveTo>
                    <a:pt x="1" y="0"/>
                  </a:moveTo>
                  <a:lnTo>
                    <a:pt x="1" y="22"/>
                  </a:lnTo>
                  <a:lnTo>
                    <a:pt x="34" y="22"/>
                  </a:lnTo>
                  <a:lnTo>
                    <a:pt x="34" y="57"/>
                  </a:lnTo>
                  <a:lnTo>
                    <a:pt x="56" y="57"/>
                  </a:lnTo>
                  <a:lnTo>
                    <a:pt x="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3"/>
            <p:cNvSpPr/>
            <p:nvPr/>
          </p:nvSpPr>
          <p:spPr>
            <a:xfrm>
              <a:off x="952977" y="1686301"/>
              <a:ext cx="32854" cy="32854"/>
            </a:xfrm>
            <a:custGeom>
              <a:rect b="b" l="l" r="r" t="t"/>
              <a:pathLst>
                <a:path extrusionOk="0" h="57" w="57">
                  <a:moveTo>
                    <a:pt x="1" y="0"/>
                  </a:moveTo>
                  <a:lnTo>
                    <a:pt x="1" y="57"/>
                  </a:lnTo>
                  <a:lnTo>
                    <a:pt x="57" y="57"/>
                  </a:lnTo>
                  <a:lnTo>
                    <a:pt x="57" y="35"/>
                  </a:lnTo>
                  <a:lnTo>
                    <a:pt x="22" y="35"/>
                  </a:lnTo>
                  <a:lnTo>
                    <a:pt x="22" y="33"/>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3"/>
            <p:cNvSpPr/>
            <p:nvPr/>
          </p:nvSpPr>
          <p:spPr>
            <a:xfrm>
              <a:off x="954706" y="1662093"/>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3"/>
            <p:cNvSpPr/>
            <p:nvPr/>
          </p:nvSpPr>
          <p:spPr>
            <a:xfrm>
              <a:off x="954706" y="1636733"/>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33"/>
          <p:cNvGrpSpPr/>
          <p:nvPr/>
        </p:nvGrpSpPr>
        <p:grpSpPr>
          <a:xfrm>
            <a:off x="5299024" y="1765518"/>
            <a:ext cx="311604" cy="409619"/>
            <a:chOff x="878412" y="1413306"/>
            <a:chExt cx="311604" cy="409619"/>
          </a:xfrm>
        </p:grpSpPr>
        <p:sp>
          <p:nvSpPr>
            <p:cNvPr id="665" name="Google Shape;665;p33"/>
            <p:cNvSpPr/>
            <p:nvPr/>
          </p:nvSpPr>
          <p:spPr>
            <a:xfrm>
              <a:off x="878412" y="1413306"/>
              <a:ext cx="311037" cy="409619"/>
            </a:xfrm>
            <a:custGeom>
              <a:rect b="b" l="l" r="r" t="t"/>
              <a:pathLst>
                <a:path extrusionOk="0" h="723" w="549">
                  <a:moveTo>
                    <a:pt x="225" y="185"/>
                  </a:moveTo>
                  <a:cubicBezTo>
                    <a:pt x="240" y="196"/>
                    <a:pt x="260" y="210"/>
                    <a:pt x="293" y="210"/>
                  </a:cubicBezTo>
                  <a:cubicBezTo>
                    <a:pt x="295" y="210"/>
                    <a:pt x="297" y="210"/>
                    <a:pt x="298" y="210"/>
                  </a:cubicBezTo>
                  <a:lnTo>
                    <a:pt x="298" y="305"/>
                  </a:lnTo>
                  <a:cubicBezTo>
                    <a:pt x="298" y="367"/>
                    <a:pt x="249" y="417"/>
                    <a:pt x="189" y="417"/>
                  </a:cubicBezTo>
                  <a:cubicBezTo>
                    <a:pt x="127" y="417"/>
                    <a:pt x="79" y="367"/>
                    <a:pt x="79" y="305"/>
                  </a:cubicBezTo>
                  <a:lnTo>
                    <a:pt x="79" y="210"/>
                  </a:lnTo>
                  <a:cubicBezTo>
                    <a:pt x="88" y="211"/>
                    <a:pt x="98" y="211"/>
                    <a:pt x="107" y="211"/>
                  </a:cubicBezTo>
                  <a:cubicBezTo>
                    <a:pt x="156" y="211"/>
                    <a:pt x="199" y="201"/>
                    <a:pt x="225" y="185"/>
                  </a:cubicBezTo>
                  <a:close/>
                  <a:moveTo>
                    <a:pt x="212" y="434"/>
                  </a:moveTo>
                  <a:lnTo>
                    <a:pt x="189" y="474"/>
                  </a:lnTo>
                  <a:lnTo>
                    <a:pt x="166" y="434"/>
                  </a:lnTo>
                  <a:lnTo>
                    <a:pt x="166" y="434"/>
                  </a:lnTo>
                  <a:cubicBezTo>
                    <a:pt x="171" y="435"/>
                    <a:pt x="181" y="435"/>
                    <a:pt x="189" y="435"/>
                  </a:cubicBezTo>
                  <a:cubicBezTo>
                    <a:pt x="196" y="435"/>
                    <a:pt x="205" y="435"/>
                    <a:pt x="212" y="434"/>
                  </a:cubicBezTo>
                  <a:close/>
                  <a:moveTo>
                    <a:pt x="102" y="404"/>
                  </a:moveTo>
                  <a:cubicBezTo>
                    <a:pt x="111" y="412"/>
                    <a:pt x="124" y="419"/>
                    <a:pt x="134" y="425"/>
                  </a:cubicBezTo>
                  <a:lnTo>
                    <a:pt x="176" y="490"/>
                  </a:lnTo>
                  <a:lnTo>
                    <a:pt x="148" y="506"/>
                  </a:lnTo>
                  <a:lnTo>
                    <a:pt x="79" y="414"/>
                  </a:lnTo>
                  <a:cubicBezTo>
                    <a:pt x="86" y="409"/>
                    <a:pt x="93" y="405"/>
                    <a:pt x="102" y="404"/>
                  </a:cubicBezTo>
                  <a:close/>
                  <a:moveTo>
                    <a:pt x="277" y="404"/>
                  </a:moveTo>
                  <a:cubicBezTo>
                    <a:pt x="284" y="406"/>
                    <a:pt x="293" y="411"/>
                    <a:pt x="300" y="414"/>
                  </a:cubicBezTo>
                  <a:lnTo>
                    <a:pt x="232" y="506"/>
                  </a:lnTo>
                  <a:lnTo>
                    <a:pt x="205" y="490"/>
                  </a:lnTo>
                  <a:lnTo>
                    <a:pt x="246" y="425"/>
                  </a:lnTo>
                  <a:cubicBezTo>
                    <a:pt x="257" y="419"/>
                    <a:pt x="268" y="412"/>
                    <a:pt x="277" y="404"/>
                  </a:cubicBezTo>
                  <a:close/>
                  <a:moveTo>
                    <a:pt x="189" y="506"/>
                  </a:moveTo>
                  <a:lnTo>
                    <a:pt x="210" y="519"/>
                  </a:lnTo>
                  <a:lnTo>
                    <a:pt x="189" y="541"/>
                  </a:lnTo>
                  <a:lnTo>
                    <a:pt x="167" y="519"/>
                  </a:lnTo>
                  <a:lnTo>
                    <a:pt x="189" y="506"/>
                  </a:lnTo>
                  <a:close/>
                  <a:moveTo>
                    <a:pt x="426" y="613"/>
                  </a:moveTo>
                  <a:cubicBezTo>
                    <a:pt x="430" y="613"/>
                    <a:pt x="434" y="616"/>
                    <a:pt x="434" y="622"/>
                  </a:cubicBezTo>
                  <a:lnTo>
                    <a:pt x="434" y="638"/>
                  </a:lnTo>
                  <a:cubicBezTo>
                    <a:pt x="434" y="643"/>
                    <a:pt x="430" y="648"/>
                    <a:pt x="426" y="648"/>
                  </a:cubicBezTo>
                  <a:lnTo>
                    <a:pt x="310" y="648"/>
                  </a:lnTo>
                  <a:cubicBezTo>
                    <a:pt x="304" y="648"/>
                    <a:pt x="300" y="643"/>
                    <a:pt x="300" y="638"/>
                  </a:cubicBezTo>
                  <a:lnTo>
                    <a:pt x="300" y="622"/>
                  </a:lnTo>
                  <a:cubicBezTo>
                    <a:pt x="300" y="616"/>
                    <a:pt x="304" y="613"/>
                    <a:pt x="310" y="613"/>
                  </a:cubicBezTo>
                  <a:close/>
                  <a:moveTo>
                    <a:pt x="314" y="427"/>
                  </a:moveTo>
                  <a:cubicBezTo>
                    <a:pt x="340" y="448"/>
                    <a:pt x="353" y="482"/>
                    <a:pt x="353" y="513"/>
                  </a:cubicBezTo>
                  <a:lnTo>
                    <a:pt x="353" y="591"/>
                  </a:lnTo>
                  <a:lnTo>
                    <a:pt x="307" y="591"/>
                  </a:lnTo>
                  <a:cubicBezTo>
                    <a:pt x="291" y="591"/>
                    <a:pt x="277" y="604"/>
                    <a:pt x="277" y="622"/>
                  </a:cubicBezTo>
                  <a:lnTo>
                    <a:pt x="277" y="638"/>
                  </a:lnTo>
                  <a:cubicBezTo>
                    <a:pt x="277" y="645"/>
                    <a:pt x="281" y="652"/>
                    <a:pt x="284" y="658"/>
                  </a:cubicBezTo>
                  <a:cubicBezTo>
                    <a:pt x="281" y="664"/>
                    <a:pt x="277" y="671"/>
                    <a:pt x="277" y="678"/>
                  </a:cubicBezTo>
                  <a:lnTo>
                    <a:pt x="277" y="694"/>
                  </a:lnTo>
                  <a:cubicBezTo>
                    <a:pt x="277" y="698"/>
                    <a:pt x="277" y="700"/>
                    <a:pt x="278" y="703"/>
                  </a:cubicBezTo>
                  <a:lnTo>
                    <a:pt x="248" y="703"/>
                  </a:lnTo>
                  <a:lnTo>
                    <a:pt x="226" y="532"/>
                  </a:lnTo>
                  <a:lnTo>
                    <a:pt x="228" y="529"/>
                  </a:lnTo>
                  <a:lnTo>
                    <a:pt x="232" y="529"/>
                  </a:lnTo>
                  <a:cubicBezTo>
                    <a:pt x="235" y="529"/>
                    <a:pt x="239" y="528"/>
                    <a:pt x="241" y="526"/>
                  </a:cubicBezTo>
                  <a:lnTo>
                    <a:pt x="314" y="427"/>
                  </a:lnTo>
                  <a:close/>
                  <a:moveTo>
                    <a:pt x="426" y="669"/>
                  </a:moveTo>
                  <a:cubicBezTo>
                    <a:pt x="430" y="669"/>
                    <a:pt x="434" y="672"/>
                    <a:pt x="434" y="678"/>
                  </a:cubicBezTo>
                  <a:lnTo>
                    <a:pt x="434" y="694"/>
                  </a:lnTo>
                  <a:cubicBezTo>
                    <a:pt x="434" y="700"/>
                    <a:pt x="430" y="703"/>
                    <a:pt x="426" y="703"/>
                  </a:cubicBezTo>
                  <a:lnTo>
                    <a:pt x="310" y="703"/>
                  </a:lnTo>
                  <a:cubicBezTo>
                    <a:pt x="304" y="703"/>
                    <a:pt x="300" y="700"/>
                    <a:pt x="300" y="694"/>
                  </a:cubicBezTo>
                  <a:lnTo>
                    <a:pt x="300" y="678"/>
                  </a:lnTo>
                  <a:cubicBezTo>
                    <a:pt x="300" y="672"/>
                    <a:pt x="304" y="669"/>
                    <a:pt x="310" y="669"/>
                  </a:cubicBezTo>
                  <a:close/>
                  <a:moveTo>
                    <a:pt x="207" y="551"/>
                  </a:moveTo>
                  <a:lnTo>
                    <a:pt x="228" y="704"/>
                  </a:lnTo>
                  <a:lnTo>
                    <a:pt x="148" y="704"/>
                  </a:lnTo>
                  <a:lnTo>
                    <a:pt x="168" y="551"/>
                  </a:lnTo>
                  <a:lnTo>
                    <a:pt x="173" y="555"/>
                  </a:lnTo>
                  <a:cubicBezTo>
                    <a:pt x="176" y="558"/>
                    <a:pt x="181" y="562"/>
                    <a:pt x="189" y="562"/>
                  </a:cubicBezTo>
                  <a:cubicBezTo>
                    <a:pt x="194" y="562"/>
                    <a:pt x="199" y="560"/>
                    <a:pt x="205" y="555"/>
                  </a:cubicBezTo>
                  <a:lnTo>
                    <a:pt x="207" y="551"/>
                  </a:lnTo>
                  <a:close/>
                  <a:moveTo>
                    <a:pt x="127" y="0"/>
                  </a:moveTo>
                  <a:cubicBezTo>
                    <a:pt x="124" y="0"/>
                    <a:pt x="121" y="2"/>
                    <a:pt x="118" y="6"/>
                  </a:cubicBezTo>
                  <a:lnTo>
                    <a:pt x="111" y="18"/>
                  </a:lnTo>
                  <a:lnTo>
                    <a:pt x="102" y="6"/>
                  </a:lnTo>
                  <a:cubicBezTo>
                    <a:pt x="99" y="3"/>
                    <a:pt x="96" y="1"/>
                    <a:pt x="93" y="1"/>
                  </a:cubicBezTo>
                  <a:cubicBezTo>
                    <a:pt x="91" y="1"/>
                    <a:pt x="89" y="2"/>
                    <a:pt x="88" y="3"/>
                  </a:cubicBezTo>
                  <a:cubicBezTo>
                    <a:pt x="82" y="8"/>
                    <a:pt x="82" y="15"/>
                    <a:pt x="86" y="18"/>
                  </a:cubicBezTo>
                  <a:lnTo>
                    <a:pt x="93" y="29"/>
                  </a:lnTo>
                  <a:cubicBezTo>
                    <a:pt x="69" y="34"/>
                    <a:pt x="47" y="45"/>
                    <a:pt x="31" y="64"/>
                  </a:cubicBezTo>
                  <a:cubicBezTo>
                    <a:pt x="11" y="87"/>
                    <a:pt x="1" y="117"/>
                    <a:pt x="7" y="146"/>
                  </a:cubicBezTo>
                  <a:lnTo>
                    <a:pt x="23" y="279"/>
                  </a:lnTo>
                  <a:cubicBezTo>
                    <a:pt x="24" y="297"/>
                    <a:pt x="40" y="310"/>
                    <a:pt x="59" y="310"/>
                  </a:cubicBezTo>
                  <a:lnTo>
                    <a:pt x="60" y="310"/>
                  </a:lnTo>
                  <a:cubicBezTo>
                    <a:pt x="62" y="339"/>
                    <a:pt x="72" y="363"/>
                    <a:pt x="88" y="383"/>
                  </a:cubicBezTo>
                  <a:cubicBezTo>
                    <a:pt x="37" y="405"/>
                    <a:pt x="4" y="456"/>
                    <a:pt x="4" y="512"/>
                  </a:cubicBezTo>
                  <a:lnTo>
                    <a:pt x="4" y="607"/>
                  </a:lnTo>
                  <a:cubicBezTo>
                    <a:pt x="4" y="613"/>
                    <a:pt x="10" y="619"/>
                    <a:pt x="15" y="619"/>
                  </a:cubicBezTo>
                  <a:cubicBezTo>
                    <a:pt x="21" y="619"/>
                    <a:pt x="25" y="613"/>
                    <a:pt x="25" y="607"/>
                  </a:cubicBezTo>
                  <a:lnTo>
                    <a:pt x="25" y="512"/>
                  </a:lnTo>
                  <a:cubicBezTo>
                    <a:pt x="25" y="477"/>
                    <a:pt x="40" y="447"/>
                    <a:pt x="64" y="425"/>
                  </a:cubicBezTo>
                  <a:lnTo>
                    <a:pt x="138" y="525"/>
                  </a:lnTo>
                  <a:cubicBezTo>
                    <a:pt x="140" y="528"/>
                    <a:pt x="144" y="528"/>
                    <a:pt x="147" y="528"/>
                  </a:cubicBezTo>
                  <a:lnTo>
                    <a:pt x="151" y="528"/>
                  </a:lnTo>
                  <a:lnTo>
                    <a:pt x="153" y="529"/>
                  </a:lnTo>
                  <a:lnTo>
                    <a:pt x="131" y="701"/>
                  </a:lnTo>
                  <a:lnTo>
                    <a:pt x="25" y="701"/>
                  </a:lnTo>
                  <a:lnTo>
                    <a:pt x="25" y="649"/>
                  </a:lnTo>
                  <a:cubicBezTo>
                    <a:pt x="25" y="643"/>
                    <a:pt x="21" y="638"/>
                    <a:pt x="15" y="638"/>
                  </a:cubicBezTo>
                  <a:cubicBezTo>
                    <a:pt x="10" y="638"/>
                    <a:pt x="4" y="643"/>
                    <a:pt x="4" y="649"/>
                  </a:cubicBezTo>
                  <a:lnTo>
                    <a:pt x="4" y="713"/>
                  </a:lnTo>
                  <a:cubicBezTo>
                    <a:pt x="4" y="717"/>
                    <a:pt x="10" y="723"/>
                    <a:pt x="15" y="723"/>
                  </a:cubicBezTo>
                  <a:lnTo>
                    <a:pt x="428" y="723"/>
                  </a:lnTo>
                  <a:cubicBezTo>
                    <a:pt x="495" y="723"/>
                    <a:pt x="548" y="669"/>
                    <a:pt x="548" y="604"/>
                  </a:cubicBezTo>
                  <a:cubicBezTo>
                    <a:pt x="548" y="583"/>
                    <a:pt x="543" y="558"/>
                    <a:pt x="530" y="541"/>
                  </a:cubicBezTo>
                  <a:cubicBezTo>
                    <a:pt x="527" y="537"/>
                    <a:pt x="524" y="536"/>
                    <a:pt x="519" y="536"/>
                  </a:cubicBezTo>
                  <a:cubicBezTo>
                    <a:pt x="518" y="536"/>
                    <a:pt x="517" y="536"/>
                    <a:pt x="515" y="536"/>
                  </a:cubicBezTo>
                  <a:cubicBezTo>
                    <a:pt x="509" y="541"/>
                    <a:pt x="508" y="547"/>
                    <a:pt x="512" y="551"/>
                  </a:cubicBezTo>
                  <a:cubicBezTo>
                    <a:pt x="521" y="568"/>
                    <a:pt x="527" y="586"/>
                    <a:pt x="527" y="604"/>
                  </a:cubicBezTo>
                  <a:cubicBezTo>
                    <a:pt x="527" y="649"/>
                    <a:pt x="495" y="687"/>
                    <a:pt x="454" y="700"/>
                  </a:cubicBezTo>
                  <a:lnTo>
                    <a:pt x="454" y="694"/>
                  </a:lnTo>
                  <a:lnTo>
                    <a:pt x="454" y="678"/>
                  </a:lnTo>
                  <a:cubicBezTo>
                    <a:pt x="454" y="671"/>
                    <a:pt x="450" y="664"/>
                    <a:pt x="447" y="658"/>
                  </a:cubicBezTo>
                  <a:cubicBezTo>
                    <a:pt x="450" y="652"/>
                    <a:pt x="454" y="645"/>
                    <a:pt x="454" y="638"/>
                  </a:cubicBezTo>
                  <a:lnTo>
                    <a:pt x="454" y="622"/>
                  </a:lnTo>
                  <a:cubicBezTo>
                    <a:pt x="454" y="606"/>
                    <a:pt x="441" y="591"/>
                    <a:pt x="423" y="591"/>
                  </a:cubicBezTo>
                  <a:lnTo>
                    <a:pt x="372" y="591"/>
                  </a:lnTo>
                  <a:lnTo>
                    <a:pt x="372" y="521"/>
                  </a:lnTo>
                  <a:cubicBezTo>
                    <a:pt x="389" y="510"/>
                    <a:pt x="407" y="505"/>
                    <a:pt x="426" y="505"/>
                  </a:cubicBezTo>
                  <a:cubicBezTo>
                    <a:pt x="447" y="505"/>
                    <a:pt x="466" y="512"/>
                    <a:pt x="483" y="522"/>
                  </a:cubicBezTo>
                  <a:cubicBezTo>
                    <a:pt x="485" y="525"/>
                    <a:pt x="486" y="525"/>
                    <a:pt x="488" y="525"/>
                  </a:cubicBezTo>
                  <a:cubicBezTo>
                    <a:pt x="492" y="525"/>
                    <a:pt x="495" y="522"/>
                    <a:pt x="498" y="521"/>
                  </a:cubicBezTo>
                  <a:cubicBezTo>
                    <a:pt x="501" y="515"/>
                    <a:pt x="499" y="510"/>
                    <a:pt x="495" y="506"/>
                  </a:cubicBezTo>
                  <a:cubicBezTo>
                    <a:pt x="475" y="492"/>
                    <a:pt x="450" y="483"/>
                    <a:pt x="426" y="483"/>
                  </a:cubicBezTo>
                  <a:cubicBezTo>
                    <a:pt x="407" y="483"/>
                    <a:pt x="387" y="486"/>
                    <a:pt x="371" y="496"/>
                  </a:cubicBezTo>
                  <a:cubicBezTo>
                    <a:pt x="365" y="447"/>
                    <a:pt x="335" y="405"/>
                    <a:pt x="290" y="383"/>
                  </a:cubicBezTo>
                  <a:cubicBezTo>
                    <a:pt x="306" y="362"/>
                    <a:pt x="317" y="337"/>
                    <a:pt x="317" y="310"/>
                  </a:cubicBezTo>
                  <a:lnTo>
                    <a:pt x="319" y="310"/>
                  </a:lnTo>
                  <a:cubicBezTo>
                    <a:pt x="336" y="310"/>
                    <a:pt x="353" y="295"/>
                    <a:pt x="355" y="279"/>
                  </a:cubicBezTo>
                  <a:lnTo>
                    <a:pt x="371" y="146"/>
                  </a:lnTo>
                  <a:cubicBezTo>
                    <a:pt x="375" y="116"/>
                    <a:pt x="365" y="86"/>
                    <a:pt x="346" y="64"/>
                  </a:cubicBezTo>
                  <a:cubicBezTo>
                    <a:pt x="326" y="41"/>
                    <a:pt x="297" y="28"/>
                    <a:pt x="267" y="28"/>
                  </a:cubicBezTo>
                  <a:lnTo>
                    <a:pt x="231" y="28"/>
                  </a:lnTo>
                  <a:cubicBezTo>
                    <a:pt x="225" y="28"/>
                    <a:pt x="219" y="34"/>
                    <a:pt x="219" y="38"/>
                  </a:cubicBezTo>
                  <a:cubicBezTo>
                    <a:pt x="219" y="44"/>
                    <a:pt x="225" y="50"/>
                    <a:pt x="231" y="50"/>
                  </a:cubicBezTo>
                  <a:lnTo>
                    <a:pt x="267" y="50"/>
                  </a:lnTo>
                  <a:cubicBezTo>
                    <a:pt x="291" y="50"/>
                    <a:pt x="314" y="60"/>
                    <a:pt x="332" y="78"/>
                  </a:cubicBezTo>
                  <a:cubicBezTo>
                    <a:pt x="348" y="96"/>
                    <a:pt x="355" y="122"/>
                    <a:pt x="353" y="145"/>
                  </a:cubicBezTo>
                  <a:lnTo>
                    <a:pt x="336" y="276"/>
                  </a:lnTo>
                  <a:cubicBezTo>
                    <a:pt x="336" y="284"/>
                    <a:pt x="329" y="289"/>
                    <a:pt x="322" y="289"/>
                  </a:cubicBezTo>
                  <a:lnTo>
                    <a:pt x="320" y="289"/>
                  </a:lnTo>
                  <a:lnTo>
                    <a:pt x="320" y="204"/>
                  </a:lnTo>
                  <a:cubicBezTo>
                    <a:pt x="320" y="200"/>
                    <a:pt x="319" y="195"/>
                    <a:pt x="314" y="193"/>
                  </a:cubicBezTo>
                  <a:cubicBezTo>
                    <a:pt x="312" y="189"/>
                    <a:pt x="309" y="188"/>
                    <a:pt x="306" y="188"/>
                  </a:cubicBezTo>
                  <a:cubicBezTo>
                    <a:pt x="305" y="188"/>
                    <a:pt x="304" y="188"/>
                    <a:pt x="303" y="188"/>
                  </a:cubicBezTo>
                  <a:cubicBezTo>
                    <a:pt x="300" y="189"/>
                    <a:pt x="296" y="189"/>
                    <a:pt x="293" y="189"/>
                  </a:cubicBezTo>
                  <a:cubicBezTo>
                    <a:pt x="276" y="189"/>
                    <a:pt x="257" y="185"/>
                    <a:pt x="235" y="167"/>
                  </a:cubicBezTo>
                  <a:cubicBezTo>
                    <a:pt x="233" y="164"/>
                    <a:pt x="229" y="162"/>
                    <a:pt x="225" y="162"/>
                  </a:cubicBezTo>
                  <a:cubicBezTo>
                    <a:pt x="221" y="162"/>
                    <a:pt x="218" y="163"/>
                    <a:pt x="216" y="165"/>
                  </a:cubicBezTo>
                  <a:cubicBezTo>
                    <a:pt x="193" y="180"/>
                    <a:pt x="150" y="189"/>
                    <a:pt x="102" y="189"/>
                  </a:cubicBezTo>
                  <a:cubicBezTo>
                    <a:pt x="93" y="189"/>
                    <a:pt x="84" y="189"/>
                    <a:pt x="75" y="188"/>
                  </a:cubicBezTo>
                  <a:cubicBezTo>
                    <a:pt x="72" y="188"/>
                    <a:pt x="66" y="190"/>
                    <a:pt x="62" y="193"/>
                  </a:cubicBezTo>
                  <a:cubicBezTo>
                    <a:pt x="59" y="194"/>
                    <a:pt x="57" y="200"/>
                    <a:pt x="57" y="204"/>
                  </a:cubicBezTo>
                  <a:lnTo>
                    <a:pt x="57" y="289"/>
                  </a:lnTo>
                  <a:lnTo>
                    <a:pt x="54" y="289"/>
                  </a:lnTo>
                  <a:cubicBezTo>
                    <a:pt x="47" y="289"/>
                    <a:pt x="40" y="284"/>
                    <a:pt x="40" y="276"/>
                  </a:cubicBezTo>
                  <a:lnTo>
                    <a:pt x="24" y="145"/>
                  </a:lnTo>
                  <a:cubicBezTo>
                    <a:pt x="21" y="122"/>
                    <a:pt x="30" y="96"/>
                    <a:pt x="46" y="78"/>
                  </a:cubicBezTo>
                  <a:cubicBezTo>
                    <a:pt x="62" y="60"/>
                    <a:pt x="86" y="50"/>
                    <a:pt x="111" y="50"/>
                  </a:cubicBezTo>
                  <a:lnTo>
                    <a:pt x="190" y="50"/>
                  </a:lnTo>
                  <a:cubicBezTo>
                    <a:pt x="196" y="50"/>
                    <a:pt x="202" y="44"/>
                    <a:pt x="202" y="38"/>
                  </a:cubicBezTo>
                  <a:cubicBezTo>
                    <a:pt x="202" y="34"/>
                    <a:pt x="196" y="28"/>
                    <a:pt x="190" y="28"/>
                  </a:cubicBezTo>
                  <a:lnTo>
                    <a:pt x="131" y="28"/>
                  </a:lnTo>
                  <a:lnTo>
                    <a:pt x="137" y="16"/>
                  </a:lnTo>
                  <a:cubicBezTo>
                    <a:pt x="140" y="12"/>
                    <a:pt x="138" y="6"/>
                    <a:pt x="132" y="2"/>
                  </a:cubicBezTo>
                  <a:cubicBezTo>
                    <a:pt x="130" y="1"/>
                    <a:pt x="129"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3"/>
            <p:cNvSpPr/>
            <p:nvPr/>
          </p:nvSpPr>
          <p:spPr>
            <a:xfrm>
              <a:off x="1026849" y="1719246"/>
              <a:ext cx="37959" cy="13031"/>
            </a:xfrm>
            <a:custGeom>
              <a:rect b="b" l="l" r="r" t="t"/>
              <a:pathLst>
                <a:path extrusionOk="0" h="23" w="67">
                  <a:moveTo>
                    <a:pt x="12" y="1"/>
                  </a:moveTo>
                  <a:cubicBezTo>
                    <a:pt x="6" y="1"/>
                    <a:pt x="0" y="7"/>
                    <a:pt x="0" y="11"/>
                  </a:cubicBezTo>
                  <a:cubicBezTo>
                    <a:pt x="0" y="17"/>
                    <a:pt x="6" y="22"/>
                    <a:pt x="12" y="22"/>
                  </a:cubicBezTo>
                  <a:lnTo>
                    <a:pt x="57" y="22"/>
                  </a:lnTo>
                  <a:cubicBezTo>
                    <a:pt x="62" y="22"/>
                    <a:pt x="67" y="17"/>
                    <a:pt x="67" y="11"/>
                  </a:cubicBezTo>
                  <a:cubicBezTo>
                    <a:pt x="67" y="5"/>
                    <a:pt x="62"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3"/>
            <p:cNvSpPr/>
            <p:nvPr/>
          </p:nvSpPr>
          <p:spPr>
            <a:xfrm>
              <a:off x="949797" y="1565709"/>
              <a:ext cx="13031" cy="16997"/>
            </a:xfrm>
            <a:custGeom>
              <a:rect b="b" l="l" r="r" t="t"/>
              <a:pathLst>
                <a:path extrusionOk="0" h="30" w="23">
                  <a:moveTo>
                    <a:pt x="12" y="0"/>
                  </a:moveTo>
                  <a:cubicBezTo>
                    <a:pt x="6" y="0"/>
                    <a:pt x="1" y="6"/>
                    <a:pt x="1" y="12"/>
                  </a:cubicBezTo>
                  <a:lnTo>
                    <a:pt x="1" y="19"/>
                  </a:lnTo>
                  <a:cubicBezTo>
                    <a:pt x="1" y="26"/>
                    <a:pt x="6" y="29"/>
                    <a:pt x="12" y="29"/>
                  </a:cubicBezTo>
                  <a:cubicBezTo>
                    <a:pt x="18" y="29"/>
                    <a:pt x="22" y="23"/>
                    <a:pt x="22" y="19"/>
                  </a:cubicBezTo>
                  <a:lnTo>
                    <a:pt x="22" y="12"/>
                  </a:lnTo>
                  <a:cubicBezTo>
                    <a:pt x="22" y="6"/>
                    <a:pt x="18"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3"/>
            <p:cNvSpPr/>
            <p:nvPr/>
          </p:nvSpPr>
          <p:spPr>
            <a:xfrm>
              <a:off x="1007019" y="1565709"/>
              <a:ext cx="13031" cy="16997"/>
            </a:xfrm>
            <a:custGeom>
              <a:rect b="b" l="l" r="r" t="t"/>
              <a:pathLst>
                <a:path extrusionOk="0" h="30" w="23">
                  <a:moveTo>
                    <a:pt x="12" y="0"/>
                  </a:moveTo>
                  <a:cubicBezTo>
                    <a:pt x="6" y="0"/>
                    <a:pt x="1" y="6"/>
                    <a:pt x="1" y="12"/>
                  </a:cubicBezTo>
                  <a:lnTo>
                    <a:pt x="1" y="19"/>
                  </a:lnTo>
                  <a:cubicBezTo>
                    <a:pt x="4" y="26"/>
                    <a:pt x="6" y="29"/>
                    <a:pt x="12" y="29"/>
                  </a:cubicBezTo>
                  <a:cubicBezTo>
                    <a:pt x="18" y="29"/>
                    <a:pt x="22" y="23"/>
                    <a:pt x="22" y="19"/>
                  </a:cubicBezTo>
                  <a:lnTo>
                    <a:pt x="22" y="12"/>
                  </a:lnTo>
                  <a:cubicBezTo>
                    <a:pt x="22" y="6"/>
                    <a:pt x="18"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3"/>
            <p:cNvSpPr/>
            <p:nvPr/>
          </p:nvSpPr>
          <p:spPr>
            <a:xfrm>
              <a:off x="966227" y="1603102"/>
              <a:ext cx="37392" cy="16430"/>
            </a:xfrm>
            <a:custGeom>
              <a:rect b="b" l="l" r="r" t="t"/>
              <a:pathLst>
                <a:path extrusionOk="0" h="29" w="66">
                  <a:moveTo>
                    <a:pt x="54" y="0"/>
                  </a:moveTo>
                  <a:cubicBezTo>
                    <a:pt x="52" y="0"/>
                    <a:pt x="49" y="1"/>
                    <a:pt x="48" y="4"/>
                  </a:cubicBezTo>
                  <a:cubicBezTo>
                    <a:pt x="44" y="7"/>
                    <a:pt x="39" y="9"/>
                    <a:pt x="34" y="9"/>
                  </a:cubicBezTo>
                  <a:cubicBezTo>
                    <a:pt x="29" y="9"/>
                    <a:pt x="24" y="7"/>
                    <a:pt x="19" y="4"/>
                  </a:cubicBezTo>
                  <a:cubicBezTo>
                    <a:pt x="17" y="2"/>
                    <a:pt x="14" y="1"/>
                    <a:pt x="12" y="1"/>
                  </a:cubicBezTo>
                  <a:cubicBezTo>
                    <a:pt x="9" y="1"/>
                    <a:pt x="6" y="2"/>
                    <a:pt x="5" y="5"/>
                  </a:cubicBezTo>
                  <a:cubicBezTo>
                    <a:pt x="0" y="11"/>
                    <a:pt x="3" y="17"/>
                    <a:pt x="6" y="19"/>
                  </a:cubicBezTo>
                  <a:cubicBezTo>
                    <a:pt x="15" y="27"/>
                    <a:pt x="25" y="28"/>
                    <a:pt x="34" y="28"/>
                  </a:cubicBezTo>
                  <a:cubicBezTo>
                    <a:pt x="42" y="28"/>
                    <a:pt x="51" y="25"/>
                    <a:pt x="61" y="19"/>
                  </a:cubicBezTo>
                  <a:cubicBezTo>
                    <a:pt x="65" y="17"/>
                    <a:pt x="65" y="8"/>
                    <a:pt x="63" y="5"/>
                  </a:cubicBezTo>
                  <a:cubicBezTo>
                    <a:pt x="60" y="2"/>
                    <a:pt x="57"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3"/>
            <p:cNvSpPr/>
            <p:nvPr/>
          </p:nvSpPr>
          <p:spPr>
            <a:xfrm>
              <a:off x="1078405" y="1562876"/>
              <a:ext cx="74218" cy="103113"/>
            </a:xfrm>
            <a:custGeom>
              <a:rect b="b" l="l" r="r" t="t"/>
              <a:pathLst>
                <a:path extrusionOk="0" h="182" w="131">
                  <a:moveTo>
                    <a:pt x="65" y="24"/>
                  </a:moveTo>
                  <a:lnTo>
                    <a:pt x="101" y="67"/>
                  </a:lnTo>
                  <a:lnTo>
                    <a:pt x="91" y="67"/>
                  </a:lnTo>
                  <a:cubicBezTo>
                    <a:pt x="83" y="67"/>
                    <a:pt x="75" y="75"/>
                    <a:pt x="75" y="83"/>
                  </a:cubicBezTo>
                  <a:lnTo>
                    <a:pt x="75" y="161"/>
                  </a:lnTo>
                  <a:lnTo>
                    <a:pt x="52" y="161"/>
                  </a:lnTo>
                  <a:lnTo>
                    <a:pt x="52" y="83"/>
                  </a:lnTo>
                  <a:cubicBezTo>
                    <a:pt x="52" y="75"/>
                    <a:pt x="45" y="67"/>
                    <a:pt x="36" y="67"/>
                  </a:cubicBezTo>
                  <a:lnTo>
                    <a:pt x="26" y="67"/>
                  </a:lnTo>
                  <a:lnTo>
                    <a:pt x="65" y="24"/>
                  </a:lnTo>
                  <a:close/>
                  <a:moveTo>
                    <a:pt x="65" y="1"/>
                  </a:moveTo>
                  <a:cubicBezTo>
                    <a:pt x="60" y="1"/>
                    <a:pt x="55" y="2"/>
                    <a:pt x="52" y="5"/>
                  </a:cubicBezTo>
                  <a:lnTo>
                    <a:pt x="3" y="62"/>
                  </a:lnTo>
                  <a:cubicBezTo>
                    <a:pt x="0" y="66"/>
                    <a:pt x="0" y="73"/>
                    <a:pt x="2" y="77"/>
                  </a:cubicBezTo>
                  <a:cubicBezTo>
                    <a:pt x="3" y="83"/>
                    <a:pt x="9" y="88"/>
                    <a:pt x="16" y="88"/>
                  </a:cubicBezTo>
                  <a:lnTo>
                    <a:pt x="32" y="88"/>
                  </a:lnTo>
                  <a:lnTo>
                    <a:pt x="32" y="170"/>
                  </a:lnTo>
                  <a:cubicBezTo>
                    <a:pt x="32" y="176"/>
                    <a:pt x="38" y="181"/>
                    <a:pt x="44" y="181"/>
                  </a:cubicBezTo>
                  <a:lnTo>
                    <a:pt x="87" y="181"/>
                  </a:lnTo>
                  <a:cubicBezTo>
                    <a:pt x="91" y="181"/>
                    <a:pt x="97" y="176"/>
                    <a:pt x="97" y="170"/>
                  </a:cubicBezTo>
                  <a:lnTo>
                    <a:pt x="97" y="88"/>
                  </a:lnTo>
                  <a:lnTo>
                    <a:pt x="113" y="88"/>
                  </a:lnTo>
                  <a:cubicBezTo>
                    <a:pt x="119" y="88"/>
                    <a:pt x="125" y="83"/>
                    <a:pt x="127" y="77"/>
                  </a:cubicBezTo>
                  <a:cubicBezTo>
                    <a:pt x="130" y="73"/>
                    <a:pt x="130" y="66"/>
                    <a:pt x="126" y="62"/>
                  </a:cubicBezTo>
                  <a:lnTo>
                    <a:pt x="77" y="5"/>
                  </a:lnTo>
                  <a:cubicBezTo>
                    <a:pt x="74" y="2"/>
                    <a:pt x="70"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3"/>
            <p:cNvSpPr/>
            <p:nvPr/>
          </p:nvSpPr>
          <p:spPr>
            <a:xfrm>
              <a:off x="1137893" y="1636529"/>
              <a:ext cx="31727" cy="31161"/>
            </a:xfrm>
            <a:custGeom>
              <a:rect b="b" l="l" r="r" t="t"/>
              <a:pathLst>
                <a:path extrusionOk="0" h="55" w="56">
                  <a:moveTo>
                    <a:pt x="28" y="1"/>
                  </a:moveTo>
                  <a:cubicBezTo>
                    <a:pt x="22" y="1"/>
                    <a:pt x="18" y="5"/>
                    <a:pt x="18" y="11"/>
                  </a:cubicBezTo>
                  <a:lnTo>
                    <a:pt x="18" y="17"/>
                  </a:lnTo>
                  <a:lnTo>
                    <a:pt x="12" y="17"/>
                  </a:lnTo>
                  <a:cubicBezTo>
                    <a:pt x="7" y="17"/>
                    <a:pt x="1" y="23"/>
                    <a:pt x="1" y="27"/>
                  </a:cubicBezTo>
                  <a:cubicBezTo>
                    <a:pt x="1" y="33"/>
                    <a:pt x="7" y="38"/>
                    <a:pt x="12" y="38"/>
                  </a:cubicBezTo>
                  <a:lnTo>
                    <a:pt x="18" y="38"/>
                  </a:lnTo>
                  <a:lnTo>
                    <a:pt x="18" y="44"/>
                  </a:lnTo>
                  <a:cubicBezTo>
                    <a:pt x="18" y="49"/>
                    <a:pt x="22" y="54"/>
                    <a:pt x="28" y="54"/>
                  </a:cubicBezTo>
                  <a:cubicBezTo>
                    <a:pt x="34" y="54"/>
                    <a:pt x="40" y="49"/>
                    <a:pt x="40" y="44"/>
                  </a:cubicBezTo>
                  <a:lnTo>
                    <a:pt x="40" y="38"/>
                  </a:lnTo>
                  <a:lnTo>
                    <a:pt x="44" y="38"/>
                  </a:lnTo>
                  <a:cubicBezTo>
                    <a:pt x="50" y="38"/>
                    <a:pt x="56" y="33"/>
                    <a:pt x="56" y="27"/>
                  </a:cubicBezTo>
                  <a:cubicBezTo>
                    <a:pt x="56" y="23"/>
                    <a:pt x="50" y="17"/>
                    <a:pt x="44" y="17"/>
                  </a:cubicBezTo>
                  <a:lnTo>
                    <a:pt x="40" y="17"/>
                  </a:lnTo>
                  <a:lnTo>
                    <a:pt x="40" y="11"/>
                  </a:lnTo>
                  <a:cubicBezTo>
                    <a:pt x="40" y="5"/>
                    <a:pt x="34"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3"/>
            <p:cNvSpPr/>
            <p:nvPr/>
          </p:nvSpPr>
          <p:spPr>
            <a:xfrm>
              <a:off x="1158289" y="1577040"/>
              <a:ext cx="31727" cy="31727"/>
            </a:xfrm>
            <a:custGeom>
              <a:rect b="b" l="l" r="r" t="t"/>
              <a:pathLst>
                <a:path extrusionOk="0" h="56" w="56">
                  <a:moveTo>
                    <a:pt x="28" y="0"/>
                  </a:moveTo>
                  <a:cubicBezTo>
                    <a:pt x="23" y="0"/>
                    <a:pt x="18" y="6"/>
                    <a:pt x="18" y="11"/>
                  </a:cubicBezTo>
                  <a:lnTo>
                    <a:pt x="18" y="16"/>
                  </a:lnTo>
                  <a:lnTo>
                    <a:pt x="12" y="16"/>
                  </a:lnTo>
                  <a:cubicBezTo>
                    <a:pt x="7" y="16"/>
                    <a:pt x="1" y="22"/>
                    <a:pt x="1" y="28"/>
                  </a:cubicBezTo>
                  <a:cubicBezTo>
                    <a:pt x="4" y="35"/>
                    <a:pt x="7" y="38"/>
                    <a:pt x="12" y="38"/>
                  </a:cubicBezTo>
                  <a:lnTo>
                    <a:pt x="18" y="38"/>
                  </a:lnTo>
                  <a:lnTo>
                    <a:pt x="18" y="44"/>
                  </a:lnTo>
                  <a:cubicBezTo>
                    <a:pt x="18" y="50"/>
                    <a:pt x="23" y="55"/>
                    <a:pt x="28" y="55"/>
                  </a:cubicBezTo>
                  <a:cubicBezTo>
                    <a:pt x="34" y="55"/>
                    <a:pt x="40" y="50"/>
                    <a:pt x="40" y="44"/>
                  </a:cubicBezTo>
                  <a:lnTo>
                    <a:pt x="40" y="38"/>
                  </a:lnTo>
                  <a:lnTo>
                    <a:pt x="44" y="38"/>
                  </a:lnTo>
                  <a:cubicBezTo>
                    <a:pt x="50" y="38"/>
                    <a:pt x="56" y="34"/>
                    <a:pt x="56" y="28"/>
                  </a:cubicBezTo>
                  <a:cubicBezTo>
                    <a:pt x="56" y="22"/>
                    <a:pt x="50" y="16"/>
                    <a:pt x="44" y="16"/>
                  </a:cubicBezTo>
                  <a:lnTo>
                    <a:pt x="40" y="16"/>
                  </a:lnTo>
                  <a:lnTo>
                    <a:pt x="40" y="11"/>
                  </a:lnTo>
                  <a:cubicBezTo>
                    <a:pt x="40" y="6"/>
                    <a:pt x="34"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 name="Shape 676"/>
        <p:cNvGrpSpPr/>
        <p:nvPr/>
      </p:nvGrpSpPr>
      <p:grpSpPr>
        <a:xfrm>
          <a:off x="0" y="0"/>
          <a:ext cx="0" cy="0"/>
          <a:chOff x="0" y="0"/>
          <a:chExt cx="0" cy="0"/>
        </a:xfrm>
      </p:grpSpPr>
      <p:sp>
        <p:nvSpPr>
          <p:cNvPr id="677" name="Google Shape;677;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ideas</a:t>
            </a:r>
            <a:endParaRPr/>
          </a:p>
        </p:txBody>
      </p:sp>
      <p:sp>
        <p:nvSpPr>
          <p:cNvPr id="678" name="Google Shape;678;p34"/>
          <p:cNvSpPr txBox="1"/>
          <p:nvPr>
            <p:ph idx="4" type="subTitle"/>
          </p:nvPr>
        </p:nvSpPr>
        <p:spPr>
          <a:xfrm>
            <a:off x="937625" y="2319280"/>
            <a:ext cx="21753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79" name="Google Shape;679;p34"/>
          <p:cNvSpPr txBox="1"/>
          <p:nvPr>
            <p:ph idx="5" type="subTitle"/>
          </p:nvPr>
        </p:nvSpPr>
        <p:spPr>
          <a:xfrm>
            <a:off x="3484350" y="2319280"/>
            <a:ext cx="21753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80" name="Google Shape;680;p34"/>
          <p:cNvSpPr txBox="1"/>
          <p:nvPr>
            <p:ph idx="1" type="subTitle"/>
          </p:nvPr>
        </p:nvSpPr>
        <p:spPr>
          <a:xfrm>
            <a:off x="937625" y="2815355"/>
            <a:ext cx="2175300" cy="15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it was named after the Roman god of the skies</a:t>
            </a:r>
            <a:endParaRPr/>
          </a:p>
        </p:txBody>
      </p:sp>
      <p:sp>
        <p:nvSpPr>
          <p:cNvPr id="681" name="Google Shape;681;p34"/>
          <p:cNvSpPr txBox="1"/>
          <p:nvPr>
            <p:ph idx="2" type="subTitle"/>
          </p:nvPr>
        </p:nvSpPr>
        <p:spPr>
          <a:xfrm>
            <a:off x="3484347" y="2815355"/>
            <a:ext cx="2175300" cy="15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682" name="Google Shape;682;p34"/>
          <p:cNvSpPr txBox="1"/>
          <p:nvPr>
            <p:ph idx="3" type="subTitle"/>
          </p:nvPr>
        </p:nvSpPr>
        <p:spPr>
          <a:xfrm>
            <a:off x="6031075" y="2815355"/>
            <a:ext cx="2175300" cy="15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This planet is composed mostly of hydrogen and helium. It’s the sixth planet from the Sun and was named after a Roman god</a:t>
            </a:r>
            <a:endParaRPr/>
          </a:p>
        </p:txBody>
      </p:sp>
      <p:sp>
        <p:nvSpPr>
          <p:cNvPr id="683" name="Google Shape;683;p34"/>
          <p:cNvSpPr txBox="1"/>
          <p:nvPr>
            <p:ph idx="6" type="subTitle"/>
          </p:nvPr>
        </p:nvSpPr>
        <p:spPr>
          <a:xfrm>
            <a:off x="6031075" y="2319280"/>
            <a:ext cx="21753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grpSp>
        <p:nvGrpSpPr>
          <p:cNvPr id="684" name="Google Shape;684;p34"/>
          <p:cNvGrpSpPr/>
          <p:nvPr/>
        </p:nvGrpSpPr>
        <p:grpSpPr>
          <a:xfrm>
            <a:off x="6112356" y="1761102"/>
            <a:ext cx="416145" cy="416145"/>
            <a:chOff x="4751881" y="1404452"/>
            <a:chExt cx="416145" cy="416145"/>
          </a:xfrm>
        </p:grpSpPr>
        <p:sp>
          <p:nvSpPr>
            <p:cNvPr id="685" name="Google Shape;685;p34"/>
            <p:cNvSpPr/>
            <p:nvPr/>
          </p:nvSpPr>
          <p:spPr>
            <a:xfrm>
              <a:off x="4751881" y="1404452"/>
              <a:ext cx="416145" cy="416145"/>
            </a:xfrm>
            <a:custGeom>
              <a:rect b="b" l="l" r="r" t="t"/>
              <a:pathLst>
                <a:path extrusionOk="0" h="722" w="722">
                  <a:moveTo>
                    <a:pt x="397" y="24"/>
                  </a:moveTo>
                  <a:cubicBezTo>
                    <a:pt x="414" y="24"/>
                    <a:pt x="427" y="38"/>
                    <a:pt x="427" y="56"/>
                  </a:cubicBezTo>
                  <a:lnTo>
                    <a:pt x="427" y="197"/>
                  </a:lnTo>
                  <a:lnTo>
                    <a:pt x="427" y="200"/>
                  </a:lnTo>
                  <a:lnTo>
                    <a:pt x="427" y="202"/>
                  </a:lnTo>
                  <a:lnTo>
                    <a:pt x="427" y="203"/>
                  </a:lnTo>
                  <a:lnTo>
                    <a:pt x="427" y="205"/>
                  </a:lnTo>
                  <a:lnTo>
                    <a:pt x="427" y="208"/>
                  </a:lnTo>
                  <a:lnTo>
                    <a:pt x="427" y="209"/>
                  </a:lnTo>
                  <a:lnTo>
                    <a:pt x="427" y="210"/>
                  </a:lnTo>
                  <a:lnTo>
                    <a:pt x="427" y="213"/>
                  </a:lnTo>
                  <a:cubicBezTo>
                    <a:pt x="427" y="213"/>
                    <a:pt x="427" y="215"/>
                    <a:pt x="429" y="215"/>
                  </a:cubicBezTo>
                  <a:cubicBezTo>
                    <a:pt x="429" y="215"/>
                    <a:pt x="429" y="216"/>
                    <a:pt x="430" y="216"/>
                  </a:cubicBezTo>
                  <a:lnTo>
                    <a:pt x="430" y="218"/>
                  </a:lnTo>
                  <a:lnTo>
                    <a:pt x="430" y="221"/>
                  </a:lnTo>
                  <a:cubicBezTo>
                    <a:pt x="430" y="221"/>
                    <a:pt x="430" y="222"/>
                    <a:pt x="433" y="222"/>
                  </a:cubicBezTo>
                  <a:lnTo>
                    <a:pt x="361" y="222"/>
                  </a:lnTo>
                  <a:lnTo>
                    <a:pt x="361" y="53"/>
                  </a:lnTo>
                  <a:lnTo>
                    <a:pt x="365" y="53"/>
                  </a:lnTo>
                  <a:lnTo>
                    <a:pt x="365" y="50"/>
                  </a:lnTo>
                  <a:lnTo>
                    <a:pt x="365" y="49"/>
                  </a:lnTo>
                  <a:lnTo>
                    <a:pt x="365" y="46"/>
                  </a:lnTo>
                  <a:lnTo>
                    <a:pt x="365" y="44"/>
                  </a:lnTo>
                  <a:lnTo>
                    <a:pt x="365" y="43"/>
                  </a:lnTo>
                  <a:cubicBezTo>
                    <a:pt x="369" y="34"/>
                    <a:pt x="375" y="28"/>
                    <a:pt x="384" y="24"/>
                  </a:cubicBezTo>
                  <a:close/>
                  <a:moveTo>
                    <a:pt x="512" y="106"/>
                  </a:moveTo>
                  <a:lnTo>
                    <a:pt x="512" y="196"/>
                  </a:lnTo>
                  <a:cubicBezTo>
                    <a:pt x="512" y="215"/>
                    <a:pt x="498" y="228"/>
                    <a:pt x="481" y="228"/>
                  </a:cubicBezTo>
                  <a:cubicBezTo>
                    <a:pt x="465" y="228"/>
                    <a:pt x="450" y="213"/>
                    <a:pt x="450" y="196"/>
                  </a:cubicBezTo>
                  <a:lnTo>
                    <a:pt x="450" y="106"/>
                  </a:lnTo>
                  <a:close/>
                  <a:moveTo>
                    <a:pt x="353" y="23"/>
                  </a:moveTo>
                  <a:cubicBezTo>
                    <a:pt x="348" y="30"/>
                    <a:pt x="343" y="38"/>
                    <a:pt x="342" y="49"/>
                  </a:cubicBezTo>
                  <a:lnTo>
                    <a:pt x="342" y="50"/>
                  </a:lnTo>
                  <a:lnTo>
                    <a:pt x="342" y="51"/>
                  </a:lnTo>
                  <a:lnTo>
                    <a:pt x="342" y="437"/>
                  </a:lnTo>
                  <a:lnTo>
                    <a:pt x="73" y="437"/>
                  </a:lnTo>
                  <a:lnTo>
                    <a:pt x="73" y="53"/>
                  </a:lnTo>
                  <a:lnTo>
                    <a:pt x="75" y="53"/>
                  </a:lnTo>
                  <a:cubicBezTo>
                    <a:pt x="75" y="36"/>
                    <a:pt x="89" y="23"/>
                    <a:pt x="105" y="23"/>
                  </a:cubicBezTo>
                  <a:close/>
                  <a:moveTo>
                    <a:pt x="551" y="173"/>
                  </a:moveTo>
                  <a:lnTo>
                    <a:pt x="551" y="439"/>
                  </a:lnTo>
                  <a:lnTo>
                    <a:pt x="365" y="439"/>
                  </a:lnTo>
                  <a:lnTo>
                    <a:pt x="365" y="251"/>
                  </a:lnTo>
                  <a:lnTo>
                    <a:pt x="481" y="251"/>
                  </a:lnTo>
                  <a:cubicBezTo>
                    <a:pt x="509" y="251"/>
                    <a:pt x="533" y="228"/>
                    <a:pt x="533" y="199"/>
                  </a:cubicBezTo>
                  <a:lnTo>
                    <a:pt x="533" y="173"/>
                  </a:lnTo>
                  <a:close/>
                  <a:moveTo>
                    <a:pt x="573" y="173"/>
                  </a:moveTo>
                  <a:cubicBezTo>
                    <a:pt x="644" y="177"/>
                    <a:pt x="700" y="234"/>
                    <a:pt x="700" y="306"/>
                  </a:cubicBezTo>
                  <a:cubicBezTo>
                    <a:pt x="700" y="375"/>
                    <a:pt x="644" y="434"/>
                    <a:pt x="573" y="439"/>
                  </a:cubicBezTo>
                  <a:lnTo>
                    <a:pt x="573" y="173"/>
                  </a:lnTo>
                  <a:close/>
                  <a:moveTo>
                    <a:pt x="206" y="460"/>
                  </a:moveTo>
                  <a:lnTo>
                    <a:pt x="206" y="518"/>
                  </a:lnTo>
                  <a:lnTo>
                    <a:pt x="184" y="518"/>
                  </a:lnTo>
                  <a:lnTo>
                    <a:pt x="184" y="460"/>
                  </a:lnTo>
                  <a:close/>
                  <a:moveTo>
                    <a:pt x="339" y="499"/>
                  </a:moveTo>
                  <a:lnTo>
                    <a:pt x="339" y="657"/>
                  </a:lnTo>
                  <a:lnTo>
                    <a:pt x="66" y="657"/>
                  </a:lnTo>
                  <a:lnTo>
                    <a:pt x="66" y="499"/>
                  </a:lnTo>
                  <a:lnTo>
                    <a:pt x="166" y="499"/>
                  </a:lnTo>
                  <a:lnTo>
                    <a:pt x="166" y="538"/>
                  </a:lnTo>
                  <a:lnTo>
                    <a:pt x="228" y="538"/>
                  </a:lnTo>
                  <a:lnTo>
                    <a:pt x="228" y="499"/>
                  </a:lnTo>
                  <a:close/>
                  <a:moveTo>
                    <a:pt x="382" y="459"/>
                  </a:moveTo>
                  <a:lnTo>
                    <a:pt x="382" y="700"/>
                  </a:lnTo>
                  <a:lnTo>
                    <a:pt x="24" y="700"/>
                  </a:lnTo>
                  <a:lnTo>
                    <a:pt x="24" y="459"/>
                  </a:lnTo>
                  <a:lnTo>
                    <a:pt x="166" y="459"/>
                  </a:lnTo>
                  <a:lnTo>
                    <a:pt x="166" y="481"/>
                  </a:lnTo>
                  <a:lnTo>
                    <a:pt x="46" y="481"/>
                  </a:lnTo>
                  <a:lnTo>
                    <a:pt x="46" y="678"/>
                  </a:lnTo>
                  <a:lnTo>
                    <a:pt x="361" y="678"/>
                  </a:lnTo>
                  <a:lnTo>
                    <a:pt x="361" y="481"/>
                  </a:lnTo>
                  <a:lnTo>
                    <a:pt x="228" y="481"/>
                  </a:lnTo>
                  <a:lnTo>
                    <a:pt x="228" y="459"/>
                  </a:lnTo>
                  <a:close/>
                  <a:moveTo>
                    <a:pt x="551" y="459"/>
                  </a:moveTo>
                  <a:lnTo>
                    <a:pt x="551" y="700"/>
                  </a:lnTo>
                  <a:lnTo>
                    <a:pt x="400" y="700"/>
                  </a:lnTo>
                  <a:lnTo>
                    <a:pt x="400" y="459"/>
                  </a:lnTo>
                  <a:close/>
                  <a:moveTo>
                    <a:pt x="105" y="1"/>
                  </a:moveTo>
                  <a:cubicBezTo>
                    <a:pt x="76" y="1"/>
                    <a:pt x="53" y="25"/>
                    <a:pt x="53" y="53"/>
                  </a:cubicBezTo>
                  <a:lnTo>
                    <a:pt x="53" y="439"/>
                  </a:lnTo>
                  <a:lnTo>
                    <a:pt x="1" y="439"/>
                  </a:lnTo>
                  <a:lnTo>
                    <a:pt x="1" y="722"/>
                  </a:lnTo>
                  <a:lnTo>
                    <a:pt x="572" y="722"/>
                  </a:lnTo>
                  <a:lnTo>
                    <a:pt x="572" y="460"/>
                  </a:lnTo>
                  <a:cubicBezTo>
                    <a:pt x="652" y="456"/>
                    <a:pt x="719" y="388"/>
                    <a:pt x="719" y="306"/>
                  </a:cubicBezTo>
                  <a:cubicBezTo>
                    <a:pt x="722" y="221"/>
                    <a:pt x="651" y="150"/>
                    <a:pt x="566" y="150"/>
                  </a:cubicBezTo>
                  <a:lnTo>
                    <a:pt x="534" y="150"/>
                  </a:lnTo>
                  <a:lnTo>
                    <a:pt x="534" y="85"/>
                  </a:lnTo>
                  <a:lnTo>
                    <a:pt x="449" y="85"/>
                  </a:lnTo>
                  <a:lnTo>
                    <a:pt x="449" y="53"/>
                  </a:lnTo>
                  <a:cubicBezTo>
                    <a:pt x="449" y="28"/>
                    <a:pt x="430" y="7"/>
                    <a:pt x="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4"/>
            <p:cNvSpPr/>
            <p:nvPr/>
          </p:nvSpPr>
          <p:spPr>
            <a:xfrm>
              <a:off x="5094250" y="1516270"/>
              <a:ext cx="49568" cy="127379"/>
            </a:xfrm>
            <a:custGeom>
              <a:rect b="b" l="l" r="r" t="t"/>
              <a:pathLst>
                <a:path extrusionOk="0" h="221" w="86">
                  <a:moveTo>
                    <a:pt x="21" y="34"/>
                  </a:moveTo>
                  <a:cubicBezTo>
                    <a:pt x="45" y="50"/>
                    <a:pt x="63" y="79"/>
                    <a:pt x="63" y="110"/>
                  </a:cubicBezTo>
                  <a:cubicBezTo>
                    <a:pt x="64" y="142"/>
                    <a:pt x="48" y="171"/>
                    <a:pt x="21" y="187"/>
                  </a:cubicBezTo>
                  <a:lnTo>
                    <a:pt x="21" y="34"/>
                  </a:lnTo>
                  <a:close/>
                  <a:moveTo>
                    <a:pt x="1" y="0"/>
                  </a:moveTo>
                  <a:lnTo>
                    <a:pt x="1" y="220"/>
                  </a:lnTo>
                  <a:lnTo>
                    <a:pt x="15" y="216"/>
                  </a:lnTo>
                  <a:cubicBezTo>
                    <a:pt x="57" y="197"/>
                    <a:pt x="86" y="158"/>
                    <a:pt x="86" y="110"/>
                  </a:cubicBezTo>
                  <a:cubicBezTo>
                    <a:pt x="84" y="66"/>
                    <a:pt x="57" y="24"/>
                    <a:pt x="15" y="6"/>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4"/>
            <p:cNvSpPr/>
            <p:nvPr/>
          </p:nvSpPr>
          <p:spPr>
            <a:xfrm>
              <a:off x="4994536" y="1681114"/>
              <a:ext cx="62825" cy="114699"/>
            </a:xfrm>
            <a:custGeom>
              <a:rect b="b" l="l" r="r" t="t"/>
              <a:pathLst>
                <a:path extrusionOk="0" h="199" w="109">
                  <a:moveTo>
                    <a:pt x="88" y="22"/>
                  </a:moveTo>
                  <a:lnTo>
                    <a:pt x="88" y="178"/>
                  </a:lnTo>
                  <a:lnTo>
                    <a:pt x="22" y="178"/>
                  </a:lnTo>
                  <a:lnTo>
                    <a:pt x="22" y="22"/>
                  </a:lnTo>
                  <a:close/>
                  <a:moveTo>
                    <a:pt x="0" y="1"/>
                  </a:moveTo>
                  <a:lnTo>
                    <a:pt x="0" y="198"/>
                  </a:lnTo>
                  <a:lnTo>
                    <a:pt x="109" y="198"/>
                  </a:lnTo>
                  <a:lnTo>
                    <a:pt x="1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4"/>
            <p:cNvSpPr/>
            <p:nvPr/>
          </p:nvSpPr>
          <p:spPr>
            <a:xfrm>
              <a:off x="4807214" y="1723766"/>
              <a:ext cx="25361" cy="12680"/>
            </a:xfrm>
            <a:custGeom>
              <a:rect b="b" l="l" r="r" t="t"/>
              <a:pathLst>
                <a:path extrusionOk="0" h="22" w="44">
                  <a:moveTo>
                    <a:pt x="0" y="0"/>
                  </a:moveTo>
                  <a:lnTo>
                    <a:pt x="0" y="22"/>
                  </a:lnTo>
                  <a:lnTo>
                    <a:pt x="44" y="22"/>
                  </a:lnTo>
                  <a:lnTo>
                    <a:pt x="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4"/>
            <p:cNvSpPr/>
            <p:nvPr/>
          </p:nvSpPr>
          <p:spPr>
            <a:xfrm>
              <a:off x="4806061" y="1746821"/>
              <a:ext cx="58791" cy="13257"/>
            </a:xfrm>
            <a:custGeom>
              <a:rect b="b" l="l" r="r" t="t"/>
              <a:pathLst>
                <a:path extrusionOk="0" h="23" w="102">
                  <a:moveTo>
                    <a:pt x="1" y="1"/>
                  </a:moveTo>
                  <a:lnTo>
                    <a:pt x="1" y="22"/>
                  </a:lnTo>
                  <a:lnTo>
                    <a:pt x="102" y="22"/>
                  </a:lnTo>
                  <a:lnTo>
                    <a:pt x="1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4"/>
            <p:cNvSpPr/>
            <p:nvPr/>
          </p:nvSpPr>
          <p:spPr>
            <a:xfrm>
              <a:off x="4898858" y="1722613"/>
              <a:ext cx="29395" cy="13257"/>
            </a:xfrm>
            <a:custGeom>
              <a:rect b="b" l="l" r="r" t="t"/>
              <a:pathLst>
                <a:path extrusionOk="0" h="23" w="51">
                  <a:moveTo>
                    <a:pt x="0" y="1"/>
                  </a:moveTo>
                  <a:lnTo>
                    <a:pt x="0" y="22"/>
                  </a:lnTo>
                  <a:lnTo>
                    <a:pt x="51" y="22"/>
                  </a:lnTo>
                  <a:lnTo>
                    <a:pt x="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4"/>
            <p:cNvSpPr/>
            <p:nvPr/>
          </p:nvSpPr>
          <p:spPr>
            <a:xfrm>
              <a:off x="4886177" y="1758348"/>
              <a:ext cx="42076" cy="13257"/>
            </a:xfrm>
            <a:custGeom>
              <a:rect b="b" l="l" r="r" t="t"/>
              <a:pathLst>
                <a:path extrusionOk="0" h="23" w="73">
                  <a:moveTo>
                    <a:pt x="1" y="1"/>
                  </a:moveTo>
                  <a:lnTo>
                    <a:pt x="1" y="23"/>
                  </a:lnTo>
                  <a:lnTo>
                    <a:pt x="73" y="23"/>
                  </a:lnTo>
                  <a:lnTo>
                    <a:pt x="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4"/>
            <p:cNvSpPr/>
            <p:nvPr/>
          </p:nvSpPr>
          <p:spPr>
            <a:xfrm>
              <a:off x="4974363" y="1563533"/>
              <a:ext cx="40346" cy="13257"/>
            </a:xfrm>
            <a:custGeom>
              <a:rect b="b" l="l" r="r" t="t"/>
              <a:pathLst>
                <a:path extrusionOk="0" h="23" w="70">
                  <a:moveTo>
                    <a:pt x="1" y="1"/>
                  </a:moveTo>
                  <a:lnTo>
                    <a:pt x="1" y="23"/>
                  </a:lnTo>
                  <a:lnTo>
                    <a:pt x="70" y="23"/>
                  </a:lnTo>
                  <a:lnTo>
                    <a:pt x="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4"/>
            <p:cNvSpPr/>
            <p:nvPr/>
          </p:nvSpPr>
          <p:spPr>
            <a:xfrm>
              <a:off x="5025084" y="1563533"/>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4"/>
            <p:cNvSpPr/>
            <p:nvPr/>
          </p:nvSpPr>
          <p:spPr>
            <a:xfrm>
              <a:off x="5020473" y="1594657"/>
              <a:ext cx="33430" cy="12680"/>
            </a:xfrm>
            <a:custGeom>
              <a:rect b="b" l="l" r="r" t="t"/>
              <a:pathLst>
                <a:path extrusionOk="0" h="22" w="58">
                  <a:moveTo>
                    <a:pt x="0" y="0"/>
                  </a:moveTo>
                  <a:lnTo>
                    <a:pt x="0" y="22"/>
                  </a:lnTo>
                  <a:lnTo>
                    <a:pt x="58" y="22"/>
                  </a:lnTo>
                  <a:lnTo>
                    <a:pt x="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4"/>
            <p:cNvSpPr/>
            <p:nvPr/>
          </p:nvSpPr>
          <p:spPr>
            <a:xfrm>
              <a:off x="4987043" y="1624629"/>
              <a:ext cx="50145" cy="12680"/>
            </a:xfrm>
            <a:custGeom>
              <a:rect b="b" l="l" r="r" t="t"/>
              <a:pathLst>
                <a:path extrusionOk="0" h="22" w="87">
                  <a:moveTo>
                    <a:pt x="0" y="0"/>
                  </a:moveTo>
                  <a:lnTo>
                    <a:pt x="0" y="22"/>
                  </a:lnTo>
                  <a:lnTo>
                    <a:pt x="87" y="22"/>
                  </a:lnTo>
                  <a:lnTo>
                    <a:pt x="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4"/>
            <p:cNvSpPr/>
            <p:nvPr/>
          </p:nvSpPr>
          <p:spPr>
            <a:xfrm>
              <a:off x="4856782" y="1428660"/>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4"/>
            <p:cNvSpPr/>
            <p:nvPr/>
          </p:nvSpPr>
          <p:spPr>
            <a:xfrm>
              <a:off x="4807214" y="1428660"/>
              <a:ext cx="38041" cy="48992"/>
            </a:xfrm>
            <a:custGeom>
              <a:rect b="b" l="l" r="r" t="t"/>
              <a:pathLst>
                <a:path extrusionOk="0" h="85" w="66">
                  <a:moveTo>
                    <a:pt x="0" y="1"/>
                  </a:moveTo>
                  <a:lnTo>
                    <a:pt x="0" y="85"/>
                  </a:lnTo>
                  <a:lnTo>
                    <a:pt x="22" y="85"/>
                  </a:lnTo>
                  <a:lnTo>
                    <a:pt x="22" y="22"/>
                  </a:lnTo>
                  <a:lnTo>
                    <a:pt x="65" y="22"/>
                  </a:lnTo>
                  <a:lnTo>
                    <a:pt x="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4"/>
            <p:cNvSpPr/>
            <p:nvPr/>
          </p:nvSpPr>
          <p:spPr>
            <a:xfrm>
              <a:off x="4880990" y="1428660"/>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4"/>
            <p:cNvSpPr/>
            <p:nvPr/>
          </p:nvSpPr>
          <p:spPr>
            <a:xfrm>
              <a:off x="4818165" y="1463243"/>
              <a:ext cx="110088" cy="172913"/>
            </a:xfrm>
            <a:custGeom>
              <a:rect b="b" l="l" r="r" t="t"/>
              <a:pathLst>
                <a:path extrusionOk="0" h="300" w="191">
                  <a:moveTo>
                    <a:pt x="62" y="64"/>
                  </a:moveTo>
                  <a:lnTo>
                    <a:pt x="62" y="140"/>
                  </a:lnTo>
                  <a:cubicBezTo>
                    <a:pt x="39" y="140"/>
                    <a:pt x="23" y="121"/>
                    <a:pt x="23" y="101"/>
                  </a:cubicBezTo>
                  <a:cubicBezTo>
                    <a:pt x="23" y="79"/>
                    <a:pt x="41" y="64"/>
                    <a:pt x="61" y="64"/>
                  </a:cubicBezTo>
                  <a:close/>
                  <a:moveTo>
                    <a:pt x="111" y="62"/>
                  </a:moveTo>
                  <a:lnTo>
                    <a:pt x="111" y="140"/>
                  </a:lnTo>
                  <a:lnTo>
                    <a:pt x="84" y="140"/>
                  </a:lnTo>
                  <a:lnTo>
                    <a:pt x="84" y="62"/>
                  </a:lnTo>
                  <a:close/>
                  <a:moveTo>
                    <a:pt x="111" y="159"/>
                  </a:moveTo>
                  <a:lnTo>
                    <a:pt x="111" y="237"/>
                  </a:lnTo>
                  <a:lnTo>
                    <a:pt x="84" y="237"/>
                  </a:lnTo>
                  <a:lnTo>
                    <a:pt x="84" y="159"/>
                  </a:lnTo>
                  <a:close/>
                  <a:moveTo>
                    <a:pt x="132" y="159"/>
                  </a:moveTo>
                  <a:cubicBezTo>
                    <a:pt x="152" y="159"/>
                    <a:pt x="169" y="178"/>
                    <a:pt x="169" y="198"/>
                  </a:cubicBezTo>
                  <a:cubicBezTo>
                    <a:pt x="169" y="221"/>
                    <a:pt x="153" y="237"/>
                    <a:pt x="132" y="237"/>
                  </a:cubicBezTo>
                  <a:lnTo>
                    <a:pt x="132" y="159"/>
                  </a:lnTo>
                  <a:close/>
                  <a:moveTo>
                    <a:pt x="61" y="0"/>
                  </a:moveTo>
                  <a:lnTo>
                    <a:pt x="61" y="40"/>
                  </a:lnTo>
                  <a:lnTo>
                    <a:pt x="59" y="40"/>
                  </a:lnTo>
                  <a:cubicBezTo>
                    <a:pt x="26" y="40"/>
                    <a:pt x="0" y="68"/>
                    <a:pt x="0" y="100"/>
                  </a:cubicBezTo>
                  <a:cubicBezTo>
                    <a:pt x="0" y="133"/>
                    <a:pt x="26" y="159"/>
                    <a:pt x="59" y="159"/>
                  </a:cubicBezTo>
                  <a:lnTo>
                    <a:pt x="61" y="159"/>
                  </a:lnTo>
                  <a:lnTo>
                    <a:pt x="61" y="237"/>
                  </a:lnTo>
                  <a:lnTo>
                    <a:pt x="10" y="237"/>
                  </a:lnTo>
                  <a:lnTo>
                    <a:pt x="10" y="259"/>
                  </a:lnTo>
                  <a:lnTo>
                    <a:pt x="61" y="259"/>
                  </a:lnTo>
                  <a:lnTo>
                    <a:pt x="61" y="299"/>
                  </a:lnTo>
                  <a:lnTo>
                    <a:pt x="82" y="299"/>
                  </a:lnTo>
                  <a:lnTo>
                    <a:pt x="82" y="259"/>
                  </a:lnTo>
                  <a:lnTo>
                    <a:pt x="110" y="259"/>
                  </a:lnTo>
                  <a:lnTo>
                    <a:pt x="110" y="299"/>
                  </a:lnTo>
                  <a:lnTo>
                    <a:pt x="132" y="299"/>
                  </a:lnTo>
                  <a:lnTo>
                    <a:pt x="132" y="259"/>
                  </a:lnTo>
                  <a:cubicBezTo>
                    <a:pt x="163" y="259"/>
                    <a:pt x="189" y="231"/>
                    <a:pt x="189" y="199"/>
                  </a:cubicBezTo>
                  <a:cubicBezTo>
                    <a:pt x="191" y="166"/>
                    <a:pt x="163" y="140"/>
                    <a:pt x="132" y="140"/>
                  </a:cubicBezTo>
                  <a:lnTo>
                    <a:pt x="132" y="62"/>
                  </a:lnTo>
                  <a:lnTo>
                    <a:pt x="178" y="62"/>
                  </a:lnTo>
                  <a:lnTo>
                    <a:pt x="178" y="40"/>
                  </a:lnTo>
                  <a:lnTo>
                    <a:pt x="132" y="40"/>
                  </a:lnTo>
                  <a:lnTo>
                    <a:pt x="132" y="0"/>
                  </a:lnTo>
                  <a:lnTo>
                    <a:pt x="110" y="0"/>
                  </a:lnTo>
                  <a:lnTo>
                    <a:pt x="110" y="40"/>
                  </a:lnTo>
                  <a:lnTo>
                    <a:pt x="82" y="40"/>
                  </a:lnTo>
                  <a:lnTo>
                    <a:pt x="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34"/>
          <p:cNvGrpSpPr/>
          <p:nvPr/>
        </p:nvGrpSpPr>
        <p:grpSpPr>
          <a:xfrm>
            <a:off x="1028711" y="1761102"/>
            <a:ext cx="414415" cy="416145"/>
            <a:chOff x="2410636" y="1404452"/>
            <a:chExt cx="414415" cy="416145"/>
          </a:xfrm>
        </p:grpSpPr>
        <p:sp>
          <p:nvSpPr>
            <p:cNvPr id="701" name="Google Shape;701;p34"/>
            <p:cNvSpPr/>
            <p:nvPr/>
          </p:nvSpPr>
          <p:spPr>
            <a:xfrm>
              <a:off x="2410636" y="1404452"/>
              <a:ext cx="414415" cy="416145"/>
            </a:xfrm>
            <a:custGeom>
              <a:rect b="b" l="l" r="r" t="t"/>
              <a:pathLst>
                <a:path extrusionOk="0" h="722" w="719">
                  <a:moveTo>
                    <a:pt x="359" y="23"/>
                  </a:moveTo>
                  <a:cubicBezTo>
                    <a:pt x="384" y="23"/>
                    <a:pt x="404" y="43"/>
                    <a:pt x="404" y="69"/>
                  </a:cubicBezTo>
                  <a:cubicBezTo>
                    <a:pt x="404" y="93"/>
                    <a:pt x="384" y="114"/>
                    <a:pt x="359" y="114"/>
                  </a:cubicBezTo>
                  <a:cubicBezTo>
                    <a:pt x="335" y="114"/>
                    <a:pt x="314" y="93"/>
                    <a:pt x="314" y="69"/>
                  </a:cubicBezTo>
                  <a:cubicBezTo>
                    <a:pt x="313" y="43"/>
                    <a:pt x="335" y="23"/>
                    <a:pt x="359" y="23"/>
                  </a:cubicBezTo>
                  <a:close/>
                  <a:moveTo>
                    <a:pt x="111" y="85"/>
                  </a:moveTo>
                  <a:lnTo>
                    <a:pt x="192" y="194"/>
                  </a:lnTo>
                  <a:lnTo>
                    <a:pt x="27" y="194"/>
                  </a:lnTo>
                  <a:lnTo>
                    <a:pt x="111" y="85"/>
                  </a:lnTo>
                  <a:close/>
                  <a:moveTo>
                    <a:pt x="611" y="85"/>
                  </a:moveTo>
                  <a:lnTo>
                    <a:pt x="693" y="194"/>
                  </a:lnTo>
                  <a:lnTo>
                    <a:pt x="530" y="194"/>
                  </a:lnTo>
                  <a:lnTo>
                    <a:pt x="611" y="85"/>
                  </a:lnTo>
                  <a:close/>
                  <a:moveTo>
                    <a:pt x="195" y="216"/>
                  </a:moveTo>
                  <a:lnTo>
                    <a:pt x="195" y="231"/>
                  </a:lnTo>
                  <a:lnTo>
                    <a:pt x="197" y="231"/>
                  </a:lnTo>
                  <a:cubicBezTo>
                    <a:pt x="197" y="280"/>
                    <a:pt x="157" y="319"/>
                    <a:pt x="108" y="319"/>
                  </a:cubicBezTo>
                  <a:cubicBezTo>
                    <a:pt x="60" y="319"/>
                    <a:pt x="20" y="280"/>
                    <a:pt x="20" y="231"/>
                  </a:cubicBezTo>
                  <a:lnTo>
                    <a:pt x="20" y="216"/>
                  </a:lnTo>
                  <a:close/>
                  <a:moveTo>
                    <a:pt x="696" y="216"/>
                  </a:moveTo>
                  <a:lnTo>
                    <a:pt x="696" y="231"/>
                  </a:lnTo>
                  <a:lnTo>
                    <a:pt x="697" y="231"/>
                  </a:lnTo>
                  <a:cubicBezTo>
                    <a:pt x="697" y="280"/>
                    <a:pt x="657" y="319"/>
                    <a:pt x="609" y="319"/>
                  </a:cubicBezTo>
                  <a:cubicBezTo>
                    <a:pt x="560" y="319"/>
                    <a:pt x="520" y="280"/>
                    <a:pt x="520" y="231"/>
                  </a:cubicBezTo>
                  <a:lnTo>
                    <a:pt x="520" y="216"/>
                  </a:lnTo>
                  <a:close/>
                  <a:moveTo>
                    <a:pt x="418" y="135"/>
                  </a:moveTo>
                  <a:lnTo>
                    <a:pt x="418" y="440"/>
                  </a:lnTo>
                  <a:cubicBezTo>
                    <a:pt x="400" y="436"/>
                    <a:pt x="379" y="433"/>
                    <a:pt x="359" y="433"/>
                  </a:cubicBezTo>
                  <a:cubicBezTo>
                    <a:pt x="339" y="433"/>
                    <a:pt x="320" y="434"/>
                    <a:pt x="300" y="440"/>
                  </a:cubicBezTo>
                  <a:lnTo>
                    <a:pt x="300" y="135"/>
                  </a:lnTo>
                  <a:close/>
                  <a:moveTo>
                    <a:pt x="284" y="466"/>
                  </a:moveTo>
                  <a:lnTo>
                    <a:pt x="284" y="466"/>
                  </a:lnTo>
                  <a:cubicBezTo>
                    <a:pt x="270" y="478"/>
                    <a:pt x="257" y="496"/>
                    <a:pt x="244" y="517"/>
                  </a:cubicBezTo>
                  <a:cubicBezTo>
                    <a:pt x="235" y="531"/>
                    <a:pt x="228" y="548"/>
                    <a:pt x="222" y="567"/>
                  </a:cubicBezTo>
                  <a:lnTo>
                    <a:pt x="147" y="567"/>
                  </a:lnTo>
                  <a:cubicBezTo>
                    <a:pt x="179" y="520"/>
                    <a:pt x="228" y="483"/>
                    <a:pt x="284" y="466"/>
                  </a:cubicBezTo>
                  <a:close/>
                  <a:moveTo>
                    <a:pt x="368" y="455"/>
                  </a:moveTo>
                  <a:cubicBezTo>
                    <a:pt x="401" y="460"/>
                    <a:pt x="430" y="485"/>
                    <a:pt x="453" y="527"/>
                  </a:cubicBezTo>
                  <a:cubicBezTo>
                    <a:pt x="460" y="540"/>
                    <a:pt x="466" y="553"/>
                    <a:pt x="472" y="567"/>
                  </a:cubicBezTo>
                  <a:lnTo>
                    <a:pt x="368" y="567"/>
                  </a:lnTo>
                  <a:lnTo>
                    <a:pt x="368" y="455"/>
                  </a:lnTo>
                  <a:close/>
                  <a:moveTo>
                    <a:pt x="433" y="466"/>
                  </a:moveTo>
                  <a:lnTo>
                    <a:pt x="433" y="466"/>
                  </a:lnTo>
                  <a:cubicBezTo>
                    <a:pt x="489" y="483"/>
                    <a:pt x="538" y="520"/>
                    <a:pt x="570" y="567"/>
                  </a:cubicBezTo>
                  <a:lnTo>
                    <a:pt x="495" y="567"/>
                  </a:lnTo>
                  <a:cubicBezTo>
                    <a:pt x="489" y="548"/>
                    <a:pt x="482" y="533"/>
                    <a:pt x="473" y="517"/>
                  </a:cubicBezTo>
                  <a:cubicBezTo>
                    <a:pt x="462" y="495"/>
                    <a:pt x="447" y="478"/>
                    <a:pt x="433" y="466"/>
                  </a:cubicBezTo>
                  <a:close/>
                  <a:moveTo>
                    <a:pt x="349" y="456"/>
                  </a:moveTo>
                  <a:lnTo>
                    <a:pt x="349" y="569"/>
                  </a:lnTo>
                  <a:lnTo>
                    <a:pt x="245" y="569"/>
                  </a:lnTo>
                  <a:cubicBezTo>
                    <a:pt x="251" y="554"/>
                    <a:pt x="257" y="541"/>
                    <a:pt x="264" y="528"/>
                  </a:cubicBezTo>
                  <a:cubicBezTo>
                    <a:pt x="287" y="485"/>
                    <a:pt x="316" y="460"/>
                    <a:pt x="349" y="456"/>
                  </a:cubicBezTo>
                  <a:close/>
                  <a:moveTo>
                    <a:pt x="216" y="589"/>
                  </a:moveTo>
                  <a:cubicBezTo>
                    <a:pt x="208" y="622"/>
                    <a:pt x="202" y="661"/>
                    <a:pt x="200" y="700"/>
                  </a:cubicBezTo>
                  <a:lnTo>
                    <a:pt x="104" y="700"/>
                  </a:lnTo>
                  <a:cubicBezTo>
                    <a:pt x="105" y="661"/>
                    <a:pt x="115" y="621"/>
                    <a:pt x="134" y="589"/>
                  </a:cubicBezTo>
                  <a:close/>
                  <a:moveTo>
                    <a:pt x="349" y="589"/>
                  </a:moveTo>
                  <a:lnTo>
                    <a:pt x="349" y="700"/>
                  </a:lnTo>
                  <a:lnTo>
                    <a:pt x="222" y="700"/>
                  </a:lnTo>
                  <a:cubicBezTo>
                    <a:pt x="222" y="661"/>
                    <a:pt x="229" y="622"/>
                    <a:pt x="238" y="589"/>
                  </a:cubicBezTo>
                  <a:close/>
                  <a:moveTo>
                    <a:pt x="479" y="589"/>
                  </a:moveTo>
                  <a:cubicBezTo>
                    <a:pt x="489" y="622"/>
                    <a:pt x="495" y="661"/>
                    <a:pt x="495" y="700"/>
                  </a:cubicBezTo>
                  <a:lnTo>
                    <a:pt x="368" y="700"/>
                  </a:lnTo>
                  <a:lnTo>
                    <a:pt x="368" y="589"/>
                  </a:lnTo>
                  <a:close/>
                  <a:moveTo>
                    <a:pt x="583" y="589"/>
                  </a:moveTo>
                  <a:cubicBezTo>
                    <a:pt x="602" y="622"/>
                    <a:pt x="612" y="661"/>
                    <a:pt x="613" y="700"/>
                  </a:cubicBezTo>
                  <a:lnTo>
                    <a:pt x="517" y="700"/>
                  </a:lnTo>
                  <a:cubicBezTo>
                    <a:pt x="517" y="661"/>
                    <a:pt x="511" y="622"/>
                    <a:pt x="501" y="589"/>
                  </a:cubicBezTo>
                  <a:close/>
                  <a:moveTo>
                    <a:pt x="359" y="1"/>
                  </a:moveTo>
                  <a:cubicBezTo>
                    <a:pt x="327" y="1"/>
                    <a:pt x="299" y="24"/>
                    <a:pt x="294" y="57"/>
                  </a:cubicBezTo>
                  <a:lnTo>
                    <a:pt x="102" y="57"/>
                  </a:lnTo>
                  <a:lnTo>
                    <a:pt x="1" y="194"/>
                  </a:lnTo>
                  <a:lnTo>
                    <a:pt x="1" y="231"/>
                  </a:lnTo>
                  <a:cubicBezTo>
                    <a:pt x="1" y="290"/>
                    <a:pt x="50" y="339"/>
                    <a:pt x="109" y="339"/>
                  </a:cubicBezTo>
                  <a:cubicBezTo>
                    <a:pt x="170" y="339"/>
                    <a:pt x="218" y="290"/>
                    <a:pt x="218" y="231"/>
                  </a:cubicBezTo>
                  <a:lnTo>
                    <a:pt x="218" y="194"/>
                  </a:lnTo>
                  <a:lnTo>
                    <a:pt x="131" y="79"/>
                  </a:lnTo>
                  <a:lnTo>
                    <a:pt x="293" y="79"/>
                  </a:lnTo>
                  <a:cubicBezTo>
                    <a:pt x="294" y="92"/>
                    <a:pt x="301" y="105"/>
                    <a:pt x="310" y="114"/>
                  </a:cubicBezTo>
                  <a:lnTo>
                    <a:pt x="278" y="114"/>
                  </a:lnTo>
                  <a:lnTo>
                    <a:pt x="278" y="446"/>
                  </a:lnTo>
                  <a:cubicBezTo>
                    <a:pt x="167" y="479"/>
                    <a:pt x="86" y="580"/>
                    <a:pt x="80" y="700"/>
                  </a:cubicBezTo>
                  <a:lnTo>
                    <a:pt x="43" y="700"/>
                  </a:lnTo>
                  <a:lnTo>
                    <a:pt x="43" y="722"/>
                  </a:lnTo>
                  <a:lnTo>
                    <a:pt x="676" y="722"/>
                  </a:lnTo>
                  <a:lnTo>
                    <a:pt x="676" y="700"/>
                  </a:lnTo>
                  <a:lnTo>
                    <a:pt x="635" y="700"/>
                  </a:lnTo>
                  <a:cubicBezTo>
                    <a:pt x="632" y="579"/>
                    <a:pt x="550" y="481"/>
                    <a:pt x="439" y="446"/>
                  </a:cubicBezTo>
                  <a:lnTo>
                    <a:pt x="439" y="114"/>
                  </a:lnTo>
                  <a:lnTo>
                    <a:pt x="405" y="114"/>
                  </a:lnTo>
                  <a:cubicBezTo>
                    <a:pt x="416" y="105"/>
                    <a:pt x="420" y="92"/>
                    <a:pt x="424" y="79"/>
                  </a:cubicBezTo>
                  <a:lnTo>
                    <a:pt x="586" y="79"/>
                  </a:lnTo>
                  <a:lnTo>
                    <a:pt x="499" y="194"/>
                  </a:lnTo>
                  <a:lnTo>
                    <a:pt x="499" y="231"/>
                  </a:lnTo>
                  <a:cubicBezTo>
                    <a:pt x="499" y="290"/>
                    <a:pt x="548" y="339"/>
                    <a:pt x="608" y="339"/>
                  </a:cubicBezTo>
                  <a:cubicBezTo>
                    <a:pt x="668" y="339"/>
                    <a:pt x="716" y="290"/>
                    <a:pt x="716" y="231"/>
                  </a:cubicBezTo>
                  <a:lnTo>
                    <a:pt x="719" y="194"/>
                  </a:lnTo>
                  <a:lnTo>
                    <a:pt x="618" y="57"/>
                  </a:lnTo>
                  <a:lnTo>
                    <a:pt x="424" y="57"/>
                  </a:lnTo>
                  <a:cubicBezTo>
                    <a:pt x="418" y="24"/>
                    <a:pt x="392" y="1"/>
                    <a:pt x="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4"/>
            <p:cNvSpPr/>
            <p:nvPr/>
          </p:nvSpPr>
          <p:spPr>
            <a:xfrm>
              <a:off x="2812371" y="1807917"/>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4"/>
            <p:cNvSpPr/>
            <p:nvPr/>
          </p:nvSpPr>
          <p:spPr>
            <a:xfrm>
              <a:off x="2411789" y="1807917"/>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4"/>
            <p:cNvSpPr/>
            <p:nvPr/>
          </p:nvSpPr>
          <p:spPr>
            <a:xfrm>
              <a:off x="2484412" y="1756043"/>
              <a:ext cx="21326" cy="35735"/>
            </a:xfrm>
            <a:custGeom>
              <a:rect b="b" l="l" r="r" t="t"/>
              <a:pathLst>
                <a:path extrusionOk="0" h="62" w="37">
                  <a:moveTo>
                    <a:pt x="19" y="1"/>
                  </a:moveTo>
                  <a:cubicBezTo>
                    <a:pt x="9" y="18"/>
                    <a:pt x="4" y="38"/>
                    <a:pt x="0" y="57"/>
                  </a:cubicBezTo>
                  <a:lnTo>
                    <a:pt x="20" y="61"/>
                  </a:lnTo>
                  <a:cubicBezTo>
                    <a:pt x="23" y="42"/>
                    <a:pt x="29" y="25"/>
                    <a:pt x="36" y="9"/>
                  </a:cubicBezTo>
                  <a:lnTo>
                    <a:pt x="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4"/>
            <p:cNvSpPr/>
            <p:nvPr/>
          </p:nvSpPr>
          <p:spPr>
            <a:xfrm>
              <a:off x="2559918" y="1783709"/>
              <a:ext cx="30548" cy="12680"/>
            </a:xfrm>
            <a:custGeom>
              <a:rect b="b" l="l" r="r" t="t"/>
              <a:pathLst>
                <a:path extrusionOk="0" h="22" w="53">
                  <a:moveTo>
                    <a:pt x="1" y="0"/>
                  </a:moveTo>
                  <a:lnTo>
                    <a:pt x="1" y="22"/>
                  </a:lnTo>
                  <a:lnTo>
                    <a:pt x="53" y="22"/>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4"/>
            <p:cNvSpPr/>
            <p:nvPr/>
          </p:nvSpPr>
          <p:spPr>
            <a:xfrm>
              <a:off x="2644645" y="1783709"/>
              <a:ext cx="28819" cy="12680"/>
            </a:xfrm>
            <a:custGeom>
              <a:rect b="b" l="l" r="r" t="t"/>
              <a:pathLst>
                <a:path extrusionOk="0" h="22" w="50">
                  <a:moveTo>
                    <a:pt x="1" y="0"/>
                  </a:moveTo>
                  <a:lnTo>
                    <a:pt x="1" y="22"/>
                  </a:lnTo>
                  <a:lnTo>
                    <a:pt x="50" y="22"/>
                  </a:lnTo>
                  <a:lnTo>
                    <a:pt x="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4"/>
            <p:cNvSpPr/>
            <p:nvPr/>
          </p:nvSpPr>
          <p:spPr>
            <a:xfrm>
              <a:off x="2728220" y="1752584"/>
              <a:ext cx="23055" cy="38041"/>
            </a:xfrm>
            <a:custGeom>
              <a:rect b="b" l="l" r="r" t="t"/>
              <a:pathLst>
                <a:path extrusionOk="0" h="66" w="40">
                  <a:moveTo>
                    <a:pt x="18" y="1"/>
                  </a:moveTo>
                  <a:lnTo>
                    <a:pt x="0" y="9"/>
                  </a:lnTo>
                  <a:cubicBezTo>
                    <a:pt x="9" y="27"/>
                    <a:pt x="16" y="46"/>
                    <a:pt x="19" y="66"/>
                  </a:cubicBezTo>
                  <a:lnTo>
                    <a:pt x="39" y="61"/>
                  </a:lnTo>
                  <a:cubicBezTo>
                    <a:pt x="34" y="43"/>
                    <a:pt x="26" y="21"/>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4"/>
            <p:cNvSpPr/>
            <p:nvPr/>
          </p:nvSpPr>
          <p:spPr>
            <a:xfrm>
              <a:off x="2436573" y="1545665"/>
              <a:ext cx="36312" cy="31701"/>
            </a:xfrm>
            <a:custGeom>
              <a:rect b="b" l="l" r="r" t="t"/>
              <a:pathLst>
                <a:path extrusionOk="0" h="55" w="63">
                  <a:moveTo>
                    <a:pt x="20" y="0"/>
                  </a:moveTo>
                  <a:lnTo>
                    <a:pt x="1" y="7"/>
                  </a:lnTo>
                  <a:cubicBezTo>
                    <a:pt x="9" y="35"/>
                    <a:pt x="34" y="55"/>
                    <a:pt x="63" y="55"/>
                  </a:cubicBezTo>
                  <a:lnTo>
                    <a:pt x="63" y="33"/>
                  </a:lnTo>
                  <a:cubicBezTo>
                    <a:pt x="44" y="30"/>
                    <a:pt x="27" y="19"/>
                    <a:pt x="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4"/>
            <p:cNvSpPr/>
            <p:nvPr/>
          </p:nvSpPr>
          <p:spPr>
            <a:xfrm>
              <a:off x="2762226" y="1545665"/>
              <a:ext cx="37465" cy="31701"/>
            </a:xfrm>
            <a:custGeom>
              <a:rect b="b" l="l" r="r" t="t"/>
              <a:pathLst>
                <a:path extrusionOk="0" h="55" w="65">
                  <a:moveTo>
                    <a:pt x="44" y="0"/>
                  </a:moveTo>
                  <a:cubicBezTo>
                    <a:pt x="38" y="20"/>
                    <a:pt x="21" y="33"/>
                    <a:pt x="1" y="33"/>
                  </a:cubicBezTo>
                  <a:lnTo>
                    <a:pt x="1" y="55"/>
                  </a:lnTo>
                  <a:cubicBezTo>
                    <a:pt x="29" y="55"/>
                    <a:pt x="54" y="36"/>
                    <a:pt x="64" y="7"/>
                  </a:cubicBezTo>
                  <a:lnTo>
                    <a:pt x="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4"/>
            <p:cNvSpPr/>
            <p:nvPr/>
          </p:nvSpPr>
          <p:spPr>
            <a:xfrm>
              <a:off x="2597382" y="1598692"/>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4"/>
            <p:cNvSpPr/>
            <p:nvPr/>
          </p:nvSpPr>
          <p:spPr>
            <a:xfrm>
              <a:off x="2597382" y="1494367"/>
              <a:ext cx="13257" cy="93373"/>
            </a:xfrm>
            <a:custGeom>
              <a:rect b="b" l="l" r="r" t="t"/>
              <a:pathLst>
                <a:path extrusionOk="0" h="162" w="23">
                  <a:moveTo>
                    <a:pt x="1" y="1"/>
                  </a:moveTo>
                  <a:lnTo>
                    <a:pt x="1" y="161"/>
                  </a:lnTo>
                  <a:lnTo>
                    <a:pt x="22" y="16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4"/>
            <p:cNvSpPr/>
            <p:nvPr/>
          </p:nvSpPr>
          <p:spPr>
            <a:xfrm>
              <a:off x="2597382" y="1621747"/>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4"/>
            <p:cNvSpPr/>
            <p:nvPr/>
          </p:nvSpPr>
          <p:spPr>
            <a:xfrm>
              <a:off x="2625048" y="1621747"/>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4"/>
            <p:cNvSpPr/>
            <p:nvPr/>
          </p:nvSpPr>
          <p:spPr>
            <a:xfrm>
              <a:off x="2625048" y="1494367"/>
              <a:ext cx="12680" cy="93373"/>
            </a:xfrm>
            <a:custGeom>
              <a:rect b="b" l="l" r="r" t="t"/>
              <a:pathLst>
                <a:path extrusionOk="0" h="162" w="22">
                  <a:moveTo>
                    <a:pt x="0" y="1"/>
                  </a:moveTo>
                  <a:lnTo>
                    <a:pt x="0" y="161"/>
                  </a:lnTo>
                  <a:lnTo>
                    <a:pt x="22" y="16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4"/>
            <p:cNvSpPr/>
            <p:nvPr/>
          </p:nvSpPr>
          <p:spPr>
            <a:xfrm>
              <a:off x="2625048" y="1598692"/>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4"/>
            <p:cNvSpPr/>
            <p:nvPr/>
          </p:nvSpPr>
          <p:spPr>
            <a:xfrm>
              <a:off x="2612368" y="1437306"/>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 name="Google Shape;717;p34"/>
          <p:cNvGrpSpPr/>
          <p:nvPr/>
        </p:nvGrpSpPr>
        <p:grpSpPr>
          <a:xfrm>
            <a:off x="3572087" y="1832216"/>
            <a:ext cx="411317" cy="345032"/>
            <a:chOff x="1580937" y="1446166"/>
            <a:chExt cx="411317" cy="345032"/>
          </a:xfrm>
        </p:grpSpPr>
        <p:sp>
          <p:nvSpPr>
            <p:cNvPr id="718" name="Google Shape;718;p34"/>
            <p:cNvSpPr/>
            <p:nvPr/>
          </p:nvSpPr>
          <p:spPr>
            <a:xfrm>
              <a:off x="1580937" y="1446166"/>
              <a:ext cx="411317" cy="345032"/>
            </a:xfrm>
            <a:custGeom>
              <a:rect b="b" l="l" r="r" t="t"/>
              <a:pathLst>
                <a:path extrusionOk="0" h="609" w="726">
                  <a:moveTo>
                    <a:pt x="164" y="23"/>
                  </a:moveTo>
                  <a:cubicBezTo>
                    <a:pt x="165" y="23"/>
                    <a:pt x="168" y="26"/>
                    <a:pt x="168" y="28"/>
                  </a:cubicBezTo>
                  <a:lnTo>
                    <a:pt x="168" y="74"/>
                  </a:lnTo>
                  <a:cubicBezTo>
                    <a:pt x="168" y="77"/>
                    <a:pt x="165" y="78"/>
                    <a:pt x="164" y="78"/>
                  </a:cubicBezTo>
                  <a:lnTo>
                    <a:pt x="132" y="78"/>
                  </a:lnTo>
                  <a:cubicBezTo>
                    <a:pt x="129" y="78"/>
                    <a:pt x="127" y="77"/>
                    <a:pt x="127" y="74"/>
                  </a:cubicBezTo>
                  <a:lnTo>
                    <a:pt x="127" y="28"/>
                  </a:lnTo>
                  <a:cubicBezTo>
                    <a:pt x="127" y="26"/>
                    <a:pt x="129" y="23"/>
                    <a:pt x="132" y="23"/>
                  </a:cubicBezTo>
                  <a:close/>
                  <a:moveTo>
                    <a:pt x="452" y="23"/>
                  </a:moveTo>
                  <a:cubicBezTo>
                    <a:pt x="454" y="23"/>
                    <a:pt x="457" y="26"/>
                    <a:pt x="457" y="28"/>
                  </a:cubicBezTo>
                  <a:lnTo>
                    <a:pt x="457" y="74"/>
                  </a:lnTo>
                  <a:cubicBezTo>
                    <a:pt x="457" y="77"/>
                    <a:pt x="454" y="78"/>
                    <a:pt x="452" y="78"/>
                  </a:cubicBezTo>
                  <a:lnTo>
                    <a:pt x="421" y="78"/>
                  </a:lnTo>
                  <a:cubicBezTo>
                    <a:pt x="418" y="78"/>
                    <a:pt x="416" y="75"/>
                    <a:pt x="416" y="74"/>
                  </a:cubicBezTo>
                  <a:lnTo>
                    <a:pt x="416" y="28"/>
                  </a:lnTo>
                  <a:cubicBezTo>
                    <a:pt x="416" y="25"/>
                    <a:pt x="418" y="23"/>
                    <a:pt x="421" y="23"/>
                  </a:cubicBezTo>
                  <a:close/>
                  <a:moveTo>
                    <a:pt x="562" y="334"/>
                  </a:moveTo>
                  <a:lnTo>
                    <a:pt x="562" y="369"/>
                  </a:lnTo>
                  <a:lnTo>
                    <a:pt x="510" y="369"/>
                  </a:lnTo>
                  <a:lnTo>
                    <a:pt x="509" y="347"/>
                  </a:lnTo>
                  <a:cubicBezTo>
                    <a:pt x="509" y="340"/>
                    <a:pt x="515" y="334"/>
                    <a:pt x="522" y="334"/>
                  </a:cubicBezTo>
                  <a:close/>
                  <a:moveTo>
                    <a:pt x="603" y="337"/>
                  </a:moveTo>
                  <a:cubicBezTo>
                    <a:pt x="610" y="337"/>
                    <a:pt x="616" y="341"/>
                    <a:pt x="616" y="348"/>
                  </a:cubicBezTo>
                  <a:lnTo>
                    <a:pt x="616" y="370"/>
                  </a:lnTo>
                  <a:lnTo>
                    <a:pt x="582" y="370"/>
                  </a:lnTo>
                  <a:lnTo>
                    <a:pt x="582" y="337"/>
                  </a:lnTo>
                  <a:close/>
                  <a:moveTo>
                    <a:pt x="698" y="387"/>
                  </a:moveTo>
                  <a:cubicBezTo>
                    <a:pt x="701" y="387"/>
                    <a:pt x="705" y="390"/>
                    <a:pt x="705" y="395"/>
                  </a:cubicBezTo>
                  <a:lnTo>
                    <a:pt x="705" y="452"/>
                  </a:lnTo>
                  <a:lnTo>
                    <a:pt x="655" y="470"/>
                  </a:lnTo>
                  <a:cubicBezTo>
                    <a:pt x="649" y="471"/>
                    <a:pt x="646" y="477"/>
                    <a:pt x="647" y="484"/>
                  </a:cubicBezTo>
                  <a:cubicBezTo>
                    <a:pt x="649" y="490"/>
                    <a:pt x="652" y="492"/>
                    <a:pt x="657" y="492"/>
                  </a:cubicBezTo>
                  <a:cubicBezTo>
                    <a:pt x="659" y="492"/>
                    <a:pt x="660" y="492"/>
                    <a:pt x="662" y="491"/>
                  </a:cubicBezTo>
                  <a:lnTo>
                    <a:pt x="705" y="476"/>
                  </a:lnTo>
                  <a:lnTo>
                    <a:pt x="705" y="578"/>
                  </a:lnTo>
                  <a:cubicBezTo>
                    <a:pt x="702" y="584"/>
                    <a:pt x="699" y="587"/>
                    <a:pt x="697" y="587"/>
                  </a:cubicBezTo>
                  <a:lnTo>
                    <a:pt x="429" y="587"/>
                  </a:lnTo>
                  <a:cubicBezTo>
                    <a:pt x="425" y="587"/>
                    <a:pt x="422" y="584"/>
                    <a:pt x="422" y="580"/>
                  </a:cubicBezTo>
                  <a:lnTo>
                    <a:pt x="422" y="477"/>
                  </a:lnTo>
                  <a:lnTo>
                    <a:pt x="554" y="522"/>
                  </a:lnTo>
                  <a:cubicBezTo>
                    <a:pt x="558" y="525"/>
                    <a:pt x="561" y="525"/>
                    <a:pt x="565" y="525"/>
                  </a:cubicBezTo>
                  <a:cubicBezTo>
                    <a:pt x="568" y="525"/>
                    <a:pt x="574" y="525"/>
                    <a:pt x="577" y="522"/>
                  </a:cubicBezTo>
                  <a:lnTo>
                    <a:pt x="619" y="507"/>
                  </a:lnTo>
                  <a:cubicBezTo>
                    <a:pt x="624" y="506"/>
                    <a:pt x="627" y="500"/>
                    <a:pt x="626" y="493"/>
                  </a:cubicBezTo>
                  <a:cubicBezTo>
                    <a:pt x="625" y="489"/>
                    <a:pt x="620" y="485"/>
                    <a:pt x="614" y="485"/>
                  </a:cubicBezTo>
                  <a:cubicBezTo>
                    <a:pt x="613" y="485"/>
                    <a:pt x="612" y="485"/>
                    <a:pt x="611" y="486"/>
                  </a:cubicBezTo>
                  <a:lnTo>
                    <a:pt x="569" y="500"/>
                  </a:lnTo>
                  <a:cubicBezTo>
                    <a:pt x="568" y="502"/>
                    <a:pt x="566" y="502"/>
                    <a:pt x="565" y="502"/>
                  </a:cubicBezTo>
                  <a:cubicBezTo>
                    <a:pt x="563" y="502"/>
                    <a:pt x="562" y="502"/>
                    <a:pt x="561" y="500"/>
                  </a:cubicBezTo>
                  <a:lnTo>
                    <a:pt x="424" y="452"/>
                  </a:lnTo>
                  <a:lnTo>
                    <a:pt x="424" y="395"/>
                  </a:lnTo>
                  <a:cubicBezTo>
                    <a:pt x="424" y="390"/>
                    <a:pt x="426" y="387"/>
                    <a:pt x="431" y="387"/>
                  </a:cubicBezTo>
                  <a:close/>
                  <a:moveTo>
                    <a:pt x="133" y="0"/>
                  </a:moveTo>
                  <a:cubicBezTo>
                    <a:pt x="119" y="0"/>
                    <a:pt x="107" y="12"/>
                    <a:pt x="107" y="26"/>
                  </a:cubicBezTo>
                  <a:lnTo>
                    <a:pt x="107" y="42"/>
                  </a:lnTo>
                  <a:lnTo>
                    <a:pt x="34" y="42"/>
                  </a:lnTo>
                  <a:cubicBezTo>
                    <a:pt x="16" y="42"/>
                    <a:pt x="2" y="57"/>
                    <a:pt x="2" y="74"/>
                  </a:cubicBezTo>
                  <a:lnTo>
                    <a:pt x="2" y="441"/>
                  </a:lnTo>
                  <a:cubicBezTo>
                    <a:pt x="2" y="447"/>
                    <a:pt x="6" y="452"/>
                    <a:pt x="12" y="452"/>
                  </a:cubicBezTo>
                  <a:cubicBezTo>
                    <a:pt x="18" y="452"/>
                    <a:pt x="23" y="447"/>
                    <a:pt x="23" y="441"/>
                  </a:cubicBezTo>
                  <a:lnTo>
                    <a:pt x="23" y="164"/>
                  </a:lnTo>
                  <a:lnTo>
                    <a:pt x="562" y="164"/>
                  </a:lnTo>
                  <a:lnTo>
                    <a:pt x="562" y="312"/>
                  </a:lnTo>
                  <a:lnTo>
                    <a:pt x="522" y="312"/>
                  </a:lnTo>
                  <a:cubicBezTo>
                    <a:pt x="503" y="312"/>
                    <a:pt x="489" y="327"/>
                    <a:pt x="489" y="346"/>
                  </a:cubicBezTo>
                  <a:lnTo>
                    <a:pt x="489" y="367"/>
                  </a:lnTo>
                  <a:lnTo>
                    <a:pt x="429" y="367"/>
                  </a:lnTo>
                  <a:cubicBezTo>
                    <a:pt x="413" y="367"/>
                    <a:pt x="400" y="380"/>
                    <a:pt x="400" y="396"/>
                  </a:cubicBezTo>
                  <a:lnTo>
                    <a:pt x="400" y="535"/>
                  </a:lnTo>
                  <a:lnTo>
                    <a:pt x="34" y="535"/>
                  </a:lnTo>
                  <a:cubicBezTo>
                    <a:pt x="28" y="535"/>
                    <a:pt x="23" y="529"/>
                    <a:pt x="23" y="525"/>
                  </a:cubicBezTo>
                  <a:lnTo>
                    <a:pt x="23" y="484"/>
                  </a:lnTo>
                  <a:cubicBezTo>
                    <a:pt x="23" y="478"/>
                    <a:pt x="18" y="474"/>
                    <a:pt x="12" y="474"/>
                  </a:cubicBezTo>
                  <a:cubicBezTo>
                    <a:pt x="6" y="474"/>
                    <a:pt x="0" y="478"/>
                    <a:pt x="0" y="484"/>
                  </a:cubicBezTo>
                  <a:lnTo>
                    <a:pt x="0" y="525"/>
                  </a:lnTo>
                  <a:cubicBezTo>
                    <a:pt x="0" y="542"/>
                    <a:pt x="15" y="556"/>
                    <a:pt x="34" y="556"/>
                  </a:cubicBezTo>
                  <a:lnTo>
                    <a:pt x="400" y="556"/>
                  </a:lnTo>
                  <a:lnTo>
                    <a:pt x="400" y="580"/>
                  </a:lnTo>
                  <a:cubicBezTo>
                    <a:pt x="400" y="597"/>
                    <a:pt x="412" y="608"/>
                    <a:pt x="429" y="608"/>
                  </a:cubicBezTo>
                  <a:lnTo>
                    <a:pt x="697" y="608"/>
                  </a:lnTo>
                  <a:cubicBezTo>
                    <a:pt x="712" y="608"/>
                    <a:pt x="725" y="597"/>
                    <a:pt x="725" y="580"/>
                  </a:cubicBezTo>
                  <a:lnTo>
                    <a:pt x="725" y="398"/>
                  </a:lnTo>
                  <a:cubicBezTo>
                    <a:pt x="724" y="382"/>
                    <a:pt x="711" y="369"/>
                    <a:pt x="697" y="369"/>
                  </a:cubicBezTo>
                  <a:lnTo>
                    <a:pt x="637" y="369"/>
                  </a:lnTo>
                  <a:lnTo>
                    <a:pt x="637" y="347"/>
                  </a:lnTo>
                  <a:cubicBezTo>
                    <a:pt x="637" y="330"/>
                    <a:pt x="623" y="315"/>
                    <a:pt x="604" y="315"/>
                  </a:cubicBezTo>
                  <a:lnTo>
                    <a:pt x="584" y="315"/>
                  </a:lnTo>
                  <a:lnTo>
                    <a:pt x="584" y="74"/>
                  </a:lnTo>
                  <a:cubicBezTo>
                    <a:pt x="584" y="57"/>
                    <a:pt x="569" y="42"/>
                    <a:pt x="552" y="42"/>
                  </a:cubicBezTo>
                  <a:lnTo>
                    <a:pt x="477" y="42"/>
                  </a:lnTo>
                  <a:lnTo>
                    <a:pt x="477" y="26"/>
                  </a:lnTo>
                  <a:cubicBezTo>
                    <a:pt x="477" y="12"/>
                    <a:pt x="467" y="0"/>
                    <a:pt x="452" y="0"/>
                  </a:cubicBezTo>
                  <a:lnTo>
                    <a:pt x="419" y="0"/>
                  </a:lnTo>
                  <a:cubicBezTo>
                    <a:pt x="405" y="0"/>
                    <a:pt x="395" y="12"/>
                    <a:pt x="395" y="26"/>
                  </a:cubicBezTo>
                  <a:lnTo>
                    <a:pt x="395" y="42"/>
                  </a:lnTo>
                  <a:lnTo>
                    <a:pt x="350" y="42"/>
                  </a:lnTo>
                  <a:cubicBezTo>
                    <a:pt x="344" y="42"/>
                    <a:pt x="338" y="48"/>
                    <a:pt x="338" y="52"/>
                  </a:cubicBezTo>
                  <a:cubicBezTo>
                    <a:pt x="338" y="58"/>
                    <a:pt x="344" y="64"/>
                    <a:pt x="350" y="64"/>
                  </a:cubicBezTo>
                  <a:lnTo>
                    <a:pt x="395" y="64"/>
                  </a:lnTo>
                  <a:lnTo>
                    <a:pt x="395" y="74"/>
                  </a:lnTo>
                  <a:cubicBezTo>
                    <a:pt x="395" y="88"/>
                    <a:pt x="406" y="100"/>
                    <a:pt x="419" y="100"/>
                  </a:cubicBezTo>
                  <a:lnTo>
                    <a:pt x="452" y="100"/>
                  </a:lnTo>
                  <a:cubicBezTo>
                    <a:pt x="467" y="100"/>
                    <a:pt x="477" y="88"/>
                    <a:pt x="477" y="74"/>
                  </a:cubicBezTo>
                  <a:lnTo>
                    <a:pt x="477" y="64"/>
                  </a:lnTo>
                  <a:lnTo>
                    <a:pt x="552" y="64"/>
                  </a:lnTo>
                  <a:cubicBezTo>
                    <a:pt x="556" y="64"/>
                    <a:pt x="562" y="70"/>
                    <a:pt x="562" y="74"/>
                  </a:cubicBezTo>
                  <a:lnTo>
                    <a:pt x="562" y="143"/>
                  </a:lnTo>
                  <a:lnTo>
                    <a:pt x="23" y="143"/>
                  </a:lnTo>
                  <a:lnTo>
                    <a:pt x="23" y="74"/>
                  </a:lnTo>
                  <a:cubicBezTo>
                    <a:pt x="23" y="70"/>
                    <a:pt x="28" y="64"/>
                    <a:pt x="34" y="64"/>
                  </a:cubicBezTo>
                  <a:lnTo>
                    <a:pt x="107" y="64"/>
                  </a:lnTo>
                  <a:lnTo>
                    <a:pt x="107" y="74"/>
                  </a:lnTo>
                  <a:cubicBezTo>
                    <a:pt x="107" y="88"/>
                    <a:pt x="119" y="100"/>
                    <a:pt x="133" y="100"/>
                  </a:cubicBezTo>
                  <a:lnTo>
                    <a:pt x="165" y="100"/>
                  </a:lnTo>
                  <a:cubicBezTo>
                    <a:pt x="179" y="100"/>
                    <a:pt x="191" y="88"/>
                    <a:pt x="191" y="74"/>
                  </a:cubicBezTo>
                  <a:lnTo>
                    <a:pt x="191" y="64"/>
                  </a:lnTo>
                  <a:lnTo>
                    <a:pt x="309" y="64"/>
                  </a:lnTo>
                  <a:cubicBezTo>
                    <a:pt x="315" y="64"/>
                    <a:pt x="321" y="58"/>
                    <a:pt x="321" y="52"/>
                  </a:cubicBezTo>
                  <a:cubicBezTo>
                    <a:pt x="321" y="48"/>
                    <a:pt x="315" y="42"/>
                    <a:pt x="309" y="42"/>
                  </a:cubicBezTo>
                  <a:lnTo>
                    <a:pt x="191" y="42"/>
                  </a:lnTo>
                  <a:lnTo>
                    <a:pt x="191" y="26"/>
                  </a:lnTo>
                  <a:cubicBezTo>
                    <a:pt x="191" y="12"/>
                    <a:pt x="179" y="0"/>
                    <a:pt x="1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4"/>
            <p:cNvSpPr/>
            <p:nvPr/>
          </p:nvSpPr>
          <p:spPr>
            <a:xfrm>
              <a:off x="1881776" y="1685819"/>
              <a:ext cx="35693" cy="13031"/>
            </a:xfrm>
            <a:custGeom>
              <a:rect b="b" l="l" r="r" t="t"/>
              <a:pathLst>
                <a:path extrusionOk="0" h="23" w="63">
                  <a:moveTo>
                    <a:pt x="12" y="1"/>
                  </a:moveTo>
                  <a:cubicBezTo>
                    <a:pt x="7" y="1"/>
                    <a:pt x="1" y="5"/>
                    <a:pt x="1" y="11"/>
                  </a:cubicBezTo>
                  <a:cubicBezTo>
                    <a:pt x="1" y="16"/>
                    <a:pt x="7" y="22"/>
                    <a:pt x="12" y="22"/>
                  </a:cubicBezTo>
                  <a:lnTo>
                    <a:pt x="51" y="22"/>
                  </a:lnTo>
                  <a:cubicBezTo>
                    <a:pt x="57" y="22"/>
                    <a:pt x="63" y="16"/>
                    <a:pt x="63" y="11"/>
                  </a:cubicBezTo>
                  <a:cubicBezTo>
                    <a:pt x="63" y="3"/>
                    <a:pt x="57" y="1"/>
                    <a:pt x="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4"/>
            <p:cNvSpPr/>
            <p:nvPr/>
          </p:nvSpPr>
          <p:spPr>
            <a:xfrm>
              <a:off x="1701046" y="1498289"/>
              <a:ext cx="90648" cy="13031"/>
            </a:xfrm>
            <a:custGeom>
              <a:rect b="b" l="l" r="r" t="t"/>
              <a:pathLst>
                <a:path extrusionOk="0" h="23" w="160">
                  <a:moveTo>
                    <a:pt x="11" y="1"/>
                  </a:moveTo>
                  <a:cubicBezTo>
                    <a:pt x="6" y="1"/>
                    <a:pt x="1" y="6"/>
                    <a:pt x="1" y="11"/>
                  </a:cubicBezTo>
                  <a:cubicBezTo>
                    <a:pt x="1" y="17"/>
                    <a:pt x="6" y="22"/>
                    <a:pt x="11" y="22"/>
                  </a:cubicBezTo>
                  <a:lnTo>
                    <a:pt x="148" y="22"/>
                  </a:lnTo>
                  <a:cubicBezTo>
                    <a:pt x="154" y="22"/>
                    <a:pt x="160" y="17"/>
                    <a:pt x="160" y="11"/>
                  </a:cubicBezTo>
                  <a:cubicBezTo>
                    <a:pt x="160" y="6"/>
                    <a:pt x="154" y="1"/>
                    <a:pt x="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4"/>
            <p:cNvSpPr/>
            <p:nvPr/>
          </p:nvSpPr>
          <p:spPr>
            <a:xfrm>
              <a:off x="1639858" y="1571941"/>
              <a:ext cx="30594" cy="13031"/>
            </a:xfrm>
            <a:custGeom>
              <a:rect b="b" l="l" r="r" t="t"/>
              <a:pathLst>
                <a:path extrusionOk="0" h="23" w="54">
                  <a:moveTo>
                    <a:pt x="10" y="1"/>
                  </a:moveTo>
                  <a:cubicBezTo>
                    <a:pt x="6" y="1"/>
                    <a:pt x="0" y="7"/>
                    <a:pt x="0" y="11"/>
                  </a:cubicBezTo>
                  <a:cubicBezTo>
                    <a:pt x="0" y="17"/>
                    <a:pt x="6" y="22"/>
                    <a:pt x="10" y="22"/>
                  </a:cubicBezTo>
                  <a:lnTo>
                    <a:pt x="44" y="22"/>
                  </a:lnTo>
                  <a:cubicBezTo>
                    <a:pt x="49" y="22"/>
                    <a:pt x="54" y="17"/>
                    <a:pt x="54" y="11"/>
                  </a:cubicBezTo>
                  <a:cubicBezTo>
                    <a:pt x="54" y="7"/>
                    <a:pt x="49"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4"/>
            <p:cNvSpPr/>
            <p:nvPr/>
          </p:nvSpPr>
          <p:spPr>
            <a:xfrm>
              <a:off x="1699346" y="1571941"/>
              <a:ext cx="31727" cy="13031"/>
            </a:xfrm>
            <a:custGeom>
              <a:rect b="b" l="l" r="r" t="t"/>
              <a:pathLst>
                <a:path extrusionOk="0" h="23" w="56">
                  <a:moveTo>
                    <a:pt x="12" y="1"/>
                  </a:moveTo>
                  <a:cubicBezTo>
                    <a:pt x="7" y="1"/>
                    <a:pt x="1" y="7"/>
                    <a:pt x="1" y="11"/>
                  </a:cubicBezTo>
                  <a:cubicBezTo>
                    <a:pt x="4" y="17"/>
                    <a:pt x="7" y="22"/>
                    <a:pt x="12" y="22"/>
                  </a:cubicBezTo>
                  <a:lnTo>
                    <a:pt x="46" y="22"/>
                  </a:lnTo>
                  <a:cubicBezTo>
                    <a:pt x="50" y="22"/>
                    <a:pt x="56" y="17"/>
                    <a:pt x="56" y="11"/>
                  </a:cubicBezTo>
                  <a:cubicBezTo>
                    <a:pt x="56" y="7"/>
                    <a:pt x="50"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4"/>
            <p:cNvSpPr/>
            <p:nvPr/>
          </p:nvSpPr>
          <p:spPr>
            <a:xfrm>
              <a:off x="1761101" y="1571941"/>
              <a:ext cx="31160" cy="13031"/>
            </a:xfrm>
            <a:custGeom>
              <a:rect b="b" l="l" r="r" t="t"/>
              <a:pathLst>
                <a:path extrusionOk="0" h="23" w="55">
                  <a:moveTo>
                    <a:pt x="12" y="1"/>
                  </a:moveTo>
                  <a:cubicBezTo>
                    <a:pt x="6" y="1"/>
                    <a:pt x="0" y="7"/>
                    <a:pt x="0" y="11"/>
                  </a:cubicBezTo>
                  <a:cubicBezTo>
                    <a:pt x="2" y="17"/>
                    <a:pt x="4" y="22"/>
                    <a:pt x="12" y="22"/>
                  </a:cubicBezTo>
                  <a:lnTo>
                    <a:pt x="45" y="22"/>
                  </a:lnTo>
                  <a:cubicBezTo>
                    <a:pt x="49" y="22"/>
                    <a:pt x="55" y="17"/>
                    <a:pt x="55" y="11"/>
                  </a:cubicBezTo>
                  <a:cubicBezTo>
                    <a:pt x="55" y="7"/>
                    <a:pt x="49"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4"/>
            <p:cNvSpPr/>
            <p:nvPr/>
          </p:nvSpPr>
          <p:spPr>
            <a:xfrm>
              <a:off x="1821155" y="1571941"/>
              <a:ext cx="31727" cy="13031"/>
            </a:xfrm>
            <a:custGeom>
              <a:rect b="b" l="l" r="r" t="t"/>
              <a:pathLst>
                <a:path extrusionOk="0" h="23" w="56">
                  <a:moveTo>
                    <a:pt x="13" y="1"/>
                  </a:moveTo>
                  <a:cubicBezTo>
                    <a:pt x="7" y="1"/>
                    <a:pt x="1" y="7"/>
                    <a:pt x="1" y="11"/>
                  </a:cubicBezTo>
                  <a:cubicBezTo>
                    <a:pt x="1" y="17"/>
                    <a:pt x="7" y="22"/>
                    <a:pt x="13" y="22"/>
                  </a:cubicBezTo>
                  <a:lnTo>
                    <a:pt x="44" y="22"/>
                  </a:lnTo>
                  <a:cubicBezTo>
                    <a:pt x="50" y="22"/>
                    <a:pt x="56" y="17"/>
                    <a:pt x="56" y="11"/>
                  </a:cubicBezTo>
                  <a:cubicBezTo>
                    <a:pt x="56" y="7"/>
                    <a:pt x="50"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4"/>
            <p:cNvSpPr/>
            <p:nvPr/>
          </p:nvSpPr>
          <p:spPr>
            <a:xfrm>
              <a:off x="1639858" y="1626331"/>
              <a:ext cx="30594" cy="12464"/>
            </a:xfrm>
            <a:custGeom>
              <a:rect b="b" l="l" r="r" t="t"/>
              <a:pathLst>
                <a:path extrusionOk="0" h="22" w="54">
                  <a:moveTo>
                    <a:pt x="10" y="0"/>
                  </a:moveTo>
                  <a:cubicBezTo>
                    <a:pt x="6" y="0"/>
                    <a:pt x="0" y="6"/>
                    <a:pt x="0" y="10"/>
                  </a:cubicBezTo>
                  <a:cubicBezTo>
                    <a:pt x="0" y="16"/>
                    <a:pt x="6" y="22"/>
                    <a:pt x="10" y="22"/>
                  </a:cubicBezTo>
                  <a:lnTo>
                    <a:pt x="44" y="22"/>
                  </a:lnTo>
                  <a:cubicBezTo>
                    <a:pt x="49" y="22"/>
                    <a:pt x="54" y="16"/>
                    <a:pt x="54" y="10"/>
                  </a:cubicBezTo>
                  <a:cubicBezTo>
                    <a:pt x="54" y="6"/>
                    <a:pt x="49"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1699346" y="1626331"/>
              <a:ext cx="31727" cy="12464"/>
            </a:xfrm>
            <a:custGeom>
              <a:rect b="b" l="l" r="r" t="t"/>
              <a:pathLst>
                <a:path extrusionOk="0" h="22" w="56">
                  <a:moveTo>
                    <a:pt x="12" y="0"/>
                  </a:moveTo>
                  <a:cubicBezTo>
                    <a:pt x="7" y="0"/>
                    <a:pt x="1" y="6"/>
                    <a:pt x="1" y="10"/>
                  </a:cubicBezTo>
                  <a:cubicBezTo>
                    <a:pt x="4" y="16"/>
                    <a:pt x="7" y="22"/>
                    <a:pt x="12" y="22"/>
                  </a:cubicBezTo>
                  <a:lnTo>
                    <a:pt x="46" y="22"/>
                  </a:lnTo>
                  <a:cubicBezTo>
                    <a:pt x="50" y="22"/>
                    <a:pt x="56" y="16"/>
                    <a:pt x="56" y="10"/>
                  </a:cubicBezTo>
                  <a:cubicBezTo>
                    <a:pt x="56" y="6"/>
                    <a:pt x="50" y="0"/>
                    <a:pt x="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4"/>
            <p:cNvSpPr/>
            <p:nvPr/>
          </p:nvSpPr>
          <p:spPr>
            <a:xfrm>
              <a:off x="1761101" y="1626331"/>
              <a:ext cx="31160" cy="12464"/>
            </a:xfrm>
            <a:custGeom>
              <a:rect b="b" l="l" r="r" t="t"/>
              <a:pathLst>
                <a:path extrusionOk="0" h="22" w="55">
                  <a:moveTo>
                    <a:pt x="12" y="0"/>
                  </a:moveTo>
                  <a:cubicBezTo>
                    <a:pt x="6" y="0"/>
                    <a:pt x="0" y="6"/>
                    <a:pt x="0" y="10"/>
                  </a:cubicBezTo>
                  <a:cubicBezTo>
                    <a:pt x="2" y="16"/>
                    <a:pt x="4" y="22"/>
                    <a:pt x="12" y="22"/>
                  </a:cubicBezTo>
                  <a:lnTo>
                    <a:pt x="45" y="22"/>
                  </a:lnTo>
                  <a:cubicBezTo>
                    <a:pt x="49" y="22"/>
                    <a:pt x="55" y="16"/>
                    <a:pt x="55" y="10"/>
                  </a:cubicBezTo>
                  <a:cubicBezTo>
                    <a:pt x="55" y="6"/>
                    <a:pt x="49"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4"/>
            <p:cNvSpPr/>
            <p:nvPr/>
          </p:nvSpPr>
          <p:spPr>
            <a:xfrm>
              <a:off x="1821155" y="1626331"/>
              <a:ext cx="31727" cy="12464"/>
            </a:xfrm>
            <a:custGeom>
              <a:rect b="b" l="l" r="r" t="t"/>
              <a:pathLst>
                <a:path extrusionOk="0" h="22" w="56">
                  <a:moveTo>
                    <a:pt x="13" y="0"/>
                  </a:moveTo>
                  <a:cubicBezTo>
                    <a:pt x="7" y="0"/>
                    <a:pt x="1" y="6"/>
                    <a:pt x="1" y="10"/>
                  </a:cubicBezTo>
                  <a:cubicBezTo>
                    <a:pt x="1" y="16"/>
                    <a:pt x="7" y="22"/>
                    <a:pt x="13" y="22"/>
                  </a:cubicBezTo>
                  <a:lnTo>
                    <a:pt x="44" y="22"/>
                  </a:lnTo>
                  <a:cubicBezTo>
                    <a:pt x="50" y="22"/>
                    <a:pt x="56" y="16"/>
                    <a:pt x="56" y="10"/>
                  </a:cubicBezTo>
                  <a:cubicBezTo>
                    <a:pt x="56" y="6"/>
                    <a:pt x="50"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4"/>
            <p:cNvSpPr/>
            <p:nvPr/>
          </p:nvSpPr>
          <p:spPr>
            <a:xfrm>
              <a:off x="1639858" y="1680720"/>
              <a:ext cx="30594" cy="13597"/>
            </a:xfrm>
            <a:custGeom>
              <a:rect b="b" l="l" r="r" t="t"/>
              <a:pathLst>
                <a:path extrusionOk="0" h="24" w="54">
                  <a:moveTo>
                    <a:pt x="10" y="1"/>
                  </a:moveTo>
                  <a:cubicBezTo>
                    <a:pt x="6" y="1"/>
                    <a:pt x="0" y="7"/>
                    <a:pt x="0" y="12"/>
                  </a:cubicBezTo>
                  <a:cubicBezTo>
                    <a:pt x="0" y="18"/>
                    <a:pt x="6" y="24"/>
                    <a:pt x="10" y="24"/>
                  </a:cubicBezTo>
                  <a:lnTo>
                    <a:pt x="44" y="24"/>
                  </a:lnTo>
                  <a:cubicBezTo>
                    <a:pt x="49" y="24"/>
                    <a:pt x="54" y="18"/>
                    <a:pt x="54" y="12"/>
                  </a:cubicBezTo>
                  <a:cubicBezTo>
                    <a:pt x="54" y="7"/>
                    <a:pt x="49"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a:off x="1699346" y="1680720"/>
              <a:ext cx="31727" cy="13597"/>
            </a:xfrm>
            <a:custGeom>
              <a:rect b="b" l="l" r="r" t="t"/>
              <a:pathLst>
                <a:path extrusionOk="0" h="24" w="56">
                  <a:moveTo>
                    <a:pt x="12" y="1"/>
                  </a:moveTo>
                  <a:cubicBezTo>
                    <a:pt x="7" y="1"/>
                    <a:pt x="1" y="7"/>
                    <a:pt x="1" y="12"/>
                  </a:cubicBezTo>
                  <a:cubicBezTo>
                    <a:pt x="4" y="18"/>
                    <a:pt x="7" y="24"/>
                    <a:pt x="12" y="24"/>
                  </a:cubicBezTo>
                  <a:lnTo>
                    <a:pt x="46" y="24"/>
                  </a:lnTo>
                  <a:cubicBezTo>
                    <a:pt x="50" y="24"/>
                    <a:pt x="56" y="18"/>
                    <a:pt x="56" y="12"/>
                  </a:cubicBezTo>
                  <a:cubicBezTo>
                    <a:pt x="56" y="7"/>
                    <a:pt x="50"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a:off x="1761101" y="1680720"/>
              <a:ext cx="31160" cy="13597"/>
            </a:xfrm>
            <a:custGeom>
              <a:rect b="b" l="l" r="r" t="t"/>
              <a:pathLst>
                <a:path extrusionOk="0" h="24" w="55">
                  <a:moveTo>
                    <a:pt x="12" y="1"/>
                  </a:moveTo>
                  <a:cubicBezTo>
                    <a:pt x="6" y="1"/>
                    <a:pt x="0" y="7"/>
                    <a:pt x="0" y="12"/>
                  </a:cubicBezTo>
                  <a:cubicBezTo>
                    <a:pt x="2" y="18"/>
                    <a:pt x="4" y="24"/>
                    <a:pt x="12" y="24"/>
                  </a:cubicBezTo>
                  <a:lnTo>
                    <a:pt x="45" y="24"/>
                  </a:lnTo>
                  <a:cubicBezTo>
                    <a:pt x="49" y="24"/>
                    <a:pt x="55" y="18"/>
                    <a:pt x="55" y="12"/>
                  </a:cubicBezTo>
                  <a:cubicBezTo>
                    <a:pt x="55" y="7"/>
                    <a:pt x="49"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5" name="Shape 735"/>
        <p:cNvGrpSpPr/>
        <p:nvPr/>
      </p:nvGrpSpPr>
      <p:grpSpPr>
        <a:xfrm>
          <a:off x="0" y="0"/>
          <a:ext cx="0" cy="0"/>
          <a:chOff x="0" y="0"/>
          <a:chExt cx="0" cy="0"/>
        </a:xfrm>
      </p:grpSpPr>
      <p:sp>
        <p:nvSpPr>
          <p:cNvPr id="736" name="Google Shape;736;p35"/>
          <p:cNvSpPr txBox="1"/>
          <p:nvPr>
            <p:ph idx="6" type="subTitle"/>
          </p:nvPr>
        </p:nvSpPr>
        <p:spPr>
          <a:xfrm>
            <a:off x="1531405" y="3192400"/>
            <a:ext cx="28110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37" name="Google Shape;737;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Four ideas</a:t>
            </a:r>
            <a:endParaRPr/>
          </a:p>
        </p:txBody>
      </p:sp>
      <p:sp>
        <p:nvSpPr>
          <p:cNvPr id="738" name="Google Shape;738;p35"/>
          <p:cNvSpPr txBox="1"/>
          <p:nvPr>
            <p:ph idx="1" type="subTitle"/>
          </p:nvPr>
        </p:nvSpPr>
        <p:spPr>
          <a:xfrm>
            <a:off x="1531405" y="1825100"/>
            <a:ext cx="28110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 and it’s made of basalt</a:t>
            </a:r>
            <a:endParaRPr/>
          </a:p>
        </p:txBody>
      </p:sp>
      <p:sp>
        <p:nvSpPr>
          <p:cNvPr id="739" name="Google Shape;739;p35"/>
          <p:cNvSpPr txBox="1"/>
          <p:nvPr>
            <p:ph idx="2" type="subTitle"/>
          </p:nvPr>
        </p:nvSpPr>
        <p:spPr>
          <a:xfrm>
            <a:off x="5383407" y="1825100"/>
            <a:ext cx="28110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r>
              <a:rPr lang="en"/>
              <a:t>. It </a:t>
            </a:r>
            <a:r>
              <a:rPr lang="en"/>
              <a:t>has a toxic atmosphere</a:t>
            </a:r>
            <a:endParaRPr/>
          </a:p>
        </p:txBody>
      </p:sp>
      <p:sp>
        <p:nvSpPr>
          <p:cNvPr id="740" name="Google Shape;740;p35"/>
          <p:cNvSpPr txBox="1"/>
          <p:nvPr>
            <p:ph idx="3" type="subTitle"/>
          </p:nvPr>
        </p:nvSpPr>
        <p:spPr>
          <a:xfrm>
            <a:off x="1531405" y="3485675"/>
            <a:ext cx="28110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a Roman god</a:t>
            </a:r>
            <a:endParaRPr/>
          </a:p>
        </p:txBody>
      </p:sp>
      <p:sp>
        <p:nvSpPr>
          <p:cNvPr id="741" name="Google Shape;741;p35"/>
          <p:cNvSpPr txBox="1"/>
          <p:nvPr>
            <p:ph idx="4" type="subTitle"/>
          </p:nvPr>
        </p:nvSpPr>
        <p:spPr>
          <a:xfrm>
            <a:off x="5383407" y="3485675"/>
            <a:ext cx="28110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It’s the sixth planet from the Sun</a:t>
            </a:r>
            <a:endParaRPr/>
          </a:p>
        </p:txBody>
      </p:sp>
      <p:sp>
        <p:nvSpPr>
          <p:cNvPr id="742" name="Google Shape;742;p35"/>
          <p:cNvSpPr txBox="1"/>
          <p:nvPr>
            <p:ph idx="5" type="subTitle"/>
          </p:nvPr>
        </p:nvSpPr>
        <p:spPr>
          <a:xfrm>
            <a:off x="1531405" y="1531750"/>
            <a:ext cx="28110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43" name="Google Shape;743;p35"/>
          <p:cNvSpPr txBox="1"/>
          <p:nvPr>
            <p:ph idx="7" type="subTitle"/>
          </p:nvPr>
        </p:nvSpPr>
        <p:spPr>
          <a:xfrm>
            <a:off x="5383380" y="1531750"/>
            <a:ext cx="28110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44" name="Google Shape;744;p35"/>
          <p:cNvSpPr txBox="1"/>
          <p:nvPr>
            <p:ph idx="8" type="subTitle"/>
          </p:nvPr>
        </p:nvSpPr>
        <p:spPr>
          <a:xfrm>
            <a:off x="5383380" y="3192400"/>
            <a:ext cx="28110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grpSp>
        <p:nvGrpSpPr>
          <p:cNvPr id="745" name="Google Shape;745;p35"/>
          <p:cNvGrpSpPr/>
          <p:nvPr/>
        </p:nvGrpSpPr>
        <p:grpSpPr>
          <a:xfrm>
            <a:off x="4811948" y="1529740"/>
            <a:ext cx="419026" cy="416145"/>
            <a:chOff x="6315017" y="1404452"/>
            <a:chExt cx="419026" cy="416145"/>
          </a:xfrm>
        </p:grpSpPr>
        <p:sp>
          <p:nvSpPr>
            <p:cNvPr id="746" name="Google Shape;746;p35"/>
            <p:cNvSpPr/>
            <p:nvPr/>
          </p:nvSpPr>
          <p:spPr>
            <a:xfrm>
              <a:off x="6315017" y="1404452"/>
              <a:ext cx="419026" cy="416145"/>
            </a:xfrm>
            <a:custGeom>
              <a:rect b="b" l="l" r="r" t="t"/>
              <a:pathLst>
                <a:path extrusionOk="0" h="722" w="727">
                  <a:moveTo>
                    <a:pt x="321" y="23"/>
                  </a:moveTo>
                  <a:lnTo>
                    <a:pt x="321" y="53"/>
                  </a:lnTo>
                  <a:lnTo>
                    <a:pt x="286" y="53"/>
                  </a:lnTo>
                  <a:lnTo>
                    <a:pt x="286" y="41"/>
                  </a:lnTo>
                  <a:lnTo>
                    <a:pt x="285" y="41"/>
                  </a:lnTo>
                  <a:cubicBezTo>
                    <a:pt x="285" y="33"/>
                    <a:pt x="291" y="23"/>
                    <a:pt x="302" y="23"/>
                  </a:cubicBezTo>
                  <a:close/>
                  <a:moveTo>
                    <a:pt x="374" y="23"/>
                  </a:moveTo>
                  <a:lnTo>
                    <a:pt x="374" y="70"/>
                  </a:lnTo>
                  <a:cubicBezTo>
                    <a:pt x="367" y="62"/>
                    <a:pt x="357" y="56"/>
                    <a:pt x="344" y="56"/>
                  </a:cubicBezTo>
                  <a:lnTo>
                    <a:pt x="340" y="56"/>
                  </a:lnTo>
                  <a:lnTo>
                    <a:pt x="340" y="23"/>
                  </a:lnTo>
                  <a:close/>
                  <a:moveTo>
                    <a:pt x="473" y="23"/>
                  </a:moveTo>
                  <a:cubicBezTo>
                    <a:pt x="481" y="23"/>
                    <a:pt x="490" y="30"/>
                    <a:pt x="490" y="41"/>
                  </a:cubicBezTo>
                  <a:lnTo>
                    <a:pt x="490" y="131"/>
                  </a:lnTo>
                  <a:lnTo>
                    <a:pt x="489" y="131"/>
                  </a:lnTo>
                  <a:cubicBezTo>
                    <a:pt x="489" y="141"/>
                    <a:pt x="481" y="150"/>
                    <a:pt x="473" y="150"/>
                  </a:cubicBezTo>
                  <a:cubicBezTo>
                    <a:pt x="467" y="150"/>
                    <a:pt x="463" y="147"/>
                    <a:pt x="460" y="144"/>
                  </a:cubicBezTo>
                  <a:cubicBezTo>
                    <a:pt x="455" y="141"/>
                    <a:pt x="454" y="137"/>
                    <a:pt x="454" y="131"/>
                  </a:cubicBezTo>
                  <a:lnTo>
                    <a:pt x="454" y="23"/>
                  </a:lnTo>
                  <a:close/>
                  <a:moveTo>
                    <a:pt x="432" y="21"/>
                  </a:moveTo>
                  <a:lnTo>
                    <a:pt x="432" y="23"/>
                  </a:lnTo>
                  <a:lnTo>
                    <a:pt x="432" y="171"/>
                  </a:lnTo>
                  <a:cubicBezTo>
                    <a:pt x="432" y="180"/>
                    <a:pt x="425" y="189"/>
                    <a:pt x="416" y="189"/>
                  </a:cubicBezTo>
                  <a:cubicBezTo>
                    <a:pt x="411" y="189"/>
                    <a:pt x="408" y="187"/>
                    <a:pt x="403" y="183"/>
                  </a:cubicBezTo>
                  <a:cubicBezTo>
                    <a:pt x="399" y="180"/>
                    <a:pt x="398" y="177"/>
                    <a:pt x="398" y="171"/>
                  </a:cubicBezTo>
                  <a:lnTo>
                    <a:pt x="398" y="21"/>
                  </a:lnTo>
                  <a:close/>
                  <a:moveTo>
                    <a:pt x="321" y="134"/>
                  </a:moveTo>
                  <a:lnTo>
                    <a:pt x="321" y="173"/>
                  </a:lnTo>
                  <a:cubicBezTo>
                    <a:pt x="321" y="179"/>
                    <a:pt x="318" y="181"/>
                    <a:pt x="315" y="186"/>
                  </a:cubicBezTo>
                  <a:cubicBezTo>
                    <a:pt x="311" y="189"/>
                    <a:pt x="308" y="192"/>
                    <a:pt x="302" y="192"/>
                  </a:cubicBezTo>
                  <a:cubicBezTo>
                    <a:pt x="294" y="192"/>
                    <a:pt x="286" y="181"/>
                    <a:pt x="286" y="173"/>
                  </a:cubicBezTo>
                  <a:lnTo>
                    <a:pt x="286" y="134"/>
                  </a:lnTo>
                  <a:close/>
                  <a:moveTo>
                    <a:pt x="376" y="116"/>
                  </a:moveTo>
                  <a:lnTo>
                    <a:pt x="376" y="173"/>
                  </a:lnTo>
                  <a:cubicBezTo>
                    <a:pt x="376" y="181"/>
                    <a:pt x="369" y="192"/>
                    <a:pt x="359" y="192"/>
                  </a:cubicBezTo>
                  <a:cubicBezTo>
                    <a:pt x="350" y="192"/>
                    <a:pt x="340" y="184"/>
                    <a:pt x="340" y="173"/>
                  </a:cubicBezTo>
                  <a:lnTo>
                    <a:pt x="340" y="131"/>
                  </a:lnTo>
                  <a:lnTo>
                    <a:pt x="344" y="131"/>
                  </a:lnTo>
                  <a:cubicBezTo>
                    <a:pt x="359" y="131"/>
                    <a:pt x="369" y="125"/>
                    <a:pt x="376" y="116"/>
                  </a:cubicBezTo>
                  <a:close/>
                  <a:moveTo>
                    <a:pt x="94" y="86"/>
                  </a:moveTo>
                  <a:lnTo>
                    <a:pt x="146" y="236"/>
                  </a:lnTo>
                  <a:lnTo>
                    <a:pt x="44" y="236"/>
                  </a:lnTo>
                  <a:lnTo>
                    <a:pt x="94" y="86"/>
                  </a:lnTo>
                  <a:close/>
                  <a:moveTo>
                    <a:pt x="624" y="86"/>
                  </a:moveTo>
                  <a:lnTo>
                    <a:pt x="676" y="236"/>
                  </a:lnTo>
                  <a:lnTo>
                    <a:pt x="574" y="236"/>
                  </a:lnTo>
                  <a:lnTo>
                    <a:pt x="624" y="86"/>
                  </a:lnTo>
                  <a:close/>
                  <a:moveTo>
                    <a:pt x="344" y="72"/>
                  </a:moveTo>
                  <a:cubicBezTo>
                    <a:pt x="353" y="72"/>
                    <a:pt x="361" y="79"/>
                    <a:pt x="361" y="89"/>
                  </a:cubicBezTo>
                  <a:cubicBezTo>
                    <a:pt x="361" y="101"/>
                    <a:pt x="354" y="108"/>
                    <a:pt x="344" y="108"/>
                  </a:cubicBezTo>
                  <a:lnTo>
                    <a:pt x="262" y="108"/>
                  </a:lnTo>
                  <a:lnTo>
                    <a:pt x="262" y="168"/>
                  </a:lnTo>
                  <a:cubicBezTo>
                    <a:pt x="262" y="190"/>
                    <a:pt x="279" y="208"/>
                    <a:pt x="298" y="209"/>
                  </a:cubicBezTo>
                  <a:cubicBezTo>
                    <a:pt x="309" y="209"/>
                    <a:pt x="321" y="205"/>
                    <a:pt x="327" y="197"/>
                  </a:cubicBezTo>
                  <a:lnTo>
                    <a:pt x="330" y="196"/>
                  </a:lnTo>
                  <a:cubicBezTo>
                    <a:pt x="337" y="203"/>
                    <a:pt x="346" y="209"/>
                    <a:pt x="359" y="209"/>
                  </a:cubicBezTo>
                  <a:cubicBezTo>
                    <a:pt x="372" y="209"/>
                    <a:pt x="380" y="203"/>
                    <a:pt x="387" y="196"/>
                  </a:cubicBezTo>
                  <a:lnTo>
                    <a:pt x="389" y="197"/>
                  </a:lnTo>
                  <a:cubicBezTo>
                    <a:pt x="396" y="205"/>
                    <a:pt x="408" y="209"/>
                    <a:pt x="418" y="209"/>
                  </a:cubicBezTo>
                  <a:cubicBezTo>
                    <a:pt x="438" y="208"/>
                    <a:pt x="454" y="190"/>
                    <a:pt x="454" y="168"/>
                  </a:cubicBezTo>
                  <a:lnTo>
                    <a:pt x="454" y="164"/>
                  </a:lnTo>
                  <a:cubicBezTo>
                    <a:pt x="460" y="167"/>
                    <a:pt x="467" y="167"/>
                    <a:pt x="474" y="167"/>
                  </a:cubicBezTo>
                  <a:cubicBezTo>
                    <a:pt x="480" y="167"/>
                    <a:pt x="484" y="166"/>
                    <a:pt x="490" y="164"/>
                  </a:cubicBezTo>
                  <a:lnTo>
                    <a:pt x="490" y="213"/>
                  </a:lnTo>
                  <a:lnTo>
                    <a:pt x="489" y="213"/>
                  </a:lnTo>
                  <a:lnTo>
                    <a:pt x="460" y="255"/>
                  </a:lnTo>
                  <a:lnTo>
                    <a:pt x="460" y="317"/>
                  </a:lnTo>
                  <a:lnTo>
                    <a:pt x="311" y="317"/>
                  </a:lnTo>
                  <a:lnTo>
                    <a:pt x="311" y="247"/>
                  </a:lnTo>
                  <a:lnTo>
                    <a:pt x="301" y="247"/>
                  </a:lnTo>
                  <a:cubicBezTo>
                    <a:pt x="259" y="247"/>
                    <a:pt x="226" y="215"/>
                    <a:pt x="226" y="173"/>
                  </a:cubicBezTo>
                  <a:lnTo>
                    <a:pt x="226" y="89"/>
                  </a:lnTo>
                  <a:cubicBezTo>
                    <a:pt x="226" y="80"/>
                    <a:pt x="233" y="72"/>
                    <a:pt x="244" y="72"/>
                  </a:cubicBezTo>
                  <a:close/>
                  <a:moveTo>
                    <a:pt x="169" y="258"/>
                  </a:moveTo>
                  <a:cubicBezTo>
                    <a:pt x="166" y="297"/>
                    <a:pt x="135" y="332"/>
                    <a:pt x="94" y="332"/>
                  </a:cubicBezTo>
                  <a:cubicBezTo>
                    <a:pt x="55" y="332"/>
                    <a:pt x="21" y="300"/>
                    <a:pt x="21" y="258"/>
                  </a:cubicBezTo>
                  <a:close/>
                  <a:moveTo>
                    <a:pt x="698" y="258"/>
                  </a:moveTo>
                  <a:cubicBezTo>
                    <a:pt x="698" y="297"/>
                    <a:pt x="665" y="332"/>
                    <a:pt x="624" y="332"/>
                  </a:cubicBezTo>
                  <a:cubicBezTo>
                    <a:pt x="584" y="332"/>
                    <a:pt x="549" y="300"/>
                    <a:pt x="549" y="258"/>
                  </a:cubicBezTo>
                  <a:close/>
                  <a:moveTo>
                    <a:pt x="304" y="1"/>
                  </a:moveTo>
                  <a:cubicBezTo>
                    <a:pt x="282" y="1"/>
                    <a:pt x="266" y="20"/>
                    <a:pt x="266" y="38"/>
                  </a:cubicBezTo>
                  <a:lnTo>
                    <a:pt x="266" y="53"/>
                  </a:lnTo>
                  <a:lnTo>
                    <a:pt x="86" y="53"/>
                  </a:lnTo>
                  <a:lnTo>
                    <a:pt x="25" y="236"/>
                  </a:lnTo>
                  <a:lnTo>
                    <a:pt x="0" y="236"/>
                  </a:lnTo>
                  <a:lnTo>
                    <a:pt x="0" y="257"/>
                  </a:lnTo>
                  <a:cubicBezTo>
                    <a:pt x="0" y="309"/>
                    <a:pt x="44" y="352"/>
                    <a:pt x="97" y="352"/>
                  </a:cubicBezTo>
                  <a:cubicBezTo>
                    <a:pt x="149" y="352"/>
                    <a:pt x="192" y="309"/>
                    <a:pt x="192" y="257"/>
                  </a:cubicBezTo>
                  <a:lnTo>
                    <a:pt x="192" y="236"/>
                  </a:lnTo>
                  <a:lnTo>
                    <a:pt x="172" y="236"/>
                  </a:lnTo>
                  <a:lnTo>
                    <a:pt x="116" y="76"/>
                  </a:lnTo>
                  <a:lnTo>
                    <a:pt x="214" y="76"/>
                  </a:lnTo>
                  <a:cubicBezTo>
                    <a:pt x="210" y="80"/>
                    <a:pt x="210" y="86"/>
                    <a:pt x="210" y="93"/>
                  </a:cubicBezTo>
                  <a:lnTo>
                    <a:pt x="210" y="177"/>
                  </a:lnTo>
                  <a:cubicBezTo>
                    <a:pt x="210" y="225"/>
                    <a:pt x="246" y="265"/>
                    <a:pt x="295" y="271"/>
                  </a:cubicBezTo>
                  <a:lnTo>
                    <a:pt x="295" y="319"/>
                  </a:lnTo>
                  <a:lnTo>
                    <a:pt x="253" y="319"/>
                  </a:lnTo>
                  <a:lnTo>
                    <a:pt x="253" y="722"/>
                  </a:lnTo>
                  <a:lnTo>
                    <a:pt x="275" y="722"/>
                  </a:lnTo>
                  <a:lnTo>
                    <a:pt x="275" y="340"/>
                  </a:lnTo>
                  <a:lnTo>
                    <a:pt x="431" y="340"/>
                  </a:lnTo>
                  <a:lnTo>
                    <a:pt x="431" y="462"/>
                  </a:lnTo>
                  <a:lnTo>
                    <a:pt x="452" y="462"/>
                  </a:lnTo>
                  <a:lnTo>
                    <a:pt x="452" y="340"/>
                  </a:lnTo>
                  <a:lnTo>
                    <a:pt x="509" y="340"/>
                  </a:lnTo>
                  <a:lnTo>
                    <a:pt x="509" y="722"/>
                  </a:lnTo>
                  <a:lnTo>
                    <a:pt x="530" y="722"/>
                  </a:lnTo>
                  <a:lnTo>
                    <a:pt x="530" y="319"/>
                  </a:lnTo>
                  <a:lnTo>
                    <a:pt x="489" y="319"/>
                  </a:lnTo>
                  <a:lnTo>
                    <a:pt x="489" y="264"/>
                  </a:lnTo>
                  <a:lnTo>
                    <a:pt x="517" y="221"/>
                  </a:lnTo>
                  <a:lnTo>
                    <a:pt x="517" y="76"/>
                  </a:lnTo>
                  <a:lnTo>
                    <a:pt x="613" y="76"/>
                  </a:lnTo>
                  <a:lnTo>
                    <a:pt x="559" y="236"/>
                  </a:lnTo>
                  <a:lnTo>
                    <a:pt x="535" y="236"/>
                  </a:lnTo>
                  <a:lnTo>
                    <a:pt x="535" y="257"/>
                  </a:lnTo>
                  <a:cubicBezTo>
                    <a:pt x="535" y="309"/>
                    <a:pt x="578" y="352"/>
                    <a:pt x="632" y="352"/>
                  </a:cubicBezTo>
                  <a:cubicBezTo>
                    <a:pt x="684" y="352"/>
                    <a:pt x="727" y="309"/>
                    <a:pt x="727" y="257"/>
                  </a:cubicBezTo>
                  <a:lnTo>
                    <a:pt x="727" y="236"/>
                  </a:lnTo>
                  <a:lnTo>
                    <a:pt x="700" y="236"/>
                  </a:lnTo>
                  <a:lnTo>
                    <a:pt x="636" y="53"/>
                  </a:lnTo>
                  <a:lnTo>
                    <a:pt x="510" y="53"/>
                  </a:lnTo>
                  <a:lnTo>
                    <a:pt x="510" y="38"/>
                  </a:lnTo>
                  <a:cubicBezTo>
                    <a:pt x="510" y="17"/>
                    <a:pt x="491" y="1"/>
                    <a:pt x="4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5"/>
            <p:cNvSpPr/>
            <p:nvPr/>
          </p:nvSpPr>
          <p:spPr>
            <a:xfrm>
              <a:off x="6350176" y="1566415"/>
              <a:ext cx="39194" cy="17291"/>
            </a:xfrm>
            <a:custGeom>
              <a:rect b="b" l="l" r="r" t="t"/>
              <a:pathLst>
                <a:path extrusionOk="0" h="30" w="68">
                  <a:moveTo>
                    <a:pt x="13" y="0"/>
                  </a:moveTo>
                  <a:lnTo>
                    <a:pt x="0" y="16"/>
                  </a:lnTo>
                  <a:cubicBezTo>
                    <a:pt x="9" y="25"/>
                    <a:pt x="22" y="29"/>
                    <a:pt x="33" y="29"/>
                  </a:cubicBezTo>
                  <a:cubicBezTo>
                    <a:pt x="46" y="29"/>
                    <a:pt x="59" y="25"/>
                    <a:pt x="68" y="16"/>
                  </a:cubicBezTo>
                  <a:lnTo>
                    <a:pt x="53" y="0"/>
                  </a:lnTo>
                  <a:cubicBezTo>
                    <a:pt x="48" y="6"/>
                    <a:pt x="40" y="7"/>
                    <a:pt x="33" y="7"/>
                  </a:cubicBezTo>
                  <a:cubicBezTo>
                    <a:pt x="26" y="7"/>
                    <a:pt x="19" y="6"/>
                    <a:pt x="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5"/>
            <p:cNvSpPr/>
            <p:nvPr/>
          </p:nvSpPr>
          <p:spPr>
            <a:xfrm>
              <a:off x="6655656" y="1566415"/>
              <a:ext cx="39770" cy="17291"/>
            </a:xfrm>
            <a:custGeom>
              <a:rect b="b" l="l" r="r" t="t"/>
              <a:pathLst>
                <a:path extrusionOk="0" h="30" w="69">
                  <a:moveTo>
                    <a:pt x="15" y="0"/>
                  </a:moveTo>
                  <a:lnTo>
                    <a:pt x="0" y="16"/>
                  </a:lnTo>
                  <a:cubicBezTo>
                    <a:pt x="9" y="25"/>
                    <a:pt x="22" y="29"/>
                    <a:pt x="35" y="29"/>
                  </a:cubicBezTo>
                  <a:cubicBezTo>
                    <a:pt x="48" y="29"/>
                    <a:pt x="59" y="25"/>
                    <a:pt x="68" y="16"/>
                  </a:cubicBezTo>
                  <a:lnTo>
                    <a:pt x="55" y="0"/>
                  </a:lnTo>
                  <a:cubicBezTo>
                    <a:pt x="49" y="6"/>
                    <a:pt x="42" y="7"/>
                    <a:pt x="35" y="7"/>
                  </a:cubicBezTo>
                  <a:cubicBezTo>
                    <a:pt x="28" y="7"/>
                    <a:pt x="20" y="6"/>
                    <a:pt x="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5"/>
            <p:cNvSpPr/>
            <p:nvPr/>
          </p:nvSpPr>
          <p:spPr>
            <a:xfrm>
              <a:off x="6482167" y="1686877"/>
              <a:ext cx="13257" cy="58214"/>
            </a:xfrm>
            <a:custGeom>
              <a:rect b="b" l="l" r="r" t="t"/>
              <a:pathLst>
                <a:path extrusionOk="0" h="101" w="23">
                  <a:moveTo>
                    <a:pt x="1" y="1"/>
                  </a:moveTo>
                  <a:lnTo>
                    <a:pt x="1" y="100"/>
                  </a:lnTo>
                  <a:lnTo>
                    <a:pt x="22" y="100"/>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5"/>
            <p:cNvSpPr/>
            <p:nvPr/>
          </p:nvSpPr>
          <p:spPr>
            <a:xfrm>
              <a:off x="6482167" y="1791778"/>
              <a:ext cx="13257" cy="12104"/>
            </a:xfrm>
            <a:custGeom>
              <a:rect b="b" l="l" r="r" t="t"/>
              <a:pathLst>
                <a:path extrusionOk="0" h="21" w="23">
                  <a:moveTo>
                    <a:pt x="1" y="1"/>
                  </a:moveTo>
                  <a:lnTo>
                    <a:pt x="1" y="21"/>
                  </a:lnTo>
                  <a:lnTo>
                    <a:pt x="22" y="2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5"/>
            <p:cNvSpPr/>
            <p:nvPr/>
          </p:nvSpPr>
          <p:spPr>
            <a:xfrm>
              <a:off x="6482167" y="1756043"/>
              <a:ext cx="13257" cy="23631"/>
            </a:xfrm>
            <a:custGeom>
              <a:rect b="b" l="l" r="r" t="t"/>
              <a:pathLst>
                <a:path extrusionOk="0" h="41" w="23">
                  <a:moveTo>
                    <a:pt x="1" y="1"/>
                  </a:moveTo>
                  <a:lnTo>
                    <a:pt x="1" y="41"/>
                  </a:lnTo>
                  <a:lnTo>
                    <a:pt x="22" y="4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5"/>
            <p:cNvSpPr/>
            <p:nvPr/>
          </p:nvSpPr>
          <p:spPr>
            <a:xfrm>
              <a:off x="6489083" y="1613101"/>
              <a:ext cx="55332" cy="12680"/>
            </a:xfrm>
            <a:custGeom>
              <a:rect b="b" l="l" r="r" t="t"/>
              <a:pathLst>
                <a:path extrusionOk="0" h="22" w="96">
                  <a:moveTo>
                    <a:pt x="0" y="0"/>
                  </a:moveTo>
                  <a:lnTo>
                    <a:pt x="0" y="22"/>
                  </a:lnTo>
                  <a:lnTo>
                    <a:pt x="96" y="22"/>
                  </a:ln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5"/>
            <p:cNvSpPr/>
            <p:nvPr/>
          </p:nvSpPr>
          <p:spPr>
            <a:xfrm>
              <a:off x="6559977" y="1705321"/>
              <a:ext cx="12680" cy="12104"/>
            </a:xfrm>
            <a:custGeom>
              <a:rect b="b" l="l" r="r" t="t"/>
              <a:pathLst>
                <a:path extrusionOk="0" h="21" w="22">
                  <a:moveTo>
                    <a:pt x="0" y="0"/>
                  </a:moveTo>
                  <a:lnTo>
                    <a:pt x="0" y="21"/>
                  </a:lnTo>
                  <a:lnTo>
                    <a:pt x="22" y="2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5"/>
            <p:cNvSpPr/>
            <p:nvPr/>
          </p:nvSpPr>
          <p:spPr>
            <a:xfrm>
              <a:off x="6559977" y="1681690"/>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5"/>
            <p:cNvSpPr/>
            <p:nvPr/>
          </p:nvSpPr>
          <p:spPr>
            <a:xfrm>
              <a:off x="6508680" y="1553158"/>
              <a:ext cx="13257" cy="24208"/>
            </a:xfrm>
            <a:custGeom>
              <a:rect b="b" l="l" r="r" t="t"/>
              <a:pathLst>
                <a:path extrusionOk="0" h="42" w="23">
                  <a:moveTo>
                    <a:pt x="1" y="0"/>
                  </a:moveTo>
                  <a:lnTo>
                    <a:pt x="1" y="42"/>
                  </a:lnTo>
                  <a:lnTo>
                    <a:pt x="23" y="4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35"/>
          <p:cNvGrpSpPr/>
          <p:nvPr/>
        </p:nvGrpSpPr>
        <p:grpSpPr>
          <a:xfrm>
            <a:off x="949593" y="1531753"/>
            <a:ext cx="429401" cy="412110"/>
            <a:chOff x="4743812" y="2011378"/>
            <a:chExt cx="429401" cy="412110"/>
          </a:xfrm>
        </p:grpSpPr>
        <p:sp>
          <p:nvSpPr>
            <p:cNvPr id="757" name="Google Shape;757;p35"/>
            <p:cNvSpPr/>
            <p:nvPr/>
          </p:nvSpPr>
          <p:spPr>
            <a:xfrm>
              <a:off x="4743812" y="2011378"/>
              <a:ext cx="429401" cy="412110"/>
            </a:xfrm>
            <a:custGeom>
              <a:rect b="b" l="l" r="r" t="t"/>
              <a:pathLst>
                <a:path extrusionOk="0" h="715" w="745">
                  <a:moveTo>
                    <a:pt x="292" y="23"/>
                  </a:moveTo>
                  <a:cubicBezTo>
                    <a:pt x="300" y="31"/>
                    <a:pt x="311" y="52"/>
                    <a:pt x="307" y="67"/>
                  </a:cubicBezTo>
                  <a:cubicBezTo>
                    <a:pt x="307" y="72"/>
                    <a:pt x="305" y="75"/>
                    <a:pt x="304" y="79"/>
                  </a:cubicBezTo>
                  <a:cubicBezTo>
                    <a:pt x="291" y="82"/>
                    <a:pt x="281" y="86"/>
                    <a:pt x="269" y="89"/>
                  </a:cubicBezTo>
                  <a:cubicBezTo>
                    <a:pt x="263" y="82"/>
                    <a:pt x="261" y="72"/>
                    <a:pt x="262" y="60"/>
                  </a:cubicBezTo>
                  <a:cubicBezTo>
                    <a:pt x="266" y="43"/>
                    <a:pt x="282" y="30"/>
                    <a:pt x="292" y="23"/>
                  </a:cubicBezTo>
                  <a:close/>
                  <a:moveTo>
                    <a:pt x="457" y="24"/>
                  </a:moveTo>
                  <a:cubicBezTo>
                    <a:pt x="469" y="31"/>
                    <a:pt x="484" y="44"/>
                    <a:pt x="487" y="63"/>
                  </a:cubicBezTo>
                  <a:cubicBezTo>
                    <a:pt x="490" y="72"/>
                    <a:pt x="486" y="82"/>
                    <a:pt x="480" y="92"/>
                  </a:cubicBezTo>
                  <a:cubicBezTo>
                    <a:pt x="470" y="88"/>
                    <a:pt x="457" y="82"/>
                    <a:pt x="447" y="80"/>
                  </a:cubicBezTo>
                  <a:cubicBezTo>
                    <a:pt x="444" y="78"/>
                    <a:pt x="443" y="73"/>
                    <a:pt x="443" y="69"/>
                  </a:cubicBezTo>
                  <a:cubicBezTo>
                    <a:pt x="440" y="52"/>
                    <a:pt x="450" y="33"/>
                    <a:pt x="457" y="24"/>
                  </a:cubicBezTo>
                  <a:close/>
                  <a:moveTo>
                    <a:pt x="133" y="86"/>
                  </a:moveTo>
                  <a:cubicBezTo>
                    <a:pt x="146" y="93"/>
                    <a:pt x="170" y="109"/>
                    <a:pt x="174" y="132"/>
                  </a:cubicBezTo>
                  <a:cubicBezTo>
                    <a:pt x="175" y="138"/>
                    <a:pt x="175" y="144"/>
                    <a:pt x="174" y="150"/>
                  </a:cubicBezTo>
                  <a:lnTo>
                    <a:pt x="158" y="166"/>
                  </a:lnTo>
                  <a:cubicBezTo>
                    <a:pt x="152" y="171"/>
                    <a:pt x="146" y="177"/>
                    <a:pt x="141" y="183"/>
                  </a:cubicBezTo>
                  <a:cubicBezTo>
                    <a:pt x="132" y="176"/>
                    <a:pt x="119" y="161"/>
                    <a:pt x="116" y="145"/>
                  </a:cubicBezTo>
                  <a:cubicBezTo>
                    <a:pt x="110" y="122"/>
                    <a:pt x="126" y="96"/>
                    <a:pt x="133" y="86"/>
                  </a:cubicBezTo>
                  <a:close/>
                  <a:moveTo>
                    <a:pt x="613" y="88"/>
                  </a:moveTo>
                  <a:cubicBezTo>
                    <a:pt x="622" y="99"/>
                    <a:pt x="636" y="124"/>
                    <a:pt x="630" y="147"/>
                  </a:cubicBezTo>
                  <a:cubicBezTo>
                    <a:pt x="630" y="161"/>
                    <a:pt x="616" y="176"/>
                    <a:pt x="606" y="186"/>
                  </a:cubicBezTo>
                  <a:cubicBezTo>
                    <a:pt x="600" y="179"/>
                    <a:pt x="594" y="173"/>
                    <a:pt x="588" y="167"/>
                  </a:cubicBezTo>
                  <a:lnTo>
                    <a:pt x="573" y="151"/>
                  </a:lnTo>
                  <a:lnTo>
                    <a:pt x="573" y="135"/>
                  </a:lnTo>
                  <a:cubicBezTo>
                    <a:pt x="578" y="111"/>
                    <a:pt x="601" y="95"/>
                    <a:pt x="613" y="88"/>
                  </a:cubicBezTo>
                  <a:close/>
                  <a:moveTo>
                    <a:pt x="45" y="247"/>
                  </a:moveTo>
                  <a:cubicBezTo>
                    <a:pt x="60" y="249"/>
                    <a:pt x="86" y="261"/>
                    <a:pt x="96" y="281"/>
                  </a:cubicBezTo>
                  <a:cubicBezTo>
                    <a:pt x="89" y="300"/>
                    <a:pt x="86" y="323"/>
                    <a:pt x="83" y="342"/>
                  </a:cubicBezTo>
                  <a:cubicBezTo>
                    <a:pt x="68" y="336"/>
                    <a:pt x="50" y="326"/>
                    <a:pt x="42" y="310"/>
                  </a:cubicBezTo>
                  <a:cubicBezTo>
                    <a:pt x="31" y="288"/>
                    <a:pt x="40" y="261"/>
                    <a:pt x="45" y="247"/>
                  </a:cubicBezTo>
                  <a:close/>
                  <a:moveTo>
                    <a:pt x="704" y="248"/>
                  </a:moveTo>
                  <a:cubicBezTo>
                    <a:pt x="710" y="261"/>
                    <a:pt x="718" y="290"/>
                    <a:pt x="708" y="310"/>
                  </a:cubicBezTo>
                  <a:cubicBezTo>
                    <a:pt x="700" y="327"/>
                    <a:pt x="679" y="336"/>
                    <a:pt x="666" y="342"/>
                  </a:cubicBezTo>
                  <a:cubicBezTo>
                    <a:pt x="665" y="320"/>
                    <a:pt x="661" y="300"/>
                    <a:pt x="655" y="281"/>
                  </a:cubicBezTo>
                  <a:cubicBezTo>
                    <a:pt x="666" y="261"/>
                    <a:pt x="692" y="252"/>
                    <a:pt x="704" y="248"/>
                  </a:cubicBezTo>
                  <a:close/>
                  <a:moveTo>
                    <a:pt x="85" y="467"/>
                  </a:moveTo>
                  <a:cubicBezTo>
                    <a:pt x="91" y="467"/>
                    <a:pt x="96" y="467"/>
                    <a:pt x="102" y="469"/>
                  </a:cubicBezTo>
                  <a:cubicBezTo>
                    <a:pt x="109" y="486"/>
                    <a:pt x="118" y="505"/>
                    <a:pt x="128" y="521"/>
                  </a:cubicBezTo>
                  <a:cubicBezTo>
                    <a:pt x="119" y="525"/>
                    <a:pt x="108" y="529"/>
                    <a:pt x="96" y="529"/>
                  </a:cubicBezTo>
                  <a:cubicBezTo>
                    <a:pt x="91" y="529"/>
                    <a:pt x="86" y="528"/>
                    <a:pt x="81" y="527"/>
                  </a:cubicBezTo>
                  <a:cubicBezTo>
                    <a:pt x="60" y="520"/>
                    <a:pt x="45" y="494"/>
                    <a:pt x="40" y="479"/>
                  </a:cubicBezTo>
                  <a:cubicBezTo>
                    <a:pt x="49" y="474"/>
                    <a:pt x="68" y="467"/>
                    <a:pt x="85" y="467"/>
                  </a:cubicBezTo>
                  <a:close/>
                  <a:moveTo>
                    <a:pt x="661" y="468"/>
                  </a:moveTo>
                  <a:cubicBezTo>
                    <a:pt x="679" y="468"/>
                    <a:pt x="698" y="476"/>
                    <a:pt x="708" y="482"/>
                  </a:cubicBezTo>
                  <a:cubicBezTo>
                    <a:pt x="703" y="492"/>
                    <a:pt x="690" y="517"/>
                    <a:pt x="666" y="527"/>
                  </a:cubicBezTo>
                  <a:cubicBezTo>
                    <a:pt x="661" y="529"/>
                    <a:pt x="656" y="530"/>
                    <a:pt x="650" y="530"/>
                  </a:cubicBezTo>
                  <a:cubicBezTo>
                    <a:pt x="639" y="530"/>
                    <a:pt x="628" y="526"/>
                    <a:pt x="620" y="522"/>
                  </a:cubicBezTo>
                  <a:cubicBezTo>
                    <a:pt x="630" y="507"/>
                    <a:pt x="639" y="489"/>
                    <a:pt x="646" y="470"/>
                  </a:cubicBezTo>
                  <a:cubicBezTo>
                    <a:pt x="651" y="469"/>
                    <a:pt x="656" y="468"/>
                    <a:pt x="661" y="468"/>
                  </a:cubicBezTo>
                  <a:close/>
                  <a:moveTo>
                    <a:pt x="557" y="608"/>
                  </a:moveTo>
                  <a:cubicBezTo>
                    <a:pt x="591" y="609"/>
                    <a:pt x="620" y="642"/>
                    <a:pt x="630" y="657"/>
                  </a:cubicBezTo>
                  <a:cubicBezTo>
                    <a:pt x="618" y="669"/>
                    <a:pt x="586" y="694"/>
                    <a:pt x="552" y="694"/>
                  </a:cubicBezTo>
                  <a:cubicBezTo>
                    <a:pt x="551" y="694"/>
                    <a:pt x="550" y="694"/>
                    <a:pt x="549" y="694"/>
                  </a:cubicBezTo>
                  <a:cubicBezTo>
                    <a:pt x="513" y="691"/>
                    <a:pt x="483" y="655"/>
                    <a:pt x="473" y="642"/>
                  </a:cubicBezTo>
                  <a:lnTo>
                    <a:pt x="471" y="641"/>
                  </a:lnTo>
                  <a:cubicBezTo>
                    <a:pt x="493" y="634"/>
                    <a:pt x="513" y="622"/>
                    <a:pt x="531" y="612"/>
                  </a:cubicBezTo>
                  <a:cubicBezTo>
                    <a:pt x="541" y="609"/>
                    <a:pt x="549" y="608"/>
                    <a:pt x="557" y="608"/>
                  </a:cubicBezTo>
                  <a:close/>
                  <a:moveTo>
                    <a:pt x="194" y="606"/>
                  </a:moveTo>
                  <a:cubicBezTo>
                    <a:pt x="201" y="606"/>
                    <a:pt x="210" y="606"/>
                    <a:pt x="219" y="609"/>
                  </a:cubicBezTo>
                  <a:cubicBezTo>
                    <a:pt x="237" y="622"/>
                    <a:pt x="259" y="631"/>
                    <a:pt x="278" y="638"/>
                  </a:cubicBezTo>
                  <a:cubicBezTo>
                    <a:pt x="278" y="641"/>
                    <a:pt x="276" y="641"/>
                    <a:pt x="276" y="642"/>
                  </a:cubicBezTo>
                  <a:cubicBezTo>
                    <a:pt x="268" y="655"/>
                    <a:pt x="237" y="693"/>
                    <a:pt x="201" y="694"/>
                  </a:cubicBezTo>
                  <a:cubicBezTo>
                    <a:pt x="200" y="695"/>
                    <a:pt x="198" y="695"/>
                    <a:pt x="196" y="695"/>
                  </a:cubicBezTo>
                  <a:cubicBezTo>
                    <a:pt x="163" y="695"/>
                    <a:pt x="131" y="669"/>
                    <a:pt x="119" y="657"/>
                  </a:cubicBezTo>
                  <a:cubicBezTo>
                    <a:pt x="131" y="642"/>
                    <a:pt x="159" y="609"/>
                    <a:pt x="194" y="606"/>
                  </a:cubicBezTo>
                  <a:close/>
                  <a:moveTo>
                    <a:pt x="292" y="1"/>
                  </a:moveTo>
                  <a:lnTo>
                    <a:pt x="285" y="5"/>
                  </a:lnTo>
                  <a:cubicBezTo>
                    <a:pt x="284" y="5"/>
                    <a:pt x="245" y="27"/>
                    <a:pt x="237" y="60"/>
                  </a:cubicBezTo>
                  <a:cubicBezTo>
                    <a:pt x="233" y="78"/>
                    <a:pt x="239" y="92"/>
                    <a:pt x="245" y="104"/>
                  </a:cubicBezTo>
                  <a:cubicBezTo>
                    <a:pt x="226" y="114"/>
                    <a:pt x="209" y="124"/>
                    <a:pt x="191" y="137"/>
                  </a:cubicBezTo>
                  <a:lnTo>
                    <a:pt x="191" y="132"/>
                  </a:lnTo>
                  <a:cubicBezTo>
                    <a:pt x="183" y="92"/>
                    <a:pt x="133" y="67"/>
                    <a:pt x="132" y="66"/>
                  </a:cubicBezTo>
                  <a:lnTo>
                    <a:pt x="125" y="63"/>
                  </a:lnTo>
                  <a:lnTo>
                    <a:pt x="119" y="67"/>
                  </a:lnTo>
                  <a:cubicBezTo>
                    <a:pt x="118" y="70"/>
                    <a:pt x="81" y="111"/>
                    <a:pt x="90" y="153"/>
                  </a:cubicBezTo>
                  <a:cubicBezTo>
                    <a:pt x="96" y="176"/>
                    <a:pt x="112" y="193"/>
                    <a:pt x="126" y="205"/>
                  </a:cubicBezTo>
                  <a:cubicBezTo>
                    <a:pt x="115" y="223"/>
                    <a:pt x="105" y="241"/>
                    <a:pt x="97" y="261"/>
                  </a:cubicBezTo>
                  <a:cubicBezTo>
                    <a:pt x="74" y="236"/>
                    <a:pt x="38" y="229"/>
                    <a:pt x="37" y="229"/>
                  </a:cubicBezTo>
                  <a:lnTo>
                    <a:pt x="29" y="226"/>
                  </a:lnTo>
                  <a:lnTo>
                    <a:pt x="25" y="234"/>
                  </a:lnTo>
                  <a:cubicBezTo>
                    <a:pt x="24" y="236"/>
                    <a:pt x="1" y="284"/>
                    <a:pt x="18" y="323"/>
                  </a:cubicBezTo>
                  <a:cubicBezTo>
                    <a:pt x="31" y="349"/>
                    <a:pt x="61" y="362"/>
                    <a:pt x="80" y="368"/>
                  </a:cubicBezTo>
                  <a:cubicBezTo>
                    <a:pt x="80" y="395"/>
                    <a:pt x="83" y="421"/>
                    <a:pt x="90" y="447"/>
                  </a:cubicBezTo>
                  <a:cubicBezTo>
                    <a:pt x="87" y="447"/>
                    <a:pt x="84" y="447"/>
                    <a:pt x="81" y="447"/>
                  </a:cubicBezTo>
                  <a:cubicBezTo>
                    <a:pt x="48" y="447"/>
                    <a:pt x="18" y="468"/>
                    <a:pt x="16" y="468"/>
                  </a:cubicBezTo>
                  <a:lnTo>
                    <a:pt x="9" y="470"/>
                  </a:lnTo>
                  <a:lnTo>
                    <a:pt x="11" y="478"/>
                  </a:lnTo>
                  <a:cubicBezTo>
                    <a:pt x="11" y="479"/>
                    <a:pt x="29" y="533"/>
                    <a:pt x="68" y="544"/>
                  </a:cubicBezTo>
                  <a:cubicBezTo>
                    <a:pt x="76" y="547"/>
                    <a:pt x="83" y="548"/>
                    <a:pt x="90" y="548"/>
                  </a:cubicBezTo>
                  <a:cubicBezTo>
                    <a:pt x="107" y="548"/>
                    <a:pt x="123" y="543"/>
                    <a:pt x="133" y="537"/>
                  </a:cubicBezTo>
                  <a:cubicBezTo>
                    <a:pt x="146" y="556"/>
                    <a:pt x="162" y="572"/>
                    <a:pt x="180" y="585"/>
                  </a:cubicBezTo>
                  <a:cubicBezTo>
                    <a:pt x="126" y="592"/>
                    <a:pt x="90" y="647"/>
                    <a:pt x="89" y="651"/>
                  </a:cubicBezTo>
                  <a:lnTo>
                    <a:pt x="86" y="658"/>
                  </a:lnTo>
                  <a:lnTo>
                    <a:pt x="90" y="664"/>
                  </a:lnTo>
                  <a:cubicBezTo>
                    <a:pt x="93" y="665"/>
                    <a:pt x="136" y="715"/>
                    <a:pt x="188" y="715"/>
                  </a:cubicBezTo>
                  <a:lnTo>
                    <a:pt x="196" y="715"/>
                  </a:lnTo>
                  <a:cubicBezTo>
                    <a:pt x="239" y="710"/>
                    <a:pt x="274" y="671"/>
                    <a:pt x="285" y="654"/>
                  </a:cubicBezTo>
                  <a:lnTo>
                    <a:pt x="295" y="645"/>
                  </a:lnTo>
                  <a:cubicBezTo>
                    <a:pt x="318" y="651"/>
                    <a:pt x="343" y="654"/>
                    <a:pt x="369" y="654"/>
                  </a:cubicBezTo>
                  <a:cubicBezTo>
                    <a:pt x="393" y="654"/>
                    <a:pt x="419" y="651"/>
                    <a:pt x="443" y="645"/>
                  </a:cubicBezTo>
                  <a:lnTo>
                    <a:pt x="451" y="654"/>
                  </a:lnTo>
                  <a:cubicBezTo>
                    <a:pt x="464" y="673"/>
                    <a:pt x="499" y="710"/>
                    <a:pt x="542" y="715"/>
                  </a:cubicBezTo>
                  <a:lnTo>
                    <a:pt x="549" y="715"/>
                  </a:lnTo>
                  <a:cubicBezTo>
                    <a:pt x="601" y="715"/>
                    <a:pt x="645" y="665"/>
                    <a:pt x="646" y="664"/>
                  </a:cubicBezTo>
                  <a:lnTo>
                    <a:pt x="652" y="658"/>
                  </a:lnTo>
                  <a:lnTo>
                    <a:pt x="649" y="651"/>
                  </a:lnTo>
                  <a:cubicBezTo>
                    <a:pt x="646" y="650"/>
                    <a:pt x="610" y="593"/>
                    <a:pt x="558" y="585"/>
                  </a:cubicBezTo>
                  <a:cubicBezTo>
                    <a:pt x="574" y="570"/>
                    <a:pt x="591" y="553"/>
                    <a:pt x="603" y="537"/>
                  </a:cubicBezTo>
                  <a:cubicBezTo>
                    <a:pt x="614" y="543"/>
                    <a:pt x="630" y="548"/>
                    <a:pt x="646" y="548"/>
                  </a:cubicBezTo>
                  <a:cubicBezTo>
                    <a:pt x="653" y="548"/>
                    <a:pt x="661" y="546"/>
                    <a:pt x="668" y="544"/>
                  </a:cubicBezTo>
                  <a:cubicBezTo>
                    <a:pt x="708" y="530"/>
                    <a:pt x="726" y="479"/>
                    <a:pt x="726" y="478"/>
                  </a:cubicBezTo>
                  <a:lnTo>
                    <a:pt x="729" y="470"/>
                  </a:lnTo>
                  <a:lnTo>
                    <a:pt x="729" y="468"/>
                  </a:lnTo>
                  <a:cubicBezTo>
                    <a:pt x="726" y="465"/>
                    <a:pt x="697" y="446"/>
                    <a:pt x="665" y="446"/>
                  </a:cubicBezTo>
                  <a:cubicBezTo>
                    <a:pt x="661" y="446"/>
                    <a:pt x="657" y="447"/>
                    <a:pt x="653" y="447"/>
                  </a:cubicBezTo>
                  <a:cubicBezTo>
                    <a:pt x="661" y="421"/>
                    <a:pt x="665" y="395"/>
                    <a:pt x="665" y="368"/>
                  </a:cubicBezTo>
                  <a:cubicBezTo>
                    <a:pt x="682" y="362"/>
                    <a:pt x="711" y="348"/>
                    <a:pt x="726" y="323"/>
                  </a:cubicBezTo>
                  <a:cubicBezTo>
                    <a:pt x="744" y="284"/>
                    <a:pt x="721" y="236"/>
                    <a:pt x="718" y="234"/>
                  </a:cubicBezTo>
                  <a:lnTo>
                    <a:pt x="716" y="226"/>
                  </a:lnTo>
                  <a:lnTo>
                    <a:pt x="708" y="229"/>
                  </a:lnTo>
                  <a:cubicBezTo>
                    <a:pt x="707" y="229"/>
                    <a:pt x="668" y="236"/>
                    <a:pt x="646" y="261"/>
                  </a:cubicBezTo>
                  <a:cubicBezTo>
                    <a:pt x="639" y="241"/>
                    <a:pt x="629" y="223"/>
                    <a:pt x="617" y="205"/>
                  </a:cubicBezTo>
                  <a:cubicBezTo>
                    <a:pt x="635" y="193"/>
                    <a:pt x="651" y="176"/>
                    <a:pt x="653" y="153"/>
                  </a:cubicBezTo>
                  <a:cubicBezTo>
                    <a:pt x="664" y="111"/>
                    <a:pt x="627" y="70"/>
                    <a:pt x="625" y="67"/>
                  </a:cubicBezTo>
                  <a:lnTo>
                    <a:pt x="620" y="63"/>
                  </a:lnTo>
                  <a:lnTo>
                    <a:pt x="613" y="66"/>
                  </a:lnTo>
                  <a:cubicBezTo>
                    <a:pt x="610" y="67"/>
                    <a:pt x="562" y="92"/>
                    <a:pt x="552" y="132"/>
                  </a:cubicBezTo>
                  <a:lnTo>
                    <a:pt x="552" y="137"/>
                  </a:lnTo>
                  <a:cubicBezTo>
                    <a:pt x="536" y="124"/>
                    <a:pt x="519" y="114"/>
                    <a:pt x="500" y="104"/>
                  </a:cubicBezTo>
                  <a:cubicBezTo>
                    <a:pt x="506" y="92"/>
                    <a:pt x="512" y="78"/>
                    <a:pt x="508" y="60"/>
                  </a:cubicBezTo>
                  <a:cubicBezTo>
                    <a:pt x="500" y="24"/>
                    <a:pt x="461" y="5"/>
                    <a:pt x="458" y="5"/>
                  </a:cubicBezTo>
                  <a:lnTo>
                    <a:pt x="451" y="1"/>
                  </a:lnTo>
                  <a:lnTo>
                    <a:pt x="447" y="7"/>
                  </a:lnTo>
                  <a:cubicBezTo>
                    <a:pt x="444" y="8"/>
                    <a:pt x="414" y="41"/>
                    <a:pt x="421" y="78"/>
                  </a:cubicBezTo>
                  <a:lnTo>
                    <a:pt x="421" y="80"/>
                  </a:lnTo>
                  <a:cubicBezTo>
                    <a:pt x="414" y="79"/>
                    <a:pt x="406" y="79"/>
                    <a:pt x="399" y="79"/>
                  </a:cubicBezTo>
                  <a:lnTo>
                    <a:pt x="398" y="101"/>
                  </a:lnTo>
                  <a:cubicBezTo>
                    <a:pt x="538" y="114"/>
                    <a:pt x="643" y="229"/>
                    <a:pt x="643" y="369"/>
                  </a:cubicBezTo>
                  <a:cubicBezTo>
                    <a:pt x="643" y="520"/>
                    <a:pt x="522" y="641"/>
                    <a:pt x="372" y="641"/>
                  </a:cubicBezTo>
                  <a:cubicBezTo>
                    <a:pt x="223" y="641"/>
                    <a:pt x="102" y="520"/>
                    <a:pt x="102" y="369"/>
                  </a:cubicBezTo>
                  <a:cubicBezTo>
                    <a:pt x="102" y="228"/>
                    <a:pt x="209" y="114"/>
                    <a:pt x="347" y="101"/>
                  </a:cubicBezTo>
                  <a:lnTo>
                    <a:pt x="346" y="79"/>
                  </a:lnTo>
                  <a:cubicBezTo>
                    <a:pt x="339" y="79"/>
                    <a:pt x="331" y="80"/>
                    <a:pt x="324" y="80"/>
                  </a:cubicBezTo>
                  <a:lnTo>
                    <a:pt x="324" y="78"/>
                  </a:lnTo>
                  <a:cubicBezTo>
                    <a:pt x="331" y="41"/>
                    <a:pt x="300" y="8"/>
                    <a:pt x="298" y="7"/>
                  </a:cubicBezTo>
                  <a:lnTo>
                    <a:pt x="2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5"/>
            <p:cNvSpPr/>
            <p:nvPr/>
          </p:nvSpPr>
          <p:spPr>
            <a:xfrm>
              <a:off x="4864275" y="2113973"/>
              <a:ext cx="189628" cy="246113"/>
            </a:xfrm>
            <a:custGeom>
              <a:rect b="b" l="l" r="r" t="t"/>
              <a:pathLst>
                <a:path extrusionOk="0" h="427" w="329">
                  <a:moveTo>
                    <a:pt x="310" y="22"/>
                  </a:moveTo>
                  <a:lnTo>
                    <a:pt x="310" y="56"/>
                  </a:lnTo>
                  <a:lnTo>
                    <a:pt x="21" y="56"/>
                  </a:lnTo>
                  <a:lnTo>
                    <a:pt x="21" y="22"/>
                  </a:lnTo>
                  <a:close/>
                  <a:moveTo>
                    <a:pt x="167" y="170"/>
                  </a:moveTo>
                  <a:cubicBezTo>
                    <a:pt x="182" y="170"/>
                    <a:pt x="192" y="181"/>
                    <a:pt x="192" y="194"/>
                  </a:cubicBezTo>
                  <a:cubicBezTo>
                    <a:pt x="192" y="210"/>
                    <a:pt x="182" y="220"/>
                    <a:pt x="167" y="220"/>
                  </a:cubicBezTo>
                  <a:cubicBezTo>
                    <a:pt x="153" y="220"/>
                    <a:pt x="141" y="210"/>
                    <a:pt x="141" y="194"/>
                  </a:cubicBezTo>
                  <a:cubicBezTo>
                    <a:pt x="141" y="180"/>
                    <a:pt x="153" y="170"/>
                    <a:pt x="167" y="170"/>
                  </a:cubicBezTo>
                  <a:close/>
                  <a:moveTo>
                    <a:pt x="261" y="77"/>
                  </a:moveTo>
                  <a:lnTo>
                    <a:pt x="293" y="236"/>
                  </a:lnTo>
                  <a:lnTo>
                    <a:pt x="176" y="379"/>
                  </a:lnTo>
                  <a:lnTo>
                    <a:pt x="176" y="240"/>
                  </a:lnTo>
                  <a:cubicBezTo>
                    <a:pt x="196" y="235"/>
                    <a:pt x="210" y="216"/>
                    <a:pt x="210" y="194"/>
                  </a:cubicBezTo>
                  <a:cubicBezTo>
                    <a:pt x="210" y="170"/>
                    <a:pt x="190" y="149"/>
                    <a:pt x="166" y="149"/>
                  </a:cubicBezTo>
                  <a:cubicBezTo>
                    <a:pt x="140" y="149"/>
                    <a:pt x="119" y="170"/>
                    <a:pt x="119" y="194"/>
                  </a:cubicBezTo>
                  <a:cubicBezTo>
                    <a:pt x="119" y="216"/>
                    <a:pt x="134" y="235"/>
                    <a:pt x="154" y="240"/>
                  </a:cubicBezTo>
                  <a:lnTo>
                    <a:pt x="154" y="379"/>
                  </a:lnTo>
                  <a:lnTo>
                    <a:pt x="37" y="236"/>
                  </a:lnTo>
                  <a:lnTo>
                    <a:pt x="69" y="77"/>
                  </a:lnTo>
                  <a:close/>
                  <a:moveTo>
                    <a:pt x="1" y="1"/>
                  </a:moveTo>
                  <a:lnTo>
                    <a:pt x="1" y="77"/>
                  </a:lnTo>
                  <a:lnTo>
                    <a:pt x="50" y="77"/>
                  </a:lnTo>
                  <a:lnTo>
                    <a:pt x="15" y="242"/>
                  </a:lnTo>
                  <a:lnTo>
                    <a:pt x="166" y="427"/>
                  </a:lnTo>
                  <a:lnTo>
                    <a:pt x="314" y="242"/>
                  </a:lnTo>
                  <a:lnTo>
                    <a:pt x="281" y="77"/>
                  </a:lnTo>
                  <a:lnTo>
                    <a:pt x="329" y="77"/>
                  </a:lnTo>
                  <a:lnTo>
                    <a:pt x="3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5"/>
            <p:cNvSpPr/>
            <p:nvPr/>
          </p:nvSpPr>
          <p:spPr>
            <a:xfrm>
              <a:off x="4977821" y="2084002"/>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5"/>
            <p:cNvSpPr/>
            <p:nvPr/>
          </p:nvSpPr>
          <p:spPr>
            <a:xfrm>
              <a:off x="4928829" y="2084002"/>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5"/>
            <p:cNvSpPr/>
            <p:nvPr/>
          </p:nvSpPr>
          <p:spPr>
            <a:xfrm>
              <a:off x="4953037" y="2084002"/>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5"/>
            <p:cNvSpPr/>
            <p:nvPr/>
          </p:nvSpPr>
          <p:spPr>
            <a:xfrm>
              <a:off x="4836032" y="2381412"/>
              <a:ext cx="41499" cy="17868"/>
            </a:xfrm>
            <a:custGeom>
              <a:rect b="b" l="l" r="r" t="t"/>
              <a:pathLst>
                <a:path extrusionOk="0" h="31" w="72">
                  <a:moveTo>
                    <a:pt x="59" y="0"/>
                  </a:moveTo>
                  <a:cubicBezTo>
                    <a:pt x="51" y="8"/>
                    <a:pt x="43" y="10"/>
                    <a:pt x="37" y="10"/>
                  </a:cubicBezTo>
                  <a:lnTo>
                    <a:pt x="36" y="10"/>
                  </a:lnTo>
                  <a:cubicBezTo>
                    <a:pt x="30" y="10"/>
                    <a:pt x="21" y="8"/>
                    <a:pt x="12" y="2"/>
                  </a:cubicBezTo>
                  <a:lnTo>
                    <a:pt x="1" y="21"/>
                  </a:lnTo>
                  <a:cubicBezTo>
                    <a:pt x="14" y="28"/>
                    <a:pt x="24" y="31"/>
                    <a:pt x="36" y="31"/>
                  </a:cubicBezTo>
                  <a:lnTo>
                    <a:pt x="38" y="31"/>
                  </a:lnTo>
                  <a:cubicBezTo>
                    <a:pt x="50" y="31"/>
                    <a:pt x="60" y="25"/>
                    <a:pt x="72" y="16"/>
                  </a:cubicBezTo>
                  <a:lnTo>
                    <a:pt x="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5"/>
            <p:cNvSpPr/>
            <p:nvPr/>
          </p:nvSpPr>
          <p:spPr>
            <a:xfrm>
              <a:off x="5042952" y="2381412"/>
              <a:ext cx="40346" cy="17868"/>
            </a:xfrm>
            <a:custGeom>
              <a:rect b="b" l="l" r="r" t="t"/>
              <a:pathLst>
                <a:path extrusionOk="0" h="31" w="70">
                  <a:moveTo>
                    <a:pt x="12" y="0"/>
                  </a:moveTo>
                  <a:lnTo>
                    <a:pt x="0" y="16"/>
                  </a:lnTo>
                  <a:cubicBezTo>
                    <a:pt x="10" y="25"/>
                    <a:pt x="22" y="31"/>
                    <a:pt x="32" y="31"/>
                  </a:cubicBezTo>
                  <a:lnTo>
                    <a:pt x="36" y="31"/>
                  </a:lnTo>
                  <a:cubicBezTo>
                    <a:pt x="46" y="31"/>
                    <a:pt x="58" y="26"/>
                    <a:pt x="69" y="19"/>
                  </a:cubicBezTo>
                  <a:lnTo>
                    <a:pt x="59" y="2"/>
                  </a:lnTo>
                  <a:cubicBezTo>
                    <a:pt x="51" y="8"/>
                    <a:pt x="41" y="10"/>
                    <a:pt x="36" y="10"/>
                  </a:cubicBezTo>
                  <a:lnTo>
                    <a:pt x="33" y="10"/>
                  </a:lnTo>
                  <a:cubicBezTo>
                    <a:pt x="28" y="10"/>
                    <a:pt x="22" y="8"/>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5"/>
            <p:cNvSpPr/>
            <p:nvPr/>
          </p:nvSpPr>
          <p:spPr>
            <a:xfrm>
              <a:off x="4984161" y="2170458"/>
              <a:ext cx="26513" cy="36888"/>
            </a:xfrm>
            <a:custGeom>
              <a:rect b="b" l="l" r="r" t="t"/>
              <a:pathLst>
                <a:path extrusionOk="0" h="64" w="46">
                  <a:moveTo>
                    <a:pt x="1" y="1"/>
                  </a:moveTo>
                  <a:lnTo>
                    <a:pt x="1" y="23"/>
                  </a:lnTo>
                  <a:lnTo>
                    <a:pt x="18" y="23"/>
                  </a:lnTo>
                  <a:lnTo>
                    <a:pt x="26" y="63"/>
                  </a:lnTo>
                  <a:lnTo>
                    <a:pt x="46" y="59"/>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5"/>
            <p:cNvSpPr/>
            <p:nvPr/>
          </p:nvSpPr>
          <p:spPr>
            <a:xfrm>
              <a:off x="5002029" y="2215416"/>
              <a:ext cx="13833" cy="14409"/>
            </a:xfrm>
            <a:custGeom>
              <a:rect b="b" l="l" r="r" t="t"/>
              <a:pathLst>
                <a:path extrusionOk="0" h="25" w="24">
                  <a:moveTo>
                    <a:pt x="21" y="1"/>
                  </a:moveTo>
                  <a:lnTo>
                    <a:pt x="0" y="5"/>
                  </a:lnTo>
                  <a:lnTo>
                    <a:pt x="3" y="24"/>
                  </a:lnTo>
                  <a:lnTo>
                    <a:pt x="23" y="21"/>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5"/>
            <p:cNvSpPr/>
            <p:nvPr/>
          </p:nvSpPr>
          <p:spPr>
            <a:xfrm>
              <a:off x="4942086" y="2170458"/>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5"/>
            <p:cNvSpPr/>
            <p:nvPr/>
          </p:nvSpPr>
          <p:spPr>
            <a:xfrm>
              <a:off x="4918454" y="2170458"/>
              <a:ext cx="13257" cy="13257"/>
            </a:xfrm>
            <a:custGeom>
              <a:rect b="b" l="l" r="r" t="t"/>
              <a:pathLst>
                <a:path extrusionOk="0" h="23" w="23">
                  <a:moveTo>
                    <a:pt x="1" y="1"/>
                  </a:moveTo>
                  <a:lnTo>
                    <a:pt x="1" y="23"/>
                  </a:lnTo>
                  <a:lnTo>
                    <a:pt x="23" y="23"/>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5"/>
            <p:cNvSpPr/>
            <p:nvPr/>
          </p:nvSpPr>
          <p:spPr>
            <a:xfrm>
              <a:off x="4976668" y="2272477"/>
              <a:ext cx="17291" cy="16139"/>
            </a:xfrm>
            <a:custGeom>
              <a:rect b="b" l="l" r="r" t="t"/>
              <a:pathLst>
                <a:path extrusionOk="0" h="28" w="30">
                  <a:moveTo>
                    <a:pt x="14" y="0"/>
                  </a:moveTo>
                  <a:lnTo>
                    <a:pt x="1" y="16"/>
                  </a:lnTo>
                  <a:lnTo>
                    <a:pt x="17" y="28"/>
                  </a:lnTo>
                  <a:lnTo>
                    <a:pt x="30" y="12"/>
                  </a:lnTo>
                  <a:lnTo>
                    <a:pt x="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5"/>
            <p:cNvSpPr/>
            <p:nvPr/>
          </p:nvSpPr>
          <p:spPr>
            <a:xfrm>
              <a:off x="4991078" y="2249998"/>
              <a:ext cx="20750" cy="20173"/>
            </a:xfrm>
            <a:custGeom>
              <a:rect b="b" l="l" r="r" t="t"/>
              <a:pathLst>
                <a:path extrusionOk="0" h="35" w="36">
                  <a:moveTo>
                    <a:pt x="19" y="0"/>
                  </a:moveTo>
                  <a:lnTo>
                    <a:pt x="1" y="22"/>
                  </a:lnTo>
                  <a:lnTo>
                    <a:pt x="18" y="35"/>
                  </a:lnTo>
                  <a:lnTo>
                    <a:pt x="35" y="13"/>
                  </a:lnTo>
                  <a:lnTo>
                    <a:pt x="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5"/>
            <p:cNvSpPr/>
            <p:nvPr/>
          </p:nvSpPr>
          <p:spPr>
            <a:xfrm>
              <a:off x="4898858" y="2220027"/>
              <a:ext cx="28819" cy="51298"/>
            </a:xfrm>
            <a:custGeom>
              <a:rect b="b" l="l" r="r" t="t"/>
              <a:pathLst>
                <a:path extrusionOk="0" h="89" w="50">
                  <a:moveTo>
                    <a:pt x="10" y="0"/>
                  </a:moveTo>
                  <a:lnTo>
                    <a:pt x="0" y="49"/>
                  </a:lnTo>
                  <a:lnTo>
                    <a:pt x="32" y="88"/>
                  </a:lnTo>
                  <a:lnTo>
                    <a:pt x="49" y="77"/>
                  </a:lnTo>
                  <a:lnTo>
                    <a:pt x="23" y="42"/>
                  </a:lnTo>
                  <a:lnTo>
                    <a:pt x="31" y="4"/>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5"/>
            <p:cNvSpPr/>
            <p:nvPr/>
          </p:nvSpPr>
          <p:spPr>
            <a:xfrm>
              <a:off x="4785311" y="2289768"/>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5"/>
            <p:cNvSpPr/>
            <p:nvPr/>
          </p:nvSpPr>
          <p:spPr>
            <a:xfrm>
              <a:off x="4774360" y="2173340"/>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5"/>
            <p:cNvSpPr/>
            <p:nvPr/>
          </p:nvSpPr>
          <p:spPr>
            <a:xfrm>
              <a:off x="4819317" y="2081696"/>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5"/>
            <p:cNvSpPr/>
            <p:nvPr/>
          </p:nvSpPr>
          <p:spPr>
            <a:xfrm>
              <a:off x="5121916" y="2289768"/>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5"/>
            <p:cNvSpPr/>
            <p:nvPr/>
          </p:nvSpPr>
          <p:spPr>
            <a:xfrm>
              <a:off x="5131714" y="2173340"/>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5"/>
            <p:cNvSpPr/>
            <p:nvPr/>
          </p:nvSpPr>
          <p:spPr>
            <a:xfrm>
              <a:off x="5086757" y="2081696"/>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 name="Google Shape;777;p35"/>
          <p:cNvSpPr/>
          <p:nvPr/>
        </p:nvSpPr>
        <p:spPr>
          <a:xfrm>
            <a:off x="959198" y="3192411"/>
            <a:ext cx="410184" cy="409619"/>
          </a:xfrm>
          <a:custGeom>
            <a:rect b="b" l="l" r="r" t="t"/>
            <a:pathLst>
              <a:path extrusionOk="0" h="723" w="724">
                <a:moveTo>
                  <a:pt x="699" y="37"/>
                </a:moveTo>
                <a:lnTo>
                  <a:pt x="699" y="84"/>
                </a:lnTo>
                <a:lnTo>
                  <a:pt x="699" y="84"/>
                </a:lnTo>
                <a:cubicBezTo>
                  <a:pt x="697" y="83"/>
                  <a:pt x="694" y="83"/>
                  <a:pt x="692" y="83"/>
                </a:cubicBezTo>
                <a:lnTo>
                  <a:pt x="686" y="83"/>
                </a:lnTo>
                <a:cubicBezTo>
                  <a:pt x="683" y="83"/>
                  <a:pt x="679" y="83"/>
                  <a:pt x="675" y="86"/>
                </a:cubicBezTo>
                <a:lnTo>
                  <a:pt x="675" y="73"/>
                </a:lnTo>
                <a:cubicBezTo>
                  <a:pt x="675" y="54"/>
                  <a:pt x="660" y="42"/>
                  <a:pt x="644" y="42"/>
                </a:cubicBezTo>
                <a:lnTo>
                  <a:pt x="639" y="42"/>
                </a:lnTo>
                <a:cubicBezTo>
                  <a:pt x="636" y="42"/>
                  <a:pt x="631" y="42"/>
                  <a:pt x="628" y="44"/>
                </a:cubicBezTo>
                <a:lnTo>
                  <a:pt x="628" y="37"/>
                </a:lnTo>
                <a:close/>
                <a:moveTo>
                  <a:pt x="85" y="25"/>
                </a:moveTo>
                <a:cubicBezTo>
                  <a:pt x="84" y="28"/>
                  <a:pt x="84" y="31"/>
                  <a:pt x="84" y="35"/>
                </a:cubicBezTo>
                <a:lnTo>
                  <a:pt x="84" y="39"/>
                </a:lnTo>
                <a:cubicBezTo>
                  <a:pt x="84" y="44"/>
                  <a:pt x="84" y="47"/>
                  <a:pt x="85" y="51"/>
                </a:cubicBezTo>
                <a:lnTo>
                  <a:pt x="72" y="51"/>
                </a:lnTo>
                <a:cubicBezTo>
                  <a:pt x="55" y="51"/>
                  <a:pt x="42" y="65"/>
                  <a:pt x="42" y="81"/>
                </a:cubicBezTo>
                <a:lnTo>
                  <a:pt x="42" y="87"/>
                </a:lnTo>
                <a:cubicBezTo>
                  <a:pt x="42" y="90"/>
                  <a:pt x="42" y="94"/>
                  <a:pt x="43" y="97"/>
                </a:cubicBezTo>
                <a:lnTo>
                  <a:pt x="36" y="97"/>
                </a:lnTo>
                <a:lnTo>
                  <a:pt x="36" y="25"/>
                </a:lnTo>
                <a:close/>
                <a:moveTo>
                  <a:pt x="257" y="11"/>
                </a:moveTo>
                <a:cubicBezTo>
                  <a:pt x="269" y="11"/>
                  <a:pt x="280" y="15"/>
                  <a:pt x="290" y="22"/>
                </a:cubicBezTo>
                <a:cubicBezTo>
                  <a:pt x="305" y="31"/>
                  <a:pt x="322" y="37"/>
                  <a:pt x="340" y="38"/>
                </a:cubicBezTo>
                <a:lnTo>
                  <a:pt x="340" y="175"/>
                </a:lnTo>
                <a:lnTo>
                  <a:pt x="309" y="175"/>
                </a:lnTo>
                <a:cubicBezTo>
                  <a:pt x="298" y="175"/>
                  <a:pt x="288" y="181"/>
                  <a:pt x="280" y="190"/>
                </a:cubicBezTo>
                <a:cubicBezTo>
                  <a:pt x="275" y="197"/>
                  <a:pt x="267" y="203"/>
                  <a:pt x="259" y="206"/>
                </a:cubicBezTo>
                <a:lnTo>
                  <a:pt x="238" y="213"/>
                </a:lnTo>
                <a:cubicBezTo>
                  <a:pt x="202" y="237"/>
                  <a:pt x="178" y="232"/>
                  <a:pt x="136" y="233"/>
                </a:cubicBezTo>
                <a:cubicBezTo>
                  <a:pt x="130" y="233"/>
                  <a:pt x="124" y="227"/>
                  <a:pt x="124" y="223"/>
                </a:cubicBezTo>
                <a:lnTo>
                  <a:pt x="124" y="217"/>
                </a:lnTo>
                <a:cubicBezTo>
                  <a:pt x="124" y="211"/>
                  <a:pt x="130" y="206"/>
                  <a:pt x="136" y="206"/>
                </a:cubicBezTo>
                <a:lnTo>
                  <a:pt x="186" y="206"/>
                </a:lnTo>
                <a:cubicBezTo>
                  <a:pt x="192" y="206"/>
                  <a:pt x="197" y="200"/>
                  <a:pt x="197" y="195"/>
                </a:cubicBezTo>
                <a:cubicBezTo>
                  <a:pt x="197" y="190"/>
                  <a:pt x="192" y="184"/>
                  <a:pt x="186" y="184"/>
                </a:cubicBezTo>
                <a:lnTo>
                  <a:pt x="58" y="184"/>
                </a:lnTo>
                <a:cubicBezTo>
                  <a:pt x="52" y="184"/>
                  <a:pt x="48" y="178"/>
                  <a:pt x="48" y="174"/>
                </a:cubicBezTo>
                <a:lnTo>
                  <a:pt x="48" y="168"/>
                </a:lnTo>
                <a:cubicBezTo>
                  <a:pt x="48" y="162"/>
                  <a:pt x="52" y="156"/>
                  <a:pt x="58" y="156"/>
                </a:cubicBezTo>
                <a:lnTo>
                  <a:pt x="160" y="156"/>
                </a:lnTo>
                <a:cubicBezTo>
                  <a:pt x="166" y="156"/>
                  <a:pt x="172" y="152"/>
                  <a:pt x="172" y="146"/>
                </a:cubicBezTo>
                <a:cubicBezTo>
                  <a:pt x="172" y="141"/>
                  <a:pt x="166" y="135"/>
                  <a:pt x="160" y="135"/>
                </a:cubicBezTo>
                <a:lnTo>
                  <a:pt x="35" y="135"/>
                </a:lnTo>
                <a:cubicBezTo>
                  <a:pt x="29" y="135"/>
                  <a:pt x="23" y="130"/>
                  <a:pt x="23" y="125"/>
                </a:cubicBezTo>
                <a:lnTo>
                  <a:pt x="23" y="119"/>
                </a:lnTo>
                <a:cubicBezTo>
                  <a:pt x="23" y="113"/>
                  <a:pt x="29" y="109"/>
                  <a:pt x="35" y="109"/>
                </a:cubicBezTo>
                <a:lnTo>
                  <a:pt x="160" y="109"/>
                </a:lnTo>
                <a:cubicBezTo>
                  <a:pt x="166" y="109"/>
                  <a:pt x="172" y="103"/>
                  <a:pt x="172" y="97"/>
                </a:cubicBezTo>
                <a:cubicBezTo>
                  <a:pt x="172" y="91"/>
                  <a:pt x="166" y="87"/>
                  <a:pt x="160" y="87"/>
                </a:cubicBezTo>
                <a:lnTo>
                  <a:pt x="72" y="87"/>
                </a:lnTo>
                <a:cubicBezTo>
                  <a:pt x="67" y="87"/>
                  <a:pt x="62" y="81"/>
                  <a:pt x="62" y="76"/>
                </a:cubicBezTo>
                <a:lnTo>
                  <a:pt x="62" y="70"/>
                </a:lnTo>
                <a:cubicBezTo>
                  <a:pt x="62" y="65"/>
                  <a:pt x="67" y="60"/>
                  <a:pt x="72" y="60"/>
                </a:cubicBezTo>
                <a:lnTo>
                  <a:pt x="178" y="60"/>
                </a:lnTo>
                <a:cubicBezTo>
                  <a:pt x="182" y="60"/>
                  <a:pt x="188" y="54"/>
                  <a:pt x="188" y="48"/>
                </a:cubicBezTo>
                <a:cubicBezTo>
                  <a:pt x="188" y="44"/>
                  <a:pt x="182" y="38"/>
                  <a:pt x="178" y="38"/>
                </a:cubicBezTo>
                <a:lnTo>
                  <a:pt x="116" y="38"/>
                </a:lnTo>
                <a:cubicBezTo>
                  <a:pt x="110" y="38"/>
                  <a:pt x="106" y="32"/>
                  <a:pt x="106" y="26"/>
                </a:cubicBezTo>
                <a:lnTo>
                  <a:pt x="106" y="22"/>
                </a:lnTo>
                <a:cubicBezTo>
                  <a:pt x="106" y="16"/>
                  <a:pt x="110" y="11"/>
                  <a:pt x="116" y="11"/>
                </a:cubicBezTo>
                <a:close/>
                <a:moveTo>
                  <a:pt x="605" y="24"/>
                </a:moveTo>
                <a:cubicBezTo>
                  <a:pt x="611" y="24"/>
                  <a:pt x="615" y="29"/>
                  <a:pt x="615" y="34"/>
                </a:cubicBezTo>
                <a:lnTo>
                  <a:pt x="615" y="161"/>
                </a:lnTo>
                <a:cubicBezTo>
                  <a:pt x="615" y="167"/>
                  <a:pt x="621" y="171"/>
                  <a:pt x="627" y="171"/>
                </a:cubicBezTo>
                <a:cubicBezTo>
                  <a:pt x="633" y="171"/>
                  <a:pt x="637" y="167"/>
                  <a:pt x="637" y="161"/>
                </a:cubicBezTo>
                <a:lnTo>
                  <a:pt x="637" y="73"/>
                </a:lnTo>
                <a:cubicBezTo>
                  <a:pt x="637" y="67"/>
                  <a:pt x="643" y="61"/>
                  <a:pt x="649" y="61"/>
                </a:cubicBezTo>
                <a:lnTo>
                  <a:pt x="654" y="61"/>
                </a:lnTo>
                <a:cubicBezTo>
                  <a:pt x="659" y="61"/>
                  <a:pt x="665" y="67"/>
                  <a:pt x="665" y="73"/>
                </a:cubicBezTo>
                <a:lnTo>
                  <a:pt x="665" y="177"/>
                </a:lnTo>
                <a:cubicBezTo>
                  <a:pt x="665" y="182"/>
                  <a:pt x="670" y="188"/>
                  <a:pt x="676" y="188"/>
                </a:cubicBezTo>
                <a:cubicBezTo>
                  <a:pt x="680" y="188"/>
                  <a:pt x="686" y="182"/>
                  <a:pt x="686" y="177"/>
                </a:cubicBezTo>
                <a:lnTo>
                  <a:pt x="686" y="116"/>
                </a:lnTo>
                <a:cubicBezTo>
                  <a:pt x="686" y="110"/>
                  <a:pt x="692" y="104"/>
                  <a:pt x="698" y="104"/>
                </a:cubicBezTo>
                <a:lnTo>
                  <a:pt x="702" y="104"/>
                </a:lnTo>
                <a:cubicBezTo>
                  <a:pt x="708" y="104"/>
                  <a:pt x="714" y="110"/>
                  <a:pt x="714" y="116"/>
                </a:cubicBezTo>
                <a:lnTo>
                  <a:pt x="714" y="255"/>
                </a:lnTo>
                <a:lnTo>
                  <a:pt x="702" y="255"/>
                </a:lnTo>
                <a:cubicBezTo>
                  <a:pt x="702" y="268"/>
                  <a:pt x="699" y="278"/>
                  <a:pt x="692" y="289"/>
                </a:cubicBezTo>
                <a:cubicBezTo>
                  <a:pt x="683" y="304"/>
                  <a:pt x="678" y="320"/>
                  <a:pt x="676" y="337"/>
                </a:cubicBezTo>
                <a:lnTo>
                  <a:pt x="539" y="337"/>
                </a:lnTo>
                <a:lnTo>
                  <a:pt x="539" y="307"/>
                </a:lnTo>
                <a:cubicBezTo>
                  <a:pt x="539" y="297"/>
                  <a:pt x="533" y="285"/>
                  <a:pt x="523" y="278"/>
                </a:cubicBezTo>
                <a:cubicBezTo>
                  <a:pt x="517" y="272"/>
                  <a:pt x="511" y="265"/>
                  <a:pt x="507" y="256"/>
                </a:cubicBezTo>
                <a:lnTo>
                  <a:pt x="500" y="236"/>
                </a:lnTo>
                <a:cubicBezTo>
                  <a:pt x="488" y="203"/>
                  <a:pt x="493" y="178"/>
                  <a:pt x="491" y="135"/>
                </a:cubicBezTo>
                <a:cubicBezTo>
                  <a:pt x="491" y="130"/>
                  <a:pt x="497" y="125"/>
                  <a:pt x="503" y="125"/>
                </a:cubicBezTo>
                <a:lnTo>
                  <a:pt x="507" y="125"/>
                </a:lnTo>
                <a:cubicBezTo>
                  <a:pt x="513" y="125"/>
                  <a:pt x="519" y="130"/>
                  <a:pt x="519" y="135"/>
                </a:cubicBezTo>
                <a:lnTo>
                  <a:pt x="519" y="185"/>
                </a:lnTo>
                <a:cubicBezTo>
                  <a:pt x="519" y="191"/>
                  <a:pt x="524" y="197"/>
                  <a:pt x="529" y="197"/>
                </a:cubicBezTo>
                <a:cubicBezTo>
                  <a:pt x="535" y="197"/>
                  <a:pt x="540" y="191"/>
                  <a:pt x="540" y="185"/>
                </a:cubicBezTo>
                <a:lnTo>
                  <a:pt x="540" y="58"/>
                </a:lnTo>
                <a:cubicBezTo>
                  <a:pt x="540" y="52"/>
                  <a:pt x="546" y="47"/>
                  <a:pt x="550" y="47"/>
                </a:cubicBezTo>
                <a:lnTo>
                  <a:pt x="556" y="47"/>
                </a:lnTo>
                <a:cubicBezTo>
                  <a:pt x="562" y="47"/>
                  <a:pt x="568" y="52"/>
                  <a:pt x="568" y="58"/>
                </a:cubicBezTo>
                <a:lnTo>
                  <a:pt x="568" y="161"/>
                </a:lnTo>
                <a:cubicBezTo>
                  <a:pt x="568" y="167"/>
                  <a:pt x="572" y="171"/>
                  <a:pt x="578" y="171"/>
                </a:cubicBezTo>
                <a:cubicBezTo>
                  <a:pt x="584" y="171"/>
                  <a:pt x="589" y="167"/>
                  <a:pt x="589" y="161"/>
                </a:cubicBezTo>
                <a:lnTo>
                  <a:pt x="589" y="34"/>
                </a:lnTo>
                <a:cubicBezTo>
                  <a:pt x="589" y="29"/>
                  <a:pt x="594" y="24"/>
                  <a:pt x="600" y="24"/>
                </a:cubicBezTo>
                <a:close/>
                <a:moveTo>
                  <a:pt x="692" y="360"/>
                </a:moveTo>
                <a:lnTo>
                  <a:pt x="692" y="528"/>
                </a:lnTo>
                <a:cubicBezTo>
                  <a:pt x="686" y="522"/>
                  <a:pt x="678" y="519"/>
                  <a:pt x="670" y="519"/>
                </a:cubicBezTo>
                <a:lnTo>
                  <a:pt x="621" y="519"/>
                </a:lnTo>
                <a:cubicBezTo>
                  <a:pt x="623" y="515"/>
                  <a:pt x="623" y="512"/>
                  <a:pt x="623" y="507"/>
                </a:cubicBezTo>
                <a:lnTo>
                  <a:pt x="623" y="502"/>
                </a:lnTo>
                <a:cubicBezTo>
                  <a:pt x="623" y="486"/>
                  <a:pt x="608" y="471"/>
                  <a:pt x="592" y="471"/>
                </a:cubicBezTo>
                <a:lnTo>
                  <a:pt x="526" y="471"/>
                </a:lnTo>
                <a:lnTo>
                  <a:pt x="526" y="360"/>
                </a:lnTo>
                <a:close/>
                <a:moveTo>
                  <a:pt x="51" y="640"/>
                </a:moveTo>
                <a:lnTo>
                  <a:pt x="51" y="653"/>
                </a:lnTo>
                <a:cubicBezTo>
                  <a:pt x="51" y="672"/>
                  <a:pt x="65" y="684"/>
                  <a:pt x="81" y="684"/>
                </a:cubicBezTo>
                <a:lnTo>
                  <a:pt x="87" y="684"/>
                </a:lnTo>
                <a:cubicBezTo>
                  <a:pt x="91" y="684"/>
                  <a:pt x="94" y="684"/>
                  <a:pt x="98" y="682"/>
                </a:cubicBezTo>
                <a:lnTo>
                  <a:pt x="98" y="689"/>
                </a:lnTo>
                <a:lnTo>
                  <a:pt x="28" y="689"/>
                </a:lnTo>
                <a:lnTo>
                  <a:pt x="28" y="643"/>
                </a:lnTo>
                <a:lnTo>
                  <a:pt x="28" y="643"/>
                </a:lnTo>
                <a:cubicBezTo>
                  <a:pt x="30" y="643"/>
                  <a:pt x="32" y="643"/>
                  <a:pt x="35" y="643"/>
                </a:cubicBezTo>
                <a:lnTo>
                  <a:pt x="41" y="643"/>
                </a:lnTo>
                <a:cubicBezTo>
                  <a:pt x="43" y="643"/>
                  <a:pt x="48" y="643"/>
                  <a:pt x="51" y="640"/>
                </a:cubicBezTo>
                <a:close/>
                <a:moveTo>
                  <a:pt x="338" y="210"/>
                </a:moveTo>
                <a:lnTo>
                  <a:pt x="338" y="213"/>
                </a:lnTo>
                <a:cubicBezTo>
                  <a:pt x="338" y="219"/>
                  <a:pt x="344" y="224"/>
                  <a:pt x="348" y="224"/>
                </a:cubicBezTo>
                <a:lnTo>
                  <a:pt x="475" y="224"/>
                </a:lnTo>
                <a:cubicBezTo>
                  <a:pt x="477" y="232"/>
                  <a:pt x="478" y="239"/>
                  <a:pt x="483" y="246"/>
                </a:cubicBezTo>
                <a:lnTo>
                  <a:pt x="490" y="266"/>
                </a:lnTo>
                <a:cubicBezTo>
                  <a:pt x="493" y="278"/>
                  <a:pt x="503" y="288"/>
                  <a:pt x="511" y="297"/>
                </a:cubicBezTo>
                <a:cubicBezTo>
                  <a:pt x="514" y="299"/>
                  <a:pt x="517" y="304"/>
                  <a:pt x="517" y="310"/>
                </a:cubicBezTo>
                <a:lnTo>
                  <a:pt x="517" y="340"/>
                </a:lnTo>
                <a:lnTo>
                  <a:pt x="513" y="340"/>
                </a:lnTo>
                <a:cubicBezTo>
                  <a:pt x="507" y="340"/>
                  <a:pt x="503" y="346"/>
                  <a:pt x="503" y="350"/>
                </a:cubicBezTo>
                <a:lnTo>
                  <a:pt x="503" y="477"/>
                </a:lnTo>
                <a:cubicBezTo>
                  <a:pt x="496" y="479"/>
                  <a:pt x="487" y="480"/>
                  <a:pt x="481" y="484"/>
                </a:cubicBezTo>
                <a:lnTo>
                  <a:pt x="461" y="492"/>
                </a:lnTo>
                <a:cubicBezTo>
                  <a:pt x="448" y="494"/>
                  <a:pt x="439" y="505"/>
                  <a:pt x="431" y="513"/>
                </a:cubicBezTo>
                <a:cubicBezTo>
                  <a:pt x="426" y="516"/>
                  <a:pt x="423" y="519"/>
                  <a:pt x="418" y="519"/>
                </a:cubicBezTo>
                <a:lnTo>
                  <a:pt x="387" y="519"/>
                </a:lnTo>
                <a:lnTo>
                  <a:pt x="387" y="515"/>
                </a:lnTo>
                <a:cubicBezTo>
                  <a:pt x="387" y="509"/>
                  <a:pt x="381" y="505"/>
                  <a:pt x="376" y="505"/>
                </a:cubicBezTo>
                <a:lnTo>
                  <a:pt x="338" y="505"/>
                </a:lnTo>
                <a:cubicBezTo>
                  <a:pt x="332" y="505"/>
                  <a:pt x="327" y="509"/>
                  <a:pt x="327" y="515"/>
                </a:cubicBezTo>
                <a:cubicBezTo>
                  <a:pt x="327" y="520"/>
                  <a:pt x="332" y="526"/>
                  <a:pt x="338" y="526"/>
                </a:cubicBezTo>
                <a:lnTo>
                  <a:pt x="364" y="526"/>
                </a:lnTo>
                <a:lnTo>
                  <a:pt x="364" y="692"/>
                </a:lnTo>
                <a:lnTo>
                  <a:pt x="199" y="692"/>
                </a:lnTo>
                <a:cubicBezTo>
                  <a:pt x="204" y="687"/>
                  <a:pt x="208" y="676"/>
                  <a:pt x="208" y="671"/>
                </a:cubicBezTo>
                <a:lnTo>
                  <a:pt x="208" y="622"/>
                </a:lnTo>
                <a:cubicBezTo>
                  <a:pt x="211" y="623"/>
                  <a:pt x="215" y="623"/>
                  <a:pt x="218" y="623"/>
                </a:cubicBezTo>
                <a:lnTo>
                  <a:pt x="224" y="623"/>
                </a:lnTo>
                <a:cubicBezTo>
                  <a:pt x="240" y="623"/>
                  <a:pt x="254" y="609"/>
                  <a:pt x="254" y="593"/>
                </a:cubicBezTo>
                <a:lnTo>
                  <a:pt x="254" y="526"/>
                </a:lnTo>
                <a:lnTo>
                  <a:pt x="298" y="526"/>
                </a:lnTo>
                <a:cubicBezTo>
                  <a:pt x="303" y="526"/>
                  <a:pt x="309" y="520"/>
                  <a:pt x="309" y="515"/>
                </a:cubicBezTo>
                <a:cubicBezTo>
                  <a:pt x="309" y="509"/>
                  <a:pt x="303" y="505"/>
                  <a:pt x="298" y="505"/>
                </a:cubicBezTo>
                <a:lnTo>
                  <a:pt x="251" y="505"/>
                </a:lnTo>
                <a:cubicBezTo>
                  <a:pt x="250" y="497"/>
                  <a:pt x="247" y="490"/>
                  <a:pt x="244" y="483"/>
                </a:cubicBezTo>
                <a:cubicBezTo>
                  <a:pt x="238" y="470"/>
                  <a:pt x="236" y="448"/>
                  <a:pt x="214" y="432"/>
                </a:cubicBezTo>
                <a:cubicBezTo>
                  <a:pt x="210" y="428"/>
                  <a:pt x="208" y="425"/>
                  <a:pt x="208" y="419"/>
                </a:cubicBezTo>
                <a:lnTo>
                  <a:pt x="208" y="389"/>
                </a:lnTo>
                <a:lnTo>
                  <a:pt x="211" y="389"/>
                </a:lnTo>
                <a:cubicBezTo>
                  <a:pt x="217" y="389"/>
                  <a:pt x="223" y="383"/>
                  <a:pt x="223" y="377"/>
                </a:cubicBezTo>
                <a:lnTo>
                  <a:pt x="223" y="252"/>
                </a:lnTo>
                <a:cubicBezTo>
                  <a:pt x="230" y="249"/>
                  <a:pt x="237" y="247"/>
                  <a:pt x="244" y="245"/>
                </a:cubicBezTo>
                <a:lnTo>
                  <a:pt x="264" y="237"/>
                </a:lnTo>
                <a:cubicBezTo>
                  <a:pt x="276" y="233"/>
                  <a:pt x="286" y="224"/>
                  <a:pt x="295" y="216"/>
                </a:cubicBezTo>
                <a:cubicBezTo>
                  <a:pt x="298" y="211"/>
                  <a:pt x="302" y="210"/>
                  <a:pt x="308" y="210"/>
                </a:cubicBezTo>
                <a:close/>
                <a:moveTo>
                  <a:pt x="689" y="629"/>
                </a:moveTo>
                <a:lnTo>
                  <a:pt x="689" y="698"/>
                </a:lnTo>
                <a:lnTo>
                  <a:pt x="643" y="698"/>
                </a:lnTo>
                <a:cubicBezTo>
                  <a:pt x="643" y="696"/>
                  <a:pt x="643" y="694"/>
                  <a:pt x="643" y="692"/>
                </a:cubicBezTo>
                <a:lnTo>
                  <a:pt x="643" y="687"/>
                </a:lnTo>
                <a:cubicBezTo>
                  <a:pt x="643" y="682"/>
                  <a:pt x="643" y="679"/>
                  <a:pt x="641" y="675"/>
                </a:cubicBezTo>
                <a:lnTo>
                  <a:pt x="654" y="675"/>
                </a:lnTo>
                <a:cubicBezTo>
                  <a:pt x="672" y="675"/>
                  <a:pt x="685" y="661"/>
                  <a:pt x="685" y="645"/>
                </a:cubicBezTo>
                <a:lnTo>
                  <a:pt x="685" y="639"/>
                </a:lnTo>
                <a:cubicBezTo>
                  <a:pt x="685" y="636"/>
                  <a:pt x="685" y="632"/>
                  <a:pt x="683" y="629"/>
                </a:cubicBezTo>
                <a:close/>
                <a:moveTo>
                  <a:pt x="181" y="386"/>
                </a:moveTo>
                <a:lnTo>
                  <a:pt x="181" y="416"/>
                </a:lnTo>
                <a:cubicBezTo>
                  <a:pt x="181" y="428"/>
                  <a:pt x="186" y="438"/>
                  <a:pt x="195" y="445"/>
                </a:cubicBezTo>
                <a:cubicBezTo>
                  <a:pt x="211" y="458"/>
                  <a:pt x="211" y="473"/>
                  <a:pt x="218" y="487"/>
                </a:cubicBezTo>
                <a:cubicBezTo>
                  <a:pt x="231" y="522"/>
                  <a:pt x="225" y="548"/>
                  <a:pt x="227" y="588"/>
                </a:cubicBezTo>
                <a:cubicBezTo>
                  <a:pt x="227" y="594"/>
                  <a:pt x="223" y="600"/>
                  <a:pt x="217" y="600"/>
                </a:cubicBezTo>
                <a:lnTo>
                  <a:pt x="211" y="600"/>
                </a:lnTo>
                <a:cubicBezTo>
                  <a:pt x="205" y="600"/>
                  <a:pt x="201" y="594"/>
                  <a:pt x="201" y="588"/>
                </a:cubicBezTo>
                <a:lnTo>
                  <a:pt x="201" y="538"/>
                </a:lnTo>
                <a:cubicBezTo>
                  <a:pt x="201" y="532"/>
                  <a:pt x="195" y="528"/>
                  <a:pt x="189" y="528"/>
                </a:cubicBezTo>
                <a:cubicBezTo>
                  <a:pt x="184" y="528"/>
                  <a:pt x="179" y="532"/>
                  <a:pt x="179" y="538"/>
                </a:cubicBezTo>
                <a:lnTo>
                  <a:pt x="179" y="666"/>
                </a:lnTo>
                <a:cubicBezTo>
                  <a:pt x="179" y="672"/>
                  <a:pt x="173" y="678"/>
                  <a:pt x="168" y="678"/>
                </a:cubicBezTo>
                <a:lnTo>
                  <a:pt x="162" y="678"/>
                </a:lnTo>
                <a:cubicBezTo>
                  <a:pt x="158" y="678"/>
                  <a:pt x="152" y="672"/>
                  <a:pt x="152" y="666"/>
                </a:cubicBezTo>
                <a:lnTo>
                  <a:pt x="152" y="564"/>
                </a:lnTo>
                <a:cubicBezTo>
                  <a:pt x="152" y="558"/>
                  <a:pt x="146" y="552"/>
                  <a:pt x="140" y="552"/>
                </a:cubicBezTo>
                <a:cubicBezTo>
                  <a:pt x="136" y="552"/>
                  <a:pt x="130" y="558"/>
                  <a:pt x="130" y="564"/>
                </a:cubicBezTo>
                <a:lnTo>
                  <a:pt x="130" y="689"/>
                </a:lnTo>
                <a:cubicBezTo>
                  <a:pt x="142" y="700"/>
                  <a:pt x="136" y="702"/>
                  <a:pt x="130" y="702"/>
                </a:cubicBezTo>
                <a:lnTo>
                  <a:pt x="124" y="702"/>
                </a:lnTo>
                <a:cubicBezTo>
                  <a:pt x="120" y="702"/>
                  <a:pt x="114" y="697"/>
                  <a:pt x="114" y="692"/>
                </a:cubicBezTo>
                <a:lnTo>
                  <a:pt x="114" y="565"/>
                </a:lnTo>
                <a:cubicBezTo>
                  <a:pt x="114" y="559"/>
                  <a:pt x="108" y="554"/>
                  <a:pt x="103" y="554"/>
                </a:cubicBezTo>
                <a:cubicBezTo>
                  <a:pt x="97" y="554"/>
                  <a:pt x="93" y="559"/>
                  <a:pt x="93" y="565"/>
                </a:cubicBezTo>
                <a:lnTo>
                  <a:pt x="93" y="653"/>
                </a:lnTo>
                <a:cubicBezTo>
                  <a:pt x="93" y="659"/>
                  <a:pt x="87" y="665"/>
                  <a:pt x="81" y="665"/>
                </a:cubicBezTo>
                <a:lnTo>
                  <a:pt x="75" y="665"/>
                </a:lnTo>
                <a:cubicBezTo>
                  <a:pt x="71" y="665"/>
                  <a:pt x="65" y="659"/>
                  <a:pt x="65" y="653"/>
                </a:cubicBezTo>
                <a:lnTo>
                  <a:pt x="65" y="549"/>
                </a:lnTo>
                <a:cubicBezTo>
                  <a:pt x="65" y="544"/>
                  <a:pt x="59" y="538"/>
                  <a:pt x="54" y="538"/>
                </a:cubicBezTo>
                <a:cubicBezTo>
                  <a:pt x="49" y="538"/>
                  <a:pt x="43" y="544"/>
                  <a:pt x="43" y="549"/>
                </a:cubicBezTo>
                <a:lnTo>
                  <a:pt x="43" y="610"/>
                </a:lnTo>
                <a:cubicBezTo>
                  <a:pt x="43" y="616"/>
                  <a:pt x="38" y="622"/>
                  <a:pt x="32" y="622"/>
                </a:cubicBezTo>
                <a:lnTo>
                  <a:pt x="28" y="622"/>
                </a:lnTo>
                <a:cubicBezTo>
                  <a:pt x="22" y="622"/>
                  <a:pt x="16" y="616"/>
                  <a:pt x="16" y="610"/>
                </a:cubicBezTo>
                <a:lnTo>
                  <a:pt x="16" y="470"/>
                </a:lnTo>
                <a:cubicBezTo>
                  <a:pt x="16" y="457"/>
                  <a:pt x="20" y="445"/>
                  <a:pt x="28" y="435"/>
                </a:cubicBezTo>
                <a:cubicBezTo>
                  <a:pt x="36" y="421"/>
                  <a:pt x="42" y="405"/>
                  <a:pt x="43" y="386"/>
                </a:cubicBezTo>
                <a:close/>
                <a:moveTo>
                  <a:pt x="545" y="492"/>
                </a:moveTo>
                <a:cubicBezTo>
                  <a:pt x="554" y="492"/>
                  <a:pt x="564" y="492"/>
                  <a:pt x="575" y="492"/>
                </a:cubicBezTo>
                <a:cubicBezTo>
                  <a:pt x="580" y="492"/>
                  <a:pt x="585" y="492"/>
                  <a:pt x="591" y="492"/>
                </a:cubicBezTo>
                <a:cubicBezTo>
                  <a:pt x="597" y="492"/>
                  <a:pt x="601" y="497"/>
                  <a:pt x="601" y="502"/>
                </a:cubicBezTo>
                <a:lnTo>
                  <a:pt x="601" y="507"/>
                </a:lnTo>
                <a:cubicBezTo>
                  <a:pt x="601" y="513"/>
                  <a:pt x="597" y="519"/>
                  <a:pt x="591" y="519"/>
                </a:cubicBezTo>
                <a:lnTo>
                  <a:pt x="540" y="519"/>
                </a:lnTo>
                <a:cubicBezTo>
                  <a:pt x="535" y="519"/>
                  <a:pt x="529" y="523"/>
                  <a:pt x="529" y="529"/>
                </a:cubicBezTo>
                <a:cubicBezTo>
                  <a:pt x="529" y="535"/>
                  <a:pt x="535" y="541"/>
                  <a:pt x="540" y="541"/>
                </a:cubicBezTo>
                <a:lnTo>
                  <a:pt x="669" y="541"/>
                </a:lnTo>
                <a:cubicBezTo>
                  <a:pt x="673" y="541"/>
                  <a:pt x="679" y="545"/>
                  <a:pt x="679" y="551"/>
                </a:cubicBezTo>
                <a:lnTo>
                  <a:pt x="679" y="557"/>
                </a:lnTo>
                <a:cubicBezTo>
                  <a:pt x="679" y="562"/>
                  <a:pt x="673" y="567"/>
                  <a:pt x="669" y="567"/>
                </a:cubicBezTo>
                <a:lnTo>
                  <a:pt x="565" y="567"/>
                </a:lnTo>
                <a:cubicBezTo>
                  <a:pt x="561" y="567"/>
                  <a:pt x="555" y="572"/>
                  <a:pt x="555" y="578"/>
                </a:cubicBezTo>
                <a:cubicBezTo>
                  <a:pt x="555" y="584"/>
                  <a:pt x="561" y="588"/>
                  <a:pt x="565" y="588"/>
                </a:cubicBezTo>
                <a:lnTo>
                  <a:pt x="692" y="588"/>
                </a:lnTo>
                <a:cubicBezTo>
                  <a:pt x="698" y="588"/>
                  <a:pt x="702" y="594"/>
                  <a:pt x="702" y="600"/>
                </a:cubicBezTo>
                <a:lnTo>
                  <a:pt x="702" y="606"/>
                </a:lnTo>
                <a:cubicBezTo>
                  <a:pt x="702" y="610"/>
                  <a:pt x="698" y="616"/>
                  <a:pt x="692" y="616"/>
                </a:cubicBezTo>
                <a:lnTo>
                  <a:pt x="565" y="616"/>
                </a:lnTo>
                <a:cubicBezTo>
                  <a:pt x="561" y="616"/>
                  <a:pt x="555" y="622"/>
                  <a:pt x="555" y="627"/>
                </a:cubicBezTo>
                <a:cubicBezTo>
                  <a:pt x="555" y="632"/>
                  <a:pt x="561" y="637"/>
                  <a:pt x="565" y="637"/>
                </a:cubicBezTo>
                <a:lnTo>
                  <a:pt x="654" y="637"/>
                </a:lnTo>
                <a:cubicBezTo>
                  <a:pt x="659" y="637"/>
                  <a:pt x="665" y="643"/>
                  <a:pt x="665" y="649"/>
                </a:cubicBezTo>
                <a:lnTo>
                  <a:pt x="665" y="653"/>
                </a:lnTo>
                <a:cubicBezTo>
                  <a:pt x="665" y="659"/>
                  <a:pt x="659" y="665"/>
                  <a:pt x="654" y="665"/>
                </a:cubicBezTo>
                <a:lnTo>
                  <a:pt x="549" y="665"/>
                </a:lnTo>
                <a:cubicBezTo>
                  <a:pt x="543" y="665"/>
                  <a:pt x="539" y="671"/>
                  <a:pt x="539" y="675"/>
                </a:cubicBezTo>
                <a:cubicBezTo>
                  <a:pt x="539" y="681"/>
                  <a:pt x="543" y="687"/>
                  <a:pt x="549" y="687"/>
                </a:cubicBezTo>
                <a:lnTo>
                  <a:pt x="611" y="687"/>
                </a:lnTo>
                <a:cubicBezTo>
                  <a:pt x="615" y="687"/>
                  <a:pt x="621" y="692"/>
                  <a:pt x="621" y="697"/>
                </a:cubicBezTo>
                <a:lnTo>
                  <a:pt x="621" y="702"/>
                </a:lnTo>
                <a:cubicBezTo>
                  <a:pt x="621" y="708"/>
                  <a:pt x="615" y="714"/>
                  <a:pt x="611" y="714"/>
                </a:cubicBezTo>
                <a:lnTo>
                  <a:pt x="471" y="714"/>
                </a:lnTo>
                <a:lnTo>
                  <a:pt x="471" y="702"/>
                </a:lnTo>
                <a:cubicBezTo>
                  <a:pt x="459" y="702"/>
                  <a:pt x="448" y="700"/>
                  <a:pt x="438" y="692"/>
                </a:cubicBezTo>
                <a:cubicBezTo>
                  <a:pt x="423" y="682"/>
                  <a:pt x="406" y="676"/>
                  <a:pt x="389" y="675"/>
                </a:cubicBezTo>
                <a:lnTo>
                  <a:pt x="389" y="538"/>
                </a:lnTo>
                <a:lnTo>
                  <a:pt x="419" y="538"/>
                </a:lnTo>
                <a:cubicBezTo>
                  <a:pt x="431" y="538"/>
                  <a:pt x="441" y="532"/>
                  <a:pt x="448" y="523"/>
                </a:cubicBezTo>
                <a:cubicBezTo>
                  <a:pt x="454" y="516"/>
                  <a:pt x="461" y="512"/>
                  <a:pt x="470" y="507"/>
                </a:cubicBezTo>
                <a:lnTo>
                  <a:pt x="490" y="500"/>
                </a:lnTo>
                <a:cubicBezTo>
                  <a:pt x="510" y="493"/>
                  <a:pt x="526" y="492"/>
                  <a:pt x="545" y="492"/>
                </a:cubicBezTo>
                <a:close/>
                <a:moveTo>
                  <a:pt x="23" y="0"/>
                </a:moveTo>
                <a:cubicBezTo>
                  <a:pt x="17" y="0"/>
                  <a:pt x="13" y="6"/>
                  <a:pt x="13" y="11"/>
                </a:cubicBezTo>
                <a:lnTo>
                  <a:pt x="13" y="99"/>
                </a:lnTo>
                <a:cubicBezTo>
                  <a:pt x="6" y="104"/>
                  <a:pt x="2" y="115"/>
                  <a:pt x="2" y="123"/>
                </a:cubicBezTo>
                <a:lnTo>
                  <a:pt x="2" y="129"/>
                </a:lnTo>
                <a:cubicBezTo>
                  <a:pt x="2" y="138"/>
                  <a:pt x="6" y="146"/>
                  <a:pt x="13" y="152"/>
                </a:cubicBezTo>
                <a:lnTo>
                  <a:pt x="13" y="269"/>
                </a:lnTo>
                <a:cubicBezTo>
                  <a:pt x="13" y="275"/>
                  <a:pt x="17" y="281"/>
                  <a:pt x="23" y="281"/>
                </a:cubicBezTo>
                <a:cubicBezTo>
                  <a:pt x="29" y="281"/>
                  <a:pt x="35" y="275"/>
                  <a:pt x="35" y="269"/>
                </a:cubicBezTo>
                <a:lnTo>
                  <a:pt x="35" y="195"/>
                </a:lnTo>
                <a:cubicBezTo>
                  <a:pt x="41" y="201"/>
                  <a:pt x="49" y="204"/>
                  <a:pt x="56" y="204"/>
                </a:cubicBezTo>
                <a:lnTo>
                  <a:pt x="106" y="204"/>
                </a:lnTo>
                <a:cubicBezTo>
                  <a:pt x="103" y="207"/>
                  <a:pt x="103" y="211"/>
                  <a:pt x="103" y="216"/>
                </a:cubicBezTo>
                <a:lnTo>
                  <a:pt x="103" y="220"/>
                </a:lnTo>
                <a:cubicBezTo>
                  <a:pt x="103" y="237"/>
                  <a:pt x="117" y="252"/>
                  <a:pt x="133" y="252"/>
                </a:cubicBezTo>
                <a:lnTo>
                  <a:pt x="201" y="252"/>
                </a:lnTo>
                <a:lnTo>
                  <a:pt x="201" y="363"/>
                </a:lnTo>
                <a:lnTo>
                  <a:pt x="35" y="363"/>
                </a:lnTo>
                <a:lnTo>
                  <a:pt x="35" y="312"/>
                </a:lnTo>
                <a:cubicBezTo>
                  <a:pt x="35" y="307"/>
                  <a:pt x="29" y="301"/>
                  <a:pt x="23" y="301"/>
                </a:cubicBezTo>
                <a:cubicBezTo>
                  <a:pt x="17" y="301"/>
                  <a:pt x="13" y="307"/>
                  <a:pt x="13" y="312"/>
                </a:cubicBezTo>
                <a:lnTo>
                  <a:pt x="13" y="373"/>
                </a:lnTo>
                <a:cubicBezTo>
                  <a:pt x="13" y="379"/>
                  <a:pt x="17" y="385"/>
                  <a:pt x="23" y="385"/>
                </a:cubicBezTo>
                <a:lnTo>
                  <a:pt x="28" y="385"/>
                </a:lnTo>
                <a:cubicBezTo>
                  <a:pt x="28" y="399"/>
                  <a:pt x="22" y="412"/>
                  <a:pt x="15" y="422"/>
                </a:cubicBezTo>
                <a:cubicBezTo>
                  <a:pt x="6" y="437"/>
                  <a:pt x="0" y="451"/>
                  <a:pt x="0" y="468"/>
                </a:cubicBezTo>
                <a:lnTo>
                  <a:pt x="0" y="700"/>
                </a:lnTo>
                <a:cubicBezTo>
                  <a:pt x="0" y="704"/>
                  <a:pt x="6" y="710"/>
                  <a:pt x="10" y="710"/>
                </a:cubicBezTo>
                <a:lnTo>
                  <a:pt x="100" y="710"/>
                </a:lnTo>
                <a:cubicBezTo>
                  <a:pt x="104" y="717"/>
                  <a:pt x="114" y="721"/>
                  <a:pt x="123" y="721"/>
                </a:cubicBezTo>
                <a:lnTo>
                  <a:pt x="129" y="721"/>
                </a:lnTo>
                <a:cubicBezTo>
                  <a:pt x="137" y="721"/>
                  <a:pt x="146" y="717"/>
                  <a:pt x="152" y="710"/>
                </a:cubicBezTo>
                <a:lnTo>
                  <a:pt x="374" y="710"/>
                </a:lnTo>
                <a:cubicBezTo>
                  <a:pt x="379" y="710"/>
                  <a:pt x="384" y="704"/>
                  <a:pt x="384" y="700"/>
                </a:cubicBezTo>
                <a:lnTo>
                  <a:pt x="384" y="695"/>
                </a:lnTo>
                <a:cubicBezTo>
                  <a:pt x="399" y="695"/>
                  <a:pt x="412" y="701"/>
                  <a:pt x="423" y="708"/>
                </a:cubicBezTo>
                <a:cubicBezTo>
                  <a:pt x="438" y="717"/>
                  <a:pt x="452" y="723"/>
                  <a:pt x="468" y="723"/>
                </a:cubicBezTo>
                <a:lnTo>
                  <a:pt x="699" y="723"/>
                </a:lnTo>
                <a:cubicBezTo>
                  <a:pt x="705" y="723"/>
                  <a:pt x="709" y="717"/>
                  <a:pt x="709" y="711"/>
                </a:cubicBezTo>
                <a:lnTo>
                  <a:pt x="709" y="623"/>
                </a:lnTo>
                <a:cubicBezTo>
                  <a:pt x="717" y="617"/>
                  <a:pt x="721" y="609"/>
                  <a:pt x="721" y="600"/>
                </a:cubicBezTo>
                <a:lnTo>
                  <a:pt x="721" y="594"/>
                </a:lnTo>
                <a:cubicBezTo>
                  <a:pt x="721" y="585"/>
                  <a:pt x="717" y="577"/>
                  <a:pt x="709" y="571"/>
                </a:cubicBezTo>
                <a:lnTo>
                  <a:pt x="709" y="349"/>
                </a:lnTo>
                <a:cubicBezTo>
                  <a:pt x="709" y="343"/>
                  <a:pt x="705" y="337"/>
                  <a:pt x="699" y="337"/>
                </a:cubicBezTo>
                <a:lnTo>
                  <a:pt x="695" y="337"/>
                </a:lnTo>
                <a:cubicBezTo>
                  <a:pt x="695" y="323"/>
                  <a:pt x="701" y="311"/>
                  <a:pt x="708" y="299"/>
                </a:cubicBezTo>
                <a:cubicBezTo>
                  <a:pt x="717" y="285"/>
                  <a:pt x="722" y="271"/>
                  <a:pt x="722" y="255"/>
                </a:cubicBezTo>
                <a:lnTo>
                  <a:pt x="722" y="24"/>
                </a:lnTo>
                <a:cubicBezTo>
                  <a:pt x="724" y="18"/>
                  <a:pt x="719" y="13"/>
                  <a:pt x="714" y="13"/>
                </a:cubicBezTo>
                <a:lnTo>
                  <a:pt x="626" y="13"/>
                </a:lnTo>
                <a:cubicBezTo>
                  <a:pt x="620" y="6"/>
                  <a:pt x="611" y="2"/>
                  <a:pt x="601" y="2"/>
                </a:cubicBezTo>
                <a:lnTo>
                  <a:pt x="597" y="2"/>
                </a:lnTo>
                <a:cubicBezTo>
                  <a:pt x="587" y="2"/>
                  <a:pt x="578" y="8"/>
                  <a:pt x="572" y="13"/>
                </a:cubicBezTo>
                <a:lnTo>
                  <a:pt x="468" y="13"/>
                </a:lnTo>
                <a:cubicBezTo>
                  <a:pt x="462" y="13"/>
                  <a:pt x="457" y="18"/>
                  <a:pt x="457" y="24"/>
                </a:cubicBezTo>
                <a:cubicBezTo>
                  <a:pt x="457" y="29"/>
                  <a:pt x="462" y="35"/>
                  <a:pt x="468" y="35"/>
                </a:cubicBezTo>
                <a:lnTo>
                  <a:pt x="527" y="35"/>
                </a:lnTo>
                <a:cubicBezTo>
                  <a:pt x="522" y="39"/>
                  <a:pt x="519" y="50"/>
                  <a:pt x="519" y="57"/>
                </a:cubicBezTo>
                <a:lnTo>
                  <a:pt x="519" y="104"/>
                </a:lnTo>
                <a:cubicBezTo>
                  <a:pt x="514" y="103"/>
                  <a:pt x="511" y="103"/>
                  <a:pt x="507" y="103"/>
                </a:cubicBezTo>
                <a:lnTo>
                  <a:pt x="503" y="103"/>
                </a:lnTo>
                <a:cubicBezTo>
                  <a:pt x="485" y="103"/>
                  <a:pt x="471" y="117"/>
                  <a:pt x="471" y="133"/>
                </a:cubicBezTo>
                <a:lnTo>
                  <a:pt x="471" y="201"/>
                </a:lnTo>
                <a:lnTo>
                  <a:pt x="360" y="201"/>
                </a:lnTo>
                <a:lnTo>
                  <a:pt x="360" y="35"/>
                </a:lnTo>
                <a:lnTo>
                  <a:pt x="425" y="35"/>
                </a:lnTo>
                <a:cubicBezTo>
                  <a:pt x="431" y="35"/>
                  <a:pt x="435" y="29"/>
                  <a:pt x="435" y="24"/>
                </a:cubicBezTo>
                <a:cubicBezTo>
                  <a:pt x="435" y="18"/>
                  <a:pt x="431" y="12"/>
                  <a:pt x="425" y="12"/>
                </a:cubicBezTo>
                <a:lnTo>
                  <a:pt x="348" y="12"/>
                </a:lnTo>
                <a:cubicBezTo>
                  <a:pt x="344" y="12"/>
                  <a:pt x="338" y="18"/>
                  <a:pt x="338" y="24"/>
                </a:cubicBezTo>
                <a:lnTo>
                  <a:pt x="338" y="26"/>
                </a:lnTo>
                <a:cubicBezTo>
                  <a:pt x="324" y="26"/>
                  <a:pt x="311" y="22"/>
                  <a:pt x="301" y="15"/>
                </a:cubicBezTo>
                <a:cubicBezTo>
                  <a:pt x="286" y="6"/>
                  <a:pt x="270"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5"/>
          <p:cNvSpPr/>
          <p:nvPr/>
        </p:nvSpPr>
        <p:spPr>
          <a:xfrm>
            <a:off x="4811271" y="3192404"/>
            <a:ext cx="420382" cy="247018"/>
          </a:xfrm>
          <a:custGeom>
            <a:rect b="b" l="l" r="r" t="t"/>
            <a:pathLst>
              <a:path extrusionOk="0" h="436" w="742">
                <a:moveTo>
                  <a:pt x="57" y="194"/>
                </a:moveTo>
                <a:lnTo>
                  <a:pt x="59" y="221"/>
                </a:lnTo>
                <a:lnTo>
                  <a:pt x="27" y="221"/>
                </a:lnTo>
                <a:lnTo>
                  <a:pt x="27" y="211"/>
                </a:lnTo>
                <a:cubicBezTo>
                  <a:pt x="27" y="201"/>
                  <a:pt x="34" y="194"/>
                  <a:pt x="43" y="194"/>
                </a:cubicBezTo>
                <a:close/>
                <a:moveTo>
                  <a:pt x="690" y="194"/>
                </a:moveTo>
                <a:cubicBezTo>
                  <a:pt x="699" y="194"/>
                  <a:pt x="706" y="201"/>
                  <a:pt x="706" y="211"/>
                </a:cubicBezTo>
                <a:lnTo>
                  <a:pt x="706" y="221"/>
                </a:lnTo>
                <a:lnTo>
                  <a:pt x="673" y="221"/>
                </a:lnTo>
                <a:lnTo>
                  <a:pt x="676" y="194"/>
                </a:lnTo>
                <a:close/>
                <a:moveTo>
                  <a:pt x="280" y="197"/>
                </a:moveTo>
                <a:lnTo>
                  <a:pt x="281" y="223"/>
                </a:lnTo>
                <a:lnTo>
                  <a:pt x="232" y="223"/>
                </a:lnTo>
                <a:lnTo>
                  <a:pt x="234" y="197"/>
                </a:lnTo>
                <a:close/>
                <a:moveTo>
                  <a:pt x="499" y="197"/>
                </a:moveTo>
                <a:lnTo>
                  <a:pt x="502" y="223"/>
                </a:lnTo>
                <a:lnTo>
                  <a:pt x="453" y="223"/>
                </a:lnTo>
                <a:lnTo>
                  <a:pt x="455" y="197"/>
                </a:lnTo>
                <a:close/>
                <a:moveTo>
                  <a:pt x="265" y="243"/>
                </a:moveTo>
                <a:lnTo>
                  <a:pt x="265" y="279"/>
                </a:lnTo>
                <a:lnTo>
                  <a:pt x="247" y="279"/>
                </a:lnTo>
                <a:lnTo>
                  <a:pt x="247" y="243"/>
                </a:lnTo>
                <a:close/>
                <a:moveTo>
                  <a:pt x="486" y="243"/>
                </a:moveTo>
                <a:lnTo>
                  <a:pt x="486" y="279"/>
                </a:lnTo>
                <a:lnTo>
                  <a:pt x="469" y="279"/>
                </a:lnTo>
                <a:lnTo>
                  <a:pt x="469" y="243"/>
                </a:lnTo>
                <a:close/>
                <a:moveTo>
                  <a:pt x="210" y="103"/>
                </a:moveTo>
                <a:cubicBezTo>
                  <a:pt x="213" y="103"/>
                  <a:pt x="215" y="103"/>
                  <a:pt x="215" y="104"/>
                </a:cubicBezTo>
                <a:cubicBezTo>
                  <a:pt x="215" y="104"/>
                  <a:pt x="216" y="106"/>
                  <a:pt x="216" y="107"/>
                </a:cubicBezTo>
                <a:lnTo>
                  <a:pt x="208" y="278"/>
                </a:lnTo>
                <a:cubicBezTo>
                  <a:pt x="206" y="286"/>
                  <a:pt x="197" y="295"/>
                  <a:pt x="187" y="295"/>
                </a:cubicBezTo>
                <a:lnTo>
                  <a:pt x="102" y="295"/>
                </a:lnTo>
                <a:cubicBezTo>
                  <a:pt x="92" y="295"/>
                  <a:pt x="83" y="286"/>
                  <a:pt x="83" y="278"/>
                </a:cubicBezTo>
                <a:lnTo>
                  <a:pt x="73" y="107"/>
                </a:lnTo>
                <a:cubicBezTo>
                  <a:pt x="73" y="106"/>
                  <a:pt x="76" y="104"/>
                  <a:pt x="76" y="104"/>
                </a:cubicBezTo>
                <a:cubicBezTo>
                  <a:pt x="76" y="104"/>
                  <a:pt x="78" y="103"/>
                  <a:pt x="79" y="103"/>
                </a:cubicBezTo>
                <a:cubicBezTo>
                  <a:pt x="101" y="106"/>
                  <a:pt x="123" y="107"/>
                  <a:pt x="145" y="107"/>
                </a:cubicBezTo>
                <a:cubicBezTo>
                  <a:pt x="167" y="107"/>
                  <a:pt x="189" y="106"/>
                  <a:pt x="210" y="103"/>
                </a:cubicBezTo>
                <a:close/>
                <a:moveTo>
                  <a:pt x="433" y="103"/>
                </a:moveTo>
                <a:cubicBezTo>
                  <a:pt x="434" y="103"/>
                  <a:pt x="437" y="103"/>
                  <a:pt x="437" y="104"/>
                </a:cubicBezTo>
                <a:cubicBezTo>
                  <a:pt x="437" y="104"/>
                  <a:pt x="439" y="106"/>
                  <a:pt x="439" y="107"/>
                </a:cubicBezTo>
                <a:lnTo>
                  <a:pt x="430" y="278"/>
                </a:lnTo>
                <a:cubicBezTo>
                  <a:pt x="427" y="286"/>
                  <a:pt x="418" y="295"/>
                  <a:pt x="410" y="295"/>
                </a:cubicBezTo>
                <a:lnTo>
                  <a:pt x="325" y="295"/>
                </a:lnTo>
                <a:cubicBezTo>
                  <a:pt x="313" y="295"/>
                  <a:pt x="304" y="286"/>
                  <a:pt x="304" y="278"/>
                </a:cubicBezTo>
                <a:lnTo>
                  <a:pt x="296" y="107"/>
                </a:lnTo>
                <a:cubicBezTo>
                  <a:pt x="296" y="106"/>
                  <a:pt x="297" y="104"/>
                  <a:pt x="297" y="104"/>
                </a:cubicBezTo>
                <a:cubicBezTo>
                  <a:pt x="297" y="104"/>
                  <a:pt x="300" y="103"/>
                  <a:pt x="301" y="103"/>
                </a:cubicBezTo>
                <a:cubicBezTo>
                  <a:pt x="323" y="106"/>
                  <a:pt x="345" y="107"/>
                  <a:pt x="367" y="107"/>
                </a:cubicBezTo>
                <a:cubicBezTo>
                  <a:pt x="389" y="107"/>
                  <a:pt x="411" y="106"/>
                  <a:pt x="433" y="103"/>
                </a:cubicBezTo>
                <a:close/>
                <a:moveTo>
                  <a:pt x="153" y="317"/>
                </a:moveTo>
                <a:lnTo>
                  <a:pt x="153" y="353"/>
                </a:lnTo>
                <a:lnTo>
                  <a:pt x="135" y="353"/>
                </a:lnTo>
                <a:lnTo>
                  <a:pt x="135" y="317"/>
                </a:lnTo>
                <a:close/>
                <a:moveTo>
                  <a:pt x="375" y="317"/>
                </a:moveTo>
                <a:lnTo>
                  <a:pt x="375" y="353"/>
                </a:lnTo>
                <a:lnTo>
                  <a:pt x="358" y="353"/>
                </a:lnTo>
                <a:lnTo>
                  <a:pt x="358" y="317"/>
                </a:lnTo>
                <a:close/>
                <a:moveTo>
                  <a:pt x="598" y="317"/>
                </a:moveTo>
                <a:lnTo>
                  <a:pt x="598" y="353"/>
                </a:lnTo>
                <a:lnTo>
                  <a:pt x="579" y="353"/>
                </a:lnTo>
                <a:lnTo>
                  <a:pt x="579" y="317"/>
                </a:lnTo>
                <a:close/>
                <a:moveTo>
                  <a:pt x="408" y="1"/>
                </a:moveTo>
                <a:cubicBezTo>
                  <a:pt x="402" y="1"/>
                  <a:pt x="395" y="4"/>
                  <a:pt x="391" y="9"/>
                </a:cubicBezTo>
                <a:cubicBezTo>
                  <a:pt x="387" y="13"/>
                  <a:pt x="382" y="21"/>
                  <a:pt x="382" y="31"/>
                </a:cubicBezTo>
                <a:lnTo>
                  <a:pt x="387" y="81"/>
                </a:lnTo>
                <a:lnTo>
                  <a:pt x="345" y="81"/>
                </a:lnTo>
                <a:lnTo>
                  <a:pt x="348" y="31"/>
                </a:lnTo>
                <a:cubicBezTo>
                  <a:pt x="348" y="23"/>
                  <a:pt x="346" y="13"/>
                  <a:pt x="339" y="9"/>
                </a:cubicBezTo>
                <a:cubicBezTo>
                  <a:pt x="333" y="3"/>
                  <a:pt x="325" y="2"/>
                  <a:pt x="317" y="2"/>
                </a:cubicBezTo>
                <a:cubicBezTo>
                  <a:pt x="297" y="5"/>
                  <a:pt x="275" y="6"/>
                  <a:pt x="257" y="6"/>
                </a:cubicBezTo>
                <a:cubicBezTo>
                  <a:pt x="251" y="6"/>
                  <a:pt x="245" y="12"/>
                  <a:pt x="245" y="18"/>
                </a:cubicBezTo>
                <a:cubicBezTo>
                  <a:pt x="245" y="23"/>
                  <a:pt x="251" y="28"/>
                  <a:pt x="257" y="28"/>
                </a:cubicBezTo>
                <a:cubicBezTo>
                  <a:pt x="278" y="28"/>
                  <a:pt x="300" y="26"/>
                  <a:pt x="322" y="23"/>
                </a:cubicBezTo>
                <a:cubicBezTo>
                  <a:pt x="323" y="23"/>
                  <a:pt x="325" y="23"/>
                  <a:pt x="325" y="25"/>
                </a:cubicBezTo>
                <a:cubicBezTo>
                  <a:pt x="325" y="25"/>
                  <a:pt x="326" y="26"/>
                  <a:pt x="326" y="28"/>
                </a:cubicBezTo>
                <a:lnTo>
                  <a:pt x="323" y="78"/>
                </a:lnTo>
                <a:cubicBezTo>
                  <a:pt x="316" y="78"/>
                  <a:pt x="309" y="77"/>
                  <a:pt x="303" y="77"/>
                </a:cubicBezTo>
                <a:cubicBezTo>
                  <a:pt x="302" y="77"/>
                  <a:pt x="300" y="76"/>
                  <a:pt x="299" y="76"/>
                </a:cubicBezTo>
                <a:cubicBezTo>
                  <a:pt x="293" y="76"/>
                  <a:pt x="286" y="79"/>
                  <a:pt x="281" y="84"/>
                </a:cubicBezTo>
                <a:cubicBezTo>
                  <a:pt x="275" y="90"/>
                  <a:pt x="273" y="97"/>
                  <a:pt x="273" y="106"/>
                </a:cubicBezTo>
                <a:lnTo>
                  <a:pt x="275" y="172"/>
                </a:lnTo>
                <a:lnTo>
                  <a:pt x="232" y="172"/>
                </a:lnTo>
                <a:lnTo>
                  <a:pt x="236" y="106"/>
                </a:lnTo>
                <a:cubicBezTo>
                  <a:pt x="236" y="99"/>
                  <a:pt x="235" y="90"/>
                  <a:pt x="228" y="84"/>
                </a:cubicBezTo>
                <a:cubicBezTo>
                  <a:pt x="222" y="78"/>
                  <a:pt x="213" y="77"/>
                  <a:pt x="206" y="77"/>
                </a:cubicBezTo>
                <a:cubicBezTo>
                  <a:pt x="199" y="78"/>
                  <a:pt x="193" y="78"/>
                  <a:pt x="186" y="78"/>
                </a:cubicBezTo>
                <a:lnTo>
                  <a:pt x="182" y="28"/>
                </a:lnTo>
                <a:cubicBezTo>
                  <a:pt x="182" y="26"/>
                  <a:pt x="184" y="25"/>
                  <a:pt x="184" y="25"/>
                </a:cubicBezTo>
                <a:cubicBezTo>
                  <a:pt x="184" y="25"/>
                  <a:pt x="186" y="23"/>
                  <a:pt x="187" y="23"/>
                </a:cubicBezTo>
                <a:cubicBezTo>
                  <a:pt x="195" y="25"/>
                  <a:pt x="203" y="25"/>
                  <a:pt x="210" y="26"/>
                </a:cubicBezTo>
                <a:cubicBezTo>
                  <a:pt x="216" y="26"/>
                  <a:pt x="222" y="23"/>
                  <a:pt x="222" y="18"/>
                </a:cubicBezTo>
                <a:cubicBezTo>
                  <a:pt x="222" y="12"/>
                  <a:pt x="218" y="6"/>
                  <a:pt x="213" y="6"/>
                </a:cubicBezTo>
                <a:cubicBezTo>
                  <a:pt x="206" y="6"/>
                  <a:pt x="199" y="5"/>
                  <a:pt x="189" y="3"/>
                </a:cubicBezTo>
                <a:cubicBezTo>
                  <a:pt x="187" y="3"/>
                  <a:pt x="186" y="3"/>
                  <a:pt x="185" y="3"/>
                </a:cubicBezTo>
                <a:cubicBezTo>
                  <a:pt x="179" y="3"/>
                  <a:pt x="172" y="6"/>
                  <a:pt x="167" y="10"/>
                </a:cubicBezTo>
                <a:cubicBezTo>
                  <a:pt x="163" y="16"/>
                  <a:pt x="158" y="23"/>
                  <a:pt x="158" y="32"/>
                </a:cubicBezTo>
                <a:lnTo>
                  <a:pt x="163" y="83"/>
                </a:lnTo>
                <a:cubicBezTo>
                  <a:pt x="156" y="83"/>
                  <a:pt x="149" y="83"/>
                  <a:pt x="142" y="83"/>
                </a:cubicBezTo>
                <a:cubicBezTo>
                  <a:pt x="121" y="83"/>
                  <a:pt x="100" y="82"/>
                  <a:pt x="79" y="78"/>
                </a:cubicBezTo>
                <a:cubicBezTo>
                  <a:pt x="78" y="78"/>
                  <a:pt x="77" y="78"/>
                  <a:pt x="76" y="78"/>
                </a:cubicBezTo>
                <a:cubicBezTo>
                  <a:pt x="69" y="78"/>
                  <a:pt x="62" y="82"/>
                  <a:pt x="57" y="86"/>
                </a:cubicBezTo>
                <a:cubicBezTo>
                  <a:pt x="52" y="91"/>
                  <a:pt x="49" y="99"/>
                  <a:pt x="49" y="107"/>
                </a:cubicBezTo>
                <a:lnTo>
                  <a:pt x="52" y="175"/>
                </a:lnTo>
                <a:lnTo>
                  <a:pt x="40" y="175"/>
                </a:lnTo>
                <a:cubicBezTo>
                  <a:pt x="20" y="175"/>
                  <a:pt x="1" y="191"/>
                  <a:pt x="1" y="213"/>
                </a:cubicBezTo>
                <a:lnTo>
                  <a:pt x="1" y="234"/>
                </a:lnTo>
                <a:cubicBezTo>
                  <a:pt x="1" y="240"/>
                  <a:pt x="7" y="244"/>
                  <a:pt x="12" y="244"/>
                </a:cubicBezTo>
                <a:lnTo>
                  <a:pt x="56" y="244"/>
                </a:lnTo>
                <a:lnTo>
                  <a:pt x="57" y="279"/>
                </a:lnTo>
                <a:cubicBezTo>
                  <a:pt x="59" y="301"/>
                  <a:pt x="78" y="317"/>
                  <a:pt x="99" y="317"/>
                </a:cubicBezTo>
                <a:lnTo>
                  <a:pt x="112" y="317"/>
                </a:lnTo>
                <a:lnTo>
                  <a:pt x="112" y="360"/>
                </a:lnTo>
                <a:cubicBezTo>
                  <a:pt x="112" y="367"/>
                  <a:pt x="119" y="374"/>
                  <a:pt x="127" y="374"/>
                </a:cubicBezTo>
                <a:lnTo>
                  <a:pt x="131" y="374"/>
                </a:lnTo>
                <a:lnTo>
                  <a:pt x="131" y="396"/>
                </a:lnTo>
                <a:cubicBezTo>
                  <a:pt x="117" y="396"/>
                  <a:pt x="101" y="400"/>
                  <a:pt x="86" y="403"/>
                </a:cubicBezTo>
                <a:cubicBezTo>
                  <a:pt x="83" y="406"/>
                  <a:pt x="79" y="409"/>
                  <a:pt x="79" y="415"/>
                </a:cubicBezTo>
                <a:lnTo>
                  <a:pt x="79" y="424"/>
                </a:lnTo>
                <a:cubicBezTo>
                  <a:pt x="79" y="429"/>
                  <a:pt x="85" y="435"/>
                  <a:pt x="91" y="435"/>
                </a:cubicBezTo>
                <a:cubicBezTo>
                  <a:pt x="95" y="435"/>
                  <a:pt x="101" y="429"/>
                  <a:pt x="101" y="424"/>
                </a:cubicBezTo>
                <a:cubicBezTo>
                  <a:pt x="115" y="420"/>
                  <a:pt x="130" y="418"/>
                  <a:pt x="144" y="418"/>
                </a:cubicBezTo>
                <a:cubicBezTo>
                  <a:pt x="158" y="418"/>
                  <a:pt x="172" y="420"/>
                  <a:pt x="186" y="424"/>
                </a:cubicBezTo>
                <a:cubicBezTo>
                  <a:pt x="186" y="429"/>
                  <a:pt x="192" y="435"/>
                  <a:pt x="196" y="435"/>
                </a:cubicBezTo>
                <a:cubicBezTo>
                  <a:pt x="202" y="435"/>
                  <a:pt x="208" y="429"/>
                  <a:pt x="208" y="424"/>
                </a:cubicBezTo>
                <a:lnTo>
                  <a:pt x="208" y="415"/>
                </a:lnTo>
                <a:cubicBezTo>
                  <a:pt x="208" y="409"/>
                  <a:pt x="203" y="406"/>
                  <a:pt x="200" y="403"/>
                </a:cubicBezTo>
                <a:cubicBezTo>
                  <a:pt x="186" y="399"/>
                  <a:pt x="170" y="396"/>
                  <a:pt x="156" y="396"/>
                </a:cubicBezTo>
                <a:lnTo>
                  <a:pt x="156" y="374"/>
                </a:lnTo>
                <a:lnTo>
                  <a:pt x="160" y="374"/>
                </a:lnTo>
                <a:cubicBezTo>
                  <a:pt x="167" y="374"/>
                  <a:pt x="174" y="367"/>
                  <a:pt x="174" y="360"/>
                </a:cubicBezTo>
                <a:lnTo>
                  <a:pt x="174" y="317"/>
                </a:lnTo>
                <a:lnTo>
                  <a:pt x="187" y="317"/>
                </a:lnTo>
                <a:cubicBezTo>
                  <a:pt x="206" y="317"/>
                  <a:pt x="221" y="307"/>
                  <a:pt x="225" y="291"/>
                </a:cubicBezTo>
                <a:cubicBezTo>
                  <a:pt x="228" y="298"/>
                  <a:pt x="232" y="301"/>
                  <a:pt x="239" y="301"/>
                </a:cubicBezTo>
                <a:lnTo>
                  <a:pt x="245" y="301"/>
                </a:lnTo>
                <a:lnTo>
                  <a:pt x="245" y="322"/>
                </a:lnTo>
                <a:cubicBezTo>
                  <a:pt x="231" y="322"/>
                  <a:pt x="215" y="327"/>
                  <a:pt x="200" y="330"/>
                </a:cubicBezTo>
                <a:cubicBezTo>
                  <a:pt x="196" y="331"/>
                  <a:pt x="193" y="335"/>
                  <a:pt x="193" y="341"/>
                </a:cubicBezTo>
                <a:lnTo>
                  <a:pt x="193" y="350"/>
                </a:lnTo>
                <a:cubicBezTo>
                  <a:pt x="193" y="356"/>
                  <a:pt x="199" y="360"/>
                  <a:pt x="203" y="360"/>
                </a:cubicBezTo>
                <a:cubicBezTo>
                  <a:pt x="209" y="360"/>
                  <a:pt x="215" y="356"/>
                  <a:pt x="215" y="350"/>
                </a:cubicBezTo>
                <a:cubicBezTo>
                  <a:pt x="229" y="346"/>
                  <a:pt x="244" y="344"/>
                  <a:pt x="258" y="344"/>
                </a:cubicBezTo>
                <a:cubicBezTo>
                  <a:pt x="272" y="344"/>
                  <a:pt x="286" y="346"/>
                  <a:pt x="300" y="350"/>
                </a:cubicBezTo>
                <a:cubicBezTo>
                  <a:pt x="300" y="356"/>
                  <a:pt x="304" y="360"/>
                  <a:pt x="310" y="360"/>
                </a:cubicBezTo>
                <a:cubicBezTo>
                  <a:pt x="316" y="360"/>
                  <a:pt x="322" y="356"/>
                  <a:pt x="322" y="350"/>
                </a:cubicBezTo>
                <a:lnTo>
                  <a:pt x="322" y="341"/>
                </a:lnTo>
                <a:cubicBezTo>
                  <a:pt x="322" y="335"/>
                  <a:pt x="317" y="331"/>
                  <a:pt x="314" y="330"/>
                </a:cubicBezTo>
                <a:cubicBezTo>
                  <a:pt x="300" y="324"/>
                  <a:pt x="283" y="322"/>
                  <a:pt x="268" y="322"/>
                </a:cubicBezTo>
                <a:lnTo>
                  <a:pt x="268" y="301"/>
                </a:lnTo>
                <a:lnTo>
                  <a:pt x="274" y="301"/>
                </a:lnTo>
                <a:cubicBezTo>
                  <a:pt x="281" y="301"/>
                  <a:pt x="287" y="295"/>
                  <a:pt x="288" y="291"/>
                </a:cubicBezTo>
                <a:cubicBezTo>
                  <a:pt x="294" y="307"/>
                  <a:pt x="310" y="317"/>
                  <a:pt x="326" y="317"/>
                </a:cubicBezTo>
                <a:lnTo>
                  <a:pt x="339" y="317"/>
                </a:lnTo>
                <a:lnTo>
                  <a:pt x="339" y="360"/>
                </a:lnTo>
                <a:cubicBezTo>
                  <a:pt x="339" y="367"/>
                  <a:pt x="346" y="374"/>
                  <a:pt x="353" y="374"/>
                </a:cubicBezTo>
                <a:lnTo>
                  <a:pt x="359" y="374"/>
                </a:lnTo>
                <a:lnTo>
                  <a:pt x="359" y="396"/>
                </a:lnTo>
                <a:cubicBezTo>
                  <a:pt x="345" y="396"/>
                  <a:pt x="329" y="400"/>
                  <a:pt x="314" y="403"/>
                </a:cubicBezTo>
                <a:cubicBezTo>
                  <a:pt x="310" y="406"/>
                  <a:pt x="307" y="409"/>
                  <a:pt x="307" y="415"/>
                </a:cubicBezTo>
                <a:lnTo>
                  <a:pt x="307" y="424"/>
                </a:lnTo>
                <a:cubicBezTo>
                  <a:pt x="307" y="429"/>
                  <a:pt x="312" y="435"/>
                  <a:pt x="317" y="435"/>
                </a:cubicBezTo>
                <a:cubicBezTo>
                  <a:pt x="323" y="435"/>
                  <a:pt x="329" y="429"/>
                  <a:pt x="329" y="424"/>
                </a:cubicBezTo>
                <a:cubicBezTo>
                  <a:pt x="343" y="420"/>
                  <a:pt x="358" y="418"/>
                  <a:pt x="372" y="418"/>
                </a:cubicBezTo>
                <a:cubicBezTo>
                  <a:pt x="386" y="418"/>
                  <a:pt x="400" y="420"/>
                  <a:pt x="413" y="424"/>
                </a:cubicBezTo>
                <a:cubicBezTo>
                  <a:pt x="413" y="429"/>
                  <a:pt x="418" y="435"/>
                  <a:pt x="424" y="435"/>
                </a:cubicBezTo>
                <a:cubicBezTo>
                  <a:pt x="430" y="435"/>
                  <a:pt x="434" y="429"/>
                  <a:pt x="434" y="424"/>
                </a:cubicBezTo>
                <a:lnTo>
                  <a:pt x="434" y="415"/>
                </a:lnTo>
                <a:cubicBezTo>
                  <a:pt x="434" y="409"/>
                  <a:pt x="431" y="406"/>
                  <a:pt x="427" y="403"/>
                </a:cubicBezTo>
                <a:cubicBezTo>
                  <a:pt x="413" y="399"/>
                  <a:pt x="397" y="396"/>
                  <a:pt x="382" y="396"/>
                </a:cubicBezTo>
                <a:lnTo>
                  <a:pt x="382" y="374"/>
                </a:lnTo>
                <a:lnTo>
                  <a:pt x="388" y="374"/>
                </a:lnTo>
                <a:cubicBezTo>
                  <a:pt x="395" y="374"/>
                  <a:pt x="403" y="367"/>
                  <a:pt x="403" y="360"/>
                </a:cubicBezTo>
                <a:lnTo>
                  <a:pt x="403" y="317"/>
                </a:lnTo>
                <a:lnTo>
                  <a:pt x="416" y="317"/>
                </a:lnTo>
                <a:cubicBezTo>
                  <a:pt x="433" y="317"/>
                  <a:pt x="447" y="307"/>
                  <a:pt x="453" y="291"/>
                </a:cubicBezTo>
                <a:cubicBezTo>
                  <a:pt x="455" y="295"/>
                  <a:pt x="460" y="301"/>
                  <a:pt x="468" y="301"/>
                </a:cubicBezTo>
                <a:lnTo>
                  <a:pt x="473" y="301"/>
                </a:lnTo>
                <a:lnTo>
                  <a:pt x="473" y="322"/>
                </a:lnTo>
                <a:cubicBezTo>
                  <a:pt x="459" y="322"/>
                  <a:pt x="442" y="327"/>
                  <a:pt x="427" y="330"/>
                </a:cubicBezTo>
                <a:cubicBezTo>
                  <a:pt x="424" y="331"/>
                  <a:pt x="420" y="335"/>
                  <a:pt x="420" y="341"/>
                </a:cubicBezTo>
                <a:lnTo>
                  <a:pt x="420" y="350"/>
                </a:lnTo>
                <a:cubicBezTo>
                  <a:pt x="420" y="356"/>
                  <a:pt x="426" y="360"/>
                  <a:pt x="431" y="360"/>
                </a:cubicBezTo>
                <a:cubicBezTo>
                  <a:pt x="437" y="360"/>
                  <a:pt x="442" y="356"/>
                  <a:pt x="442" y="350"/>
                </a:cubicBezTo>
                <a:cubicBezTo>
                  <a:pt x="456" y="346"/>
                  <a:pt x="470" y="344"/>
                  <a:pt x="485" y="344"/>
                </a:cubicBezTo>
                <a:cubicBezTo>
                  <a:pt x="499" y="344"/>
                  <a:pt x="513" y="346"/>
                  <a:pt x="527" y="350"/>
                </a:cubicBezTo>
                <a:cubicBezTo>
                  <a:pt x="527" y="356"/>
                  <a:pt x="533" y="360"/>
                  <a:pt x="538" y="360"/>
                </a:cubicBezTo>
                <a:cubicBezTo>
                  <a:pt x="543" y="360"/>
                  <a:pt x="548" y="356"/>
                  <a:pt x="548" y="350"/>
                </a:cubicBezTo>
                <a:lnTo>
                  <a:pt x="548" y="341"/>
                </a:lnTo>
                <a:cubicBezTo>
                  <a:pt x="548" y="335"/>
                  <a:pt x="546" y="331"/>
                  <a:pt x="541" y="330"/>
                </a:cubicBezTo>
                <a:cubicBezTo>
                  <a:pt x="527" y="324"/>
                  <a:pt x="511" y="322"/>
                  <a:pt x="496" y="322"/>
                </a:cubicBezTo>
                <a:lnTo>
                  <a:pt x="496" y="301"/>
                </a:lnTo>
                <a:lnTo>
                  <a:pt x="502" y="301"/>
                </a:lnTo>
                <a:cubicBezTo>
                  <a:pt x="509" y="301"/>
                  <a:pt x="514" y="295"/>
                  <a:pt x="517" y="291"/>
                </a:cubicBezTo>
                <a:cubicBezTo>
                  <a:pt x="521" y="307"/>
                  <a:pt x="538" y="317"/>
                  <a:pt x="554" y="317"/>
                </a:cubicBezTo>
                <a:lnTo>
                  <a:pt x="567" y="317"/>
                </a:lnTo>
                <a:lnTo>
                  <a:pt x="567" y="360"/>
                </a:lnTo>
                <a:cubicBezTo>
                  <a:pt x="567" y="367"/>
                  <a:pt x="574" y="374"/>
                  <a:pt x="582" y="374"/>
                </a:cubicBezTo>
                <a:lnTo>
                  <a:pt x="586" y="374"/>
                </a:lnTo>
                <a:lnTo>
                  <a:pt x="586" y="396"/>
                </a:lnTo>
                <a:cubicBezTo>
                  <a:pt x="572" y="396"/>
                  <a:pt x="556" y="400"/>
                  <a:pt x="541" y="403"/>
                </a:cubicBezTo>
                <a:cubicBezTo>
                  <a:pt x="538" y="406"/>
                  <a:pt x="534" y="409"/>
                  <a:pt x="534" y="415"/>
                </a:cubicBezTo>
                <a:lnTo>
                  <a:pt x="534" y="424"/>
                </a:lnTo>
                <a:cubicBezTo>
                  <a:pt x="534" y="429"/>
                  <a:pt x="540" y="435"/>
                  <a:pt x="546" y="435"/>
                </a:cubicBezTo>
                <a:cubicBezTo>
                  <a:pt x="550" y="435"/>
                  <a:pt x="556" y="429"/>
                  <a:pt x="556" y="424"/>
                </a:cubicBezTo>
                <a:cubicBezTo>
                  <a:pt x="570" y="420"/>
                  <a:pt x="585" y="418"/>
                  <a:pt x="599" y="418"/>
                </a:cubicBezTo>
                <a:cubicBezTo>
                  <a:pt x="613" y="418"/>
                  <a:pt x="627" y="420"/>
                  <a:pt x="641" y="424"/>
                </a:cubicBezTo>
                <a:cubicBezTo>
                  <a:pt x="641" y="429"/>
                  <a:pt x="647" y="435"/>
                  <a:pt x="651" y="435"/>
                </a:cubicBezTo>
                <a:cubicBezTo>
                  <a:pt x="657" y="435"/>
                  <a:pt x="663" y="429"/>
                  <a:pt x="663" y="424"/>
                </a:cubicBezTo>
                <a:lnTo>
                  <a:pt x="663" y="415"/>
                </a:lnTo>
                <a:cubicBezTo>
                  <a:pt x="663" y="409"/>
                  <a:pt x="658" y="406"/>
                  <a:pt x="655" y="403"/>
                </a:cubicBezTo>
                <a:cubicBezTo>
                  <a:pt x="641" y="399"/>
                  <a:pt x="625" y="396"/>
                  <a:pt x="611" y="396"/>
                </a:cubicBezTo>
                <a:lnTo>
                  <a:pt x="611" y="374"/>
                </a:lnTo>
                <a:lnTo>
                  <a:pt x="615" y="374"/>
                </a:lnTo>
                <a:cubicBezTo>
                  <a:pt x="622" y="374"/>
                  <a:pt x="629" y="367"/>
                  <a:pt x="629" y="360"/>
                </a:cubicBezTo>
                <a:lnTo>
                  <a:pt x="629" y="317"/>
                </a:lnTo>
                <a:lnTo>
                  <a:pt x="642" y="317"/>
                </a:lnTo>
                <a:cubicBezTo>
                  <a:pt x="651" y="317"/>
                  <a:pt x="658" y="315"/>
                  <a:pt x="665" y="309"/>
                </a:cubicBezTo>
                <a:cubicBezTo>
                  <a:pt x="671" y="307"/>
                  <a:pt x="671" y="301"/>
                  <a:pt x="670" y="295"/>
                </a:cubicBezTo>
                <a:cubicBezTo>
                  <a:pt x="667" y="292"/>
                  <a:pt x="664" y="291"/>
                  <a:pt x="661" y="291"/>
                </a:cubicBezTo>
                <a:cubicBezTo>
                  <a:pt x="659" y="291"/>
                  <a:pt x="657" y="292"/>
                  <a:pt x="655" y="292"/>
                </a:cubicBezTo>
                <a:cubicBezTo>
                  <a:pt x="651" y="294"/>
                  <a:pt x="648" y="295"/>
                  <a:pt x="644" y="295"/>
                </a:cubicBezTo>
                <a:lnTo>
                  <a:pt x="560" y="295"/>
                </a:lnTo>
                <a:cubicBezTo>
                  <a:pt x="548" y="295"/>
                  <a:pt x="540" y="286"/>
                  <a:pt x="540" y="278"/>
                </a:cubicBezTo>
                <a:lnTo>
                  <a:pt x="531" y="107"/>
                </a:lnTo>
                <a:cubicBezTo>
                  <a:pt x="531" y="106"/>
                  <a:pt x="533" y="104"/>
                  <a:pt x="533" y="104"/>
                </a:cubicBezTo>
                <a:cubicBezTo>
                  <a:pt x="533" y="104"/>
                  <a:pt x="534" y="103"/>
                  <a:pt x="535" y="103"/>
                </a:cubicBezTo>
                <a:cubicBezTo>
                  <a:pt x="557" y="106"/>
                  <a:pt x="579" y="108"/>
                  <a:pt x="602" y="108"/>
                </a:cubicBezTo>
                <a:cubicBezTo>
                  <a:pt x="624" y="108"/>
                  <a:pt x="647" y="106"/>
                  <a:pt x="668" y="103"/>
                </a:cubicBezTo>
                <a:cubicBezTo>
                  <a:pt x="670" y="103"/>
                  <a:pt x="671" y="103"/>
                  <a:pt x="671" y="104"/>
                </a:cubicBezTo>
                <a:cubicBezTo>
                  <a:pt x="671" y="104"/>
                  <a:pt x="673" y="106"/>
                  <a:pt x="673" y="107"/>
                </a:cubicBezTo>
                <a:lnTo>
                  <a:pt x="664" y="259"/>
                </a:lnTo>
                <a:cubicBezTo>
                  <a:pt x="664" y="265"/>
                  <a:pt x="668" y="270"/>
                  <a:pt x="676" y="270"/>
                </a:cubicBezTo>
                <a:cubicBezTo>
                  <a:pt x="680" y="270"/>
                  <a:pt x="686" y="266"/>
                  <a:pt x="686" y="259"/>
                </a:cubicBezTo>
                <a:lnTo>
                  <a:pt x="687" y="243"/>
                </a:lnTo>
                <a:lnTo>
                  <a:pt x="730" y="243"/>
                </a:lnTo>
                <a:cubicBezTo>
                  <a:pt x="736" y="243"/>
                  <a:pt x="742" y="237"/>
                  <a:pt x="742" y="233"/>
                </a:cubicBezTo>
                <a:lnTo>
                  <a:pt x="742" y="211"/>
                </a:lnTo>
                <a:cubicBezTo>
                  <a:pt x="728" y="191"/>
                  <a:pt x="712" y="175"/>
                  <a:pt x="690" y="175"/>
                </a:cubicBezTo>
                <a:lnTo>
                  <a:pt x="677" y="175"/>
                </a:lnTo>
                <a:lnTo>
                  <a:pt x="680" y="107"/>
                </a:lnTo>
                <a:cubicBezTo>
                  <a:pt x="680" y="100"/>
                  <a:pt x="678" y="91"/>
                  <a:pt x="671" y="86"/>
                </a:cubicBezTo>
                <a:cubicBezTo>
                  <a:pt x="665" y="81"/>
                  <a:pt x="657" y="78"/>
                  <a:pt x="650" y="78"/>
                </a:cubicBezTo>
                <a:cubicBezTo>
                  <a:pt x="629" y="82"/>
                  <a:pt x="608" y="83"/>
                  <a:pt x="587" y="83"/>
                </a:cubicBezTo>
                <a:cubicBezTo>
                  <a:pt x="580" y="83"/>
                  <a:pt x="573" y="83"/>
                  <a:pt x="566" y="83"/>
                </a:cubicBezTo>
                <a:lnTo>
                  <a:pt x="570" y="32"/>
                </a:lnTo>
                <a:cubicBezTo>
                  <a:pt x="570" y="25"/>
                  <a:pt x="569" y="16"/>
                  <a:pt x="561" y="10"/>
                </a:cubicBezTo>
                <a:cubicBezTo>
                  <a:pt x="556" y="5"/>
                  <a:pt x="547" y="3"/>
                  <a:pt x="540" y="3"/>
                </a:cubicBezTo>
                <a:cubicBezTo>
                  <a:pt x="521" y="5"/>
                  <a:pt x="502" y="7"/>
                  <a:pt x="484" y="7"/>
                </a:cubicBezTo>
                <a:cubicBezTo>
                  <a:pt x="476" y="7"/>
                  <a:pt x="469" y="7"/>
                  <a:pt x="462" y="6"/>
                </a:cubicBezTo>
                <a:cubicBezTo>
                  <a:pt x="456" y="6"/>
                  <a:pt x="450" y="10"/>
                  <a:pt x="450" y="18"/>
                </a:cubicBezTo>
                <a:cubicBezTo>
                  <a:pt x="450" y="23"/>
                  <a:pt x="455" y="28"/>
                  <a:pt x="462" y="28"/>
                </a:cubicBezTo>
                <a:cubicBezTo>
                  <a:pt x="469" y="29"/>
                  <a:pt x="477" y="29"/>
                  <a:pt x="485" y="29"/>
                </a:cubicBezTo>
                <a:cubicBezTo>
                  <a:pt x="504" y="29"/>
                  <a:pt x="524" y="27"/>
                  <a:pt x="543" y="23"/>
                </a:cubicBezTo>
                <a:cubicBezTo>
                  <a:pt x="546" y="23"/>
                  <a:pt x="547" y="23"/>
                  <a:pt x="547" y="25"/>
                </a:cubicBezTo>
                <a:cubicBezTo>
                  <a:pt x="547" y="25"/>
                  <a:pt x="548" y="26"/>
                  <a:pt x="548" y="28"/>
                </a:cubicBezTo>
                <a:lnTo>
                  <a:pt x="546" y="78"/>
                </a:lnTo>
                <a:cubicBezTo>
                  <a:pt x="538" y="78"/>
                  <a:pt x="533" y="77"/>
                  <a:pt x="525" y="77"/>
                </a:cubicBezTo>
                <a:cubicBezTo>
                  <a:pt x="524" y="77"/>
                  <a:pt x="523" y="76"/>
                  <a:pt x="521" y="76"/>
                </a:cubicBezTo>
                <a:cubicBezTo>
                  <a:pt x="515" y="76"/>
                  <a:pt x="508" y="79"/>
                  <a:pt x="504" y="84"/>
                </a:cubicBezTo>
                <a:cubicBezTo>
                  <a:pt x="498" y="90"/>
                  <a:pt x="494" y="97"/>
                  <a:pt x="494" y="106"/>
                </a:cubicBezTo>
                <a:lnTo>
                  <a:pt x="498" y="172"/>
                </a:lnTo>
                <a:lnTo>
                  <a:pt x="455" y="172"/>
                </a:lnTo>
                <a:lnTo>
                  <a:pt x="459" y="106"/>
                </a:lnTo>
                <a:cubicBezTo>
                  <a:pt x="459" y="99"/>
                  <a:pt x="456" y="90"/>
                  <a:pt x="449" y="84"/>
                </a:cubicBezTo>
                <a:cubicBezTo>
                  <a:pt x="444" y="78"/>
                  <a:pt x="434" y="77"/>
                  <a:pt x="427" y="77"/>
                </a:cubicBezTo>
                <a:cubicBezTo>
                  <a:pt x="420" y="78"/>
                  <a:pt x="413" y="78"/>
                  <a:pt x="408" y="78"/>
                </a:cubicBezTo>
                <a:lnTo>
                  <a:pt x="404" y="28"/>
                </a:lnTo>
                <a:cubicBezTo>
                  <a:pt x="404" y="26"/>
                  <a:pt x="405" y="25"/>
                  <a:pt x="405" y="25"/>
                </a:cubicBezTo>
                <a:cubicBezTo>
                  <a:pt x="405" y="25"/>
                  <a:pt x="408" y="23"/>
                  <a:pt x="410" y="23"/>
                </a:cubicBezTo>
                <a:cubicBezTo>
                  <a:pt x="411" y="23"/>
                  <a:pt x="414" y="23"/>
                  <a:pt x="417" y="25"/>
                </a:cubicBezTo>
                <a:cubicBezTo>
                  <a:pt x="421" y="25"/>
                  <a:pt x="427" y="21"/>
                  <a:pt x="430" y="16"/>
                </a:cubicBezTo>
                <a:cubicBezTo>
                  <a:pt x="430" y="10"/>
                  <a:pt x="426" y="5"/>
                  <a:pt x="420" y="3"/>
                </a:cubicBezTo>
                <a:cubicBezTo>
                  <a:pt x="418" y="3"/>
                  <a:pt x="417" y="3"/>
                  <a:pt x="413" y="2"/>
                </a:cubicBezTo>
                <a:cubicBezTo>
                  <a:pt x="411" y="1"/>
                  <a:pt x="409" y="1"/>
                  <a:pt x="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 name="Shape 782"/>
        <p:cNvGrpSpPr/>
        <p:nvPr/>
      </p:nvGrpSpPr>
      <p:grpSpPr>
        <a:xfrm>
          <a:off x="0" y="0"/>
          <a:ext cx="0" cy="0"/>
          <a:chOff x="0" y="0"/>
          <a:chExt cx="0" cy="0"/>
        </a:xfrm>
      </p:grpSpPr>
      <p:sp>
        <p:nvSpPr>
          <p:cNvPr id="783" name="Google Shape;783;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ideas</a:t>
            </a:r>
            <a:endParaRPr/>
          </a:p>
        </p:txBody>
      </p:sp>
      <p:sp>
        <p:nvSpPr>
          <p:cNvPr id="784" name="Google Shape;784;p36"/>
          <p:cNvSpPr txBox="1"/>
          <p:nvPr>
            <p:ph idx="1" type="subTitle"/>
          </p:nvPr>
        </p:nvSpPr>
        <p:spPr>
          <a:xfrm>
            <a:off x="1024800" y="16339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785" name="Google Shape;785;p36"/>
          <p:cNvSpPr txBox="1"/>
          <p:nvPr>
            <p:ph idx="2" type="subTitle"/>
          </p:nvPr>
        </p:nvSpPr>
        <p:spPr>
          <a:xfrm>
            <a:off x="3579000" y="16339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786" name="Google Shape;786;p36"/>
          <p:cNvSpPr txBox="1"/>
          <p:nvPr>
            <p:ph idx="3" type="subTitle"/>
          </p:nvPr>
        </p:nvSpPr>
        <p:spPr>
          <a:xfrm>
            <a:off x="1024800" y="33642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 We all live on this planet</a:t>
            </a:r>
            <a:endParaRPr/>
          </a:p>
        </p:txBody>
      </p:sp>
      <p:sp>
        <p:nvSpPr>
          <p:cNvPr id="787" name="Google Shape;787;p36"/>
          <p:cNvSpPr txBox="1"/>
          <p:nvPr>
            <p:ph idx="4" type="subTitle"/>
          </p:nvPr>
        </p:nvSpPr>
        <p:spPr>
          <a:xfrm>
            <a:off x="3579000" y="33642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of hydrogen and helium. It’s the sixth planet from the Sun</a:t>
            </a:r>
            <a:endParaRPr/>
          </a:p>
        </p:txBody>
      </p:sp>
      <p:sp>
        <p:nvSpPr>
          <p:cNvPr id="788" name="Google Shape;788;p36"/>
          <p:cNvSpPr txBox="1"/>
          <p:nvPr>
            <p:ph idx="7" type="subTitle"/>
          </p:nvPr>
        </p:nvSpPr>
        <p:spPr>
          <a:xfrm>
            <a:off x="1024800" y="1336263"/>
            <a:ext cx="1984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89" name="Google Shape;789;p36"/>
          <p:cNvSpPr txBox="1"/>
          <p:nvPr>
            <p:ph idx="8" type="subTitle"/>
          </p:nvPr>
        </p:nvSpPr>
        <p:spPr>
          <a:xfrm>
            <a:off x="3579000" y="1336263"/>
            <a:ext cx="1984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90" name="Google Shape;790;p36"/>
          <p:cNvSpPr txBox="1"/>
          <p:nvPr>
            <p:ph idx="9" type="subTitle"/>
          </p:nvPr>
        </p:nvSpPr>
        <p:spPr>
          <a:xfrm>
            <a:off x="6135000" y="1336263"/>
            <a:ext cx="1984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91" name="Google Shape;791;p36"/>
          <p:cNvSpPr txBox="1"/>
          <p:nvPr>
            <p:ph idx="5" type="subTitle"/>
          </p:nvPr>
        </p:nvSpPr>
        <p:spPr>
          <a:xfrm>
            <a:off x="6133200" y="16339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 </a:t>
            </a:r>
            <a:endParaRPr/>
          </a:p>
        </p:txBody>
      </p:sp>
      <p:sp>
        <p:nvSpPr>
          <p:cNvPr id="792" name="Google Shape;792;p36"/>
          <p:cNvSpPr txBox="1"/>
          <p:nvPr>
            <p:ph idx="6" type="subTitle"/>
          </p:nvPr>
        </p:nvSpPr>
        <p:spPr>
          <a:xfrm>
            <a:off x="6133200" y="33642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793" name="Google Shape;793;p36"/>
          <p:cNvSpPr txBox="1"/>
          <p:nvPr>
            <p:ph idx="13" type="subTitle"/>
          </p:nvPr>
        </p:nvSpPr>
        <p:spPr>
          <a:xfrm>
            <a:off x="1024800" y="3063350"/>
            <a:ext cx="1984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794" name="Google Shape;794;p36"/>
          <p:cNvSpPr txBox="1"/>
          <p:nvPr>
            <p:ph idx="14" type="subTitle"/>
          </p:nvPr>
        </p:nvSpPr>
        <p:spPr>
          <a:xfrm>
            <a:off x="3579000" y="3063350"/>
            <a:ext cx="1984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95" name="Google Shape;795;p36"/>
          <p:cNvSpPr txBox="1"/>
          <p:nvPr>
            <p:ph idx="15" type="subTitle"/>
          </p:nvPr>
        </p:nvSpPr>
        <p:spPr>
          <a:xfrm>
            <a:off x="6135000" y="3063350"/>
            <a:ext cx="1984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 name="Shape 799"/>
        <p:cNvGrpSpPr/>
        <p:nvPr/>
      </p:nvGrpSpPr>
      <p:grpSpPr>
        <a:xfrm>
          <a:off x="0" y="0"/>
          <a:ext cx="0" cy="0"/>
          <a:chOff x="0" y="0"/>
          <a:chExt cx="0" cy="0"/>
        </a:xfrm>
      </p:grpSpPr>
      <p:sp>
        <p:nvSpPr>
          <p:cNvPr id="800" name="Google Shape;800;p37"/>
          <p:cNvSpPr txBox="1"/>
          <p:nvPr>
            <p:ph type="title"/>
          </p:nvPr>
        </p:nvSpPr>
        <p:spPr>
          <a:xfrm>
            <a:off x="4572000" y="2128475"/>
            <a:ext cx="38589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801" name="Google Shape;801;p37"/>
          <p:cNvSpPr txBox="1"/>
          <p:nvPr>
            <p:ph idx="1" type="subTitle"/>
          </p:nvPr>
        </p:nvSpPr>
        <p:spPr>
          <a:xfrm>
            <a:off x="1739575" y="650724"/>
            <a:ext cx="6691200" cy="1367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802" name="Google Shape;802;p37"/>
          <p:cNvGrpSpPr/>
          <p:nvPr/>
        </p:nvGrpSpPr>
        <p:grpSpPr>
          <a:xfrm>
            <a:off x="713235" y="2216031"/>
            <a:ext cx="3578526" cy="2387967"/>
            <a:chOff x="713235" y="2216031"/>
            <a:chExt cx="3578526" cy="2387967"/>
          </a:xfrm>
        </p:grpSpPr>
        <p:sp>
          <p:nvSpPr>
            <p:cNvPr id="803" name="Google Shape;803;p37"/>
            <p:cNvSpPr/>
            <p:nvPr/>
          </p:nvSpPr>
          <p:spPr>
            <a:xfrm>
              <a:off x="713235" y="2216031"/>
              <a:ext cx="3578526" cy="2353855"/>
            </a:xfrm>
            <a:custGeom>
              <a:rect b="b" l="l" r="r" t="t"/>
              <a:pathLst>
                <a:path extrusionOk="0" h="121161" w="184199">
                  <a:moveTo>
                    <a:pt x="91604" y="1"/>
                  </a:moveTo>
                  <a:cubicBezTo>
                    <a:pt x="72958" y="1"/>
                    <a:pt x="61635" y="17294"/>
                    <a:pt x="52471" y="27160"/>
                  </a:cubicBezTo>
                  <a:cubicBezTo>
                    <a:pt x="42031" y="38402"/>
                    <a:pt x="30356" y="30796"/>
                    <a:pt x="15111" y="42838"/>
                  </a:cubicBezTo>
                  <a:cubicBezTo>
                    <a:pt x="1" y="54747"/>
                    <a:pt x="12810" y="108719"/>
                    <a:pt x="23984" y="121161"/>
                  </a:cubicBezTo>
                  <a:lnTo>
                    <a:pt x="170322" y="121161"/>
                  </a:lnTo>
                  <a:cubicBezTo>
                    <a:pt x="171523" y="116691"/>
                    <a:pt x="175493" y="101747"/>
                    <a:pt x="178195" y="86603"/>
                  </a:cubicBezTo>
                  <a:cubicBezTo>
                    <a:pt x="181397" y="68523"/>
                    <a:pt x="184199" y="43639"/>
                    <a:pt x="171356" y="33198"/>
                  </a:cubicBezTo>
                  <a:cubicBezTo>
                    <a:pt x="167355" y="29945"/>
                    <a:pt x="162963" y="28913"/>
                    <a:pt x="158543" y="28913"/>
                  </a:cubicBezTo>
                  <a:cubicBezTo>
                    <a:pt x="150874" y="28913"/>
                    <a:pt x="143125" y="32021"/>
                    <a:pt x="137204" y="32021"/>
                  </a:cubicBezTo>
                  <a:cubicBezTo>
                    <a:pt x="135585" y="32021"/>
                    <a:pt x="134102" y="31788"/>
                    <a:pt x="132795" y="31197"/>
                  </a:cubicBezTo>
                  <a:cubicBezTo>
                    <a:pt x="123956" y="27160"/>
                    <a:pt x="123555" y="7079"/>
                    <a:pt x="99839" y="1075"/>
                  </a:cubicBezTo>
                  <a:cubicBezTo>
                    <a:pt x="96942" y="337"/>
                    <a:pt x="94202" y="1"/>
                    <a:pt x="916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7"/>
            <p:cNvSpPr/>
            <p:nvPr/>
          </p:nvSpPr>
          <p:spPr>
            <a:xfrm>
              <a:off x="3455116" y="2912582"/>
              <a:ext cx="659078" cy="1659652"/>
            </a:xfrm>
            <a:custGeom>
              <a:rect b="b" l="l" r="r" t="t"/>
              <a:pathLst>
                <a:path extrusionOk="0" h="85428" w="33925">
                  <a:moveTo>
                    <a:pt x="32724" y="1201"/>
                  </a:moveTo>
                  <a:lnTo>
                    <a:pt x="32724" y="84227"/>
                  </a:lnTo>
                  <a:lnTo>
                    <a:pt x="1202" y="84227"/>
                  </a:lnTo>
                  <a:lnTo>
                    <a:pt x="1202" y="1201"/>
                  </a:lnTo>
                  <a:close/>
                  <a:moveTo>
                    <a:pt x="601" y="0"/>
                  </a:moveTo>
                  <a:cubicBezTo>
                    <a:pt x="268" y="0"/>
                    <a:pt x="1" y="267"/>
                    <a:pt x="1" y="600"/>
                  </a:cubicBezTo>
                  <a:lnTo>
                    <a:pt x="1" y="84827"/>
                  </a:lnTo>
                  <a:cubicBezTo>
                    <a:pt x="1" y="85161"/>
                    <a:pt x="268" y="85428"/>
                    <a:pt x="601" y="85428"/>
                  </a:cubicBezTo>
                  <a:lnTo>
                    <a:pt x="33324" y="85428"/>
                  </a:lnTo>
                  <a:cubicBezTo>
                    <a:pt x="33658" y="85428"/>
                    <a:pt x="33925" y="85161"/>
                    <a:pt x="33925" y="84827"/>
                  </a:cubicBezTo>
                  <a:lnTo>
                    <a:pt x="33925" y="600"/>
                  </a:lnTo>
                  <a:cubicBezTo>
                    <a:pt x="33925" y="267"/>
                    <a:pt x="33658" y="0"/>
                    <a:pt x="333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7"/>
            <p:cNvSpPr/>
            <p:nvPr/>
          </p:nvSpPr>
          <p:spPr>
            <a:xfrm>
              <a:off x="3510853" y="2972846"/>
              <a:ext cx="547622" cy="300058"/>
            </a:xfrm>
            <a:custGeom>
              <a:rect b="b" l="l" r="r" t="t"/>
              <a:pathLst>
                <a:path extrusionOk="0" h="15445" w="28188">
                  <a:moveTo>
                    <a:pt x="26986" y="1201"/>
                  </a:moveTo>
                  <a:lnTo>
                    <a:pt x="26986" y="14210"/>
                  </a:lnTo>
                  <a:lnTo>
                    <a:pt x="1235" y="14210"/>
                  </a:lnTo>
                  <a:lnTo>
                    <a:pt x="1235" y="1201"/>
                  </a:lnTo>
                  <a:close/>
                  <a:moveTo>
                    <a:pt x="634" y="0"/>
                  </a:moveTo>
                  <a:cubicBezTo>
                    <a:pt x="301" y="0"/>
                    <a:pt x="0" y="267"/>
                    <a:pt x="0" y="601"/>
                  </a:cubicBezTo>
                  <a:lnTo>
                    <a:pt x="0" y="14811"/>
                  </a:lnTo>
                  <a:cubicBezTo>
                    <a:pt x="0" y="15144"/>
                    <a:pt x="267" y="15445"/>
                    <a:pt x="634" y="15445"/>
                  </a:cubicBezTo>
                  <a:lnTo>
                    <a:pt x="27587" y="15445"/>
                  </a:lnTo>
                  <a:cubicBezTo>
                    <a:pt x="27920" y="15445"/>
                    <a:pt x="28187" y="15144"/>
                    <a:pt x="28187" y="14811"/>
                  </a:cubicBezTo>
                  <a:lnTo>
                    <a:pt x="28187" y="601"/>
                  </a:lnTo>
                  <a:cubicBezTo>
                    <a:pt x="28187" y="267"/>
                    <a:pt x="27920" y="0"/>
                    <a:pt x="275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7"/>
            <p:cNvSpPr/>
            <p:nvPr/>
          </p:nvSpPr>
          <p:spPr>
            <a:xfrm>
              <a:off x="3510853" y="3365553"/>
              <a:ext cx="547622" cy="300077"/>
            </a:xfrm>
            <a:custGeom>
              <a:rect b="b" l="l" r="r" t="t"/>
              <a:pathLst>
                <a:path extrusionOk="0" h="15446" w="28188">
                  <a:moveTo>
                    <a:pt x="26986" y="1202"/>
                  </a:moveTo>
                  <a:lnTo>
                    <a:pt x="26986" y="14244"/>
                  </a:lnTo>
                  <a:lnTo>
                    <a:pt x="1235" y="14244"/>
                  </a:lnTo>
                  <a:lnTo>
                    <a:pt x="1235" y="1202"/>
                  </a:lnTo>
                  <a:close/>
                  <a:moveTo>
                    <a:pt x="634" y="1"/>
                  </a:moveTo>
                  <a:cubicBezTo>
                    <a:pt x="267" y="1"/>
                    <a:pt x="0" y="268"/>
                    <a:pt x="0" y="601"/>
                  </a:cubicBezTo>
                  <a:lnTo>
                    <a:pt x="0" y="14845"/>
                  </a:lnTo>
                  <a:cubicBezTo>
                    <a:pt x="0" y="15145"/>
                    <a:pt x="301" y="15445"/>
                    <a:pt x="634" y="15445"/>
                  </a:cubicBezTo>
                  <a:lnTo>
                    <a:pt x="27587" y="15445"/>
                  </a:lnTo>
                  <a:cubicBezTo>
                    <a:pt x="27920" y="15445"/>
                    <a:pt x="28187" y="15145"/>
                    <a:pt x="28187" y="14845"/>
                  </a:cubicBezTo>
                  <a:lnTo>
                    <a:pt x="28187" y="601"/>
                  </a:lnTo>
                  <a:cubicBezTo>
                    <a:pt x="28187" y="268"/>
                    <a:pt x="27920" y="1"/>
                    <a:pt x="275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7"/>
            <p:cNvSpPr/>
            <p:nvPr/>
          </p:nvSpPr>
          <p:spPr>
            <a:xfrm>
              <a:off x="3510853" y="3758280"/>
              <a:ext cx="547622" cy="300058"/>
            </a:xfrm>
            <a:custGeom>
              <a:rect b="b" l="l" r="r" t="t"/>
              <a:pathLst>
                <a:path extrusionOk="0" h="15445" w="28188">
                  <a:moveTo>
                    <a:pt x="26986" y="1201"/>
                  </a:moveTo>
                  <a:lnTo>
                    <a:pt x="26986" y="14244"/>
                  </a:lnTo>
                  <a:lnTo>
                    <a:pt x="1235" y="14244"/>
                  </a:lnTo>
                  <a:lnTo>
                    <a:pt x="1235" y="1201"/>
                  </a:lnTo>
                  <a:close/>
                  <a:moveTo>
                    <a:pt x="634" y="0"/>
                  </a:moveTo>
                  <a:cubicBezTo>
                    <a:pt x="301" y="0"/>
                    <a:pt x="0" y="267"/>
                    <a:pt x="0" y="601"/>
                  </a:cubicBezTo>
                  <a:lnTo>
                    <a:pt x="0" y="14844"/>
                  </a:lnTo>
                  <a:cubicBezTo>
                    <a:pt x="0" y="15178"/>
                    <a:pt x="301" y="15445"/>
                    <a:pt x="634" y="15445"/>
                  </a:cubicBezTo>
                  <a:lnTo>
                    <a:pt x="27587" y="15445"/>
                  </a:lnTo>
                  <a:cubicBezTo>
                    <a:pt x="27920" y="15445"/>
                    <a:pt x="28187" y="15178"/>
                    <a:pt x="28187" y="14844"/>
                  </a:cubicBezTo>
                  <a:lnTo>
                    <a:pt x="28187" y="601"/>
                  </a:lnTo>
                  <a:cubicBezTo>
                    <a:pt x="28187" y="267"/>
                    <a:pt x="27920" y="0"/>
                    <a:pt x="275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7"/>
            <p:cNvSpPr/>
            <p:nvPr/>
          </p:nvSpPr>
          <p:spPr>
            <a:xfrm>
              <a:off x="3510853" y="4150949"/>
              <a:ext cx="547622" cy="300116"/>
            </a:xfrm>
            <a:custGeom>
              <a:rect b="b" l="l" r="r" t="t"/>
              <a:pathLst>
                <a:path extrusionOk="0" h="15448" w="28188">
                  <a:moveTo>
                    <a:pt x="26986" y="1204"/>
                  </a:moveTo>
                  <a:lnTo>
                    <a:pt x="26986" y="14246"/>
                  </a:lnTo>
                  <a:lnTo>
                    <a:pt x="1235" y="14246"/>
                  </a:lnTo>
                  <a:lnTo>
                    <a:pt x="1235" y="1204"/>
                  </a:lnTo>
                  <a:close/>
                  <a:moveTo>
                    <a:pt x="583" y="0"/>
                  </a:moveTo>
                  <a:cubicBezTo>
                    <a:pt x="271" y="0"/>
                    <a:pt x="0" y="287"/>
                    <a:pt x="0" y="603"/>
                  </a:cubicBezTo>
                  <a:lnTo>
                    <a:pt x="0" y="14813"/>
                  </a:lnTo>
                  <a:cubicBezTo>
                    <a:pt x="0" y="15147"/>
                    <a:pt x="267" y="15447"/>
                    <a:pt x="634" y="15447"/>
                  </a:cubicBezTo>
                  <a:lnTo>
                    <a:pt x="27587" y="15447"/>
                  </a:lnTo>
                  <a:cubicBezTo>
                    <a:pt x="27920" y="15447"/>
                    <a:pt x="28187" y="15180"/>
                    <a:pt x="28187" y="14847"/>
                  </a:cubicBezTo>
                  <a:lnTo>
                    <a:pt x="28187" y="603"/>
                  </a:lnTo>
                  <a:cubicBezTo>
                    <a:pt x="28187" y="287"/>
                    <a:pt x="27947" y="0"/>
                    <a:pt x="27637" y="0"/>
                  </a:cubicBezTo>
                  <a:cubicBezTo>
                    <a:pt x="27621" y="0"/>
                    <a:pt x="27604" y="1"/>
                    <a:pt x="27587" y="3"/>
                  </a:cubicBezTo>
                  <a:lnTo>
                    <a:pt x="634" y="3"/>
                  </a:lnTo>
                  <a:cubicBezTo>
                    <a:pt x="617" y="1"/>
                    <a:pt x="600" y="0"/>
                    <a:pt x="5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7"/>
            <p:cNvSpPr/>
            <p:nvPr/>
          </p:nvSpPr>
          <p:spPr>
            <a:xfrm>
              <a:off x="1581625" y="2331874"/>
              <a:ext cx="1736119" cy="876219"/>
            </a:xfrm>
            <a:custGeom>
              <a:rect b="b" l="l" r="r" t="t"/>
              <a:pathLst>
                <a:path extrusionOk="0" h="45102" w="89364">
                  <a:moveTo>
                    <a:pt x="1201" y="1170"/>
                  </a:moveTo>
                  <a:lnTo>
                    <a:pt x="88163" y="1204"/>
                  </a:lnTo>
                  <a:lnTo>
                    <a:pt x="88163" y="41933"/>
                  </a:lnTo>
                  <a:lnTo>
                    <a:pt x="1201" y="41933"/>
                  </a:lnTo>
                  <a:lnTo>
                    <a:pt x="1201" y="1170"/>
                  </a:lnTo>
                  <a:close/>
                  <a:moveTo>
                    <a:pt x="544" y="0"/>
                  </a:moveTo>
                  <a:cubicBezTo>
                    <a:pt x="238" y="0"/>
                    <a:pt x="0" y="255"/>
                    <a:pt x="0" y="570"/>
                  </a:cubicBezTo>
                  <a:lnTo>
                    <a:pt x="0" y="44501"/>
                  </a:lnTo>
                  <a:cubicBezTo>
                    <a:pt x="0" y="44802"/>
                    <a:pt x="267" y="45102"/>
                    <a:pt x="601" y="45102"/>
                  </a:cubicBezTo>
                  <a:lnTo>
                    <a:pt x="88764" y="45102"/>
                  </a:lnTo>
                  <a:cubicBezTo>
                    <a:pt x="89097" y="45102"/>
                    <a:pt x="89364" y="44802"/>
                    <a:pt x="89364" y="44501"/>
                  </a:cubicBezTo>
                  <a:lnTo>
                    <a:pt x="89364" y="570"/>
                  </a:lnTo>
                  <a:cubicBezTo>
                    <a:pt x="89364" y="255"/>
                    <a:pt x="89127" y="0"/>
                    <a:pt x="88820" y="0"/>
                  </a:cubicBezTo>
                  <a:cubicBezTo>
                    <a:pt x="88801" y="0"/>
                    <a:pt x="88783" y="1"/>
                    <a:pt x="88764" y="3"/>
                  </a:cubicBezTo>
                  <a:lnTo>
                    <a:pt x="601" y="3"/>
                  </a:lnTo>
                  <a:cubicBezTo>
                    <a:pt x="582" y="1"/>
                    <a:pt x="563" y="0"/>
                    <a:pt x="5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7"/>
            <p:cNvSpPr/>
            <p:nvPr/>
          </p:nvSpPr>
          <p:spPr>
            <a:xfrm>
              <a:off x="3632042" y="4018783"/>
              <a:ext cx="58982" cy="567069"/>
            </a:xfrm>
            <a:custGeom>
              <a:rect b="b" l="l" r="r" t="t"/>
              <a:pathLst>
                <a:path extrusionOk="0" h="29189" w="3036">
                  <a:moveTo>
                    <a:pt x="801" y="1"/>
                  </a:moveTo>
                  <a:lnTo>
                    <a:pt x="0" y="28588"/>
                  </a:lnTo>
                  <a:cubicBezTo>
                    <a:pt x="0" y="28921"/>
                    <a:pt x="267" y="29188"/>
                    <a:pt x="567" y="29188"/>
                  </a:cubicBezTo>
                  <a:cubicBezTo>
                    <a:pt x="867" y="29188"/>
                    <a:pt x="1134" y="28955"/>
                    <a:pt x="1168" y="28655"/>
                  </a:cubicBezTo>
                  <a:lnTo>
                    <a:pt x="3036"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7"/>
            <p:cNvSpPr/>
            <p:nvPr/>
          </p:nvSpPr>
          <p:spPr>
            <a:xfrm>
              <a:off x="3785616" y="4018783"/>
              <a:ext cx="59001" cy="567069"/>
            </a:xfrm>
            <a:custGeom>
              <a:rect b="b" l="l" r="r" t="t"/>
              <a:pathLst>
                <a:path extrusionOk="0" h="29189" w="3037">
                  <a:moveTo>
                    <a:pt x="1" y="1"/>
                  </a:moveTo>
                  <a:lnTo>
                    <a:pt x="1902" y="28655"/>
                  </a:lnTo>
                  <a:cubicBezTo>
                    <a:pt x="1902" y="28955"/>
                    <a:pt x="2169" y="29188"/>
                    <a:pt x="2469" y="29188"/>
                  </a:cubicBezTo>
                  <a:cubicBezTo>
                    <a:pt x="2803" y="29188"/>
                    <a:pt x="3036" y="28921"/>
                    <a:pt x="3036" y="28588"/>
                  </a:cubicBezTo>
                  <a:lnTo>
                    <a:pt x="2269" y="34"/>
                  </a:lnTo>
                  <a:lnTo>
                    <a:pt x="1"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7"/>
            <p:cNvSpPr/>
            <p:nvPr/>
          </p:nvSpPr>
          <p:spPr>
            <a:xfrm>
              <a:off x="3416241" y="4018783"/>
              <a:ext cx="58982" cy="567069"/>
            </a:xfrm>
            <a:custGeom>
              <a:rect b="b" l="l" r="r" t="t"/>
              <a:pathLst>
                <a:path extrusionOk="0" h="29189" w="3036">
                  <a:moveTo>
                    <a:pt x="0" y="1"/>
                  </a:moveTo>
                  <a:lnTo>
                    <a:pt x="1902" y="28655"/>
                  </a:lnTo>
                  <a:cubicBezTo>
                    <a:pt x="1902" y="28955"/>
                    <a:pt x="2168" y="29188"/>
                    <a:pt x="2469" y="29188"/>
                  </a:cubicBezTo>
                  <a:cubicBezTo>
                    <a:pt x="2769" y="29188"/>
                    <a:pt x="3036" y="28921"/>
                    <a:pt x="3036" y="28588"/>
                  </a:cubicBezTo>
                  <a:lnTo>
                    <a:pt x="2235" y="34"/>
                  </a:lnTo>
                  <a:lnTo>
                    <a:pt x="0"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7"/>
            <p:cNvSpPr/>
            <p:nvPr/>
          </p:nvSpPr>
          <p:spPr>
            <a:xfrm>
              <a:off x="3206269" y="4018783"/>
              <a:ext cx="59001" cy="567069"/>
            </a:xfrm>
            <a:custGeom>
              <a:rect b="b" l="l" r="r" t="t"/>
              <a:pathLst>
                <a:path extrusionOk="0" h="29189" w="3037">
                  <a:moveTo>
                    <a:pt x="3036" y="1"/>
                  </a:moveTo>
                  <a:lnTo>
                    <a:pt x="801" y="34"/>
                  </a:lnTo>
                  <a:lnTo>
                    <a:pt x="1" y="28588"/>
                  </a:lnTo>
                  <a:cubicBezTo>
                    <a:pt x="1" y="28921"/>
                    <a:pt x="234" y="29188"/>
                    <a:pt x="568" y="29188"/>
                  </a:cubicBezTo>
                  <a:cubicBezTo>
                    <a:pt x="868" y="29188"/>
                    <a:pt x="1135" y="28955"/>
                    <a:pt x="1135" y="28655"/>
                  </a:cubicBezTo>
                  <a:lnTo>
                    <a:pt x="3036"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7"/>
            <p:cNvSpPr/>
            <p:nvPr/>
          </p:nvSpPr>
          <p:spPr>
            <a:xfrm>
              <a:off x="3190707" y="3443963"/>
              <a:ext cx="763423" cy="581329"/>
            </a:xfrm>
            <a:custGeom>
              <a:rect b="b" l="l" r="r" t="t"/>
              <a:pathLst>
                <a:path extrusionOk="0" h="29923" w="39296">
                  <a:moveTo>
                    <a:pt x="16379" y="1"/>
                  </a:moveTo>
                  <a:cubicBezTo>
                    <a:pt x="14778" y="1"/>
                    <a:pt x="14411" y="701"/>
                    <a:pt x="14411" y="701"/>
                  </a:cubicBezTo>
                  <a:lnTo>
                    <a:pt x="11676" y="19748"/>
                  </a:lnTo>
                  <a:cubicBezTo>
                    <a:pt x="11676" y="19748"/>
                    <a:pt x="4355" y="17648"/>
                    <a:pt x="2041" y="17648"/>
                  </a:cubicBezTo>
                  <a:cubicBezTo>
                    <a:pt x="1880" y="17648"/>
                    <a:pt x="1744" y="17659"/>
                    <a:pt x="1635" y="17680"/>
                  </a:cubicBezTo>
                  <a:cubicBezTo>
                    <a:pt x="1" y="17980"/>
                    <a:pt x="2469" y="29922"/>
                    <a:pt x="2469" y="29922"/>
                  </a:cubicBezTo>
                  <a:lnTo>
                    <a:pt x="11976" y="29922"/>
                  </a:lnTo>
                  <a:lnTo>
                    <a:pt x="12143" y="29222"/>
                  </a:lnTo>
                  <a:lnTo>
                    <a:pt x="33592" y="29222"/>
                  </a:lnTo>
                  <a:lnTo>
                    <a:pt x="39296" y="2069"/>
                  </a:lnTo>
                  <a:cubicBezTo>
                    <a:pt x="38962" y="835"/>
                    <a:pt x="36894" y="701"/>
                    <a:pt x="36894" y="701"/>
                  </a:cubicBezTo>
                  <a:cubicBezTo>
                    <a:pt x="36894" y="701"/>
                    <a:pt x="17980" y="1"/>
                    <a:pt x="16379"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7"/>
            <p:cNvSpPr/>
            <p:nvPr/>
          </p:nvSpPr>
          <p:spPr>
            <a:xfrm>
              <a:off x="3430501" y="3688924"/>
              <a:ext cx="374582" cy="293938"/>
            </a:xfrm>
            <a:custGeom>
              <a:rect b="b" l="l" r="r" t="t"/>
              <a:pathLst>
                <a:path extrusionOk="0" h="15130" w="19281">
                  <a:moveTo>
                    <a:pt x="17346" y="1"/>
                  </a:moveTo>
                  <a:lnTo>
                    <a:pt x="2135" y="435"/>
                  </a:lnTo>
                  <a:cubicBezTo>
                    <a:pt x="2135" y="435"/>
                    <a:pt x="0" y="8674"/>
                    <a:pt x="267" y="10575"/>
                  </a:cubicBezTo>
                  <a:cubicBezTo>
                    <a:pt x="534" y="12510"/>
                    <a:pt x="1901" y="15112"/>
                    <a:pt x="1901" y="15112"/>
                  </a:cubicBezTo>
                  <a:cubicBezTo>
                    <a:pt x="1901" y="15112"/>
                    <a:pt x="6275" y="15038"/>
                    <a:pt x="9606" y="15038"/>
                  </a:cubicBezTo>
                  <a:cubicBezTo>
                    <a:pt x="11271" y="15038"/>
                    <a:pt x="12676" y="15056"/>
                    <a:pt x="13143" y="15112"/>
                  </a:cubicBezTo>
                  <a:cubicBezTo>
                    <a:pt x="13268" y="15124"/>
                    <a:pt x="13393" y="15129"/>
                    <a:pt x="13518" y="15129"/>
                  </a:cubicBezTo>
                  <a:cubicBezTo>
                    <a:pt x="15134" y="15129"/>
                    <a:pt x="16738" y="14194"/>
                    <a:pt x="17079" y="13978"/>
                  </a:cubicBezTo>
                  <a:cubicBezTo>
                    <a:pt x="19281" y="12510"/>
                    <a:pt x="17346" y="1"/>
                    <a:pt x="17346"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7"/>
            <p:cNvSpPr/>
            <p:nvPr/>
          </p:nvSpPr>
          <p:spPr>
            <a:xfrm>
              <a:off x="3086382" y="3819185"/>
              <a:ext cx="384315" cy="177587"/>
            </a:xfrm>
            <a:custGeom>
              <a:rect b="b" l="l" r="r" t="t"/>
              <a:pathLst>
                <a:path extrusionOk="0" h="9141" w="19782">
                  <a:moveTo>
                    <a:pt x="18947" y="1"/>
                  </a:moveTo>
                  <a:cubicBezTo>
                    <a:pt x="18947" y="1"/>
                    <a:pt x="4704" y="1502"/>
                    <a:pt x="4037" y="1869"/>
                  </a:cubicBezTo>
                  <a:cubicBezTo>
                    <a:pt x="3370" y="2269"/>
                    <a:pt x="267" y="4971"/>
                    <a:pt x="801" y="6739"/>
                  </a:cubicBezTo>
                  <a:cubicBezTo>
                    <a:pt x="1335" y="8473"/>
                    <a:pt x="0" y="8607"/>
                    <a:pt x="1235" y="8874"/>
                  </a:cubicBezTo>
                  <a:cubicBezTo>
                    <a:pt x="2436" y="9141"/>
                    <a:pt x="19781" y="9141"/>
                    <a:pt x="19781" y="9141"/>
                  </a:cubicBezTo>
                  <a:lnTo>
                    <a:pt x="18947" y="1"/>
                  </a:ln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7"/>
            <p:cNvSpPr/>
            <p:nvPr/>
          </p:nvSpPr>
          <p:spPr>
            <a:xfrm>
              <a:off x="3086382" y="3819185"/>
              <a:ext cx="384315" cy="177587"/>
            </a:xfrm>
            <a:custGeom>
              <a:rect b="b" l="l" r="r" t="t"/>
              <a:pathLst>
                <a:path extrusionOk="0" fill="none" h="9141" w="19782">
                  <a:moveTo>
                    <a:pt x="18947" y="1"/>
                  </a:moveTo>
                  <a:cubicBezTo>
                    <a:pt x="18947" y="1"/>
                    <a:pt x="4704" y="1502"/>
                    <a:pt x="4037" y="1869"/>
                  </a:cubicBezTo>
                  <a:cubicBezTo>
                    <a:pt x="3370" y="2269"/>
                    <a:pt x="267" y="4971"/>
                    <a:pt x="801" y="6739"/>
                  </a:cubicBezTo>
                  <a:cubicBezTo>
                    <a:pt x="1335" y="8473"/>
                    <a:pt x="0" y="8607"/>
                    <a:pt x="1235" y="8874"/>
                  </a:cubicBezTo>
                  <a:cubicBezTo>
                    <a:pt x="2436" y="9141"/>
                    <a:pt x="19781" y="9141"/>
                    <a:pt x="19781" y="914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7"/>
            <p:cNvSpPr/>
            <p:nvPr/>
          </p:nvSpPr>
          <p:spPr>
            <a:xfrm>
              <a:off x="3203024" y="3976023"/>
              <a:ext cx="657135" cy="49268"/>
            </a:xfrm>
            <a:custGeom>
              <a:rect b="b" l="l" r="r" t="t"/>
              <a:pathLst>
                <a:path extrusionOk="0" h="2536" w="33825">
                  <a:moveTo>
                    <a:pt x="1" y="0"/>
                  </a:moveTo>
                  <a:lnTo>
                    <a:pt x="1" y="2535"/>
                  </a:lnTo>
                  <a:lnTo>
                    <a:pt x="33825" y="2535"/>
                  </a:lnTo>
                  <a:lnTo>
                    <a:pt x="33825"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7"/>
            <p:cNvSpPr/>
            <p:nvPr/>
          </p:nvSpPr>
          <p:spPr>
            <a:xfrm>
              <a:off x="3282735" y="3829560"/>
              <a:ext cx="422548" cy="153924"/>
            </a:xfrm>
            <a:custGeom>
              <a:rect b="b" l="l" r="r" t="t"/>
              <a:pathLst>
                <a:path extrusionOk="0" h="7923" w="21750">
                  <a:moveTo>
                    <a:pt x="1335" y="0"/>
                  </a:moveTo>
                  <a:cubicBezTo>
                    <a:pt x="1335" y="0"/>
                    <a:pt x="268" y="1201"/>
                    <a:pt x="134" y="3770"/>
                  </a:cubicBezTo>
                  <a:cubicBezTo>
                    <a:pt x="1" y="6305"/>
                    <a:pt x="268" y="6839"/>
                    <a:pt x="2169" y="7506"/>
                  </a:cubicBezTo>
                  <a:cubicBezTo>
                    <a:pt x="3103" y="7839"/>
                    <a:pt x="7748" y="7923"/>
                    <a:pt x="12159" y="7923"/>
                  </a:cubicBezTo>
                  <a:cubicBezTo>
                    <a:pt x="16571" y="7923"/>
                    <a:pt x="20749" y="7839"/>
                    <a:pt x="20749" y="7839"/>
                  </a:cubicBezTo>
                  <a:lnTo>
                    <a:pt x="217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7"/>
            <p:cNvSpPr/>
            <p:nvPr/>
          </p:nvSpPr>
          <p:spPr>
            <a:xfrm>
              <a:off x="3282735" y="3829560"/>
              <a:ext cx="422548" cy="158781"/>
            </a:xfrm>
            <a:custGeom>
              <a:rect b="b" l="l" r="r" t="t"/>
              <a:pathLst>
                <a:path extrusionOk="0" fill="none" h="8173" w="21750">
                  <a:moveTo>
                    <a:pt x="21750" y="0"/>
                  </a:moveTo>
                  <a:lnTo>
                    <a:pt x="1335" y="0"/>
                  </a:lnTo>
                  <a:cubicBezTo>
                    <a:pt x="1335" y="0"/>
                    <a:pt x="268" y="1201"/>
                    <a:pt x="134" y="3770"/>
                  </a:cubicBezTo>
                  <a:cubicBezTo>
                    <a:pt x="1" y="6305"/>
                    <a:pt x="268" y="6839"/>
                    <a:pt x="2169" y="7506"/>
                  </a:cubicBezTo>
                  <a:cubicBezTo>
                    <a:pt x="4037" y="8173"/>
                    <a:pt x="20749" y="7839"/>
                    <a:pt x="20749" y="7839"/>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7"/>
            <p:cNvSpPr/>
            <p:nvPr/>
          </p:nvSpPr>
          <p:spPr>
            <a:xfrm>
              <a:off x="3235507" y="4360319"/>
              <a:ext cx="187223" cy="207952"/>
            </a:xfrm>
            <a:custGeom>
              <a:rect b="b" l="l" r="r" t="t"/>
              <a:pathLst>
                <a:path extrusionOk="0" h="10704" w="9637">
                  <a:moveTo>
                    <a:pt x="5968" y="0"/>
                  </a:moveTo>
                  <a:lnTo>
                    <a:pt x="2465" y="667"/>
                  </a:lnTo>
                  <a:lnTo>
                    <a:pt x="5134" y="5170"/>
                  </a:lnTo>
                  <a:lnTo>
                    <a:pt x="3599" y="8239"/>
                  </a:lnTo>
                  <a:lnTo>
                    <a:pt x="263" y="10441"/>
                  </a:lnTo>
                  <a:cubicBezTo>
                    <a:pt x="263" y="10441"/>
                    <a:pt x="1" y="10704"/>
                    <a:pt x="930" y="10704"/>
                  </a:cubicBezTo>
                  <a:cubicBezTo>
                    <a:pt x="1099" y="10704"/>
                    <a:pt x="1308" y="10695"/>
                    <a:pt x="1564" y="10674"/>
                  </a:cubicBezTo>
                  <a:cubicBezTo>
                    <a:pt x="2120" y="10641"/>
                    <a:pt x="2873" y="10630"/>
                    <a:pt x="3629" y="10630"/>
                  </a:cubicBezTo>
                  <a:cubicBezTo>
                    <a:pt x="5141" y="10630"/>
                    <a:pt x="6668" y="10674"/>
                    <a:pt x="6668" y="10674"/>
                  </a:cubicBezTo>
                  <a:lnTo>
                    <a:pt x="8870" y="8139"/>
                  </a:lnTo>
                  <a:cubicBezTo>
                    <a:pt x="8870" y="8139"/>
                    <a:pt x="9637" y="6805"/>
                    <a:pt x="8102" y="5037"/>
                  </a:cubicBezTo>
                  <a:lnTo>
                    <a:pt x="5968"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7"/>
            <p:cNvSpPr/>
            <p:nvPr/>
          </p:nvSpPr>
          <p:spPr>
            <a:xfrm>
              <a:off x="3389023" y="4501576"/>
              <a:ext cx="23993" cy="64188"/>
            </a:xfrm>
            <a:custGeom>
              <a:rect b="b" l="l" r="r" t="t"/>
              <a:pathLst>
                <a:path extrusionOk="0" h="3304" w="1235">
                  <a:moveTo>
                    <a:pt x="1134" y="1"/>
                  </a:moveTo>
                  <a:lnTo>
                    <a:pt x="0" y="1635"/>
                  </a:lnTo>
                  <a:lnTo>
                    <a:pt x="701" y="3303"/>
                  </a:lnTo>
                  <a:lnTo>
                    <a:pt x="1234" y="3303"/>
                  </a:lnTo>
                  <a:lnTo>
                    <a:pt x="1134" y="1"/>
                  </a:lnTo>
                  <a:close/>
                </a:path>
              </a:pathLst>
            </a:custGeom>
            <a:solidFill>
              <a:srgbClr val="263238"/>
            </a:solid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7"/>
            <p:cNvSpPr/>
            <p:nvPr/>
          </p:nvSpPr>
          <p:spPr>
            <a:xfrm>
              <a:off x="3235371" y="4473076"/>
              <a:ext cx="183473" cy="95797"/>
            </a:xfrm>
            <a:custGeom>
              <a:rect b="b" l="l" r="r" t="t"/>
              <a:pathLst>
                <a:path extrusionOk="0" h="4931" w="9444">
                  <a:moveTo>
                    <a:pt x="8643" y="0"/>
                  </a:moveTo>
                  <a:cubicBezTo>
                    <a:pt x="7109" y="2669"/>
                    <a:pt x="5041" y="3469"/>
                    <a:pt x="5041" y="3469"/>
                  </a:cubicBezTo>
                  <a:lnTo>
                    <a:pt x="2906" y="2936"/>
                  </a:lnTo>
                  <a:lnTo>
                    <a:pt x="270" y="4637"/>
                  </a:lnTo>
                  <a:cubicBezTo>
                    <a:pt x="270" y="4637"/>
                    <a:pt x="1" y="4931"/>
                    <a:pt x="974" y="4931"/>
                  </a:cubicBezTo>
                  <a:cubicBezTo>
                    <a:pt x="1136" y="4931"/>
                    <a:pt x="1333" y="4923"/>
                    <a:pt x="1571" y="4904"/>
                  </a:cubicBezTo>
                  <a:cubicBezTo>
                    <a:pt x="2127" y="4859"/>
                    <a:pt x="2880" y="4844"/>
                    <a:pt x="3636" y="4844"/>
                  </a:cubicBezTo>
                  <a:cubicBezTo>
                    <a:pt x="5148" y="4844"/>
                    <a:pt x="6675" y="4904"/>
                    <a:pt x="6675" y="4904"/>
                  </a:cubicBezTo>
                  <a:lnTo>
                    <a:pt x="8877" y="2335"/>
                  </a:lnTo>
                  <a:cubicBezTo>
                    <a:pt x="8877" y="2335"/>
                    <a:pt x="9444" y="1368"/>
                    <a:pt x="8643"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7"/>
            <p:cNvSpPr/>
            <p:nvPr/>
          </p:nvSpPr>
          <p:spPr>
            <a:xfrm>
              <a:off x="3060465" y="3840575"/>
              <a:ext cx="308489" cy="554752"/>
            </a:xfrm>
            <a:custGeom>
              <a:rect b="b" l="l" r="r" t="t"/>
              <a:pathLst>
                <a:path extrusionOk="0" h="28555" w="15879">
                  <a:moveTo>
                    <a:pt x="10608" y="1"/>
                  </a:moveTo>
                  <a:cubicBezTo>
                    <a:pt x="10607" y="1"/>
                    <a:pt x="4303" y="534"/>
                    <a:pt x="2135" y="1602"/>
                  </a:cubicBezTo>
                  <a:cubicBezTo>
                    <a:pt x="0" y="2669"/>
                    <a:pt x="801" y="6038"/>
                    <a:pt x="801" y="6038"/>
                  </a:cubicBezTo>
                  <a:lnTo>
                    <a:pt x="10808" y="28554"/>
                  </a:lnTo>
                  <a:lnTo>
                    <a:pt x="15878" y="27654"/>
                  </a:lnTo>
                  <a:lnTo>
                    <a:pt x="8740" y="6038"/>
                  </a:lnTo>
                  <a:lnTo>
                    <a:pt x="1060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7"/>
            <p:cNvSpPr/>
            <p:nvPr/>
          </p:nvSpPr>
          <p:spPr>
            <a:xfrm>
              <a:off x="3060465" y="3840575"/>
              <a:ext cx="308489" cy="554752"/>
            </a:xfrm>
            <a:custGeom>
              <a:rect b="b" l="l" r="r" t="t"/>
              <a:pathLst>
                <a:path extrusionOk="0" fill="none" h="28555" w="15879">
                  <a:moveTo>
                    <a:pt x="8740" y="6038"/>
                  </a:moveTo>
                  <a:lnTo>
                    <a:pt x="15878" y="27654"/>
                  </a:lnTo>
                  <a:lnTo>
                    <a:pt x="10808" y="28554"/>
                  </a:lnTo>
                  <a:lnTo>
                    <a:pt x="801" y="6038"/>
                  </a:lnTo>
                  <a:cubicBezTo>
                    <a:pt x="801" y="6038"/>
                    <a:pt x="0" y="2669"/>
                    <a:pt x="2135" y="1602"/>
                  </a:cubicBezTo>
                  <a:cubicBezTo>
                    <a:pt x="4303" y="534"/>
                    <a:pt x="10608" y="1"/>
                    <a:pt x="10608"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7"/>
            <p:cNvSpPr/>
            <p:nvPr/>
          </p:nvSpPr>
          <p:spPr>
            <a:xfrm>
              <a:off x="3627496" y="3457037"/>
              <a:ext cx="347383" cy="568254"/>
            </a:xfrm>
            <a:custGeom>
              <a:rect b="b" l="l" r="r" t="t"/>
              <a:pathLst>
                <a:path extrusionOk="0" h="29250" w="17881">
                  <a:moveTo>
                    <a:pt x="14880" y="0"/>
                  </a:moveTo>
                  <a:cubicBezTo>
                    <a:pt x="14597" y="0"/>
                    <a:pt x="14411" y="28"/>
                    <a:pt x="14411" y="28"/>
                  </a:cubicBezTo>
                  <a:lnTo>
                    <a:pt x="11709" y="19042"/>
                  </a:lnTo>
                  <a:cubicBezTo>
                    <a:pt x="11709" y="19042"/>
                    <a:pt x="4275" y="16948"/>
                    <a:pt x="2030" y="16948"/>
                  </a:cubicBezTo>
                  <a:cubicBezTo>
                    <a:pt x="1887" y="16948"/>
                    <a:pt x="1766" y="16956"/>
                    <a:pt x="1669" y="16974"/>
                  </a:cubicBezTo>
                  <a:cubicBezTo>
                    <a:pt x="1" y="17274"/>
                    <a:pt x="2469" y="29249"/>
                    <a:pt x="2469" y="29249"/>
                  </a:cubicBezTo>
                  <a:lnTo>
                    <a:pt x="11976" y="29249"/>
                  </a:lnTo>
                  <a:cubicBezTo>
                    <a:pt x="11976" y="29249"/>
                    <a:pt x="17880" y="4665"/>
                    <a:pt x="17580" y="2130"/>
                  </a:cubicBezTo>
                  <a:cubicBezTo>
                    <a:pt x="17356" y="241"/>
                    <a:pt x="15707" y="0"/>
                    <a:pt x="14880"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7"/>
            <p:cNvSpPr/>
            <p:nvPr/>
          </p:nvSpPr>
          <p:spPr>
            <a:xfrm>
              <a:off x="2935391" y="3275371"/>
              <a:ext cx="176285" cy="79828"/>
            </a:xfrm>
            <a:custGeom>
              <a:rect b="b" l="l" r="r" t="t"/>
              <a:pathLst>
                <a:path extrusionOk="0" h="4109" w="9074">
                  <a:moveTo>
                    <a:pt x="3184" y="0"/>
                  </a:moveTo>
                  <a:cubicBezTo>
                    <a:pt x="2985" y="0"/>
                    <a:pt x="2791" y="93"/>
                    <a:pt x="2669" y="240"/>
                  </a:cubicBezTo>
                  <a:lnTo>
                    <a:pt x="2602" y="340"/>
                  </a:lnTo>
                  <a:lnTo>
                    <a:pt x="4470" y="1174"/>
                  </a:lnTo>
                  <a:lnTo>
                    <a:pt x="2602" y="1874"/>
                  </a:lnTo>
                  <a:lnTo>
                    <a:pt x="601" y="873"/>
                  </a:lnTo>
                  <a:cubicBezTo>
                    <a:pt x="538" y="836"/>
                    <a:pt x="471" y="817"/>
                    <a:pt x="406" y="817"/>
                  </a:cubicBezTo>
                  <a:cubicBezTo>
                    <a:pt x="298" y="817"/>
                    <a:pt x="196" y="869"/>
                    <a:pt x="134" y="973"/>
                  </a:cubicBezTo>
                  <a:cubicBezTo>
                    <a:pt x="0" y="1140"/>
                    <a:pt x="34" y="1374"/>
                    <a:pt x="200" y="1507"/>
                  </a:cubicBezTo>
                  <a:lnTo>
                    <a:pt x="3002" y="3642"/>
                  </a:lnTo>
                  <a:cubicBezTo>
                    <a:pt x="3141" y="3753"/>
                    <a:pt x="3325" y="3817"/>
                    <a:pt x="3516" y="3817"/>
                  </a:cubicBezTo>
                  <a:cubicBezTo>
                    <a:pt x="3556" y="3817"/>
                    <a:pt x="3596" y="3814"/>
                    <a:pt x="3636" y="3809"/>
                  </a:cubicBezTo>
                  <a:lnTo>
                    <a:pt x="6705" y="3175"/>
                  </a:lnTo>
                  <a:lnTo>
                    <a:pt x="7572" y="4109"/>
                  </a:lnTo>
                  <a:lnTo>
                    <a:pt x="9073" y="3342"/>
                  </a:lnTo>
                  <a:lnTo>
                    <a:pt x="7806" y="1274"/>
                  </a:lnTo>
                  <a:cubicBezTo>
                    <a:pt x="7572" y="840"/>
                    <a:pt x="7105" y="606"/>
                    <a:pt x="6638" y="606"/>
                  </a:cubicBezTo>
                  <a:lnTo>
                    <a:pt x="5437" y="640"/>
                  </a:lnTo>
                  <a:lnTo>
                    <a:pt x="3403" y="39"/>
                  </a:lnTo>
                  <a:cubicBezTo>
                    <a:pt x="3331" y="13"/>
                    <a:pt x="3257" y="0"/>
                    <a:pt x="3184"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7"/>
            <p:cNvSpPr/>
            <p:nvPr/>
          </p:nvSpPr>
          <p:spPr>
            <a:xfrm>
              <a:off x="3066294" y="3257342"/>
              <a:ext cx="464026" cy="347364"/>
            </a:xfrm>
            <a:custGeom>
              <a:rect b="b" l="l" r="r" t="t"/>
              <a:pathLst>
                <a:path extrusionOk="0" h="17880" w="23885">
                  <a:moveTo>
                    <a:pt x="23884" y="0"/>
                  </a:moveTo>
                  <a:lnTo>
                    <a:pt x="12443" y="11975"/>
                  </a:lnTo>
                  <a:lnTo>
                    <a:pt x="1501" y="3136"/>
                  </a:lnTo>
                  <a:lnTo>
                    <a:pt x="0" y="4236"/>
                  </a:lnTo>
                  <a:lnTo>
                    <a:pt x="12009" y="17880"/>
                  </a:lnTo>
                  <a:lnTo>
                    <a:pt x="22450" y="12242"/>
                  </a:lnTo>
                  <a:lnTo>
                    <a:pt x="23884"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7"/>
            <p:cNvSpPr/>
            <p:nvPr/>
          </p:nvSpPr>
          <p:spPr>
            <a:xfrm>
              <a:off x="3779147" y="3316946"/>
              <a:ext cx="200900" cy="360982"/>
            </a:xfrm>
            <a:custGeom>
              <a:rect b="b" l="l" r="r" t="t"/>
              <a:pathLst>
                <a:path extrusionOk="0" h="18581" w="10341">
                  <a:moveTo>
                    <a:pt x="4337" y="1"/>
                  </a:moveTo>
                  <a:cubicBezTo>
                    <a:pt x="2902" y="1202"/>
                    <a:pt x="0" y="9941"/>
                    <a:pt x="0" y="9941"/>
                  </a:cubicBezTo>
                  <a:lnTo>
                    <a:pt x="5171" y="18581"/>
                  </a:lnTo>
                  <a:lnTo>
                    <a:pt x="10341" y="18447"/>
                  </a:lnTo>
                  <a:lnTo>
                    <a:pt x="4337"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7"/>
            <p:cNvSpPr/>
            <p:nvPr/>
          </p:nvSpPr>
          <p:spPr>
            <a:xfrm>
              <a:off x="3471959" y="3237235"/>
              <a:ext cx="391445" cy="460140"/>
            </a:xfrm>
            <a:custGeom>
              <a:rect b="b" l="l" r="r" t="t"/>
              <a:pathLst>
                <a:path extrusionOk="0" h="23685" w="20149">
                  <a:moveTo>
                    <a:pt x="9441" y="1"/>
                  </a:moveTo>
                  <a:lnTo>
                    <a:pt x="3003" y="1035"/>
                  </a:lnTo>
                  <a:lnTo>
                    <a:pt x="568" y="10675"/>
                  </a:lnTo>
                  <a:cubicBezTo>
                    <a:pt x="401" y="11242"/>
                    <a:pt x="401" y="11843"/>
                    <a:pt x="568" y="12410"/>
                  </a:cubicBezTo>
                  <a:lnTo>
                    <a:pt x="1836" y="16813"/>
                  </a:lnTo>
                  <a:lnTo>
                    <a:pt x="1" y="23685"/>
                  </a:lnTo>
                  <a:lnTo>
                    <a:pt x="15312" y="23685"/>
                  </a:lnTo>
                  <a:lnTo>
                    <a:pt x="14678" y="19415"/>
                  </a:lnTo>
                  <a:lnTo>
                    <a:pt x="20149" y="4104"/>
                  </a:lnTo>
                  <a:lnTo>
                    <a:pt x="13611" y="935"/>
                  </a:lnTo>
                  <a:lnTo>
                    <a:pt x="9441"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7"/>
            <p:cNvSpPr/>
            <p:nvPr/>
          </p:nvSpPr>
          <p:spPr>
            <a:xfrm>
              <a:off x="3600938" y="3225015"/>
              <a:ext cx="155537" cy="161948"/>
            </a:xfrm>
            <a:custGeom>
              <a:rect b="b" l="l" r="r" t="t"/>
              <a:pathLst>
                <a:path extrusionOk="0" h="8336" w="8006">
                  <a:moveTo>
                    <a:pt x="4016" y="0"/>
                  </a:moveTo>
                  <a:cubicBezTo>
                    <a:pt x="2767" y="0"/>
                    <a:pt x="1454" y="373"/>
                    <a:pt x="967" y="1564"/>
                  </a:cubicBezTo>
                  <a:cubicBezTo>
                    <a:pt x="0" y="3932"/>
                    <a:pt x="400" y="7335"/>
                    <a:pt x="400" y="7335"/>
                  </a:cubicBezTo>
                  <a:lnTo>
                    <a:pt x="2635" y="6201"/>
                  </a:lnTo>
                  <a:lnTo>
                    <a:pt x="5304" y="8335"/>
                  </a:lnTo>
                  <a:lnTo>
                    <a:pt x="7639" y="5533"/>
                  </a:lnTo>
                  <a:cubicBezTo>
                    <a:pt x="7806" y="5100"/>
                    <a:pt x="7906" y="4633"/>
                    <a:pt x="7939" y="4166"/>
                  </a:cubicBezTo>
                  <a:cubicBezTo>
                    <a:pt x="7972" y="3532"/>
                    <a:pt x="8006" y="2731"/>
                    <a:pt x="7972" y="2298"/>
                  </a:cubicBezTo>
                  <a:cubicBezTo>
                    <a:pt x="7939" y="1531"/>
                    <a:pt x="6671" y="663"/>
                    <a:pt x="6671" y="663"/>
                  </a:cubicBezTo>
                  <a:cubicBezTo>
                    <a:pt x="6423" y="365"/>
                    <a:pt x="5250" y="0"/>
                    <a:pt x="4016"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7"/>
            <p:cNvSpPr/>
            <p:nvPr/>
          </p:nvSpPr>
          <p:spPr>
            <a:xfrm>
              <a:off x="3632042" y="3090615"/>
              <a:ext cx="134166" cy="256054"/>
            </a:xfrm>
            <a:custGeom>
              <a:rect b="b" l="l" r="r" t="t"/>
              <a:pathLst>
                <a:path extrusionOk="0" h="13180" w="6906">
                  <a:moveTo>
                    <a:pt x="5609" y="1"/>
                  </a:moveTo>
                  <a:cubicBezTo>
                    <a:pt x="3633" y="1"/>
                    <a:pt x="501" y="3478"/>
                    <a:pt x="501" y="3478"/>
                  </a:cubicBezTo>
                  <a:lnTo>
                    <a:pt x="0" y="9082"/>
                  </a:lnTo>
                  <a:cubicBezTo>
                    <a:pt x="0" y="9082"/>
                    <a:pt x="534" y="12518"/>
                    <a:pt x="1034" y="13119"/>
                  </a:cubicBezTo>
                  <a:cubicBezTo>
                    <a:pt x="1069" y="13160"/>
                    <a:pt x="1120" y="13180"/>
                    <a:pt x="1185" y="13180"/>
                  </a:cubicBezTo>
                  <a:cubicBezTo>
                    <a:pt x="2060" y="13180"/>
                    <a:pt x="5468" y="9652"/>
                    <a:pt x="5437" y="8782"/>
                  </a:cubicBezTo>
                  <a:cubicBezTo>
                    <a:pt x="5371" y="7848"/>
                    <a:pt x="5871" y="5346"/>
                    <a:pt x="6138" y="4112"/>
                  </a:cubicBezTo>
                  <a:cubicBezTo>
                    <a:pt x="6371" y="2845"/>
                    <a:pt x="6905" y="977"/>
                    <a:pt x="6905" y="977"/>
                  </a:cubicBezTo>
                  <a:cubicBezTo>
                    <a:pt x="6627" y="275"/>
                    <a:pt x="6164" y="1"/>
                    <a:pt x="5609"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7"/>
            <p:cNvSpPr/>
            <p:nvPr/>
          </p:nvSpPr>
          <p:spPr>
            <a:xfrm>
              <a:off x="3578247" y="3036238"/>
              <a:ext cx="139353" cy="216053"/>
            </a:xfrm>
            <a:custGeom>
              <a:rect b="b" l="l" r="r" t="t"/>
              <a:pathLst>
                <a:path extrusionOk="0" h="11121" w="7173">
                  <a:moveTo>
                    <a:pt x="3051" y="1"/>
                  </a:moveTo>
                  <a:cubicBezTo>
                    <a:pt x="2414" y="1"/>
                    <a:pt x="1806" y="251"/>
                    <a:pt x="1402" y="840"/>
                  </a:cubicBezTo>
                  <a:cubicBezTo>
                    <a:pt x="1402" y="840"/>
                    <a:pt x="701" y="2008"/>
                    <a:pt x="701" y="2508"/>
                  </a:cubicBezTo>
                  <a:cubicBezTo>
                    <a:pt x="701" y="3008"/>
                    <a:pt x="968" y="4009"/>
                    <a:pt x="901" y="4276"/>
                  </a:cubicBezTo>
                  <a:cubicBezTo>
                    <a:pt x="868" y="4576"/>
                    <a:pt x="167" y="5544"/>
                    <a:pt x="67" y="5877"/>
                  </a:cubicBezTo>
                  <a:cubicBezTo>
                    <a:pt x="1" y="6144"/>
                    <a:pt x="101" y="6444"/>
                    <a:pt x="367" y="6578"/>
                  </a:cubicBezTo>
                  <a:cubicBezTo>
                    <a:pt x="534" y="6644"/>
                    <a:pt x="701" y="6744"/>
                    <a:pt x="868" y="6844"/>
                  </a:cubicBezTo>
                  <a:cubicBezTo>
                    <a:pt x="868" y="6844"/>
                    <a:pt x="1068" y="9413"/>
                    <a:pt x="1402" y="10080"/>
                  </a:cubicBezTo>
                  <a:cubicBezTo>
                    <a:pt x="1735" y="10747"/>
                    <a:pt x="2035" y="11047"/>
                    <a:pt x="3036" y="11114"/>
                  </a:cubicBezTo>
                  <a:cubicBezTo>
                    <a:pt x="3080" y="11119"/>
                    <a:pt x="3127" y="11121"/>
                    <a:pt x="3176" y="11121"/>
                  </a:cubicBezTo>
                  <a:cubicBezTo>
                    <a:pt x="4214" y="11121"/>
                    <a:pt x="6387" y="10142"/>
                    <a:pt x="6705" y="9346"/>
                  </a:cubicBezTo>
                  <a:cubicBezTo>
                    <a:pt x="7039" y="8512"/>
                    <a:pt x="7072" y="7512"/>
                    <a:pt x="7139" y="6311"/>
                  </a:cubicBezTo>
                  <a:cubicBezTo>
                    <a:pt x="7172" y="5110"/>
                    <a:pt x="6338" y="3409"/>
                    <a:pt x="5705" y="1774"/>
                  </a:cubicBezTo>
                  <a:cubicBezTo>
                    <a:pt x="5325" y="741"/>
                    <a:pt x="4146" y="1"/>
                    <a:pt x="3051"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7"/>
            <p:cNvSpPr/>
            <p:nvPr/>
          </p:nvSpPr>
          <p:spPr>
            <a:xfrm>
              <a:off x="3751929" y="3094034"/>
              <a:ext cx="123151" cy="123131"/>
            </a:xfrm>
            <a:custGeom>
              <a:rect b="b" l="l" r="r" t="t"/>
              <a:pathLst>
                <a:path extrusionOk="0" h="6338" w="6339">
                  <a:moveTo>
                    <a:pt x="3169" y="0"/>
                  </a:moveTo>
                  <a:cubicBezTo>
                    <a:pt x="1401" y="0"/>
                    <a:pt x="0" y="1401"/>
                    <a:pt x="0" y="3169"/>
                  </a:cubicBezTo>
                  <a:cubicBezTo>
                    <a:pt x="0" y="4937"/>
                    <a:pt x="1401" y="6338"/>
                    <a:pt x="3169" y="6338"/>
                  </a:cubicBezTo>
                  <a:cubicBezTo>
                    <a:pt x="4937" y="6338"/>
                    <a:pt x="6338" y="4937"/>
                    <a:pt x="6338" y="3169"/>
                  </a:cubicBezTo>
                  <a:cubicBezTo>
                    <a:pt x="6338" y="1401"/>
                    <a:pt x="4937" y="0"/>
                    <a:pt x="3169"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7"/>
            <p:cNvSpPr/>
            <p:nvPr/>
          </p:nvSpPr>
          <p:spPr>
            <a:xfrm>
              <a:off x="3605465" y="2988427"/>
              <a:ext cx="224893" cy="200647"/>
            </a:xfrm>
            <a:custGeom>
              <a:rect b="b" l="l" r="r" t="t"/>
              <a:pathLst>
                <a:path extrusionOk="0" h="10328" w="11576">
                  <a:moveTo>
                    <a:pt x="5139" y="1"/>
                  </a:moveTo>
                  <a:cubicBezTo>
                    <a:pt x="2761" y="1"/>
                    <a:pt x="524" y="841"/>
                    <a:pt x="1" y="3134"/>
                  </a:cubicBezTo>
                  <a:cubicBezTo>
                    <a:pt x="1" y="3134"/>
                    <a:pt x="322" y="2855"/>
                    <a:pt x="936" y="2855"/>
                  </a:cubicBezTo>
                  <a:cubicBezTo>
                    <a:pt x="1540" y="2855"/>
                    <a:pt x="2428" y="3126"/>
                    <a:pt x="3570" y="4202"/>
                  </a:cubicBezTo>
                  <a:cubicBezTo>
                    <a:pt x="5871" y="6403"/>
                    <a:pt x="5004" y="9606"/>
                    <a:pt x="6539" y="10239"/>
                  </a:cubicBezTo>
                  <a:cubicBezTo>
                    <a:pt x="6676" y="10299"/>
                    <a:pt x="6825" y="10327"/>
                    <a:pt x="6981" y="10327"/>
                  </a:cubicBezTo>
                  <a:cubicBezTo>
                    <a:pt x="8568" y="10327"/>
                    <a:pt x="10972" y="7458"/>
                    <a:pt x="11275" y="5970"/>
                  </a:cubicBezTo>
                  <a:cubicBezTo>
                    <a:pt x="11575" y="4335"/>
                    <a:pt x="10608" y="933"/>
                    <a:pt x="7539" y="266"/>
                  </a:cubicBezTo>
                  <a:cubicBezTo>
                    <a:pt x="6764" y="97"/>
                    <a:pt x="5943" y="1"/>
                    <a:pt x="5139"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7"/>
            <p:cNvSpPr/>
            <p:nvPr/>
          </p:nvSpPr>
          <p:spPr>
            <a:xfrm>
              <a:off x="3603075" y="3012633"/>
              <a:ext cx="137858" cy="117090"/>
            </a:xfrm>
            <a:custGeom>
              <a:rect b="b" l="l" r="r" t="t"/>
              <a:pathLst>
                <a:path extrusionOk="0" h="6027" w="7096">
                  <a:moveTo>
                    <a:pt x="7095" y="5825"/>
                  </a:moveTo>
                  <a:lnTo>
                    <a:pt x="7095" y="5825"/>
                  </a:lnTo>
                  <a:cubicBezTo>
                    <a:pt x="7095" y="5825"/>
                    <a:pt x="7091" y="5826"/>
                    <a:pt x="7082" y="5828"/>
                  </a:cubicBezTo>
                  <a:lnTo>
                    <a:pt x="7082" y="5828"/>
                  </a:lnTo>
                  <a:cubicBezTo>
                    <a:pt x="7091" y="5826"/>
                    <a:pt x="7095" y="5825"/>
                    <a:pt x="7095" y="5825"/>
                  </a:cubicBezTo>
                  <a:close/>
                  <a:moveTo>
                    <a:pt x="1795" y="0"/>
                  </a:moveTo>
                  <a:cubicBezTo>
                    <a:pt x="809" y="0"/>
                    <a:pt x="1" y="846"/>
                    <a:pt x="124" y="1888"/>
                  </a:cubicBezTo>
                  <a:cubicBezTo>
                    <a:pt x="271" y="1849"/>
                    <a:pt x="411" y="1830"/>
                    <a:pt x="544" y="1830"/>
                  </a:cubicBezTo>
                  <a:cubicBezTo>
                    <a:pt x="2312" y="1830"/>
                    <a:pt x="2910" y="5102"/>
                    <a:pt x="4026" y="5691"/>
                  </a:cubicBezTo>
                  <a:cubicBezTo>
                    <a:pt x="4488" y="5948"/>
                    <a:pt x="5049" y="6027"/>
                    <a:pt x="5564" y="6027"/>
                  </a:cubicBezTo>
                  <a:cubicBezTo>
                    <a:pt x="6321" y="6027"/>
                    <a:pt x="6980" y="5856"/>
                    <a:pt x="7082" y="5828"/>
                  </a:cubicBezTo>
                  <a:lnTo>
                    <a:pt x="7082" y="5828"/>
                  </a:lnTo>
                  <a:cubicBezTo>
                    <a:pt x="7067" y="5832"/>
                    <a:pt x="7042" y="5836"/>
                    <a:pt x="7006" y="5836"/>
                  </a:cubicBezTo>
                  <a:cubicBezTo>
                    <a:pt x="6813" y="5836"/>
                    <a:pt x="6302" y="5719"/>
                    <a:pt x="5461" y="4724"/>
                  </a:cubicBezTo>
                  <a:cubicBezTo>
                    <a:pt x="4360" y="3389"/>
                    <a:pt x="4126" y="120"/>
                    <a:pt x="2058" y="20"/>
                  </a:cubicBezTo>
                  <a:cubicBezTo>
                    <a:pt x="1969" y="7"/>
                    <a:pt x="1882" y="0"/>
                    <a:pt x="1795"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7"/>
            <p:cNvSpPr/>
            <p:nvPr/>
          </p:nvSpPr>
          <p:spPr>
            <a:xfrm>
              <a:off x="3628156" y="3005251"/>
              <a:ext cx="154254" cy="128979"/>
            </a:xfrm>
            <a:custGeom>
              <a:rect b="b" l="l" r="r" t="t"/>
              <a:pathLst>
                <a:path extrusionOk="0" fill="none" h="6639" w="7940">
                  <a:moveTo>
                    <a:pt x="2235" y="0"/>
                  </a:moveTo>
                  <a:cubicBezTo>
                    <a:pt x="3336" y="667"/>
                    <a:pt x="4203" y="1668"/>
                    <a:pt x="4737" y="2835"/>
                  </a:cubicBezTo>
                  <a:cubicBezTo>
                    <a:pt x="5671" y="4837"/>
                    <a:pt x="5671" y="6505"/>
                    <a:pt x="7939" y="6371"/>
                  </a:cubicBezTo>
                  <a:cubicBezTo>
                    <a:pt x="7939" y="6371"/>
                    <a:pt x="6872" y="6638"/>
                    <a:pt x="5204" y="5804"/>
                  </a:cubicBezTo>
                  <a:cubicBezTo>
                    <a:pt x="3569" y="4970"/>
                    <a:pt x="3202" y="2602"/>
                    <a:pt x="2135" y="1668"/>
                  </a:cubicBezTo>
                  <a:cubicBezTo>
                    <a:pt x="1568" y="1101"/>
                    <a:pt x="801" y="767"/>
                    <a:pt x="0" y="701"/>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7"/>
            <p:cNvSpPr/>
            <p:nvPr/>
          </p:nvSpPr>
          <p:spPr>
            <a:xfrm>
              <a:off x="3777204" y="3104389"/>
              <a:ext cx="47325" cy="70658"/>
            </a:xfrm>
            <a:custGeom>
              <a:rect b="b" l="l" r="r" t="t"/>
              <a:pathLst>
                <a:path extrusionOk="0" fill="none" h="3637" w="2436">
                  <a:moveTo>
                    <a:pt x="2435" y="1"/>
                  </a:moveTo>
                  <a:cubicBezTo>
                    <a:pt x="2435" y="1"/>
                    <a:pt x="2335" y="3003"/>
                    <a:pt x="0" y="3637"/>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7"/>
            <p:cNvSpPr/>
            <p:nvPr/>
          </p:nvSpPr>
          <p:spPr>
            <a:xfrm>
              <a:off x="3694890" y="3134405"/>
              <a:ext cx="65276" cy="63916"/>
            </a:xfrm>
            <a:custGeom>
              <a:rect b="b" l="l" r="r" t="t"/>
              <a:pathLst>
                <a:path extrusionOk="0" h="3290" w="3360">
                  <a:moveTo>
                    <a:pt x="2211" y="1"/>
                  </a:moveTo>
                  <a:cubicBezTo>
                    <a:pt x="1370" y="1"/>
                    <a:pt x="201" y="1525"/>
                    <a:pt x="201" y="1525"/>
                  </a:cubicBezTo>
                  <a:lnTo>
                    <a:pt x="134" y="2525"/>
                  </a:lnTo>
                  <a:cubicBezTo>
                    <a:pt x="134" y="2525"/>
                    <a:pt x="1" y="2992"/>
                    <a:pt x="835" y="3226"/>
                  </a:cubicBezTo>
                  <a:cubicBezTo>
                    <a:pt x="963" y="3267"/>
                    <a:pt x="1114" y="3289"/>
                    <a:pt x="1276" y="3289"/>
                  </a:cubicBezTo>
                  <a:cubicBezTo>
                    <a:pt x="2160" y="3289"/>
                    <a:pt x="3359" y="2624"/>
                    <a:pt x="2936" y="791"/>
                  </a:cubicBezTo>
                  <a:cubicBezTo>
                    <a:pt x="2792" y="212"/>
                    <a:pt x="2524" y="1"/>
                    <a:pt x="2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7"/>
            <p:cNvSpPr/>
            <p:nvPr/>
          </p:nvSpPr>
          <p:spPr>
            <a:xfrm>
              <a:off x="3694890" y="3108275"/>
              <a:ext cx="66772" cy="93990"/>
            </a:xfrm>
            <a:custGeom>
              <a:rect b="b" l="l" r="r" t="t"/>
              <a:pathLst>
                <a:path extrusionOk="0" fill="none" h="4838" w="3437">
                  <a:moveTo>
                    <a:pt x="201" y="2870"/>
                  </a:moveTo>
                  <a:cubicBezTo>
                    <a:pt x="201" y="2870"/>
                    <a:pt x="2403" y="1"/>
                    <a:pt x="2936" y="2136"/>
                  </a:cubicBezTo>
                  <a:cubicBezTo>
                    <a:pt x="3437" y="4304"/>
                    <a:pt x="1669" y="4838"/>
                    <a:pt x="835" y="4571"/>
                  </a:cubicBezTo>
                  <a:cubicBezTo>
                    <a:pt x="1" y="4337"/>
                    <a:pt x="134" y="3870"/>
                    <a:pt x="134" y="387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7"/>
            <p:cNvSpPr/>
            <p:nvPr/>
          </p:nvSpPr>
          <p:spPr>
            <a:xfrm>
              <a:off x="3460944" y="3642920"/>
              <a:ext cx="149728" cy="54455"/>
            </a:xfrm>
            <a:custGeom>
              <a:rect b="b" l="l" r="r" t="t"/>
              <a:pathLst>
                <a:path extrusionOk="0" h="2803" w="7707">
                  <a:moveTo>
                    <a:pt x="7339" y="1"/>
                  </a:moveTo>
                  <a:cubicBezTo>
                    <a:pt x="7339" y="1"/>
                    <a:pt x="3136" y="601"/>
                    <a:pt x="2436" y="601"/>
                  </a:cubicBezTo>
                  <a:cubicBezTo>
                    <a:pt x="1735" y="601"/>
                    <a:pt x="1" y="2803"/>
                    <a:pt x="1" y="2803"/>
                  </a:cubicBezTo>
                  <a:lnTo>
                    <a:pt x="7706" y="2803"/>
                  </a:lnTo>
                  <a:lnTo>
                    <a:pt x="7339"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7"/>
            <p:cNvSpPr/>
            <p:nvPr/>
          </p:nvSpPr>
          <p:spPr>
            <a:xfrm>
              <a:off x="3601579" y="3588484"/>
              <a:ext cx="384315" cy="102422"/>
            </a:xfrm>
            <a:custGeom>
              <a:rect b="b" l="l" r="r" t="t"/>
              <a:pathLst>
                <a:path extrusionOk="0" h="5272" w="19782">
                  <a:moveTo>
                    <a:pt x="17980" y="1"/>
                  </a:moveTo>
                  <a:lnTo>
                    <a:pt x="14244" y="568"/>
                  </a:lnTo>
                  <a:lnTo>
                    <a:pt x="134" y="2803"/>
                  </a:lnTo>
                  <a:lnTo>
                    <a:pt x="0" y="5271"/>
                  </a:lnTo>
                  <a:lnTo>
                    <a:pt x="18213" y="5171"/>
                  </a:lnTo>
                  <a:cubicBezTo>
                    <a:pt x="19147" y="5138"/>
                    <a:pt x="19781" y="4237"/>
                    <a:pt x="19481" y="3403"/>
                  </a:cubicBezTo>
                  <a:lnTo>
                    <a:pt x="1798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7"/>
            <p:cNvSpPr/>
            <p:nvPr/>
          </p:nvSpPr>
          <p:spPr>
            <a:xfrm>
              <a:off x="3601579" y="3588484"/>
              <a:ext cx="384315" cy="102422"/>
            </a:xfrm>
            <a:custGeom>
              <a:rect b="b" l="l" r="r" t="t"/>
              <a:pathLst>
                <a:path extrusionOk="0" fill="none" h="5272" w="19782">
                  <a:moveTo>
                    <a:pt x="17980" y="1"/>
                  </a:moveTo>
                  <a:lnTo>
                    <a:pt x="19481" y="3403"/>
                  </a:lnTo>
                  <a:cubicBezTo>
                    <a:pt x="19781" y="4237"/>
                    <a:pt x="19147" y="5138"/>
                    <a:pt x="18213" y="5171"/>
                  </a:cubicBezTo>
                  <a:lnTo>
                    <a:pt x="0" y="5271"/>
                  </a:lnTo>
                  <a:lnTo>
                    <a:pt x="134" y="2803"/>
                  </a:lnTo>
                  <a:lnTo>
                    <a:pt x="14244" y="568"/>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7"/>
            <p:cNvSpPr/>
            <p:nvPr/>
          </p:nvSpPr>
          <p:spPr>
            <a:xfrm>
              <a:off x="3455116" y="4501576"/>
              <a:ext cx="23352" cy="64188"/>
            </a:xfrm>
            <a:custGeom>
              <a:rect b="b" l="l" r="r" t="t"/>
              <a:pathLst>
                <a:path extrusionOk="0" h="3304" w="1202">
                  <a:moveTo>
                    <a:pt x="1135" y="1"/>
                  </a:moveTo>
                  <a:lnTo>
                    <a:pt x="1" y="1635"/>
                  </a:lnTo>
                  <a:lnTo>
                    <a:pt x="701" y="3303"/>
                  </a:lnTo>
                  <a:lnTo>
                    <a:pt x="1202" y="3303"/>
                  </a:lnTo>
                  <a:lnTo>
                    <a:pt x="1135"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7"/>
            <p:cNvSpPr/>
            <p:nvPr/>
          </p:nvSpPr>
          <p:spPr>
            <a:xfrm>
              <a:off x="3301153" y="4364845"/>
              <a:ext cx="187689" cy="204066"/>
            </a:xfrm>
            <a:custGeom>
              <a:rect b="b" l="l" r="r" t="t"/>
              <a:pathLst>
                <a:path extrusionOk="0" h="10504" w="9661">
                  <a:moveTo>
                    <a:pt x="7425" y="1"/>
                  </a:moveTo>
                  <a:lnTo>
                    <a:pt x="3956" y="234"/>
                  </a:lnTo>
                  <a:lnTo>
                    <a:pt x="5157" y="4971"/>
                  </a:lnTo>
                  <a:lnTo>
                    <a:pt x="3623" y="8040"/>
                  </a:lnTo>
                  <a:lnTo>
                    <a:pt x="287" y="10241"/>
                  </a:lnTo>
                  <a:cubicBezTo>
                    <a:pt x="287" y="10241"/>
                    <a:pt x="0" y="10504"/>
                    <a:pt x="923" y="10504"/>
                  </a:cubicBezTo>
                  <a:cubicBezTo>
                    <a:pt x="1090" y="10504"/>
                    <a:pt x="1298" y="10495"/>
                    <a:pt x="1554" y="10475"/>
                  </a:cubicBezTo>
                  <a:cubicBezTo>
                    <a:pt x="2110" y="10441"/>
                    <a:pt x="2867" y="10430"/>
                    <a:pt x="3628" y="10430"/>
                  </a:cubicBezTo>
                  <a:cubicBezTo>
                    <a:pt x="5150" y="10430"/>
                    <a:pt x="6691" y="10475"/>
                    <a:pt x="6691" y="10475"/>
                  </a:cubicBezTo>
                  <a:lnTo>
                    <a:pt x="8860" y="7940"/>
                  </a:lnTo>
                  <a:cubicBezTo>
                    <a:pt x="8860" y="7940"/>
                    <a:pt x="9660" y="6572"/>
                    <a:pt x="8126" y="4804"/>
                  </a:cubicBezTo>
                  <a:lnTo>
                    <a:pt x="7425"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7"/>
            <p:cNvSpPr/>
            <p:nvPr/>
          </p:nvSpPr>
          <p:spPr>
            <a:xfrm>
              <a:off x="3300997" y="4473076"/>
              <a:ext cx="183298" cy="95797"/>
            </a:xfrm>
            <a:custGeom>
              <a:rect b="b" l="l" r="r" t="t"/>
              <a:pathLst>
                <a:path extrusionOk="0" h="4931" w="9435">
                  <a:moveTo>
                    <a:pt x="8668" y="0"/>
                  </a:moveTo>
                  <a:cubicBezTo>
                    <a:pt x="7100" y="2669"/>
                    <a:pt x="5032" y="3469"/>
                    <a:pt x="5032" y="3469"/>
                  </a:cubicBezTo>
                  <a:lnTo>
                    <a:pt x="2897" y="2936"/>
                  </a:lnTo>
                  <a:lnTo>
                    <a:pt x="295" y="4637"/>
                  </a:lnTo>
                  <a:cubicBezTo>
                    <a:pt x="295" y="4637"/>
                    <a:pt x="1" y="4931"/>
                    <a:pt x="967" y="4931"/>
                  </a:cubicBezTo>
                  <a:cubicBezTo>
                    <a:pt x="1128" y="4931"/>
                    <a:pt x="1324" y="4923"/>
                    <a:pt x="1562" y="4904"/>
                  </a:cubicBezTo>
                  <a:cubicBezTo>
                    <a:pt x="2118" y="4859"/>
                    <a:pt x="2875" y="4844"/>
                    <a:pt x="3636" y="4844"/>
                  </a:cubicBezTo>
                  <a:cubicBezTo>
                    <a:pt x="5158" y="4844"/>
                    <a:pt x="6699" y="4904"/>
                    <a:pt x="6699" y="4904"/>
                  </a:cubicBezTo>
                  <a:lnTo>
                    <a:pt x="8868" y="2335"/>
                  </a:lnTo>
                  <a:cubicBezTo>
                    <a:pt x="8868" y="2335"/>
                    <a:pt x="9435" y="1368"/>
                    <a:pt x="8668"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7"/>
            <p:cNvSpPr/>
            <p:nvPr/>
          </p:nvSpPr>
          <p:spPr>
            <a:xfrm>
              <a:off x="3274964" y="3832882"/>
              <a:ext cx="181472" cy="551430"/>
            </a:xfrm>
            <a:custGeom>
              <a:rect b="b" l="l" r="r" t="t"/>
              <a:pathLst>
                <a:path extrusionOk="0" h="28384" w="9341">
                  <a:moveTo>
                    <a:pt x="3365" y="1"/>
                  </a:moveTo>
                  <a:cubicBezTo>
                    <a:pt x="2637" y="1"/>
                    <a:pt x="1950" y="59"/>
                    <a:pt x="1501" y="230"/>
                  </a:cubicBezTo>
                  <a:cubicBezTo>
                    <a:pt x="67" y="730"/>
                    <a:pt x="0" y="5167"/>
                    <a:pt x="0" y="5167"/>
                  </a:cubicBezTo>
                  <a:lnTo>
                    <a:pt x="4604" y="28383"/>
                  </a:lnTo>
                  <a:lnTo>
                    <a:pt x="9340" y="28283"/>
                  </a:lnTo>
                  <a:lnTo>
                    <a:pt x="7873" y="2698"/>
                  </a:lnTo>
                  <a:lnTo>
                    <a:pt x="6638" y="263"/>
                  </a:lnTo>
                  <a:cubicBezTo>
                    <a:pt x="6638" y="263"/>
                    <a:pt x="4911" y="1"/>
                    <a:pt x="3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7"/>
            <p:cNvSpPr/>
            <p:nvPr/>
          </p:nvSpPr>
          <p:spPr>
            <a:xfrm>
              <a:off x="3274964" y="3826976"/>
              <a:ext cx="181472" cy="557336"/>
            </a:xfrm>
            <a:custGeom>
              <a:rect b="b" l="l" r="r" t="t"/>
              <a:pathLst>
                <a:path extrusionOk="0" fill="none" h="28688" w="9341">
                  <a:moveTo>
                    <a:pt x="7873" y="3002"/>
                  </a:moveTo>
                  <a:lnTo>
                    <a:pt x="9340" y="28587"/>
                  </a:lnTo>
                  <a:lnTo>
                    <a:pt x="4604" y="28687"/>
                  </a:lnTo>
                  <a:lnTo>
                    <a:pt x="0" y="5471"/>
                  </a:lnTo>
                  <a:cubicBezTo>
                    <a:pt x="0" y="5471"/>
                    <a:pt x="67" y="1034"/>
                    <a:pt x="1501" y="534"/>
                  </a:cubicBezTo>
                  <a:cubicBezTo>
                    <a:pt x="2902" y="0"/>
                    <a:pt x="6638" y="567"/>
                    <a:pt x="6638" y="567"/>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7"/>
            <p:cNvSpPr/>
            <p:nvPr/>
          </p:nvSpPr>
          <p:spPr>
            <a:xfrm>
              <a:off x="2979453" y="2816007"/>
              <a:ext cx="160083" cy="390221"/>
            </a:xfrm>
            <a:custGeom>
              <a:rect b="b" l="l" r="r" t="t"/>
              <a:pathLst>
                <a:path extrusionOk="0" h="20086" w="8240">
                  <a:moveTo>
                    <a:pt x="2336" y="1"/>
                  </a:moveTo>
                  <a:lnTo>
                    <a:pt x="1" y="12143"/>
                  </a:lnTo>
                  <a:cubicBezTo>
                    <a:pt x="1" y="12143"/>
                    <a:pt x="935" y="15712"/>
                    <a:pt x="1535" y="16179"/>
                  </a:cubicBezTo>
                  <a:cubicBezTo>
                    <a:pt x="2169" y="16646"/>
                    <a:pt x="2769" y="19915"/>
                    <a:pt x="5104" y="20082"/>
                  </a:cubicBezTo>
                  <a:cubicBezTo>
                    <a:pt x="5146" y="20084"/>
                    <a:pt x="5186" y="20085"/>
                    <a:pt x="5227" y="20085"/>
                  </a:cubicBezTo>
                  <a:cubicBezTo>
                    <a:pt x="7467" y="20085"/>
                    <a:pt x="8240" y="16513"/>
                    <a:pt x="8240" y="16513"/>
                  </a:cubicBezTo>
                  <a:lnTo>
                    <a:pt x="2336"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7"/>
            <p:cNvSpPr/>
            <p:nvPr/>
          </p:nvSpPr>
          <p:spPr>
            <a:xfrm>
              <a:off x="2543325" y="2751858"/>
              <a:ext cx="481511" cy="582611"/>
            </a:xfrm>
            <a:custGeom>
              <a:rect b="b" l="l" r="r" t="t"/>
              <a:pathLst>
                <a:path extrusionOk="0" h="29989" w="24785">
                  <a:moveTo>
                    <a:pt x="9574" y="0"/>
                  </a:moveTo>
                  <a:lnTo>
                    <a:pt x="0" y="3470"/>
                  </a:lnTo>
                  <a:lnTo>
                    <a:pt x="3669" y="29989"/>
                  </a:lnTo>
                  <a:lnTo>
                    <a:pt x="20948" y="29989"/>
                  </a:lnTo>
                  <a:lnTo>
                    <a:pt x="24785" y="3303"/>
                  </a:lnTo>
                  <a:lnTo>
                    <a:pt x="14477" y="67"/>
                  </a:lnTo>
                  <a:lnTo>
                    <a:pt x="9574"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7"/>
            <p:cNvSpPr/>
            <p:nvPr/>
          </p:nvSpPr>
          <p:spPr>
            <a:xfrm>
              <a:off x="2747449" y="2783602"/>
              <a:ext cx="72601" cy="528836"/>
            </a:xfrm>
            <a:custGeom>
              <a:rect b="b" l="l" r="r" t="t"/>
              <a:pathLst>
                <a:path extrusionOk="0" h="27221" w="3737">
                  <a:moveTo>
                    <a:pt x="1702" y="1"/>
                  </a:moveTo>
                  <a:lnTo>
                    <a:pt x="1" y="2903"/>
                  </a:lnTo>
                  <a:lnTo>
                    <a:pt x="1368" y="5005"/>
                  </a:lnTo>
                  <a:lnTo>
                    <a:pt x="167" y="22650"/>
                  </a:lnTo>
                  <a:lnTo>
                    <a:pt x="1935" y="27220"/>
                  </a:lnTo>
                  <a:lnTo>
                    <a:pt x="3737" y="22751"/>
                  </a:lnTo>
                  <a:lnTo>
                    <a:pt x="2202" y="5271"/>
                  </a:lnTo>
                  <a:lnTo>
                    <a:pt x="3436" y="2236"/>
                  </a:lnTo>
                  <a:lnTo>
                    <a:pt x="1702" y="1"/>
                  </a:ln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7"/>
            <p:cNvSpPr/>
            <p:nvPr/>
          </p:nvSpPr>
          <p:spPr>
            <a:xfrm>
              <a:off x="2704689" y="2716208"/>
              <a:ext cx="143880" cy="143239"/>
            </a:xfrm>
            <a:custGeom>
              <a:rect b="b" l="l" r="r" t="t"/>
              <a:pathLst>
                <a:path extrusionOk="0" h="7373" w="7406">
                  <a:moveTo>
                    <a:pt x="6171" y="1"/>
                  </a:moveTo>
                  <a:lnTo>
                    <a:pt x="1134" y="101"/>
                  </a:lnTo>
                  <a:lnTo>
                    <a:pt x="0" y="2569"/>
                  </a:lnTo>
                  <a:lnTo>
                    <a:pt x="1635" y="7373"/>
                  </a:lnTo>
                  <a:lnTo>
                    <a:pt x="4103" y="5538"/>
                  </a:lnTo>
                  <a:lnTo>
                    <a:pt x="7172" y="7239"/>
                  </a:lnTo>
                  <a:lnTo>
                    <a:pt x="7405" y="1102"/>
                  </a:lnTo>
                  <a:lnTo>
                    <a:pt x="6171"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7"/>
            <p:cNvSpPr/>
            <p:nvPr/>
          </p:nvSpPr>
          <p:spPr>
            <a:xfrm>
              <a:off x="2733850" y="2640383"/>
              <a:ext cx="101101" cy="183434"/>
            </a:xfrm>
            <a:custGeom>
              <a:rect b="b" l="l" r="r" t="t"/>
              <a:pathLst>
                <a:path extrusionOk="0" h="9442" w="5204">
                  <a:moveTo>
                    <a:pt x="0" y="1"/>
                  </a:moveTo>
                  <a:lnTo>
                    <a:pt x="0" y="5805"/>
                  </a:lnTo>
                  <a:lnTo>
                    <a:pt x="2068" y="9441"/>
                  </a:lnTo>
                  <a:lnTo>
                    <a:pt x="4837" y="5872"/>
                  </a:lnTo>
                  <a:lnTo>
                    <a:pt x="5204" y="2770"/>
                  </a:lnTo>
                  <a:cubicBezTo>
                    <a:pt x="3603" y="902"/>
                    <a:pt x="0" y="1"/>
                    <a:pt x="0"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7"/>
            <p:cNvSpPr/>
            <p:nvPr/>
          </p:nvSpPr>
          <p:spPr>
            <a:xfrm>
              <a:off x="2705972" y="2469965"/>
              <a:ext cx="165930" cy="257104"/>
            </a:xfrm>
            <a:custGeom>
              <a:rect b="b" l="l" r="r" t="t"/>
              <a:pathLst>
                <a:path extrusionOk="0" h="13234" w="8541">
                  <a:moveTo>
                    <a:pt x="4604" y="0"/>
                  </a:moveTo>
                  <a:cubicBezTo>
                    <a:pt x="2069" y="0"/>
                    <a:pt x="1" y="2302"/>
                    <a:pt x="1" y="5104"/>
                  </a:cubicBezTo>
                  <a:cubicBezTo>
                    <a:pt x="1" y="6038"/>
                    <a:pt x="268" y="6972"/>
                    <a:pt x="735" y="7806"/>
                  </a:cubicBezTo>
                  <a:cubicBezTo>
                    <a:pt x="1591" y="9368"/>
                    <a:pt x="3095" y="13234"/>
                    <a:pt x="4959" y="13234"/>
                  </a:cubicBezTo>
                  <a:cubicBezTo>
                    <a:pt x="5562" y="13234"/>
                    <a:pt x="6203" y="12828"/>
                    <a:pt x="6872" y="11808"/>
                  </a:cubicBezTo>
                  <a:cubicBezTo>
                    <a:pt x="7706" y="10541"/>
                    <a:pt x="8140" y="9940"/>
                    <a:pt x="8273" y="8539"/>
                  </a:cubicBezTo>
                  <a:cubicBezTo>
                    <a:pt x="8340" y="7706"/>
                    <a:pt x="8540" y="6138"/>
                    <a:pt x="8540" y="5237"/>
                  </a:cubicBezTo>
                  <a:cubicBezTo>
                    <a:pt x="8540" y="2402"/>
                    <a:pt x="7139" y="0"/>
                    <a:pt x="4604"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7"/>
            <p:cNvSpPr/>
            <p:nvPr/>
          </p:nvSpPr>
          <p:spPr>
            <a:xfrm>
              <a:off x="2814843" y="2585947"/>
              <a:ext cx="26596" cy="57059"/>
            </a:xfrm>
            <a:custGeom>
              <a:rect b="b" l="l" r="r" t="t"/>
              <a:pathLst>
                <a:path extrusionOk="0" h="2937" w="1369">
                  <a:moveTo>
                    <a:pt x="1002" y="1"/>
                  </a:moveTo>
                  <a:lnTo>
                    <a:pt x="1" y="2870"/>
                  </a:lnTo>
                  <a:lnTo>
                    <a:pt x="1368" y="2936"/>
                  </a:lnTo>
                  <a:lnTo>
                    <a:pt x="10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7"/>
            <p:cNvSpPr/>
            <p:nvPr/>
          </p:nvSpPr>
          <p:spPr>
            <a:xfrm>
              <a:off x="2814843" y="2585947"/>
              <a:ext cx="26596" cy="57059"/>
            </a:xfrm>
            <a:custGeom>
              <a:rect b="b" l="l" r="r" t="t"/>
              <a:pathLst>
                <a:path extrusionOk="0" fill="none" h="2937" w="1369">
                  <a:moveTo>
                    <a:pt x="1002" y="1"/>
                  </a:moveTo>
                  <a:lnTo>
                    <a:pt x="1368" y="2936"/>
                  </a:lnTo>
                  <a:lnTo>
                    <a:pt x="1" y="2870"/>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7"/>
            <p:cNvSpPr/>
            <p:nvPr/>
          </p:nvSpPr>
          <p:spPr>
            <a:xfrm>
              <a:off x="2762350" y="2576233"/>
              <a:ext cx="138052" cy="35105"/>
            </a:xfrm>
            <a:custGeom>
              <a:rect b="b" l="l" r="r" t="t"/>
              <a:pathLst>
                <a:path extrusionOk="0" h="1807" w="7106">
                  <a:moveTo>
                    <a:pt x="6739" y="1"/>
                  </a:moveTo>
                  <a:lnTo>
                    <a:pt x="168" y="34"/>
                  </a:lnTo>
                  <a:cubicBezTo>
                    <a:pt x="1" y="568"/>
                    <a:pt x="134" y="1135"/>
                    <a:pt x="501" y="1535"/>
                  </a:cubicBezTo>
                  <a:cubicBezTo>
                    <a:pt x="725" y="1742"/>
                    <a:pt x="1280" y="1806"/>
                    <a:pt x="1804" y="1806"/>
                  </a:cubicBezTo>
                  <a:cubicBezTo>
                    <a:pt x="2294" y="1806"/>
                    <a:pt x="2758" y="1750"/>
                    <a:pt x="2903" y="1702"/>
                  </a:cubicBezTo>
                  <a:cubicBezTo>
                    <a:pt x="3170" y="1568"/>
                    <a:pt x="3303" y="401"/>
                    <a:pt x="3303" y="401"/>
                  </a:cubicBezTo>
                  <a:lnTo>
                    <a:pt x="3804" y="401"/>
                  </a:lnTo>
                  <a:cubicBezTo>
                    <a:pt x="3804" y="401"/>
                    <a:pt x="3837" y="1635"/>
                    <a:pt x="4537" y="1735"/>
                  </a:cubicBezTo>
                  <a:cubicBezTo>
                    <a:pt x="4831" y="1777"/>
                    <a:pt x="5165" y="1796"/>
                    <a:pt x="5467" y="1796"/>
                  </a:cubicBezTo>
                  <a:cubicBezTo>
                    <a:pt x="5886" y="1796"/>
                    <a:pt x="6242" y="1760"/>
                    <a:pt x="6339" y="1702"/>
                  </a:cubicBezTo>
                  <a:cubicBezTo>
                    <a:pt x="7106" y="1168"/>
                    <a:pt x="6739" y="1"/>
                    <a:pt x="6739"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7"/>
            <p:cNvSpPr/>
            <p:nvPr/>
          </p:nvSpPr>
          <p:spPr>
            <a:xfrm>
              <a:off x="2689128" y="2431071"/>
              <a:ext cx="226835" cy="307596"/>
            </a:xfrm>
            <a:custGeom>
              <a:rect b="b" l="l" r="r" t="t"/>
              <a:pathLst>
                <a:path extrusionOk="0" h="15833" w="11676">
                  <a:moveTo>
                    <a:pt x="5371" y="1"/>
                  </a:moveTo>
                  <a:cubicBezTo>
                    <a:pt x="3837" y="1"/>
                    <a:pt x="1402" y="835"/>
                    <a:pt x="701" y="3036"/>
                  </a:cubicBezTo>
                  <a:cubicBezTo>
                    <a:pt x="1" y="5238"/>
                    <a:pt x="1268" y="9908"/>
                    <a:pt x="1702" y="10275"/>
                  </a:cubicBezTo>
                  <a:cubicBezTo>
                    <a:pt x="1702" y="10275"/>
                    <a:pt x="3169" y="13310"/>
                    <a:pt x="3503" y="14344"/>
                  </a:cubicBezTo>
                  <a:cubicBezTo>
                    <a:pt x="3786" y="15168"/>
                    <a:pt x="4884" y="15833"/>
                    <a:pt x="6167" y="15833"/>
                  </a:cubicBezTo>
                  <a:cubicBezTo>
                    <a:pt x="6547" y="15833"/>
                    <a:pt x="6943" y="15775"/>
                    <a:pt x="7339" y="15645"/>
                  </a:cubicBezTo>
                  <a:cubicBezTo>
                    <a:pt x="9107" y="15045"/>
                    <a:pt x="8640" y="12443"/>
                    <a:pt x="8640" y="12443"/>
                  </a:cubicBezTo>
                  <a:cubicBezTo>
                    <a:pt x="8640" y="12443"/>
                    <a:pt x="7114" y="11162"/>
                    <a:pt x="6574" y="11162"/>
                  </a:cubicBezTo>
                  <a:cubicBezTo>
                    <a:pt x="6517" y="11162"/>
                    <a:pt x="6471" y="11177"/>
                    <a:pt x="6438" y="11209"/>
                  </a:cubicBezTo>
                  <a:cubicBezTo>
                    <a:pt x="6110" y="11507"/>
                    <a:pt x="4581" y="12766"/>
                    <a:pt x="4190" y="12766"/>
                  </a:cubicBezTo>
                  <a:cubicBezTo>
                    <a:pt x="4144" y="12766"/>
                    <a:pt x="4114" y="12748"/>
                    <a:pt x="4103" y="12710"/>
                  </a:cubicBezTo>
                  <a:cubicBezTo>
                    <a:pt x="3970" y="12376"/>
                    <a:pt x="3169" y="10275"/>
                    <a:pt x="3169" y="10275"/>
                  </a:cubicBezTo>
                  <a:lnTo>
                    <a:pt x="2769" y="8774"/>
                  </a:lnTo>
                  <a:lnTo>
                    <a:pt x="3570" y="8273"/>
                  </a:lnTo>
                  <a:cubicBezTo>
                    <a:pt x="3803" y="8106"/>
                    <a:pt x="3837" y="7739"/>
                    <a:pt x="3670" y="7506"/>
                  </a:cubicBezTo>
                  <a:lnTo>
                    <a:pt x="3303" y="6972"/>
                  </a:lnTo>
                  <a:cubicBezTo>
                    <a:pt x="3203" y="6839"/>
                    <a:pt x="3169" y="6672"/>
                    <a:pt x="3203" y="6505"/>
                  </a:cubicBezTo>
                  <a:cubicBezTo>
                    <a:pt x="3303" y="6072"/>
                    <a:pt x="3570" y="5138"/>
                    <a:pt x="4170" y="4837"/>
                  </a:cubicBezTo>
                  <a:cubicBezTo>
                    <a:pt x="4368" y="4758"/>
                    <a:pt x="4575" y="4726"/>
                    <a:pt x="4788" y="4726"/>
                  </a:cubicBezTo>
                  <a:cubicBezTo>
                    <a:pt x="5475" y="4726"/>
                    <a:pt x="6226" y="5060"/>
                    <a:pt x="6939" y="5238"/>
                  </a:cubicBezTo>
                  <a:cubicBezTo>
                    <a:pt x="7054" y="5266"/>
                    <a:pt x="7170" y="5279"/>
                    <a:pt x="7285" y="5279"/>
                  </a:cubicBezTo>
                  <a:cubicBezTo>
                    <a:pt x="8111" y="5279"/>
                    <a:pt x="8907" y="4637"/>
                    <a:pt x="8907" y="4637"/>
                  </a:cubicBezTo>
                  <a:lnTo>
                    <a:pt x="9307" y="6005"/>
                  </a:lnTo>
                  <a:cubicBezTo>
                    <a:pt x="10241" y="5138"/>
                    <a:pt x="10908" y="4037"/>
                    <a:pt x="11209" y="2803"/>
                  </a:cubicBezTo>
                  <a:cubicBezTo>
                    <a:pt x="11676" y="835"/>
                    <a:pt x="6905" y="1"/>
                    <a:pt x="5371"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7"/>
            <p:cNvSpPr/>
            <p:nvPr/>
          </p:nvSpPr>
          <p:spPr>
            <a:xfrm>
              <a:off x="2705972" y="2486148"/>
              <a:ext cx="106307" cy="35669"/>
            </a:xfrm>
            <a:custGeom>
              <a:rect b="b" l="l" r="r" t="t"/>
              <a:pathLst>
                <a:path extrusionOk="0" fill="none" h="1836" w="5472">
                  <a:moveTo>
                    <a:pt x="4604" y="1"/>
                  </a:moveTo>
                  <a:cubicBezTo>
                    <a:pt x="4604" y="1"/>
                    <a:pt x="5471" y="1302"/>
                    <a:pt x="4337" y="1569"/>
                  </a:cubicBezTo>
                  <a:cubicBezTo>
                    <a:pt x="3203" y="1836"/>
                    <a:pt x="968" y="868"/>
                    <a:pt x="1" y="1235"/>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7"/>
            <p:cNvSpPr/>
            <p:nvPr/>
          </p:nvSpPr>
          <p:spPr>
            <a:xfrm>
              <a:off x="2708575" y="2537359"/>
              <a:ext cx="48627" cy="14920"/>
            </a:xfrm>
            <a:custGeom>
              <a:rect b="b" l="l" r="r" t="t"/>
              <a:pathLst>
                <a:path extrusionOk="0" fill="none" h="768" w="2503">
                  <a:moveTo>
                    <a:pt x="2502" y="234"/>
                  </a:moveTo>
                  <a:cubicBezTo>
                    <a:pt x="2502" y="234"/>
                    <a:pt x="734" y="0"/>
                    <a:pt x="0" y="767"/>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7"/>
            <p:cNvSpPr/>
            <p:nvPr/>
          </p:nvSpPr>
          <p:spPr>
            <a:xfrm>
              <a:off x="2802546" y="2666960"/>
              <a:ext cx="38253" cy="15581"/>
            </a:xfrm>
            <a:custGeom>
              <a:rect b="b" l="l" r="r" t="t"/>
              <a:pathLst>
                <a:path extrusionOk="0" fill="none" h="802" w="1969">
                  <a:moveTo>
                    <a:pt x="1968" y="134"/>
                  </a:moveTo>
                  <a:cubicBezTo>
                    <a:pt x="1968" y="134"/>
                    <a:pt x="667" y="801"/>
                    <a:pt x="0" y="1"/>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7"/>
            <p:cNvSpPr/>
            <p:nvPr/>
          </p:nvSpPr>
          <p:spPr>
            <a:xfrm>
              <a:off x="2701445" y="2601528"/>
              <a:ext cx="42138" cy="58457"/>
            </a:xfrm>
            <a:custGeom>
              <a:rect b="b" l="l" r="r" t="t"/>
              <a:pathLst>
                <a:path extrusionOk="0" h="3009" w="2169">
                  <a:moveTo>
                    <a:pt x="363" y="0"/>
                  </a:moveTo>
                  <a:cubicBezTo>
                    <a:pt x="159" y="0"/>
                    <a:pt x="0" y="179"/>
                    <a:pt x="0" y="733"/>
                  </a:cubicBezTo>
                  <a:cubicBezTo>
                    <a:pt x="0" y="2268"/>
                    <a:pt x="367" y="2268"/>
                    <a:pt x="1134" y="2802"/>
                  </a:cubicBezTo>
                  <a:cubicBezTo>
                    <a:pt x="1354" y="2954"/>
                    <a:pt x="1532" y="3009"/>
                    <a:pt x="1675" y="3009"/>
                  </a:cubicBezTo>
                  <a:cubicBezTo>
                    <a:pt x="2032" y="3009"/>
                    <a:pt x="2169" y="2668"/>
                    <a:pt x="2169" y="2668"/>
                  </a:cubicBezTo>
                  <a:lnTo>
                    <a:pt x="1268" y="600"/>
                  </a:lnTo>
                  <a:cubicBezTo>
                    <a:pt x="1268" y="600"/>
                    <a:pt x="738" y="0"/>
                    <a:pt x="3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7"/>
            <p:cNvSpPr/>
            <p:nvPr/>
          </p:nvSpPr>
          <p:spPr>
            <a:xfrm>
              <a:off x="2701445" y="2585306"/>
              <a:ext cx="42138" cy="81032"/>
            </a:xfrm>
            <a:custGeom>
              <a:rect b="b" l="l" r="r" t="t"/>
              <a:pathLst>
                <a:path extrusionOk="0" fill="none" h="4171" w="2169">
                  <a:moveTo>
                    <a:pt x="1268" y="1435"/>
                  </a:moveTo>
                  <a:cubicBezTo>
                    <a:pt x="1268" y="1435"/>
                    <a:pt x="0" y="1"/>
                    <a:pt x="0" y="1568"/>
                  </a:cubicBezTo>
                  <a:cubicBezTo>
                    <a:pt x="0" y="3103"/>
                    <a:pt x="367" y="3103"/>
                    <a:pt x="1134" y="3637"/>
                  </a:cubicBezTo>
                  <a:cubicBezTo>
                    <a:pt x="1902" y="4170"/>
                    <a:pt x="2169" y="3503"/>
                    <a:pt x="2169" y="3503"/>
                  </a:cubicBezTo>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2504431" y="3334450"/>
              <a:ext cx="557336" cy="1152245"/>
            </a:xfrm>
            <a:custGeom>
              <a:rect b="b" l="l" r="r" t="t"/>
              <a:pathLst>
                <a:path extrusionOk="0" h="59310" w="28688">
                  <a:moveTo>
                    <a:pt x="5671" y="1"/>
                  </a:moveTo>
                  <a:lnTo>
                    <a:pt x="1" y="58976"/>
                  </a:lnTo>
                  <a:lnTo>
                    <a:pt x="67" y="58976"/>
                  </a:lnTo>
                  <a:lnTo>
                    <a:pt x="3737" y="59276"/>
                  </a:lnTo>
                  <a:cubicBezTo>
                    <a:pt x="3737" y="59276"/>
                    <a:pt x="7806" y="45667"/>
                    <a:pt x="7806" y="44633"/>
                  </a:cubicBezTo>
                  <a:cubicBezTo>
                    <a:pt x="7806" y="43632"/>
                    <a:pt x="8940" y="34225"/>
                    <a:pt x="8940" y="34225"/>
                  </a:cubicBezTo>
                  <a:lnTo>
                    <a:pt x="14711" y="13977"/>
                  </a:lnTo>
                  <a:lnTo>
                    <a:pt x="19782" y="34225"/>
                  </a:lnTo>
                  <a:cubicBezTo>
                    <a:pt x="19782" y="34225"/>
                    <a:pt x="20949" y="43632"/>
                    <a:pt x="20949" y="44633"/>
                  </a:cubicBezTo>
                  <a:cubicBezTo>
                    <a:pt x="20949" y="45633"/>
                    <a:pt x="25019" y="59310"/>
                    <a:pt x="25019" y="59310"/>
                  </a:cubicBezTo>
                  <a:lnTo>
                    <a:pt x="28454" y="59009"/>
                  </a:lnTo>
                  <a:lnTo>
                    <a:pt x="28621" y="59009"/>
                  </a:lnTo>
                  <a:lnTo>
                    <a:pt x="28621" y="58976"/>
                  </a:lnTo>
                  <a:lnTo>
                    <a:pt x="28688" y="58976"/>
                  </a:lnTo>
                  <a:lnTo>
                    <a:pt x="28554" y="58409"/>
                  </a:lnTo>
                  <a:lnTo>
                    <a:pt x="22950"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2850493" y="3401203"/>
              <a:ext cx="74543" cy="106288"/>
            </a:xfrm>
            <a:custGeom>
              <a:rect b="b" l="l" r="r" t="t"/>
              <a:pathLst>
                <a:path extrusionOk="0" fill="none" h="5471" w="3837">
                  <a:moveTo>
                    <a:pt x="3837" y="0"/>
                  </a:moveTo>
                  <a:lnTo>
                    <a:pt x="0" y="5471"/>
                  </a:ln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2840119" y="3425176"/>
              <a:ext cx="44742" cy="74543"/>
            </a:xfrm>
            <a:custGeom>
              <a:rect b="b" l="l" r="r" t="t"/>
              <a:pathLst>
                <a:path extrusionOk="0" fill="none" h="3837" w="2303">
                  <a:moveTo>
                    <a:pt x="2302" y="1"/>
                  </a:moveTo>
                  <a:lnTo>
                    <a:pt x="1" y="3837"/>
                  </a:ln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2672284" y="3419989"/>
              <a:ext cx="66112" cy="71299"/>
            </a:xfrm>
            <a:custGeom>
              <a:rect b="b" l="l" r="r" t="t"/>
              <a:pathLst>
                <a:path extrusionOk="0" fill="none" h="3670" w="3403">
                  <a:moveTo>
                    <a:pt x="0" y="1"/>
                  </a:moveTo>
                  <a:lnTo>
                    <a:pt x="3403" y="3670"/>
                  </a:ln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7"/>
            <p:cNvSpPr/>
            <p:nvPr/>
          </p:nvSpPr>
          <p:spPr>
            <a:xfrm>
              <a:off x="2666456" y="3446566"/>
              <a:ext cx="95914" cy="95933"/>
            </a:xfrm>
            <a:custGeom>
              <a:rect b="b" l="l" r="r" t="t"/>
              <a:pathLst>
                <a:path extrusionOk="0" fill="none" h="4938" w="4937">
                  <a:moveTo>
                    <a:pt x="0" y="0"/>
                  </a:moveTo>
                  <a:lnTo>
                    <a:pt x="4937" y="4937"/>
                  </a:ln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2634692" y="3344824"/>
              <a:ext cx="295531" cy="19"/>
            </a:xfrm>
            <a:custGeom>
              <a:rect b="b" l="l" r="r" t="t"/>
              <a:pathLst>
                <a:path extrusionOk="0" fill="none" h="1" w="15212">
                  <a:moveTo>
                    <a:pt x="1" y="0"/>
                  </a:moveTo>
                  <a:lnTo>
                    <a:pt x="15211" y="0"/>
                  </a:ln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7"/>
            <p:cNvSpPr/>
            <p:nvPr/>
          </p:nvSpPr>
          <p:spPr>
            <a:xfrm>
              <a:off x="2367700" y="4480206"/>
              <a:ext cx="197014" cy="92028"/>
            </a:xfrm>
            <a:custGeom>
              <a:rect b="b" l="l" r="r" t="t"/>
              <a:pathLst>
                <a:path extrusionOk="0" h="4737" w="10141">
                  <a:moveTo>
                    <a:pt x="7105" y="0"/>
                  </a:moveTo>
                  <a:cubicBezTo>
                    <a:pt x="7105" y="0"/>
                    <a:pt x="4904" y="1735"/>
                    <a:pt x="3636" y="2202"/>
                  </a:cubicBezTo>
                  <a:cubicBezTo>
                    <a:pt x="2369" y="2669"/>
                    <a:pt x="0" y="3936"/>
                    <a:pt x="0" y="3936"/>
                  </a:cubicBezTo>
                  <a:cubicBezTo>
                    <a:pt x="0" y="3936"/>
                    <a:pt x="0" y="4737"/>
                    <a:pt x="2069" y="4737"/>
                  </a:cubicBezTo>
                  <a:lnTo>
                    <a:pt x="10141" y="4737"/>
                  </a:lnTo>
                  <a:lnTo>
                    <a:pt x="10008" y="0"/>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7"/>
            <p:cNvSpPr/>
            <p:nvPr/>
          </p:nvSpPr>
          <p:spPr>
            <a:xfrm>
              <a:off x="2368341" y="4552127"/>
              <a:ext cx="196373" cy="20107"/>
            </a:xfrm>
            <a:custGeom>
              <a:rect b="b" l="l" r="r" t="t"/>
              <a:pathLst>
                <a:path extrusionOk="0" h="1035" w="10108">
                  <a:moveTo>
                    <a:pt x="401" y="1"/>
                  </a:moveTo>
                  <a:lnTo>
                    <a:pt x="1" y="234"/>
                  </a:lnTo>
                  <a:cubicBezTo>
                    <a:pt x="1" y="234"/>
                    <a:pt x="1" y="1035"/>
                    <a:pt x="2036" y="1035"/>
                  </a:cubicBezTo>
                  <a:lnTo>
                    <a:pt x="10108" y="1035"/>
                  </a:lnTo>
                  <a:lnTo>
                    <a:pt x="10075" y="168"/>
                  </a:lnTo>
                  <a:cubicBezTo>
                    <a:pt x="8870" y="217"/>
                    <a:pt x="7665" y="244"/>
                    <a:pt x="6463" y="244"/>
                  </a:cubicBezTo>
                  <a:cubicBezTo>
                    <a:pt x="4434" y="244"/>
                    <a:pt x="2411" y="168"/>
                    <a:pt x="401"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7"/>
            <p:cNvSpPr/>
            <p:nvPr/>
          </p:nvSpPr>
          <p:spPr>
            <a:xfrm>
              <a:off x="2995655" y="4480206"/>
              <a:ext cx="196373" cy="92028"/>
            </a:xfrm>
            <a:custGeom>
              <a:rect b="b" l="l" r="r" t="t"/>
              <a:pathLst>
                <a:path extrusionOk="0" h="4737" w="10108">
                  <a:moveTo>
                    <a:pt x="134" y="0"/>
                  </a:moveTo>
                  <a:lnTo>
                    <a:pt x="0" y="4737"/>
                  </a:lnTo>
                  <a:lnTo>
                    <a:pt x="8040" y="4737"/>
                  </a:lnTo>
                  <a:cubicBezTo>
                    <a:pt x="10108" y="4737"/>
                    <a:pt x="10108" y="3936"/>
                    <a:pt x="10108" y="3936"/>
                  </a:cubicBezTo>
                  <a:cubicBezTo>
                    <a:pt x="10108" y="3936"/>
                    <a:pt x="7739" y="2669"/>
                    <a:pt x="6472" y="2202"/>
                  </a:cubicBezTo>
                  <a:cubicBezTo>
                    <a:pt x="5204" y="1735"/>
                    <a:pt x="3003" y="0"/>
                    <a:pt x="3003"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7"/>
            <p:cNvSpPr/>
            <p:nvPr/>
          </p:nvSpPr>
          <p:spPr>
            <a:xfrm>
              <a:off x="2995655" y="4552127"/>
              <a:ext cx="196373" cy="20107"/>
            </a:xfrm>
            <a:custGeom>
              <a:rect b="b" l="l" r="r" t="t"/>
              <a:pathLst>
                <a:path extrusionOk="0" h="1035" w="10108">
                  <a:moveTo>
                    <a:pt x="9674" y="1"/>
                  </a:moveTo>
                  <a:cubicBezTo>
                    <a:pt x="7664" y="168"/>
                    <a:pt x="5641" y="244"/>
                    <a:pt x="3612" y="244"/>
                  </a:cubicBezTo>
                  <a:cubicBezTo>
                    <a:pt x="2410" y="244"/>
                    <a:pt x="1205" y="217"/>
                    <a:pt x="0" y="168"/>
                  </a:cubicBezTo>
                  <a:lnTo>
                    <a:pt x="0" y="1035"/>
                  </a:lnTo>
                  <a:lnTo>
                    <a:pt x="8040" y="1035"/>
                  </a:lnTo>
                  <a:cubicBezTo>
                    <a:pt x="10108" y="1035"/>
                    <a:pt x="10108" y="234"/>
                    <a:pt x="10108" y="234"/>
                  </a:cubicBezTo>
                  <a:lnTo>
                    <a:pt x="9674"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7"/>
            <p:cNvSpPr/>
            <p:nvPr/>
          </p:nvSpPr>
          <p:spPr>
            <a:xfrm>
              <a:off x="2420193" y="2819252"/>
              <a:ext cx="162666" cy="329238"/>
            </a:xfrm>
            <a:custGeom>
              <a:rect b="b" l="l" r="r" t="t"/>
              <a:pathLst>
                <a:path extrusionOk="0" h="16947" w="8373">
                  <a:moveTo>
                    <a:pt x="6338" y="1"/>
                  </a:moveTo>
                  <a:lnTo>
                    <a:pt x="0" y="16946"/>
                  </a:lnTo>
                  <a:lnTo>
                    <a:pt x="6105" y="16946"/>
                  </a:lnTo>
                  <a:lnTo>
                    <a:pt x="8373" y="12309"/>
                  </a:lnTo>
                  <a:lnTo>
                    <a:pt x="6338"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7"/>
            <p:cNvSpPr/>
            <p:nvPr/>
          </p:nvSpPr>
          <p:spPr>
            <a:xfrm>
              <a:off x="2534893" y="3042668"/>
              <a:ext cx="551508" cy="163735"/>
            </a:xfrm>
            <a:custGeom>
              <a:rect b="b" l="l" r="r" t="t"/>
              <a:pathLst>
                <a:path extrusionOk="0" h="8428" w="28388">
                  <a:moveTo>
                    <a:pt x="2229" y="1"/>
                  </a:moveTo>
                  <a:cubicBezTo>
                    <a:pt x="1156" y="1"/>
                    <a:pt x="1" y="2344"/>
                    <a:pt x="1" y="2344"/>
                  </a:cubicBezTo>
                  <a:lnTo>
                    <a:pt x="5771" y="2177"/>
                  </a:lnTo>
                  <a:lnTo>
                    <a:pt x="12743" y="3578"/>
                  </a:lnTo>
                  <a:cubicBezTo>
                    <a:pt x="12743" y="3578"/>
                    <a:pt x="26126" y="8427"/>
                    <a:pt x="27865" y="8427"/>
                  </a:cubicBezTo>
                  <a:cubicBezTo>
                    <a:pt x="27916" y="8427"/>
                    <a:pt x="27957" y="8423"/>
                    <a:pt x="27987" y="8415"/>
                  </a:cubicBezTo>
                  <a:cubicBezTo>
                    <a:pt x="28154" y="8348"/>
                    <a:pt x="28287" y="8281"/>
                    <a:pt x="28387" y="8148"/>
                  </a:cubicBezTo>
                  <a:lnTo>
                    <a:pt x="28254" y="2811"/>
                  </a:lnTo>
                  <a:cubicBezTo>
                    <a:pt x="25686" y="1777"/>
                    <a:pt x="17546" y="1243"/>
                    <a:pt x="17113" y="1243"/>
                  </a:cubicBezTo>
                  <a:cubicBezTo>
                    <a:pt x="16679" y="1243"/>
                    <a:pt x="3436" y="176"/>
                    <a:pt x="2336" y="9"/>
                  </a:cubicBezTo>
                  <a:cubicBezTo>
                    <a:pt x="2300" y="3"/>
                    <a:pt x="2264" y="1"/>
                    <a:pt x="22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7"/>
            <p:cNvSpPr/>
            <p:nvPr/>
          </p:nvSpPr>
          <p:spPr>
            <a:xfrm>
              <a:off x="2534893" y="3039599"/>
              <a:ext cx="551508" cy="172400"/>
            </a:xfrm>
            <a:custGeom>
              <a:rect b="b" l="l" r="r" t="t"/>
              <a:pathLst>
                <a:path extrusionOk="0" fill="none" h="8874" w="28388">
                  <a:moveTo>
                    <a:pt x="28254" y="2969"/>
                  </a:moveTo>
                  <a:cubicBezTo>
                    <a:pt x="25686" y="1935"/>
                    <a:pt x="17546" y="1401"/>
                    <a:pt x="17113" y="1401"/>
                  </a:cubicBezTo>
                  <a:cubicBezTo>
                    <a:pt x="16679" y="1401"/>
                    <a:pt x="3436" y="334"/>
                    <a:pt x="2336" y="167"/>
                  </a:cubicBezTo>
                  <a:cubicBezTo>
                    <a:pt x="1235" y="0"/>
                    <a:pt x="1" y="2502"/>
                    <a:pt x="1" y="2502"/>
                  </a:cubicBezTo>
                  <a:lnTo>
                    <a:pt x="5771" y="2335"/>
                  </a:lnTo>
                  <a:lnTo>
                    <a:pt x="12743" y="3736"/>
                  </a:lnTo>
                  <a:cubicBezTo>
                    <a:pt x="12743" y="3736"/>
                    <a:pt x="26920" y="8873"/>
                    <a:pt x="27987" y="8573"/>
                  </a:cubicBezTo>
                  <a:cubicBezTo>
                    <a:pt x="28154" y="8506"/>
                    <a:pt x="28287" y="8439"/>
                    <a:pt x="28387" y="8306"/>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7"/>
            <p:cNvSpPr/>
            <p:nvPr/>
          </p:nvSpPr>
          <p:spPr>
            <a:xfrm>
              <a:off x="2398803" y="3039599"/>
              <a:ext cx="537889" cy="157168"/>
            </a:xfrm>
            <a:custGeom>
              <a:rect b="b" l="l" r="r" t="t"/>
              <a:pathLst>
                <a:path extrusionOk="0" h="8090" w="27687">
                  <a:moveTo>
                    <a:pt x="27554" y="0"/>
                  </a:moveTo>
                  <a:lnTo>
                    <a:pt x="5605" y="2202"/>
                  </a:lnTo>
                  <a:lnTo>
                    <a:pt x="1869" y="3269"/>
                  </a:lnTo>
                  <a:cubicBezTo>
                    <a:pt x="1235" y="4837"/>
                    <a:pt x="1" y="7472"/>
                    <a:pt x="2636" y="7939"/>
                  </a:cubicBezTo>
                  <a:cubicBezTo>
                    <a:pt x="3258" y="8048"/>
                    <a:pt x="3921" y="8090"/>
                    <a:pt x="4571" y="8090"/>
                  </a:cubicBezTo>
                  <a:cubicBezTo>
                    <a:pt x="6707" y="8090"/>
                    <a:pt x="8707" y="7639"/>
                    <a:pt x="8707" y="7639"/>
                  </a:cubicBezTo>
                  <a:lnTo>
                    <a:pt x="27687" y="1868"/>
                  </a:lnTo>
                  <a:lnTo>
                    <a:pt x="275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7"/>
            <p:cNvSpPr/>
            <p:nvPr/>
          </p:nvSpPr>
          <p:spPr>
            <a:xfrm>
              <a:off x="2398803" y="3039599"/>
              <a:ext cx="537889" cy="163327"/>
            </a:xfrm>
            <a:custGeom>
              <a:rect b="b" l="l" r="r" t="t"/>
              <a:pathLst>
                <a:path extrusionOk="0" fill="none" h="8407" w="27687">
                  <a:moveTo>
                    <a:pt x="5605" y="2202"/>
                  </a:moveTo>
                  <a:lnTo>
                    <a:pt x="27554" y="0"/>
                  </a:lnTo>
                  <a:lnTo>
                    <a:pt x="27687" y="1868"/>
                  </a:lnTo>
                  <a:lnTo>
                    <a:pt x="8707" y="7639"/>
                  </a:lnTo>
                  <a:cubicBezTo>
                    <a:pt x="8707" y="7639"/>
                    <a:pt x="5304" y="8406"/>
                    <a:pt x="2636" y="7939"/>
                  </a:cubicBezTo>
                  <a:cubicBezTo>
                    <a:pt x="1" y="7472"/>
                    <a:pt x="1235" y="4837"/>
                    <a:pt x="1869" y="3269"/>
                  </a:cubicBezTo>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7"/>
            <p:cNvSpPr/>
            <p:nvPr/>
          </p:nvSpPr>
          <p:spPr>
            <a:xfrm>
              <a:off x="2934089" y="3036995"/>
              <a:ext cx="105647" cy="47986"/>
            </a:xfrm>
            <a:custGeom>
              <a:rect b="b" l="l" r="r" t="t"/>
              <a:pathLst>
                <a:path extrusionOk="0" h="2470" w="5438">
                  <a:moveTo>
                    <a:pt x="4204" y="1"/>
                  </a:moveTo>
                  <a:lnTo>
                    <a:pt x="1" y="134"/>
                  </a:lnTo>
                  <a:lnTo>
                    <a:pt x="134" y="2002"/>
                  </a:lnTo>
                  <a:lnTo>
                    <a:pt x="5438" y="2469"/>
                  </a:lnTo>
                  <a:lnTo>
                    <a:pt x="4204"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7"/>
            <p:cNvSpPr/>
            <p:nvPr/>
          </p:nvSpPr>
          <p:spPr>
            <a:xfrm>
              <a:off x="3477146" y="3750490"/>
              <a:ext cx="87521" cy="836257"/>
            </a:xfrm>
            <a:custGeom>
              <a:rect b="b" l="l" r="r" t="t"/>
              <a:pathLst>
                <a:path extrusionOk="0" h="43045" w="4505">
                  <a:moveTo>
                    <a:pt x="1" y="1"/>
                  </a:moveTo>
                  <a:lnTo>
                    <a:pt x="3570" y="42631"/>
                  </a:lnTo>
                  <a:cubicBezTo>
                    <a:pt x="3628" y="42863"/>
                    <a:pt x="3812" y="43045"/>
                    <a:pt x="4034" y="43045"/>
                  </a:cubicBezTo>
                  <a:cubicBezTo>
                    <a:pt x="4068" y="43045"/>
                    <a:pt x="4102" y="43040"/>
                    <a:pt x="4137" y="43032"/>
                  </a:cubicBezTo>
                  <a:cubicBezTo>
                    <a:pt x="4371" y="42965"/>
                    <a:pt x="4504" y="42765"/>
                    <a:pt x="4504" y="42531"/>
                  </a:cubicBezTo>
                  <a:lnTo>
                    <a:pt x="2036"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7"/>
            <p:cNvSpPr/>
            <p:nvPr/>
          </p:nvSpPr>
          <p:spPr>
            <a:xfrm>
              <a:off x="3945038" y="3750490"/>
              <a:ext cx="87501" cy="838879"/>
            </a:xfrm>
            <a:custGeom>
              <a:rect b="b" l="l" r="r" t="t"/>
              <a:pathLst>
                <a:path extrusionOk="0" h="43180" w="4504">
                  <a:moveTo>
                    <a:pt x="1" y="1"/>
                  </a:moveTo>
                  <a:lnTo>
                    <a:pt x="3570" y="42798"/>
                  </a:lnTo>
                  <a:cubicBezTo>
                    <a:pt x="3598" y="43025"/>
                    <a:pt x="3796" y="43180"/>
                    <a:pt x="4018" y="43180"/>
                  </a:cubicBezTo>
                  <a:cubicBezTo>
                    <a:pt x="4057" y="43180"/>
                    <a:pt x="4097" y="43175"/>
                    <a:pt x="4137" y="43165"/>
                  </a:cubicBezTo>
                  <a:cubicBezTo>
                    <a:pt x="4370" y="43132"/>
                    <a:pt x="4504" y="42898"/>
                    <a:pt x="4504" y="42698"/>
                  </a:cubicBezTo>
                  <a:lnTo>
                    <a:pt x="2035"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1978218" y="3750490"/>
              <a:ext cx="77147" cy="831108"/>
            </a:xfrm>
            <a:custGeom>
              <a:rect b="b" l="l" r="r" t="t"/>
              <a:pathLst>
                <a:path extrusionOk="0" h="42780" w="3971">
                  <a:moveTo>
                    <a:pt x="1902" y="1"/>
                  </a:moveTo>
                  <a:lnTo>
                    <a:pt x="34" y="42264"/>
                  </a:lnTo>
                  <a:cubicBezTo>
                    <a:pt x="1" y="42498"/>
                    <a:pt x="134" y="42698"/>
                    <a:pt x="368" y="42765"/>
                  </a:cubicBezTo>
                  <a:cubicBezTo>
                    <a:pt x="407" y="42775"/>
                    <a:pt x="447" y="42780"/>
                    <a:pt x="486" y="42780"/>
                  </a:cubicBezTo>
                  <a:cubicBezTo>
                    <a:pt x="709" y="42780"/>
                    <a:pt x="906" y="42625"/>
                    <a:pt x="935" y="42398"/>
                  </a:cubicBezTo>
                  <a:lnTo>
                    <a:pt x="3970" y="1"/>
                  </a:lnTo>
                  <a:close/>
                </a:path>
              </a:pathLst>
            </a:custGeom>
            <a:solidFill>
              <a:srgbClr val="263238"/>
            </a:solid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7"/>
            <p:cNvSpPr/>
            <p:nvPr/>
          </p:nvSpPr>
          <p:spPr>
            <a:xfrm>
              <a:off x="1546616" y="3750490"/>
              <a:ext cx="77147" cy="827864"/>
            </a:xfrm>
            <a:custGeom>
              <a:rect b="b" l="l" r="r" t="t"/>
              <a:pathLst>
                <a:path extrusionOk="0" h="42613" w="3971">
                  <a:moveTo>
                    <a:pt x="1936" y="1"/>
                  </a:moveTo>
                  <a:lnTo>
                    <a:pt x="34" y="42131"/>
                  </a:lnTo>
                  <a:cubicBezTo>
                    <a:pt x="1" y="42331"/>
                    <a:pt x="168" y="42565"/>
                    <a:pt x="401" y="42598"/>
                  </a:cubicBezTo>
                  <a:cubicBezTo>
                    <a:pt x="436" y="42608"/>
                    <a:pt x="472" y="42613"/>
                    <a:pt x="507" y="42613"/>
                  </a:cubicBezTo>
                  <a:cubicBezTo>
                    <a:pt x="709" y="42613"/>
                    <a:pt x="907" y="42458"/>
                    <a:pt x="935" y="42231"/>
                  </a:cubicBezTo>
                  <a:lnTo>
                    <a:pt x="3970"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7"/>
            <p:cNvSpPr/>
            <p:nvPr/>
          </p:nvSpPr>
          <p:spPr>
            <a:xfrm>
              <a:off x="1558292" y="3704485"/>
              <a:ext cx="2477492" cy="71299"/>
            </a:xfrm>
            <a:custGeom>
              <a:rect b="b" l="l" r="r" t="t"/>
              <a:pathLst>
                <a:path extrusionOk="0" h="3670" w="127525">
                  <a:moveTo>
                    <a:pt x="0" y="1"/>
                  </a:moveTo>
                  <a:lnTo>
                    <a:pt x="0" y="3670"/>
                  </a:lnTo>
                  <a:lnTo>
                    <a:pt x="127525" y="3670"/>
                  </a:lnTo>
                  <a:lnTo>
                    <a:pt x="127525" y="1"/>
                  </a:ln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7"/>
            <p:cNvSpPr/>
            <p:nvPr/>
          </p:nvSpPr>
          <p:spPr>
            <a:xfrm>
              <a:off x="1558292" y="3704485"/>
              <a:ext cx="2477492" cy="24653"/>
            </a:xfrm>
            <a:custGeom>
              <a:rect b="b" l="l" r="r" t="t"/>
              <a:pathLst>
                <a:path extrusionOk="0" h="1269" w="127525">
                  <a:moveTo>
                    <a:pt x="0" y="1"/>
                  </a:moveTo>
                  <a:lnTo>
                    <a:pt x="0" y="1268"/>
                  </a:lnTo>
                  <a:lnTo>
                    <a:pt x="127525" y="1268"/>
                  </a:lnTo>
                  <a:lnTo>
                    <a:pt x="127525"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3415581" y="3704485"/>
              <a:ext cx="620204" cy="71299"/>
            </a:xfrm>
            <a:custGeom>
              <a:rect b="b" l="l" r="r" t="t"/>
              <a:pathLst>
                <a:path extrusionOk="0" h="3670" w="31924">
                  <a:moveTo>
                    <a:pt x="1" y="1"/>
                  </a:moveTo>
                  <a:lnTo>
                    <a:pt x="1" y="3670"/>
                  </a:lnTo>
                  <a:lnTo>
                    <a:pt x="31924" y="3670"/>
                  </a:lnTo>
                  <a:lnTo>
                    <a:pt x="31924"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7"/>
            <p:cNvSpPr/>
            <p:nvPr/>
          </p:nvSpPr>
          <p:spPr>
            <a:xfrm>
              <a:off x="1535601" y="3681153"/>
              <a:ext cx="2522214" cy="27237"/>
            </a:xfrm>
            <a:custGeom>
              <a:rect b="b" l="l" r="r" t="t"/>
              <a:pathLst>
                <a:path extrusionOk="0" h="1402" w="129827">
                  <a:moveTo>
                    <a:pt x="1" y="1"/>
                  </a:moveTo>
                  <a:lnTo>
                    <a:pt x="1" y="1402"/>
                  </a:lnTo>
                  <a:lnTo>
                    <a:pt x="129827" y="1402"/>
                  </a:lnTo>
                  <a:lnTo>
                    <a:pt x="129827" y="1"/>
                  </a:ln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7"/>
            <p:cNvSpPr/>
            <p:nvPr/>
          </p:nvSpPr>
          <p:spPr>
            <a:xfrm>
              <a:off x="3441516" y="3681153"/>
              <a:ext cx="616299" cy="27237"/>
            </a:xfrm>
            <a:custGeom>
              <a:rect b="b" l="l" r="r" t="t"/>
              <a:pathLst>
                <a:path extrusionOk="0" h="1402" w="31723">
                  <a:moveTo>
                    <a:pt x="0" y="1"/>
                  </a:moveTo>
                  <a:lnTo>
                    <a:pt x="0" y="1402"/>
                  </a:lnTo>
                  <a:lnTo>
                    <a:pt x="31723" y="1402"/>
                  </a:lnTo>
                  <a:lnTo>
                    <a:pt x="31723"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7"/>
            <p:cNvSpPr/>
            <p:nvPr/>
          </p:nvSpPr>
          <p:spPr>
            <a:xfrm>
              <a:off x="2090334" y="3451753"/>
              <a:ext cx="447163" cy="226835"/>
            </a:xfrm>
            <a:custGeom>
              <a:rect b="b" l="l" r="r" t="t"/>
              <a:pathLst>
                <a:path extrusionOk="0" h="11676" w="23017">
                  <a:moveTo>
                    <a:pt x="5204" y="0"/>
                  </a:moveTo>
                  <a:cubicBezTo>
                    <a:pt x="5071" y="0"/>
                    <a:pt x="4937" y="67"/>
                    <a:pt x="4904" y="200"/>
                  </a:cubicBezTo>
                  <a:lnTo>
                    <a:pt x="101" y="11208"/>
                  </a:lnTo>
                  <a:cubicBezTo>
                    <a:pt x="1" y="11408"/>
                    <a:pt x="134" y="11675"/>
                    <a:pt x="367" y="11675"/>
                  </a:cubicBezTo>
                  <a:lnTo>
                    <a:pt x="17813" y="11675"/>
                  </a:lnTo>
                  <a:cubicBezTo>
                    <a:pt x="17947" y="11675"/>
                    <a:pt x="18047" y="11575"/>
                    <a:pt x="18113" y="11475"/>
                  </a:cubicBezTo>
                  <a:lnTo>
                    <a:pt x="22950" y="467"/>
                  </a:lnTo>
                  <a:cubicBezTo>
                    <a:pt x="23017" y="234"/>
                    <a:pt x="22850" y="0"/>
                    <a:pt x="22617"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2122739" y="3467955"/>
              <a:ext cx="382372" cy="193770"/>
            </a:xfrm>
            <a:custGeom>
              <a:rect b="b" l="l" r="r" t="t"/>
              <a:pathLst>
                <a:path extrusionOk="0" h="9974" w="19682">
                  <a:moveTo>
                    <a:pt x="4470" y="0"/>
                  </a:moveTo>
                  <a:cubicBezTo>
                    <a:pt x="4337" y="0"/>
                    <a:pt x="4237" y="67"/>
                    <a:pt x="4203" y="167"/>
                  </a:cubicBezTo>
                  <a:lnTo>
                    <a:pt x="100" y="9574"/>
                  </a:lnTo>
                  <a:cubicBezTo>
                    <a:pt x="0" y="9774"/>
                    <a:pt x="134" y="9974"/>
                    <a:pt x="334" y="9974"/>
                  </a:cubicBezTo>
                  <a:lnTo>
                    <a:pt x="15211" y="9974"/>
                  </a:lnTo>
                  <a:cubicBezTo>
                    <a:pt x="15311" y="9974"/>
                    <a:pt x="15411" y="9907"/>
                    <a:pt x="15478" y="9807"/>
                  </a:cubicBezTo>
                  <a:lnTo>
                    <a:pt x="19581" y="434"/>
                  </a:lnTo>
                  <a:cubicBezTo>
                    <a:pt x="19681" y="234"/>
                    <a:pt x="19548" y="0"/>
                    <a:pt x="19314" y="0"/>
                  </a:cubicBezTo>
                  <a:close/>
                </a:path>
              </a:pathLst>
            </a:custGeom>
            <a:solidFill>
              <a:schemeClr val="accen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7"/>
            <p:cNvSpPr/>
            <p:nvPr/>
          </p:nvSpPr>
          <p:spPr>
            <a:xfrm>
              <a:off x="1932213" y="3664309"/>
              <a:ext cx="508729" cy="16863"/>
            </a:xfrm>
            <a:custGeom>
              <a:rect b="b" l="l" r="r" t="t"/>
              <a:pathLst>
                <a:path extrusionOk="0" h="868" w="26186">
                  <a:moveTo>
                    <a:pt x="0" y="0"/>
                  </a:moveTo>
                  <a:lnTo>
                    <a:pt x="0" y="868"/>
                  </a:lnTo>
                  <a:lnTo>
                    <a:pt x="26186" y="868"/>
                  </a:lnTo>
                  <a:lnTo>
                    <a:pt x="26186"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7"/>
            <p:cNvSpPr/>
            <p:nvPr/>
          </p:nvSpPr>
          <p:spPr>
            <a:xfrm>
              <a:off x="2194018" y="3664309"/>
              <a:ext cx="246924" cy="16863"/>
            </a:xfrm>
            <a:custGeom>
              <a:rect b="b" l="l" r="r" t="t"/>
              <a:pathLst>
                <a:path extrusionOk="0" h="868" w="12710">
                  <a:moveTo>
                    <a:pt x="1" y="0"/>
                  </a:moveTo>
                  <a:lnTo>
                    <a:pt x="1" y="868"/>
                  </a:lnTo>
                  <a:lnTo>
                    <a:pt x="12710" y="868"/>
                  </a:lnTo>
                  <a:lnTo>
                    <a:pt x="12710"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7"/>
            <p:cNvSpPr/>
            <p:nvPr/>
          </p:nvSpPr>
          <p:spPr>
            <a:xfrm>
              <a:off x="2514805" y="3548949"/>
              <a:ext cx="89444" cy="132224"/>
            </a:xfrm>
            <a:custGeom>
              <a:rect b="b" l="l" r="r" t="t"/>
              <a:pathLst>
                <a:path extrusionOk="0" h="6806" w="4604">
                  <a:moveTo>
                    <a:pt x="0" y="1"/>
                  </a:moveTo>
                  <a:lnTo>
                    <a:pt x="0" y="6806"/>
                  </a:lnTo>
                  <a:lnTo>
                    <a:pt x="4604" y="6806"/>
                  </a:lnTo>
                  <a:lnTo>
                    <a:pt x="4604"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7"/>
            <p:cNvSpPr/>
            <p:nvPr/>
          </p:nvSpPr>
          <p:spPr>
            <a:xfrm>
              <a:off x="2578314" y="3572942"/>
              <a:ext cx="50570" cy="90085"/>
            </a:xfrm>
            <a:custGeom>
              <a:rect b="b" l="l" r="r" t="t"/>
              <a:pathLst>
                <a:path extrusionOk="0" h="4637" w="2603">
                  <a:moveTo>
                    <a:pt x="501" y="0"/>
                  </a:moveTo>
                  <a:cubicBezTo>
                    <a:pt x="0" y="33"/>
                    <a:pt x="0" y="767"/>
                    <a:pt x="501" y="767"/>
                  </a:cubicBezTo>
                  <a:lnTo>
                    <a:pt x="1135" y="767"/>
                  </a:lnTo>
                  <a:cubicBezTo>
                    <a:pt x="1535" y="767"/>
                    <a:pt x="1835" y="1101"/>
                    <a:pt x="1835" y="1501"/>
                  </a:cubicBezTo>
                  <a:lnTo>
                    <a:pt x="1835" y="3169"/>
                  </a:lnTo>
                  <a:cubicBezTo>
                    <a:pt x="1835" y="3569"/>
                    <a:pt x="1535" y="3869"/>
                    <a:pt x="1135" y="3903"/>
                  </a:cubicBezTo>
                  <a:lnTo>
                    <a:pt x="634" y="3903"/>
                  </a:lnTo>
                  <a:cubicBezTo>
                    <a:pt x="624" y="3902"/>
                    <a:pt x="613" y="3902"/>
                    <a:pt x="603" y="3902"/>
                  </a:cubicBezTo>
                  <a:cubicBezTo>
                    <a:pt x="134" y="3902"/>
                    <a:pt x="145" y="4637"/>
                    <a:pt x="634" y="4637"/>
                  </a:cubicBezTo>
                  <a:lnTo>
                    <a:pt x="1135" y="4637"/>
                  </a:lnTo>
                  <a:cubicBezTo>
                    <a:pt x="1935" y="4637"/>
                    <a:pt x="2602" y="3970"/>
                    <a:pt x="2602" y="3169"/>
                  </a:cubicBezTo>
                  <a:lnTo>
                    <a:pt x="2602" y="1501"/>
                  </a:lnTo>
                  <a:cubicBezTo>
                    <a:pt x="2602" y="667"/>
                    <a:pt x="1935" y="33"/>
                    <a:pt x="1135"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2864753" y="3451753"/>
              <a:ext cx="447823" cy="226835"/>
            </a:xfrm>
            <a:custGeom>
              <a:rect b="b" l="l" r="r" t="t"/>
              <a:pathLst>
                <a:path extrusionOk="0" h="11676" w="23051">
                  <a:moveTo>
                    <a:pt x="401" y="0"/>
                  </a:moveTo>
                  <a:cubicBezTo>
                    <a:pt x="167" y="0"/>
                    <a:pt x="0" y="234"/>
                    <a:pt x="100" y="467"/>
                  </a:cubicBezTo>
                  <a:lnTo>
                    <a:pt x="4937" y="11475"/>
                  </a:lnTo>
                  <a:cubicBezTo>
                    <a:pt x="4971" y="11575"/>
                    <a:pt x="5104" y="11675"/>
                    <a:pt x="5237" y="11675"/>
                  </a:cubicBezTo>
                  <a:lnTo>
                    <a:pt x="22650" y="11675"/>
                  </a:lnTo>
                  <a:cubicBezTo>
                    <a:pt x="22883" y="11675"/>
                    <a:pt x="23050" y="11408"/>
                    <a:pt x="22950" y="11208"/>
                  </a:cubicBezTo>
                  <a:lnTo>
                    <a:pt x="18147" y="200"/>
                  </a:lnTo>
                  <a:cubicBezTo>
                    <a:pt x="18080" y="67"/>
                    <a:pt x="17946" y="0"/>
                    <a:pt x="17813"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7"/>
            <p:cNvSpPr/>
            <p:nvPr/>
          </p:nvSpPr>
          <p:spPr>
            <a:xfrm>
              <a:off x="2961948" y="3664309"/>
              <a:ext cx="508087" cy="16863"/>
            </a:xfrm>
            <a:custGeom>
              <a:rect b="b" l="l" r="r" t="t"/>
              <a:pathLst>
                <a:path extrusionOk="0" h="868" w="26153">
                  <a:moveTo>
                    <a:pt x="1" y="0"/>
                  </a:moveTo>
                  <a:lnTo>
                    <a:pt x="1" y="868"/>
                  </a:lnTo>
                  <a:lnTo>
                    <a:pt x="26153" y="868"/>
                  </a:lnTo>
                  <a:lnTo>
                    <a:pt x="26153"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7"/>
            <p:cNvSpPr/>
            <p:nvPr/>
          </p:nvSpPr>
          <p:spPr>
            <a:xfrm>
              <a:off x="2961948" y="3664309"/>
              <a:ext cx="350628" cy="16863"/>
            </a:xfrm>
            <a:custGeom>
              <a:rect b="b" l="l" r="r" t="t"/>
              <a:pathLst>
                <a:path extrusionOk="0" h="868" w="18048">
                  <a:moveTo>
                    <a:pt x="1" y="0"/>
                  </a:moveTo>
                  <a:lnTo>
                    <a:pt x="1" y="868"/>
                  </a:lnTo>
                  <a:lnTo>
                    <a:pt x="18047" y="868"/>
                  </a:lnTo>
                  <a:lnTo>
                    <a:pt x="18047"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7"/>
            <p:cNvSpPr/>
            <p:nvPr/>
          </p:nvSpPr>
          <p:spPr>
            <a:xfrm>
              <a:off x="3051393" y="3529793"/>
              <a:ext cx="50278" cy="40001"/>
            </a:xfrm>
            <a:custGeom>
              <a:rect b="b" l="l" r="r" t="t"/>
              <a:pathLst>
                <a:path extrusionOk="0" h="2059" w="2588">
                  <a:moveTo>
                    <a:pt x="1277" y="1"/>
                  </a:moveTo>
                  <a:cubicBezTo>
                    <a:pt x="1115" y="1"/>
                    <a:pt x="952" y="39"/>
                    <a:pt x="801" y="120"/>
                  </a:cubicBezTo>
                  <a:cubicBezTo>
                    <a:pt x="0" y="553"/>
                    <a:pt x="134" y="1754"/>
                    <a:pt x="1001" y="2021"/>
                  </a:cubicBezTo>
                  <a:cubicBezTo>
                    <a:pt x="1096" y="2046"/>
                    <a:pt x="1190" y="2058"/>
                    <a:pt x="1281" y="2058"/>
                  </a:cubicBezTo>
                  <a:cubicBezTo>
                    <a:pt x="2022" y="2058"/>
                    <a:pt x="2588" y="1266"/>
                    <a:pt x="2202" y="553"/>
                  </a:cubicBezTo>
                  <a:cubicBezTo>
                    <a:pt x="2016" y="204"/>
                    <a:pt x="1650" y="1"/>
                    <a:pt x="1277"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7"/>
            <p:cNvSpPr/>
            <p:nvPr/>
          </p:nvSpPr>
          <p:spPr>
            <a:xfrm>
              <a:off x="1406000" y="2856650"/>
              <a:ext cx="244340" cy="651501"/>
            </a:xfrm>
            <a:custGeom>
              <a:rect b="b" l="l" r="r" t="t"/>
              <a:pathLst>
                <a:path extrusionOk="0" h="33535" w="12577">
                  <a:moveTo>
                    <a:pt x="2483" y="1"/>
                  </a:moveTo>
                  <a:cubicBezTo>
                    <a:pt x="2120" y="1"/>
                    <a:pt x="1762" y="73"/>
                    <a:pt x="1435" y="210"/>
                  </a:cubicBezTo>
                  <a:cubicBezTo>
                    <a:pt x="0" y="811"/>
                    <a:pt x="301" y="4814"/>
                    <a:pt x="301" y="4814"/>
                  </a:cubicBezTo>
                  <a:lnTo>
                    <a:pt x="3703" y="18090"/>
                  </a:lnTo>
                  <a:lnTo>
                    <a:pt x="10575" y="33534"/>
                  </a:lnTo>
                  <a:lnTo>
                    <a:pt x="12576" y="32400"/>
                  </a:lnTo>
                  <a:lnTo>
                    <a:pt x="6739" y="15521"/>
                  </a:lnTo>
                  <a:lnTo>
                    <a:pt x="5438" y="2812"/>
                  </a:lnTo>
                  <a:cubicBezTo>
                    <a:pt x="5000" y="831"/>
                    <a:pt x="3709" y="1"/>
                    <a:pt x="2483"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7"/>
            <p:cNvSpPr/>
            <p:nvPr/>
          </p:nvSpPr>
          <p:spPr>
            <a:xfrm>
              <a:off x="1611426" y="3486742"/>
              <a:ext cx="72601" cy="128785"/>
            </a:xfrm>
            <a:custGeom>
              <a:rect b="b" l="l" r="r" t="t"/>
              <a:pathLst>
                <a:path extrusionOk="0" h="6629" w="3737">
                  <a:moveTo>
                    <a:pt x="2002" y="1"/>
                  </a:moveTo>
                  <a:lnTo>
                    <a:pt x="1" y="1135"/>
                  </a:lnTo>
                  <a:cubicBezTo>
                    <a:pt x="1" y="1135"/>
                    <a:pt x="167" y="3136"/>
                    <a:pt x="167" y="4570"/>
                  </a:cubicBezTo>
                  <a:cubicBezTo>
                    <a:pt x="167" y="6005"/>
                    <a:pt x="1869" y="6405"/>
                    <a:pt x="1869" y="6405"/>
                  </a:cubicBezTo>
                  <a:cubicBezTo>
                    <a:pt x="1869" y="6405"/>
                    <a:pt x="2105" y="6629"/>
                    <a:pt x="2440" y="6629"/>
                  </a:cubicBezTo>
                  <a:cubicBezTo>
                    <a:pt x="2654" y="6629"/>
                    <a:pt x="2909" y="6537"/>
                    <a:pt x="3170" y="6238"/>
                  </a:cubicBezTo>
                  <a:cubicBezTo>
                    <a:pt x="3737" y="5571"/>
                    <a:pt x="3570" y="4137"/>
                    <a:pt x="3436" y="3403"/>
                  </a:cubicBezTo>
                  <a:cubicBezTo>
                    <a:pt x="3303" y="2702"/>
                    <a:pt x="2002" y="1"/>
                    <a:pt x="2002" y="1"/>
                  </a:cubicBezTo>
                  <a:close/>
                </a:path>
              </a:pathLst>
            </a:custGeom>
            <a:solidFill>
              <a:srgbClr val="FFFFFF"/>
            </a:solid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7"/>
            <p:cNvSpPr/>
            <p:nvPr/>
          </p:nvSpPr>
          <p:spPr>
            <a:xfrm>
              <a:off x="1623102" y="3569037"/>
              <a:ext cx="46665" cy="12336"/>
            </a:xfrm>
            <a:custGeom>
              <a:rect b="b" l="l" r="r" t="t"/>
              <a:pathLst>
                <a:path extrusionOk="0" fill="none" h="635" w="2402">
                  <a:moveTo>
                    <a:pt x="0" y="1"/>
                  </a:moveTo>
                  <a:lnTo>
                    <a:pt x="2402" y="635"/>
                  </a:ln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7"/>
            <p:cNvSpPr/>
            <p:nvPr/>
          </p:nvSpPr>
          <p:spPr>
            <a:xfrm>
              <a:off x="1623335" y="3511376"/>
              <a:ext cx="57447" cy="88453"/>
            </a:xfrm>
            <a:custGeom>
              <a:rect b="b" l="l" r="r" t="t"/>
              <a:pathLst>
                <a:path extrusionOk="0" h="4553" w="2957">
                  <a:moveTo>
                    <a:pt x="1856" y="0"/>
                  </a:moveTo>
                  <a:lnTo>
                    <a:pt x="555" y="1368"/>
                  </a:lnTo>
                  <a:lnTo>
                    <a:pt x="1256" y="2435"/>
                  </a:lnTo>
                  <a:cubicBezTo>
                    <a:pt x="1256" y="2435"/>
                    <a:pt x="1" y="4553"/>
                    <a:pt x="315" y="4553"/>
                  </a:cubicBezTo>
                  <a:cubicBezTo>
                    <a:pt x="355" y="4553"/>
                    <a:pt x="422" y="4517"/>
                    <a:pt x="522" y="4437"/>
                  </a:cubicBezTo>
                  <a:cubicBezTo>
                    <a:pt x="1356" y="3736"/>
                    <a:pt x="2957" y="2869"/>
                    <a:pt x="2823" y="2135"/>
                  </a:cubicBezTo>
                  <a:cubicBezTo>
                    <a:pt x="2590" y="1401"/>
                    <a:pt x="2256" y="667"/>
                    <a:pt x="18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7"/>
            <p:cNvSpPr/>
            <p:nvPr/>
          </p:nvSpPr>
          <p:spPr>
            <a:xfrm>
              <a:off x="1616613" y="3511376"/>
              <a:ext cx="64169" cy="99818"/>
            </a:xfrm>
            <a:custGeom>
              <a:rect b="b" l="l" r="r" t="t"/>
              <a:pathLst>
                <a:path extrusionOk="0" fill="none" h="5138" w="3303">
                  <a:moveTo>
                    <a:pt x="901" y="1368"/>
                  </a:moveTo>
                  <a:lnTo>
                    <a:pt x="1602" y="2435"/>
                  </a:lnTo>
                  <a:cubicBezTo>
                    <a:pt x="1602" y="2435"/>
                    <a:pt x="0" y="5137"/>
                    <a:pt x="868" y="4437"/>
                  </a:cubicBezTo>
                  <a:cubicBezTo>
                    <a:pt x="1702" y="3736"/>
                    <a:pt x="3303" y="2869"/>
                    <a:pt x="3169" y="2135"/>
                  </a:cubicBezTo>
                  <a:cubicBezTo>
                    <a:pt x="2936" y="1401"/>
                    <a:pt x="2602" y="667"/>
                    <a:pt x="2202" y="0"/>
                  </a:cubicBez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7"/>
            <p:cNvSpPr/>
            <p:nvPr/>
          </p:nvSpPr>
          <p:spPr>
            <a:xfrm>
              <a:off x="1170752" y="2597351"/>
              <a:ext cx="232023" cy="576764"/>
            </a:xfrm>
            <a:custGeom>
              <a:rect b="b" l="l" r="r" t="t"/>
              <a:pathLst>
                <a:path extrusionOk="0" h="29688" w="11943">
                  <a:moveTo>
                    <a:pt x="8024" y="0"/>
                  </a:moveTo>
                  <a:cubicBezTo>
                    <a:pt x="7417" y="0"/>
                    <a:pt x="6702" y="96"/>
                    <a:pt x="5872" y="348"/>
                  </a:cubicBezTo>
                  <a:cubicBezTo>
                    <a:pt x="2503" y="1349"/>
                    <a:pt x="1702" y="6786"/>
                    <a:pt x="1802" y="9488"/>
                  </a:cubicBezTo>
                  <a:cubicBezTo>
                    <a:pt x="1902" y="12190"/>
                    <a:pt x="4504" y="15259"/>
                    <a:pt x="3737" y="16593"/>
                  </a:cubicBezTo>
                  <a:cubicBezTo>
                    <a:pt x="2936" y="17961"/>
                    <a:pt x="1" y="21130"/>
                    <a:pt x="234" y="24532"/>
                  </a:cubicBezTo>
                  <a:cubicBezTo>
                    <a:pt x="400" y="27350"/>
                    <a:pt x="2373" y="29687"/>
                    <a:pt x="5358" y="29687"/>
                  </a:cubicBezTo>
                  <a:cubicBezTo>
                    <a:pt x="5977" y="29687"/>
                    <a:pt x="6640" y="29587"/>
                    <a:pt x="7339" y="29369"/>
                  </a:cubicBezTo>
                  <a:cubicBezTo>
                    <a:pt x="11409" y="28135"/>
                    <a:pt x="10742" y="23164"/>
                    <a:pt x="9908" y="21363"/>
                  </a:cubicBezTo>
                  <a:cubicBezTo>
                    <a:pt x="9107" y="19528"/>
                    <a:pt x="10808" y="18761"/>
                    <a:pt x="11376" y="14792"/>
                  </a:cubicBezTo>
                  <a:cubicBezTo>
                    <a:pt x="11943" y="10856"/>
                    <a:pt x="8340" y="7553"/>
                    <a:pt x="8340" y="4751"/>
                  </a:cubicBezTo>
                  <a:cubicBezTo>
                    <a:pt x="8340" y="2618"/>
                    <a:pt x="9982" y="2354"/>
                    <a:pt x="10796" y="2354"/>
                  </a:cubicBezTo>
                  <a:cubicBezTo>
                    <a:pt x="11064" y="2354"/>
                    <a:pt x="11242" y="2383"/>
                    <a:pt x="11242" y="2383"/>
                  </a:cubicBezTo>
                  <a:lnTo>
                    <a:pt x="10742" y="915"/>
                  </a:lnTo>
                  <a:cubicBezTo>
                    <a:pt x="10742" y="915"/>
                    <a:pt x="9903" y="0"/>
                    <a:pt x="8024"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7"/>
            <p:cNvSpPr/>
            <p:nvPr/>
          </p:nvSpPr>
          <p:spPr>
            <a:xfrm>
              <a:off x="1201856" y="2823137"/>
              <a:ext cx="152972" cy="335066"/>
            </a:xfrm>
            <a:custGeom>
              <a:rect b="b" l="l" r="r" t="t"/>
              <a:pathLst>
                <a:path extrusionOk="0" fill="none" h="17247" w="7874">
                  <a:moveTo>
                    <a:pt x="4037" y="1"/>
                  </a:moveTo>
                  <a:cubicBezTo>
                    <a:pt x="4571" y="1102"/>
                    <a:pt x="5205" y="2302"/>
                    <a:pt x="5805" y="3570"/>
                  </a:cubicBezTo>
                  <a:cubicBezTo>
                    <a:pt x="7873" y="7773"/>
                    <a:pt x="6272" y="9274"/>
                    <a:pt x="3136" y="11609"/>
                  </a:cubicBezTo>
                  <a:cubicBezTo>
                    <a:pt x="1" y="13944"/>
                    <a:pt x="701" y="16779"/>
                    <a:pt x="1535" y="17246"/>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7"/>
            <p:cNvSpPr/>
            <p:nvPr/>
          </p:nvSpPr>
          <p:spPr>
            <a:xfrm>
              <a:off x="1243333" y="2636497"/>
              <a:ext cx="114719" cy="167873"/>
            </a:xfrm>
            <a:custGeom>
              <a:rect b="b" l="l" r="r" t="t"/>
              <a:pathLst>
                <a:path extrusionOk="0" fill="none" h="8641" w="5905">
                  <a:moveTo>
                    <a:pt x="5905" y="1"/>
                  </a:moveTo>
                  <a:cubicBezTo>
                    <a:pt x="5905" y="1"/>
                    <a:pt x="1702" y="368"/>
                    <a:pt x="635" y="3036"/>
                  </a:cubicBezTo>
                  <a:cubicBezTo>
                    <a:pt x="1" y="4671"/>
                    <a:pt x="501" y="6505"/>
                    <a:pt x="1435" y="8640"/>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7"/>
            <p:cNvSpPr/>
            <p:nvPr/>
          </p:nvSpPr>
          <p:spPr>
            <a:xfrm>
              <a:off x="1298430" y="3137435"/>
              <a:ext cx="20107" cy="3264"/>
            </a:xfrm>
            <a:custGeom>
              <a:rect b="b" l="l" r="r" t="t"/>
              <a:pathLst>
                <a:path extrusionOk="0" fill="none" h="168" w="1035">
                  <a:moveTo>
                    <a:pt x="0" y="1"/>
                  </a:moveTo>
                  <a:cubicBezTo>
                    <a:pt x="334" y="134"/>
                    <a:pt x="667" y="168"/>
                    <a:pt x="1034" y="168"/>
                  </a:cubicBezTo>
                </a:path>
              </a:pathLst>
            </a:custGeom>
            <a:noFill/>
            <a:ln cap="rnd" cmpd="sng" w="50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7"/>
            <p:cNvSpPr/>
            <p:nvPr/>
          </p:nvSpPr>
          <p:spPr>
            <a:xfrm>
              <a:off x="1263422" y="2631310"/>
              <a:ext cx="117323" cy="497733"/>
            </a:xfrm>
            <a:custGeom>
              <a:rect b="b" l="l" r="r" t="t"/>
              <a:pathLst>
                <a:path extrusionOk="0" fill="none" h="25620" w="6039">
                  <a:moveTo>
                    <a:pt x="5972" y="1"/>
                  </a:moveTo>
                  <a:cubicBezTo>
                    <a:pt x="5972" y="1"/>
                    <a:pt x="2036" y="701"/>
                    <a:pt x="1135" y="3570"/>
                  </a:cubicBezTo>
                  <a:cubicBezTo>
                    <a:pt x="234" y="6439"/>
                    <a:pt x="5505" y="10675"/>
                    <a:pt x="5772" y="13778"/>
                  </a:cubicBezTo>
                  <a:cubicBezTo>
                    <a:pt x="6038" y="16880"/>
                    <a:pt x="2302" y="18714"/>
                    <a:pt x="968" y="21116"/>
                  </a:cubicBezTo>
                  <a:cubicBezTo>
                    <a:pt x="1" y="22817"/>
                    <a:pt x="134" y="24685"/>
                    <a:pt x="1102" y="25619"/>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7"/>
            <p:cNvSpPr/>
            <p:nvPr/>
          </p:nvSpPr>
          <p:spPr>
            <a:xfrm>
              <a:off x="1400172" y="3749849"/>
              <a:ext cx="186659" cy="817839"/>
            </a:xfrm>
            <a:custGeom>
              <a:rect b="b" l="l" r="r" t="t"/>
              <a:pathLst>
                <a:path extrusionOk="0" h="42097" w="9608">
                  <a:moveTo>
                    <a:pt x="9007" y="1"/>
                  </a:moveTo>
                  <a:lnTo>
                    <a:pt x="2902" y="1435"/>
                  </a:lnTo>
                  <a:cubicBezTo>
                    <a:pt x="2902" y="1435"/>
                    <a:pt x="2802" y="5104"/>
                    <a:pt x="2802" y="7506"/>
                  </a:cubicBezTo>
                  <a:cubicBezTo>
                    <a:pt x="2802" y="9941"/>
                    <a:pt x="1334" y="12143"/>
                    <a:pt x="968" y="15045"/>
                  </a:cubicBezTo>
                  <a:cubicBezTo>
                    <a:pt x="601" y="17980"/>
                    <a:pt x="1334" y="24051"/>
                    <a:pt x="1334" y="27820"/>
                  </a:cubicBezTo>
                  <a:cubicBezTo>
                    <a:pt x="1334" y="31623"/>
                    <a:pt x="1101" y="34425"/>
                    <a:pt x="501" y="35759"/>
                  </a:cubicBezTo>
                  <a:cubicBezTo>
                    <a:pt x="134" y="36493"/>
                    <a:pt x="0" y="37361"/>
                    <a:pt x="134" y="38195"/>
                  </a:cubicBezTo>
                  <a:lnTo>
                    <a:pt x="501" y="41830"/>
                  </a:lnTo>
                  <a:lnTo>
                    <a:pt x="1001" y="41830"/>
                  </a:lnTo>
                  <a:lnTo>
                    <a:pt x="1234" y="38928"/>
                  </a:lnTo>
                  <a:cubicBezTo>
                    <a:pt x="1234" y="38928"/>
                    <a:pt x="2936" y="39262"/>
                    <a:pt x="3669" y="40630"/>
                  </a:cubicBezTo>
                  <a:cubicBezTo>
                    <a:pt x="4288" y="41754"/>
                    <a:pt x="5594" y="42097"/>
                    <a:pt x="6868" y="42097"/>
                  </a:cubicBezTo>
                  <a:cubicBezTo>
                    <a:pt x="7105" y="42097"/>
                    <a:pt x="7342" y="42085"/>
                    <a:pt x="7572" y="42064"/>
                  </a:cubicBezTo>
                  <a:cubicBezTo>
                    <a:pt x="9007" y="41964"/>
                    <a:pt x="9607" y="41730"/>
                    <a:pt x="8273" y="40863"/>
                  </a:cubicBezTo>
                  <a:cubicBezTo>
                    <a:pt x="6938" y="39996"/>
                    <a:pt x="3669" y="37227"/>
                    <a:pt x="3803" y="35993"/>
                  </a:cubicBezTo>
                  <a:cubicBezTo>
                    <a:pt x="3903" y="34792"/>
                    <a:pt x="6105" y="13744"/>
                    <a:pt x="7072" y="11075"/>
                  </a:cubicBezTo>
                  <a:cubicBezTo>
                    <a:pt x="8039" y="8373"/>
                    <a:pt x="9007" y="1"/>
                    <a:pt x="9007" y="1"/>
                  </a:cubicBezTo>
                  <a:close/>
                </a:path>
              </a:pathLst>
            </a:custGeom>
            <a:solidFill>
              <a:srgbClr val="763F18"/>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7"/>
            <p:cNvSpPr/>
            <p:nvPr/>
          </p:nvSpPr>
          <p:spPr>
            <a:xfrm>
              <a:off x="1400813" y="4455572"/>
              <a:ext cx="186659" cy="112116"/>
            </a:xfrm>
            <a:custGeom>
              <a:rect b="b" l="l" r="r" t="t"/>
              <a:pathLst>
                <a:path extrusionOk="0" h="5771" w="9608">
                  <a:moveTo>
                    <a:pt x="267" y="1"/>
                  </a:moveTo>
                  <a:cubicBezTo>
                    <a:pt x="67" y="601"/>
                    <a:pt x="1" y="1235"/>
                    <a:pt x="101" y="1869"/>
                  </a:cubicBezTo>
                  <a:lnTo>
                    <a:pt x="468" y="5504"/>
                  </a:lnTo>
                  <a:lnTo>
                    <a:pt x="968" y="5504"/>
                  </a:lnTo>
                  <a:lnTo>
                    <a:pt x="1201" y="2602"/>
                  </a:lnTo>
                  <a:cubicBezTo>
                    <a:pt x="1201" y="2602"/>
                    <a:pt x="2903" y="2936"/>
                    <a:pt x="3636" y="4304"/>
                  </a:cubicBezTo>
                  <a:cubicBezTo>
                    <a:pt x="4255" y="5428"/>
                    <a:pt x="5561" y="5771"/>
                    <a:pt x="6835" y="5771"/>
                  </a:cubicBezTo>
                  <a:cubicBezTo>
                    <a:pt x="7072" y="5771"/>
                    <a:pt x="7309" y="5759"/>
                    <a:pt x="7539" y="5738"/>
                  </a:cubicBezTo>
                  <a:cubicBezTo>
                    <a:pt x="8974" y="5638"/>
                    <a:pt x="9607" y="5371"/>
                    <a:pt x="8240" y="4537"/>
                  </a:cubicBezTo>
                  <a:cubicBezTo>
                    <a:pt x="8106" y="4437"/>
                    <a:pt x="7906" y="4304"/>
                    <a:pt x="7706" y="4170"/>
                  </a:cubicBezTo>
                  <a:cubicBezTo>
                    <a:pt x="7568" y="4180"/>
                    <a:pt x="7429" y="4184"/>
                    <a:pt x="7290" y="4184"/>
                  </a:cubicBezTo>
                  <a:cubicBezTo>
                    <a:pt x="6455" y="4184"/>
                    <a:pt x="5609" y="4013"/>
                    <a:pt x="4837" y="3670"/>
                  </a:cubicBezTo>
                  <a:cubicBezTo>
                    <a:pt x="3169" y="3003"/>
                    <a:pt x="1001" y="1268"/>
                    <a:pt x="267"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7"/>
            <p:cNvSpPr/>
            <p:nvPr/>
          </p:nvSpPr>
          <p:spPr>
            <a:xfrm>
              <a:off x="1132927" y="3756978"/>
              <a:ext cx="305497" cy="824717"/>
            </a:xfrm>
            <a:custGeom>
              <a:rect b="b" l="l" r="r" t="t"/>
              <a:pathLst>
                <a:path extrusionOk="0" h="42451" w="15725">
                  <a:moveTo>
                    <a:pt x="9486" y="0"/>
                  </a:moveTo>
                  <a:cubicBezTo>
                    <a:pt x="9486" y="1335"/>
                    <a:pt x="9386" y="2669"/>
                    <a:pt x="9220" y="4003"/>
                  </a:cubicBezTo>
                  <a:cubicBezTo>
                    <a:pt x="9019" y="5338"/>
                    <a:pt x="7185" y="9007"/>
                    <a:pt x="5484" y="13510"/>
                  </a:cubicBezTo>
                  <a:cubicBezTo>
                    <a:pt x="3782" y="17980"/>
                    <a:pt x="3516" y="28087"/>
                    <a:pt x="3049" y="30889"/>
                  </a:cubicBezTo>
                  <a:cubicBezTo>
                    <a:pt x="2582" y="33691"/>
                    <a:pt x="380" y="36360"/>
                    <a:pt x="113" y="39996"/>
                  </a:cubicBezTo>
                  <a:cubicBezTo>
                    <a:pt x="0" y="41767"/>
                    <a:pt x="253" y="42450"/>
                    <a:pt x="698" y="42450"/>
                  </a:cubicBezTo>
                  <a:cubicBezTo>
                    <a:pt x="1176" y="42450"/>
                    <a:pt x="1874" y="41666"/>
                    <a:pt x="2582" y="40596"/>
                  </a:cubicBezTo>
                  <a:cubicBezTo>
                    <a:pt x="3916" y="38561"/>
                    <a:pt x="4149" y="34525"/>
                    <a:pt x="4650" y="32357"/>
                  </a:cubicBezTo>
                  <a:cubicBezTo>
                    <a:pt x="5150" y="30155"/>
                    <a:pt x="9787" y="17880"/>
                    <a:pt x="11721" y="12509"/>
                  </a:cubicBezTo>
                  <a:cubicBezTo>
                    <a:pt x="13623" y="7172"/>
                    <a:pt x="15724" y="968"/>
                    <a:pt x="15724" y="968"/>
                  </a:cubicBezTo>
                  <a:lnTo>
                    <a:pt x="9486" y="0"/>
                  </a:lnTo>
                  <a:close/>
                </a:path>
              </a:pathLst>
            </a:custGeom>
            <a:solidFill>
              <a:srgbClr val="763F18"/>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7"/>
            <p:cNvSpPr/>
            <p:nvPr/>
          </p:nvSpPr>
          <p:spPr>
            <a:xfrm>
              <a:off x="1133568" y="4503519"/>
              <a:ext cx="65723" cy="78176"/>
            </a:xfrm>
            <a:custGeom>
              <a:rect b="b" l="l" r="r" t="t"/>
              <a:pathLst>
                <a:path extrusionOk="0" h="4024" w="3383">
                  <a:moveTo>
                    <a:pt x="347" y="1"/>
                  </a:moveTo>
                  <a:cubicBezTo>
                    <a:pt x="247" y="535"/>
                    <a:pt x="147" y="1035"/>
                    <a:pt x="113" y="1569"/>
                  </a:cubicBezTo>
                  <a:cubicBezTo>
                    <a:pt x="1" y="3340"/>
                    <a:pt x="253" y="4023"/>
                    <a:pt x="695" y="4023"/>
                  </a:cubicBezTo>
                  <a:cubicBezTo>
                    <a:pt x="1168" y="4023"/>
                    <a:pt x="1858" y="3239"/>
                    <a:pt x="2549" y="2169"/>
                  </a:cubicBezTo>
                  <a:cubicBezTo>
                    <a:pt x="2915" y="1569"/>
                    <a:pt x="3182" y="935"/>
                    <a:pt x="3382" y="268"/>
                  </a:cubicBezTo>
                  <a:lnTo>
                    <a:pt x="3382" y="268"/>
                  </a:lnTo>
                  <a:cubicBezTo>
                    <a:pt x="2899" y="1019"/>
                    <a:pt x="2092" y="2159"/>
                    <a:pt x="1431" y="2159"/>
                  </a:cubicBezTo>
                  <a:cubicBezTo>
                    <a:pt x="1270" y="2159"/>
                    <a:pt x="1118" y="2092"/>
                    <a:pt x="981" y="1936"/>
                  </a:cubicBezTo>
                  <a:cubicBezTo>
                    <a:pt x="580" y="1369"/>
                    <a:pt x="380" y="701"/>
                    <a:pt x="347"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7"/>
            <p:cNvSpPr/>
            <p:nvPr/>
          </p:nvSpPr>
          <p:spPr>
            <a:xfrm>
              <a:off x="1282868" y="2825080"/>
              <a:ext cx="351910" cy="1091748"/>
            </a:xfrm>
            <a:custGeom>
              <a:rect b="b" l="l" r="r" t="t"/>
              <a:pathLst>
                <a:path extrusionOk="0" h="56196" w="18114">
                  <a:moveTo>
                    <a:pt x="7039" y="1"/>
                  </a:moveTo>
                  <a:cubicBezTo>
                    <a:pt x="7039" y="1"/>
                    <a:pt x="6305" y="601"/>
                    <a:pt x="5838" y="4738"/>
                  </a:cubicBezTo>
                  <a:cubicBezTo>
                    <a:pt x="5338" y="8874"/>
                    <a:pt x="8373" y="21750"/>
                    <a:pt x="8373" y="21750"/>
                  </a:cubicBezTo>
                  <a:cubicBezTo>
                    <a:pt x="8373" y="21750"/>
                    <a:pt x="3136" y="30322"/>
                    <a:pt x="1935" y="34592"/>
                  </a:cubicBezTo>
                  <a:cubicBezTo>
                    <a:pt x="701" y="38829"/>
                    <a:pt x="1" y="54807"/>
                    <a:pt x="1" y="54807"/>
                  </a:cubicBezTo>
                  <a:cubicBezTo>
                    <a:pt x="1" y="54807"/>
                    <a:pt x="2536" y="55774"/>
                    <a:pt x="7773" y="56141"/>
                  </a:cubicBezTo>
                  <a:cubicBezTo>
                    <a:pt x="8368" y="56179"/>
                    <a:pt x="8932" y="56196"/>
                    <a:pt x="9463" y="56196"/>
                  </a:cubicBezTo>
                  <a:cubicBezTo>
                    <a:pt x="13610" y="56196"/>
                    <a:pt x="15812" y="55174"/>
                    <a:pt x="15812" y="55174"/>
                  </a:cubicBezTo>
                  <a:cubicBezTo>
                    <a:pt x="15812" y="55174"/>
                    <a:pt x="16045" y="32391"/>
                    <a:pt x="16045" y="28888"/>
                  </a:cubicBezTo>
                  <a:cubicBezTo>
                    <a:pt x="16045" y="25386"/>
                    <a:pt x="16279" y="17413"/>
                    <a:pt x="16646" y="16446"/>
                  </a:cubicBezTo>
                  <a:cubicBezTo>
                    <a:pt x="17013" y="15445"/>
                    <a:pt x="18113" y="12910"/>
                    <a:pt x="18113" y="11943"/>
                  </a:cubicBezTo>
                  <a:cubicBezTo>
                    <a:pt x="18113" y="10975"/>
                    <a:pt x="10808" y="601"/>
                    <a:pt x="10808" y="601"/>
                  </a:cubicBezTo>
                  <a:lnTo>
                    <a:pt x="7039" y="1"/>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7"/>
            <p:cNvSpPr/>
            <p:nvPr/>
          </p:nvSpPr>
          <p:spPr>
            <a:xfrm>
              <a:off x="1282227" y="3230124"/>
              <a:ext cx="313676" cy="686238"/>
            </a:xfrm>
            <a:custGeom>
              <a:rect b="b" l="l" r="r" t="t"/>
              <a:pathLst>
                <a:path extrusionOk="0" h="35323" w="16146">
                  <a:moveTo>
                    <a:pt x="8306" y="0"/>
                  </a:moveTo>
                  <a:cubicBezTo>
                    <a:pt x="6872" y="1534"/>
                    <a:pt x="2902" y="10407"/>
                    <a:pt x="1968" y="13743"/>
                  </a:cubicBezTo>
                  <a:cubicBezTo>
                    <a:pt x="734" y="17980"/>
                    <a:pt x="0" y="33924"/>
                    <a:pt x="0" y="33924"/>
                  </a:cubicBezTo>
                  <a:cubicBezTo>
                    <a:pt x="0" y="33924"/>
                    <a:pt x="2569" y="34892"/>
                    <a:pt x="7806" y="35259"/>
                  </a:cubicBezTo>
                  <a:cubicBezTo>
                    <a:pt x="8435" y="35303"/>
                    <a:pt x="9029" y="35322"/>
                    <a:pt x="9587" y="35322"/>
                  </a:cubicBezTo>
                  <a:cubicBezTo>
                    <a:pt x="13646" y="35322"/>
                    <a:pt x="15811" y="34291"/>
                    <a:pt x="15811" y="34291"/>
                  </a:cubicBezTo>
                  <a:cubicBezTo>
                    <a:pt x="15811" y="34291"/>
                    <a:pt x="16045" y="11542"/>
                    <a:pt x="16045" y="8006"/>
                  </a:cubicBezTo>
                  <a:cubicBezTo>
                    <a:pt x="16045" y="6838"/>
                    <a:pt x="16078" y="2168"/>
                    <a:pt x="16145" y="901"/>
                  </a:cubicBezTo>
                  <a:lnTo>
                    <a:pt x="16145" y="901"/>
                  </a:lnTo>
                  <a:cubicBezTo>
                    <a:pt x="15711" y="1032"/>
                    <a:pt x="15146" y="1088"/>
                    <a:pt x="14509" y="1088"/>
                  </a:cubicBezTo>
                  <a:cubicBezTo>
                    <a:pt x="12553" y="1088"/>
                    <a:pt x="9917" y="554"/>
                    <a:pt x="8306"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7"/>
            <p:cNvSpPr/>
            <p:nvPr/>
          </p:nvSpPr>
          <p:spPr>
            <a:xfrm>
              <a:off x="1472092" y="2491335"/>
              <a:ext cx="181472" cy="178247"/>
            </a:xfrm>
            <a:custGeom>
              <a:rect b="b" l="l" r="r" t="t"/>
              <a:pathLst>
                <a:path extrusionOk="0" h="9175" w="9341">
                  <a:moveTo>
                    <a:pt x="3870" y="1"/>
                  </a:moveTo>
                  <a:cubicBezTo>
                    <a:pt x="1302" y="1"/>
                    <a:pt x="1" y="2836"/>
                    <a:pt x="1" y="2836"/>
                  </a:cubicBezTo>
                  <a:cubicBezTo>
                    <a:pt x="1" y="2836"/>
                    <a:pt x="4871" y="9174"/>
                    <a:pt x="6038" y="9174"/>
                  </a:cubicBezTo>
                  <a:cubicBezTo>
                    <a:pt x="7173" y="9174"/>
                    <a:pt x="9341" y="8307"/>
                    <a:pt x="9041" y="7006"/>
                  </a:cubicBezTo>
                  <a:cubicBezTo>
                    <a:pt x="8740" y="5738"/>
                    <a:pt x="6472" y="6305"/>
                    <a:pt x="7039" y="4304"/>
                  </a:cubicBezTo>
                  <a:cubicBezTo>
                    <a:pt x="7606" y="2302"/>
                    <a:pt x="6472" y="1"/>
                    <a:pt x="3870"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7"/>
            <p:cNvSpPr/>
            <p:nvPr/>
          </p:nvSpPr>
          <p:spPr>
            <a:xfrm>
              <a:off x="1545334" y="2526985"/>
              <a:ext cx="77127" cy="123792"/>
            </a:xfrm>
            <a:custGeom>
              <a:rect b="b" l="l" r="r" t="t"/>
              <a:pathLst>
                <a:path extrusionOk="0" fill="none" h="6372" w="3970">
                  <a:moveTo>
                    <a:pt x="0" y="701"/>
                  </a:moveTo>
                  <a:cubicBezTo>
                    <a:pt x="767" y="301"/>
                    <a:pt x="1668" y="0"/>
                    <a:pt x="2068" y="634"/>
                  </a:cubicBezTo>
                  <a:cubicBezTo>
                    <a:pt x="2902" y="1902"/>
                    <a:pt x="400" y="2869"/>
                    <a:pt x="1201" y="4237"/>
                  </a:cubicBezTo>
                  <a:cubicBezTo>
                    <a:pt x="2002" y="5571"/>
                    <a:pt x="3970" y="5204"/>
                    <a:pt x="3870" y="5638"/>
                  </a:cubicBezTo>
                  <a:cubicBezTo>
                    <a:pt x="3770" y="6105"/>
                    <a:pt x="2535" y="6372"/>
                    <a:pt x="2535" y="6372"/>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7"/>
            <p:cNvSpPr/>
            <p:nvPr/>
          </p:nvSpPr>
          <p:spPr>
            <a:xfrm>
              <a:off x="1520059" y="2549015"/>
              <a:ext cx="11676" cy="9733"/>
            </a:xfrm>
            <a:custGeom>
              <a:rect b="b" l="l" r="r" t="t"/>
              <a:pathLst>
                <a:path extrusionOk="0" fill="none" h="501" w="601">
                  <a:moveTo>
                    <a:pt x="0" y="501"/>
                  </a:moveTo>
                  <a:cubicBezTo>
                    <a:pt x="0" y="501"/>
                    <a:pt x="234" y="267"/>
                    <a:pt x="601" y="1"/>
                  </a:cubicBezTo>
                </a:path>
              </a:pathLst>
            </a:custGeom>
            <a:noFill/>
            <a:ln cap="rnd" cmpd="sng" w="50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7"/>
            <p:cNvSpPr/>
            <p:nvPr/>
          </p:nvSpPr>
          <p:spPr>
            <a:xfrm>
              <a:off x="1361938" y="2545790"/>
              <a:ext cx="261824" cy="295512"/>
            </a:xfrm>
            <a:custGeom>
              <a:rect b="b" l="l" r="r" t="t"/>
              <a:pathLst>
                <a:path extrusionOk="0" h="15211" w="13477">
                  <a:moveTo>
                    <a:pt x="5188" y="1"/>
                  </a:moveTo>
                  <a:cubicBezTo>
                    <a:pt x="4836" y="1"/>
                    <a:pt x="4478" y="53"/>
                    <a:pt x="4136" y="167"/>
                  </a:cubicBezTo>
                  <a:cubicBezTo>
                    <a:pt x="1901" y="967"/>
                    <a:pt x="0" y="2468"/>
                    <a:pt x="434" y="6171"/>
                  </a:cubicBezTo>
                  <a:cubicBezTo>
                    <a:pt x="867" y="10240"/>
                    <a:pt x="4036" y="11241"/>
                    <a:pt x="4036" y="11241"/>
                  </a:cubicBezTo>
                  <a:lnTo>
                    <a:pt x="4270" y="13743"/>
                  </a:lnTo>
                  <a:lnTo>
                    <a:pt x="7439" y="15211"/>
                  </a:lnTo>
                  <a:lnTo>
                    <a:pt x="7539" y="12509"/>
                  </a:lnTo>
                  <a:cubicBezTo>
                    <a:pt x="7539" y="12509"/>
                    <a:pt x="9455" y="13317"/>
                    <a:pt x="10309" y="13317"/>
                  </a:cubicBezTo>
                  <a:cubicBezTo>
                    <a:pt x="10356" y="13317"/>
                    <a:pt x="10401" y="13315"/>
                    <a:pt x="10441" y="13309"/>
                  </a:cubicBezTo>
                  <a:cubicBezTo>
                    <a:pt x="11241" y="13176"/>
                    <a:pt x="11475" y="12175"/>
                    <a:pt x="11809" y="10707"/>
                  </a:cubicBezTo>
                  <a:cubicBezTo>
                    <a:pt x="11942" y="10040"/>
                    <a:pt x="12009" y="9340"/>
                    <a:pt x="11975" y="8673"/>
                  </a:cubicBezTo>
                  <a:lnTo>
                    <a:pt x="12943" y="7739"/>
                  </a:lnTo>
                  <a:cubicBezTo>
                    <a:pt x="13476" y="7172"/>
                    <a:pt x="12943" y="7038"/>
                    <a:pt x="12276" y="6638"/>
                  </a:cubicBezTo>
                  <a:cubicBezTo>
                    <a:pt x="12109" y="6504"/>
                    <a:pt x="11942" y="6338"/>
                    <a:pt x="11875" y="6138"/>
                  </a:cubicBezTo>
                  <a:cubicBezTo>
                    <a:pt x="11675" y="4603"/>
                    <a:pt x="11208" y="3069"/>
                    <a:pt x="10374" y="2235"/>
                  </a:cubicBezTo>
                  <a:cubicBezTo>
                    <a:pt x="9073" y="1001"/>
                    <a:pt x="7439" y="233"/>
                    <a:pt x="5671" y="33"/>
                  </a:cubicBezTo>
                  <a:cubicBezTo>
                    <a:pt x="5512" y="12"/>
                    <a:pt x="5351" y="1"/>
                    <a:pt x="5188" y="1"/>
                  </a:cubicBezTo>
                  <a:close/>
                </a:path>
              </a:pathLst>
            </a:custGeom>
            <a:solidFill>
              <a:srgbClr val="763F18"/>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7"/>
            <p:cNvSpPr/>
            <p:nvPr/>
          </p:nvSpPr>
          <p:spPr>
            <a:xfrm>
              <a:off x="1361938" y="2545790"/>
              <a:ext cx="184037" cy="222289"/>
            </a:xfrm>
            <a:custGeom>
              <a:rect b="b" l="l" r="r" t="t"/>
              <a:pathLst>
                <a:path extrusionOk="0" h="11442" w="9473">
                  <a:moveTo>
                    <a:pt x="5166" y="1"/>
                  </a:moveTo>
                  <a:cubicBezTo>
                    <a:pt x="4806" y="1"/>
                    <a:pt x="4456" y="53"/>
                    <a:pt x="4136" y="167"/>
                  </a:cubicBezTo>
                  <a:cubicBezTo>
                    <a:pt x="1901" y="967"/>
                    <a:pt x="0" y="2468"/>
                    <a:pt x="400" y="6171"/>
                  </a:cubicBezTo>
                  <a:cubicBezTo>
                    <a:pt x="901" y="10240"/>
                    <a:pt x="4070" y="11241"/>
                    <a:pt x="4070" y="11241"/>
                  </a:cubicBezTo>
                  <a:lnTo>
                    <a:pt x="4070" y="11441"/>
                  </a:lnTo>
                  <a:cubicBezTo>
                    <a:pt x="5137" y="10841"/>
                    <a:pt x="5737" y="9440"/>
                    <a:pt x="5738" y="9440"/>
                  </a:cubicBezTo>
                  <a:lnTo>
                    <a:pt x="5738" y="9440"/>
                  </a:lnTo>
                  <a:cubicBezTo>
                    <a:pt x="5737" y="9440"/>
                    <a:pt x="5574" y="9544"/>
                    <a:pt x="5199" y="9544"/>
                  </a:cubicBezTo>
                  <a:cubicBezTo>
                    <a:pt x="5011" y="9544"/>
                    <a:pt x="4770" y="9518"/>
                    <a:pt x="4470" y="9440"/>
                  </a:cubicBezTo>
                  <a:cubicBezTo>
                    <a:pt x="3569" y="9206"/>
                    <a:pt x="3469" y="8306"/>
                    <a:pt x="3803" y="7072"/>
                  </a:cubicBezTo>
                  <a:cubicBezTo>
                    <a:pt x="3938" y="6559"/>
                    <a:pt x="4203" y="6407"/>
                    <a:pt x="4472" y="6407"/>
                  </a:cubicBezTo>
                  <a:cubicBezTo>
                    <a:pt x="4868" y="6407"/>
                    <a:pt x="5271" y="6738"/>
                    <a:pt x="5271" y="6738"/>
                  </a:cubicBezTo>
                  <a:cubicBezTo>
                    <a:pt x="6538" y="6104"/>
                    <a:pt x="7639" y="5237"/>
                    <a:pt x="8506" y="4136"/>
                  </a:cubicBezTo>
                  <a:cubicBezTo>
                    <a:pt x="9473" y="2976"/>
                    <a:pt x="8479" y="1194"/>
                    <a:pt x="8981" y="1194"/>
                  </a:cubicBezTo>
                  <a:cubicBezTo>
                    <a:pt x="8999" y="1194"/>
                    <a:pt x="9018" y="1196"/>
                    <a:pt x="9040" y="1201"/>
                  </a:cubicBezTo>
                  <a:cubicBezTo>
                    <a:pt x="8006" y="600"/>
                    <a:pt x="6872" y="200"/>
                    <a:pt x="5671" y="33"/>
                  </a:cubicBezTo>
                  <a:cubicBezTo>
                    <a:pt x="5502" y="12"/>
                    <a:pt x="5333" y="1"/>
                    <a:pt x="5166"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7"/>
            <p:cNvSpPr/>
            <p:nvPr/>
          </p:nvSpPr>
          <p:spPr>
            <a:xfrm>
              <a:off x="1400813" y="2766118"/>
              <a:ext cx="136750" cy="125094"/>
            </a:xfrm>
            <a:custGeom>
              <a:rect b="b" l="l" r="r" t="t"/>
              <a:pathLst>
                <a:path extrusionOk="0" h="6439" w="7039">
                  <a:moveTo>
                    <a:pt x="601" y="0"/>
                  </a:moveTo>
                  <a:lnTo>
                    <a:pt x="1" y="3036"/>
                  </a:lnTo>
                  <a:lnTo>
                    <a:pt x="6438" y="6438"/>
                  </a:lnTo>
                  <a:lnTo>
                    <a:pt x="7039" y="3136"/>
                  </a:lnTo>
                  <a:lnTo>
                    <a:pt x="601" y="0"/>
                  </a:ln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7"/>
            <p:cNvSpPr/>
            <p:nvPr/>
          </p:nvSpPr>
          <p:spPr>
            <a:xfrm>
              <a:off x="1472753" y="3362289"/>
              <a:ext cx="116662" cy="83033"/>
            </a:xfrm>
            <a:custGeom>
              <a:rect b="b" l="l" r="r" t="t"/>
              <a:pathLst>
                <a:path extrusionOk="0" h="4274" w="6005">
                  <a:moveTo>
                    <a:pt x="3729" y="0"/>
                  </a:moveTo>
                  <a:cubicBezTo>
                    <a:pt x="3244" y="0"/>
                    <a:pt x="2672" y="408"/>
                    <a:pt x="2235" y="436"/>
                  </a:cubicBezTo>
                  <a:cubicBezTo>
                    <a:pt x="1568" y="402"/>
                    <a:pt x="901" y="302"/>
                    <a:pt x="234" y="169"/>
                  </a:cubicBezTo>
                  <a:lnTo>
                    <a:pt x="0" y="2170"/>
                  </a:lnTo>
                  <a:cubicBezTo>
                    <a:pt x="0" y="2170"/>
                    <a:pt x="2847" y="4273"/>
                    <a:pt x="3380" y="4273"/>
                  </a:cubicBezTo>
                  <a:cubicBezTo>
                    <a:pt x="3388" y="4273"/>
                    <a:pt x="3396" y="4273"/>
                    <a:pt x="3403" y="4272"/>
                  </a:cubicBezTo>
                  <a:cubicBezTo>
                    <a:pt x="3903" y="4172"/>
                    <a:pt x="4737" y="3404"/>
                    <a:pt x="4737" y="3404"/>
                  </a:cubicBezTo>
                  <a:cubicBezTo>
                    <a:pt x="4737" y="3404"/>
                    <a:pt x="5604" y="3037"/>
                    <a:pt x="5804" y="2670"/>
                  </a:cubicBezTo>
                  <a:cubicBezTo>
                    <a:pt x="6004" y="2270"/>
                    <a:pt x="5304" y="1937"/>
                    <a:pt x="5304" y="1937"/>
                  </a:cubicBezTo>
                  <a:cubicBezTo>
                    <a:pt x="5304" y="1937"/>
                    <a:pt x="4570" y="302"/>
                    <a:pt x="4036" y="69"/>
                  </a:cubicBezTo>
                  <a:cubicBezTo>
                    <a:pt x="3940" y="20"/>
                    <a:pt x="3837" y="0"/>
                    <a:pt x="3729" y="0"/>
                  </a:cubicBezTo>
                  <a:close/>
                </a:path>
              </a:pathLst>
            </a:custGeom>
            <a:solidFill>
              <a:srgbClr val="763F18"/>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7"/>
            <p:cNvSpPr/>
            <p:nvPr/>
          </p:nvSpPr>
          <p:spPr>
            <a:xfrm>
              <a:off x="1219360" y="2860710"/>
              <a:ext cx="287760" cy="542163"/>
            </a:xfrm>
            <a:custGeom>
              <a:rect b="b" l="l" r="r" t="t"/>
              <a:pathLst>
                <a:path extrusionOk="0" h="27907" w="14812">
                  <a:moveTo>
                    <a:pt x="11188" y="0"/>
                  </a:moveTo>
                  <a:cubicBezTo>
                    <a:pt x="10133" y="0"/>
                    <a:pt x="9102" y="533"/>
                    <a:pt x="8507" y="1503"/>
                  </a:cubicBezTo>
                  <a:lnTo>
                    <a:pt x="868" y="16680"/>
                  </a:lnTo>
                  <a:cubicBezTo>
                    <a:pt x="34" y="17481"/>
                    <a:pt x="1" y="18815"/>
                    <a:pt x="801" y="19649"/>
                  </a:cubicBezTo>
                  <a:lnTo>
                    <a:pt x="801" y="19682"/>
                  </a:lnTo>
                  <a:cubicBezTo>
                    <a:pt x="1568" y="20850"/>
                    <a:pt x="10008" y="27054"/>
                    <a:pt x="12476" y="27855"/>
                  </a:cubicBezTo>
                  <a:cubicBezTo>
                    <a:pt x="12581" y="27890"/>
                    <a:pt x="12689" y="27906"/>
                    <a:pt x="12795" y="27906"/>
                  </a:cubicBezTo>
                  <a:cubicBezTo>
                    <a:pt x="13093" y="27906"/>
                    <a:pt x="13380" y="27776"/>
                    <a:pt x="13577" y="27554"/>
                  </a:cubicBezTo>
                  <a:cubicBezTo>
                    <a:pt x="13977" y="27054"/>
                    <a:pt x="13844" y="26287"/>
                    <a:pt x="13277" y="25987"/>
                  </a:cubicBezTo>
                  <a:lnTo>
                    <a:pt x="5171" y="18381"/>
                  </a:lnTo>
                  <a:lnTo>
                    <a:pt x="13977" y="4671"/>
                  </a:lnTo>
                  <a:cubicBezTo>
                    <a:pt x="14811" y="3170"/>
                    <a:pt x="14277" y="1269"/>
                    <a:pt x="12776" y="435"/>
                  </a:cubicBezTo>
                  <a:cubicBezTo>
                    <a:pt x="12278" y="141"/>
                    <a:pt x="11730" y="0"/>
                    <a:pt x="11188"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7"/>
            <p:cNvSpPr/>
            <p:nvPr/>
          </p:nvSpPr>
          <p:spPr>
            <a:xfrm>
              <a:off x="1892678" y="2975410"/>
              <a:ext cx="251470" cy="290363"/>
            </a:xfrm>
            <a:custGeom>
              <a:rect b="b" l="l" r="r" t="t"/>
              <a:pathLst>
                <a:path extrusionOk="0" h="14946" w="12944">
                  <a:moveTo>
                    <a:pt x="7136" y="1"/>
                  </a:moveTo>
                  <a:cubicBezTo>
                    <a:pt x="3392" y="1"/>
                    <a:pt x="1235" y="1903"/>
                    <a:pt x="1235" y="1903"/>
                  </a:cubicBezTo>
                  <a:lnTo>
                    <a:pt x="1568" y="8374"/>
                  </a:lnTo>
                  <a:lnTo>
                    <a:pt x="1" y="12644"/>
                  </a:lnTo>
                  <a:lnTo>
                    <a:pt x="5972" y="14946"/>
                  </a:lnTo>
                  <a:lnTo>
                    <a:pt x="7106" y="12744"/>
                  </a:lnTo>
                  <a:cubicBezTo>
                    <a:pt x="7106" y="12744"/>
                    <a:pt x="7502" y="12755"/>
                    <a:pt x="8038" y="12755"/>
                  </a:cubicBezTo>
                  <a:cubicBezTo>
                    <a:pt x="9111" y="12755"/>
                    <a:pt x="10742" y="12711"/>
                    <a:pt x="10875" y="12444"/>
                  </a:cubicBezTo>
                  <a:cubicBezTo>
                    <a:pt x="11075" y="12010"/>
                    <a:pt x="11275" y="8675"/>
                    <a:pt x="11275" y="8675"/>
                  </a:cubicBezTo>
                  <a:lnTo>
                    <a:pt x="12710" y="7841"/>
                  </a:lnTo>
                  <a:cubicBezTo>
                    <a:pt x="12876" y="7741"/>
                    <a:pt x="12943" y="7474"/>
                    <a:pt x="12843" y="7307"/>
                  </a:cubicBezTo>
                  <a:lnTo>
                    <a:pt x="11909" y="5873"/>
                  </a:lnTo>
                  <a:cubicBezTo>
                    <a:pt x="11976" y="5406"/>
                    <a:pt x="12009" y="4972"/>
                    <a:pt x="12009" y="4505"/>
                  </a:cubicBezTo>
                  <a:cubicBezTo>
                    <a:pt x="12009" y="3871"/>
                    <a:pt x="10975" y="635"/>
                    <a:pt x="10975" y="635"/>
                  </a:cubicBezTo>
                  <a:cubicBezTo>
                    <a:pt x="9559" y="176"/>
                    <a:pt x="8274" y="1"/>
                    <a:pt x="7136" y="1"/>
                  </a:cubicBezTo>
                  <a:close/>
                </a:path>
              </a:pathLst>
            </a:custGeom>
            <a:solidFill>
              <a:srgbClr val="B77445"/>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7"/>
            <p:cNvSpPr/>
            <p:nvPr/>
          </p:nvSpPr>
          <p:spPr>
            <a:xfrm>
              <a:off x="1884907" y="2884217"/>
              <a:ext cx="294229" cy="277328"/>
            </a:xfrm>
            <a:custGeom>
              <a:rect b="b" l="l" r="r" t="t"/>
              <a:pathLst>
                <a:path extrusionOk="0" h="14275" w="15145">
                  <a:moveTo>
                    <a:pt x="11720" y="0"/>
                  </a:moveTo>
                  <a:cubicBezTo>
                    <a:pt x="10618" y="0"/>
                    <a:pt x="9424" y="502"/>
                    <a:pt x="8540" y="1060"/>
                  </a:cubicBezTo>
                  <a:cubicBezTo>
                    <a:pt x="6972" y="2027"/>
                    <a:pt x="3970" y="1794"/>
                    <a:pt x="2102" y="2628"/>
                  </a:cubicBezTo>
                  <a:cubicBezTo>
                    <a:pt x="200" y="3461"/>
                    <a:pt x="134" y="6063"/>
                    <a:pt x="67" y="7831"/>
                  </a:cubicBezTo>
                  <a:cubicBezTo>
                    <a:pt x="0" y="9566"/>
                    <a:pt x="1768" y="13202"/>
                    <a:pt x="1968" y="13469"/>
                  </a:cubicBezTo>
                  <a:cubicBezTo>
                    <a:pt x="2158" y="13722"/>
                    <a:pt x="4446" y="14274"/>
                    <a:pt x="5337" y="14274"/>
                  </a:cubicBezTo>
                  <a:cubicBezTo>
                    <a:pt x="5386" y="14274"/>
                    <a:pt x="5431" y="14273"/>
                    <a:pt x="5471" y="14269"/>
                  </a:cubicBezTo>
                  <a:cubicBezTo>
                    <a:pt x="6238" y="14202"/>
                    <a:pt x="7306" y="13202"/>
                    <a:pt x="7306" y="13202"/>
                  </a:cubicBezTo>
                  <a:cubicBezTo>
                    <a:pt x="6438" y="12368"/>
                    <a:pt x="7406" y="11100"/>
                    <a:pt x="7873" y="11100"/>
                  </a:cubicBezTo>
                  <a:cubicBezTo>
                    <a:pt x="8281" y="11100"/>
                    <a:pt x="8718" y="12046"/>
                    <a:pt x="9158" y="12046"/>
                  </a:cubicBezTo>
                  <a:cubicBezTo>
                    <a:pt x="9185" y="12046"/>
                    <a:pt x="9213" y="12042"/>
                    <a:pt x="9240" y="12034"/>
                  </a:cubicBezTo>
                  <a:cubicBezTo>
                    <a:pt x="9674" y="11901"/>
                    <a:pt x="9307" y="10967"/>
                    <a:pt x="9307" y="10733"/>
                  </a:cubicBezTo>
                  <a:cubicBezTo>
                    <a:pt x="9307" y="10466"/>
                    <a:pt x="10941" y="9866"/>
                    <a:pt x="11375" y="9232"/>
                  </a:cubicBezTo>
                  <a:cubicBezTo>
                    <a:pt x="11842" y="8565"/>
                    <a:pt x="11042" y="8098"/>
                    <a:pt x="10941" y="7664"/>
                  </a:cubicBezTo>
                  <a:cubicBezTo>
                    <a:pt x="10808" y="7264"/>
                    <a:pt x="12109" y="6964"/>
                    <a:pt x="13143" y="5997"/>
                  </a:cubicBezTo>
                  <a:cubicBezTo>
                    <a:pt x="14177" y="5029"/>
                    <a:pt x="15144" y="2694"/>
                    <a:pt x="13844" y="993"/>
                  </a:cubicBezTo>
                  <a:cubicBezTo>
                    <a:pt x="13292" y="272"/>
                    <a:pt x="12531" y="0"/>
                    <a:pt x="11720"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7"/>
            <p:cNvSpPr/>
            <p:nvPr/>
          </p:nvSpPr>
          <p:spPr>
            <a:xfrm>
              <a:off x="1964618" y="3083000"/>
              <a:ext cx="9092" cy="13638"/>
            </a:xfrm>
            <a:custGeom>
              <a:rect b="b" l="l" r="r" t="t"/>
              <a:pathLst>
                <a:path extrusionOk="0" fill="none" h="702" w="468">
                  <a:moveTo>
                    <a:pt x="467" y="1"/>
                  </a:moveTo>
                  <a:cubicBezTo>
                    <a:pt x="300" y="201"/>
                    <a:pt x="134" y="435"/>
                    <a:pt x="0" y="701"/>
                  </a:cubicBezTo>
                </a:path>
              </a:pathLst>
            </a:custGeom>
            <a:noFill/>
            <a:ln cap="rnd" cmpd="sng" w="50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7"/>
            <p:cNvSpPr/>
            <p:nvPr/>
          </p:nvSpPr>
          <p:spPr>
            <a:xfrm>
              <a:off x="1989233" y="2952097"/>
              <a:ext cx="150369" cy="117323"/>
            </a:xfrm>
            <a:custGeom>
              <a:rect b="b" l="l" r="r" t="t"/>
              <a:pathLst>
                <a:path extrusionOk="0" fill="none" h="6039" w="7740">
                  <a:moveTo>
                    <a:pt x="7740" y="1"/>
                  </a:moveTo>
                  <a:cubicBezTo>
                    <a:pt x="7573" y="1469"/>
                    <a:pt x="6672" y="2736"/>
                    <a:pt x="5371" y="3370"/>
                  </a:cubicBezTo>
                  <a:cubicBezTo>
                    <a:pt x="3703" y="4237"/>
                    <a:pt x="1469" y="4938"/>
                    <a:pt x="1" y="6038"/>
                  </a:cubicBezTo>
                </a:path>
              </a:pathLst>
            </a:custGeom>
            <a:noFill/>
            <a:ln cap="rnd" cmpd="sng" w="50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7"/>
            <p:cNvSpPr/>
            <p:nvPr/>
          </p:nvSpPr>
          <p:spPr>
            <a:xfrm>
              <a:off x="1968504" y="3033751"/>
              <a:ext cx="128979" cy="87521"/>
            </a:xfrm>
            <a:custGeom>
              <a:rect b="b" l="l" r="r" t="t"/>
              <a:pathLst>
                <a:path extrusionOk="0" fill="none" h="4505" w="6639">
                  <a:moveTo>
                    <a:pt x="6638" y="1"/>
                  </a:moveTo>
                  <a:cubicBezTo>
                    <a:pt x="6638" y="1"/>
                    <a:pt x="5137" y="1235"/>
                    <a:pt x="3570" y="2536"/>
                  </a:cubicBezTo>
                  <a:cubicBezTo>
                    <a:pt x="2469" y="3370"/>
                    <a:pt x="1268" y="4037"/>
                    <a:pt x="0" y="4504"/>
                  </a:cubicBezTo>
                </a:path>
              </a:pathLst>
            </a:custGeom>
            <a:noFill/>
            <a:ln cap="rnd" cmpd="sng" w="50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7"/>
            <p:cNvSpPr/>
            <p:nvPr/>
          </p:nvSpPr>
          <p:spPr>
            <a:xfrm>
              <a:off x="2024241" y="3144565"/>
              <a:ext cx="28520" cy="46684"/>
            </a:xfrm>
            <a:custGeom>
              <a:rect b="b" l="l" r="r" t="t"/>
              <a:pathLst>
                <a:path extrusionOk="0" fill="none" h="2403" w="1468">
                  <a:moveTo>
                    <a:pt x="0" y="1"/>
                  </a:moveTo>
                  <a:lnTo>
                    <a:pt x="834" y="201"/>
                  </a:lnTo>
                  <a:cubicBezTo>
                    <a:pt x="734" y="968"/>
                    <a:pt x="967" y="1769"/>
                    <a:pt x="1468" y="2403"/>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7"/>
            <p:cNvSpPr/>
            <p:nvPr/>
          </p:nvSpPr>
          <p:spPr>
            <a:xfrm>
              <a:off x="2043028" y="3072645"/>
              <a:ext cx="114719" cy="27878"/>
            </a:xfrm>
            <a:custGeom>
              <a:rect b="b" l="l" r="r" t="t"/>
              <a:pathLst>
                <a:path extrusionOk="0" fill="none" h="1435" w="5905">
                  <a:moveTo>
                    <a:pt x="0" y="1435"/>
                  </a:moveTo>
                  <a:lnTo>
                    <a:pt x="5905" y="0"/>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7"/>
            <p:cNvSpPr/>
            <p:nvPr/>
          </p:nvSpPr>
          <p:spPr>
            <a:xfrm>
              <a:off x="2128567" y="3070041"/>
              <a:ext cx="35008" cy="34367"/>
            </a:xfrm>
            <a:custGeom>
              <a:rect b="b" l="l" r="r" t="t"/>
              <a:pathLst>
                <a:path extrusionOk="0" fill="none" h="1769" w="1802">
                  <a:moveTo>
                    <a:pt x="1" y="1"/>
                  </a:moveTo>
                  <a:lnTo>
                    <a:pt x="1335" y="68"/>
                  </a:lnTo>
                  <a:cubicBezTo>
                    <a:pt x="1335" y="68"/>
                    <a:pt x="1802" y="1569"/>
                    <a:pt x="401" y="1769"/>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7"/>
            <p:cNvSpPr/>
            <p:nvPr/>
          </p:nvSpPr>
          <p:spPr>
            <a:xfrm>
              <a:off x="1892678" y="4466276"/>
              <a:ext cx="272199" cy="95486"/>
            </a:xfrm>
            <a:custGeom>
              <a:rect b="b" l="l" r="r" t="t"/>
              <a:pathLst>
                <a:path extrusionOk="0" h="4915" w="14011">
                  <a:moveTo>
                    <a:pt x="4125" y="1"/>
                  </a:moveTo>
                  <a:cubicBezTo>
                    <a:pt x="2653" y="1"/>
                    <a:pt x="968" y="173"/>
                    <a:pt x="968" y="517"/>
                  </a:cubicBezTo>
                  <a:cubicBezTo>
                    <a:pt x="968" y="1084"/>
                    <a:pt x="1" y="4320"/>
                    <a:pt x="568" y="4620"/>
                  </a:cubicBezTo>
                  <a:cubicBezTo>
                    <a:pt x="892" y="4772"/>
                    <a:pt x="1477" y="4805"/>
                    <a:pt x="2131" y="4805"/>
                  </a:cubicBezTo>
                  <a:cubicBezTo>
                    <a:pt x="2622" y="4805"/>
                    <a:pt x="3150" y="4787"/>
                    <a:pt x="3637" y="4787"/>
                  </a:cubicBezTo>
                  <a:cubicBezTo>
                    <a:pt x="4544" y="4787"/>
                    <a:pt x="5579" y="4915"/>
                    <a:pt x="6982" y="4915"/>
                  </a:cubicBezTo>
                  <a:cubicBezTo>
                    <a:pt x="7333" y="4915"/>
                    <a:pt x="7706" y="4907"/>
                    <a:pt x="8106" y="4887"/>
                  </a:cubicBezTo>
                  <a:cubicBezTo>
                    <a:pt x="10108" y="4787"/>
                    <a:pt x="13043" y="4687"/>
                    <a:pt x="13510" y="4620"/>
                  </a:cubicBezTo>
                  <a:cubicBezTo>
                    <a:pt x="14011" y="4520"/>
                    <a:pt x="13510" y="3653"/>
                    <a:pt x="12576" y="3653"/>
                  </a:cubicBezTo>
                  <a:cubicBezTo>
                    <a:pt x="11609" y="3653"/>
                    <a:pt x="6205" y="217"/>
                    <a:pt x="6205" y="217"/>
                  </a:cubicBezTo>
                  <a:cubicBezTo>
                    <a:pt x="5943" y="73"/>
                    <a:pt x="5079" y="1"/>
                    <a:pt x="4125"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7"/>
            <p:cNvSpPr/>
            <p:nvPr/>
          </p:nvSpPr>
          <p:spPr>
            <a:xfrm>
              <a:off x="1899808" y="4537226"/>
              <a:ext cx="262485" cy="24537"/>
            </a:xfrm>
            <a:custGeom>
              <a:rect b="b" l="l" r="r" t="t"/>
              <a:pathLst>
                <a:path extrusionOk="0" h="1263" w="13511">
                  <a:moveTo>
                    <a:pt x="34" y="1"/>
                  </a:moveTo>
                  <a:cubicBezTo>
                    <a:pt x="1" y="501"/>
                    <a:pt x="34" y="868"/>
                    <a:pt x="201" y="968"/>
                  </a:cubicBezTo>
                  <a:cubicBezTo>
                    <a:pt x="525" y="1120"/>
                    <a:pt x="1099" y="1153"/>
                    <a:pt x="1744" y="1153"/>
                  </a:cubicBezTo>
                  <a:cubicBezTo>
                    <a:pt x="2227" y="1153"/>
                    <a:pt x="2750" y="1135"/>
                    <a:pt x="3236" y="1135"/>
                  </a:cubicBezTo>
                  <a:cubicBezTo>
                    <a:pt x="4143" y="1135"/>
                    <a:pt x="5179" y="1263"/>
                    <a:pt x="6581" y="1263"/>
                  </a:cubicBezTo>
                  <a:cubicBezTo>
                    <a:pt x="6932" y="1263"/>
                    <a:pt x="7306" y="1255"/>
                    <a:pt x="7706" y="1235"/>
                  </a:cubicBezTo>
                  <a:cubicBezTo>
                    <a:pt x="9707" y="1135"/>
                    <a:pt x="12676" y="1035"/>
                    <a:pt x="13143" y="968"/>
                  </a:cubicBezTo>
                  <a:cubicBezTo>
                    <a:pt x="13510" y="868"/>
                    <a:pt x="13343" y="401"/>
                    <a:pt x="12810" y="134"/>
                  </a:cubicBezTo>
                  <a:cubicBezTo>
                    <a:pt x="11967" y="415"/>
                    <a:pt x="10914" y="508"/>
                    <a:pt x="9823" y="508"/>
                  </a:cubicBezTo>
                  <a:cubicBezTo>
                    <a:pt x="8193" y="508"/>
                    <a:pt x="6476" y="301"/>
                    <a:pt x="5238" y="201"/>
                  </a:cubicBezTo>
                  <a:cubicBezTo>
                    <a:pt x="3603" y="34"/>
                    <a:pt x="1068" y="1"/>
                    <a:pt x="34"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7"/>
            <p:cNvSpPr/>
            <p:nvPr/>
          </p:nvSpPr>
          <p:spPr>
            <a:xfrm>
              <a:off x="1896564" y="4013596"/>
              <a:ext cx="199618" cy="502920"/>
            </a:xfrm>
            <a:custGeom>
              <a:rect b="b" l="l" r="r" t="t"/>
              <a:pathLst>
                <a:path extrusionOk="0" h="25887" w="10275">
                  <a:moveTo>
                    <a:pt x="10275" y="1"/>
                  </a:moveTo>
                  <a:lnTo>
                    <a:pt x="3136" y="201"/>
                  </a:lnTo>
                  <a:lnTo>
                    <a:pt x="668" y="21817"/>
                  </a:lnTo>
                  <a:cubicBezTo>
                    <a:pt x="668" y="21817"/>
                    <a:pt x="568" y="22951"/>
                    <a:pt x="268" y="23218"/>
                  </a:cubicBezTo>
                  <a:cubicBezTo>
                    <a:pt x="1" y="23518"/>
                    <a:pt x="468" y="25886"/>
                    <a:pt x="468" y="25886"/>
                  </a:cubicBezTo>
                  <a:cubicBezTo>
                    <a:pt x="1702" y="25886"/>
                    <a:pt x="2970" y="25753"/>
                    <a:pt x="4170" y="25519"/>
                  </a:cubicBezTo>
                  <a:cubicBezTo>
                    <a:pt x="5271" y="25252"/>
                    <a:pt x="6239" y="24619"/>
                    <a:pt x="6872" y="23685"/>
                  </a:cubicBezTo>
                  <a:lnTo>
                    <a:pt x="6005" y="21450"/>
                  </a:lnTo>
                  <a:lnTo>
                    <a:pt x="10275" y="1"/>
                  </a:ln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7"/>
            <p:cNvSpPr/>
            <p:nvPr/>
          </p:nvSpPr>
          <p:spPr>
            <a:xfrm>
              <a:off x="2208919" y="4437971"/>
              <a:ext cx="296192" cy="123792"/>
            </a:xfrm>
            <a:custGeom>
              <a:rect b="b" l="l" r="r" t="t"/>
              <a:pathLst>
                <a:path extrusionOk="0" h="6372" w="15246">
                  <a:moveTo>
                    <a:pt x="4817" y="0"/>
                  </a:moveTo>
                  <a:cubicBezTo>
                    <a:pt x="2590" y="0"/>
                    <a:pt x="201" y="1645"/>
                    <a:pt x="201" y="1907"/>
                  </a:cubicBezTo>
                  <a:cubicBezTo>
                    <a:pt x="201" y="2274"/>
                    <a:pt x="1" y="4776"/>
                    <a:pt x="968" y="4776"/>
                  </a:cubicBezTo>
                  <a:cubicBezTo>
                    <a:pt x="1902" y="4776"/>
                    <a:pt x="6105" y="6010"/>
                    <a:pt x="8841" y="6277"/>
                  </a:cubicBezTo>
                  <a:cubicBezTo>
                    <a:pt x="9445" y="6343"/>
                    <a:pt x="10092" y="6372"/>
                    <a:pt x="10732" y="6372"/>
                  </a:cubicBezTo>
                  <a:cubicBezTo>
                    <a:pt x="13024" y="6372"/>
                    <a:pt x="15245" y="6001"/>
                    <a:pt x="15245" y="5610"/>
                  </a:cubicBezTo>
                  <a:cubicBezTo>
                    <a:pt x="15245" y="5143"/>
                    <a:pt x="13611" y="4676"/>
                    <a:pt x="12076" y="4209"/>
                  </a:cubicBezTo>
                  <a:cubicBezTo>
                    <a:pt x="10575" y="3709"/>
                    <a:pt x="7239" y="973"/>
                    <a:pt x="7239" y="973"/>
                  </a:cubicBezTo>
                  <a:cubicBezTo>
                    <a:pt x="6565" y="261"/>
                    <a:pt x="5704" y="0"/>
                    <a:pt x="4817"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7"/>
            <p:cNvSpPr/>
            <p:nvPr/>
          </p:nvSpPr>
          <p:spPr>
            <a:xfrm>
              <a:off x="2214767" y="4512592"/>
              <a:ext cx="290344" cy="48918"/>
            </a:xfrm>
            <a:custGeom>
              <a:rect b="b" l="l" r="r" t="t"/>
              <a:pathLst>
                <a:path extrusionOk="0" h="2518" w="14945">
                  <a:moveTo>
                    <a:pt x="0" y="1"/>
                  </a:moveTo>
                  <a:lnTo>
                    <a:pt x="0" y="1"/>
                  </a:lnTo>
                  <a:cubicBezTo>
                    <a:pt x="100" y="501"/>
                    <a:pt x="267" y="935"/>
                    <a:pt x="667" y="935"/>
                  </a:cubicBezTo>
                  <a:cubicBezTo>
                    <a:pt x="1635" y="935"/>
                    <a:pt x="5804" y="2169"/>
                    <a:pt x="8573" y="2436"/>
                  </a:cubicBezTo>
                  <a:cubicBezTo>
                    <a:pt x="9156" y="2492"/>
                    <a:pt x="9776" y="2517"/>
                    <a:pt x="10391" y="2517"/>
                  </a:cubicBezTo>
                  <a:cubicBezTo>
                    <a:pt x="12699" y="2517"/>
                    <a:pt x="14944" y="2164"/>
                    <a:pt x="14944" y="1769"/>
                  </a:cubicBezTo>
                  <a:cubicBezTo>
                    <a:pt x="14944" y="1602"/>
                    <a:pt x="14744" y="1435"/>
                    <a:pt x="14410" y="1269"/>
                  </a:cubicBezTo>
                  <a:cubicBezTo>
                    <a:pt x="13132" y="1440"/>
                    <a:pt x="11846" y="1524"/>
                    <a:pt x="10563" y="1524"/>
                  </a:cubicBezTo>
                  <a:cubicBezTo>
                    <a:pt x="9101" y="1524"/>
                    <a:pt x="7643" y="1415"/>
                    <a:pt x="6205" y="1202"/>
                  </a:cubicBezTo>
                  <a:cubicBezTo>
                    <a:pt x="3436" y="802"/>
                    <a:pt x="1168" y="301"/>
                    <a:pt x="0"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7"/>
            <p:cNvSpPr/>
            <p:nvPr/>
          </p:nvSpPr>
          <p:spPr>
            <a:xfrm>
              <a:off x="1687252" y="3824314"/>
              <a:ext cx="819141" cy="709784"/>
            </a:xfrm>
            <a:custGeom>
              <a:rect b="b" l="l" r="r" t="t"/>
              <a:pathLst>
                <a:path extrusionOk="0" h="36535" w="42164">
                  <a:moveTo>
                    <a:pt x="20858" y="1"/>
                  </a:moveTo>
                  <a:cubicBezTo>
                    <a:pt x="19744" y="1"/>
                    <a:pt x="18628" y="46"/>
                    <a:pt x="17513" y="137"/>
                  </a:cubicBezTo>
                  <a:lnTo>
                    <a:pt x="968" y="237"/>
                  </a:lnTo>
                  <a:cubicBezTo>
                    <a:pt x="968" y="237"/>
                    <a:pt x="0" y="4240"/>
                    <a:pt x="467" y="6241"/>
                  </a:cubicBezTo>
                  <a:cubicBezTo>
                    <a:pt x="968" y="8243"/>
                    <a:pt x="1802" y="9544"/>
                    <a:pt x="10274" y="10511"/>
                  </a:cubicBezTo>
                  <a:cubicBezTo>
                    <a:pt x="11746" y="10679"/>
                    <a:pt x="13389" y="10749"/>
                    <a:pt x="15100" y="10749"/>
                  </a:cubicBezTo>
                  <a:cubicBezTo>
                    <a:pt x="23243" y="10749"/>
                    <a:pt x="32923" y="9177"/>
                    <a:pt x="32924" y="9177"/>
                  </a:cubicBezTo>
                  <a:lnTo>
                    <a:pt x="32924" y="9177"/>
                  </a:lnTo>
                  <a:cubicBezTo>
                    <a:pt x="32924" y="9177"/>
                    <a:pt x="27720" y="27490"/>
                    <a:pt x="27620" y="27790"/>
                  </a:cubicBezTo>
                  <a:cubicBezTo>
                    <a:pt x="27520" y="28057"/>
                    <a:pt x="27053" y="31226"/>
                    <a:pt x="26753" y="32460"/>
                  </a:cubicBezTo>
                  <a:cubicBezTo>
                    <a:pt x="26486" y="33694"/>
                    <a:pt x="26486" y="36263"/>
                    <a:pt x="26853" y="36263"/>
                  </a:cubicBezTo>
                  <a:cubicBezTo>
                    <a:pt x="27093" y="36263"/>
                    <a:pt x="27835" y="36535"/>
                    <a:pt x="28824" y="36535"/>
                  </a:cubicBezTo>
                  <a:cubicBezTo>
                    <a:pt x="29345" y="36535"/>
                    <a:pt x="29934" y="36460"/>
                    <a:pt x="30556" y="36230"/>
                  </a:cubicBezTo>
                  <a:cubicBezTo>
                    <a:pt x="32357" y="35529"/>
                    <a:pt x="34692" y="33027"/>
                    <a:pt x="34692" y="33027"/>
                  </a:cubicBezTo>
                  <a:cubicBezTo>
                    <a:pt x="34692" y="32727"/>
                    <a:pt x="34625" y="32427"/>
                    <a:pt x="34525" y="32160"/>
                  </a:cubicBezTo>
                  <a:cubicBezTo>
                    <a:pt x="34325" y="31793"/>
                    <a:pt x="33558" y="31126"/>
                    <a:pt x="33558" y="30459"/>
                  </a:cubicBezTo>
                  <a:cubicBezTo>
                    <a:pt x="33558" y="29792"/>
                    <a:pt x="42164" y="4040"/>
                    <a:pt x="41964" y="2806"/>
                  </a:cubicBezTo>
                  <a:cubicBezTo>
                    <a:pt x="41797" y="1571"/>
                    <a:pt x="30956" y="904"/>
                    <a:pt x="26086" y="337"/>
                  </a:cubicBezTo>
                  <a:cubicBezTo>
                    <a:pt x="24353" y="113"/>
                    <a:pt x="22608" y="1"/>
                    <a:pt x="20858" y="1"/>
                  </a:cubicBez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7"/>
            <p:cNvSpPr/>
            <p:nvPr/>
          </p:nvSpPr>
          <p:spPr>
            <a:xfrm>
              <a:off x="1994420" y="3946863"/>
              <a:ext cx="12336" cy="14920"/>
            </a:xfrm>
            <a:custGeom>
              <a:rect b="b" l="l" r="r" t="t"/>
              <a:pathLst>
                <a:path extrusionOk="0" fill="none" h="768" w="635">
                  <a:moveTo>
                    <a:pt x="634" y="0"/>
                  </a:moveTo>
                  <a:cubicBezTo>
                    <a:pt x="434" y="267"/>
                    <a:pt x="234" y="534"/>
                    <a:pt x="1" y="767"/>
                  </a:cubicBez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7"/>
            <p:cNvSpPr/>
            <p:nvPr/>
          </p:nvSpPr>
          <p:spPr>
            <a:xfrm>
              <a:off x="2020336" y="3847064"/>
              <a:ext cx="36971" cy="77768"/>
            </a:xfrm>
            <a:custGeom>
              <a:rect b="b" l="l" r="r" t="t"/>
              <a:pathLst>
                <a:path extrusionOk="0" fill="none" h="4003" w="1903">
                  <a:moveTo>
                    <a:pt x="1902" y="0"/>
                  </a:moveTo>
                  <a:cubicBezTo>
                    <a:pt x="1369" y="1368"/>
                    <a:pt x="735" y="2702"/>
                    <a:pt x="1" y="4003"/>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7"/>
            <p:cNvSpPr/>
            <p:nvPr/>
          </p:nvSpPr>
          <p:spPr>
            <a:xfrm>
              <a:off x="1939343" y="3865850"/>
              <a:ext cx="95933" cy="81032"/>
            </a:xfrm>
            <a:custGeom>
              <a:rect b="b" l="l" r="r" t="t"/>
              <a:pathLst>
                <a:path extrusionOk="0" fill="none" h="4171" w="4938">
                  <a:moveTo>
                    <a:pt x="4937" y="0"/>
                  </a:moveTo>
                  <a:cubicBezTo>
                    <a:pt x="3803" y="1902"/>
                    <a:pt x="2035" y="3370"/>
                    <a:pt x="0" y="417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7"/>
            <p:cNvSpPr/>
            <p:nvPr/>
          </p:nvSpPr>
          <p:spPr>
            <a:xfrm>
              <a:off x="2455182" y="3960462"/>
              <a:ext cx="18165" cy="7790"/>
            </a:xfrm>
            <a:custGeom>
              <a:rect b="b" l="l" r="r" t="t"/>
              <a:pathLst>
                <a:path extrusionOk="0" h="401" w="935">
                  <a:moveTo>
                    <a:pt x="935" y="1"/>
                  </a:moveTo>
                  <a:lnTo>
                    <a:pt x="1" y="401"/>
                  </a:lnTo>
                  <a:cubicBezTo>
                    <a:pt x="334" y="267"/>
                    <a:pt x="634" y="134"/>
                    <a:pt x="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7"/>
            <p:cNvSpPr/>
            <p:nvPr/>
          </p:nvSpPr>
          <p:spPr>
            <a:xfrm>
              <a:off x="2455182" y="3960462"/>
              <a:ext cx="18165" cy="7790"/>
            </a:xfrm>
            <a:custGeom>
              <a:rect b="b" l="l" r="r" t="t"/>
              <a:pathLst>
                <a:path extrusionOk="0" fill="none" h="401" w="935">
                  <a:moveTo>
                    <a:pt x="1" y="401"/>
                  </a:moveTo>
                  <a:cubicBezTo>
                    <a:pt x="334" y="267"/>
                    <a:pt x="634" y="134"/>
                    <a:pt x="935" y="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7"/>
            <p:cNvSpPr/>
            <p:nvPr/>
          </p:nvSpPr>
          <p:spPr>
            <a:xfrm>
              <a:off x="2326863" y="3976023"/>
              <a:ext cx="105666" cy="26577"/>
            </a:xfrm>
            <a:custGeom>
              <a:rect b="b" l="l" r="r" t="t"/>
              <a:pathLst>
                <a:path extrusionOk="0" h="1368" w="5439">
                  <a:moveTo>
                    <a:pt x="5438" y="0"/>
                  </a:moveTo>
                  <a:lnTo>
                    <a:pt x="1" y="1368"/>
                  </a:lnTo>
                  <a:cubicBezTo>
                    <a:pt x="1836" y="1034"/>
                    <a:pt x="3637" y="567"/>
                    <a:pt x="54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7"/>
            <p:cNvSpPr/>
            <p:nvPr/>
          </p:nvSpPr>
          <p:spPr>
            <a:xfrm>
              <a:off x="2326863" y="3976023"/>
              <a:ext cx="105666" cy="26577"/>
            </a:xfrm>
            <a:custGeom>
              <a:rect b="b" l="l" r="r" t="t"/>
              <a:pathLst>
                <a:path extrusionOk="0" fill="none" h="1368" w="5439">
                  <a:moveTo>
                    <a:pt x="1" y="1368"/>
                  </a:moveTo>
                  <a:cubicBezTo>
                    <a:pt x="1836" y="1034"/>
                    <a:pt x="3637" y="567"/>
                    <a:pt x="5438"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7"/>
            <p:cNvSpPr/>
            <p:nvPr/>
          </p:nvSpPr>
          <p:spPr>
            <a:xfrm>
              <a:off x="2208919" y="3362658"/>
              <a:ext cx="342196" cy="378253"/>
            </a:xfrm>
            <a:custGeom>
              <a:rect b="b" l="l" r="r" t="t"/>
              <a:pathLst>
                <a:path extrusionOk="0" h="19470" w="17614">
                  <a:moveTo>
                    <a:pt x="14023" y="1"/>
                  </a:moveTo>
                  <a:cubicBezTo>
                    <a:pt x="13918" y="1"/>
                    <a:pt x="13784" y="130"/>
                    <a:pt x="13711" y="350"/>
                  </a:cubicBezTo>
                  <a:cubicBezTo>
                    <a:pt x="13577" y="750"/>
                    <a:pt x="12376" y="1451"/>
                    <a:pt x="12310" y="1784"/>
                  </a:cubicBezTo>
                  <a:cubicBezTo>
                    <a:pt x="12243" y="2118"/>
                    <a:pt x="12009" y="3452"/>
                    <a:pt x="12009" y="3452"/>
                  </a:cubicBezTo>
                  <a:cubicBezTo>
                    <a:pt x="11643" y="4019"/>
                    <a:pt x="11643" y="6688"/>
                    <a:pt x="11643" y="6688"/>
                  </a:cubicBezTo>
                  <a:lnTo>
                    <a:pt x="3904" y="12492"/>
                  </a:lnTo>
                  <a:lnTo>
                    <a:pt x="1" y="17062"/>
                  </a:lnTo>
                  <a:cubicBezTo>
                    <a:pt x="1" y="17062"/>
                    <a:pt x="1480" y="19470"/>
                    <a:pt x="2465" y="19470"/>
                  </a:cubicBezTo>
                  <a:cubicBezTo>
                    <a:pt x="2536" y="19470"/>
                    <a:pt x="2604" y="19457"/>
                    <a:pt x="2669" y="19430"/>
                  </a:cubicBezTo>
                  <a:cubicBezTo>
                    <a:pt x="3603" y="19063"/>
                    <a:pt x="4104" y="18696"/>
                    <a:pt x="6372" y="16795"/>
                  </a:cubicBezTo>
                  <a:cubicBezTo>
                    <a:pt x="8307" y="15160"/>
                    <a:pt x="13177" y="7722"/>
                    <a:pt x="13177" y="7722"/>
                  </a:cubicBezTo>
                  <a:cubicBezTo>
                    <a:pt x="14011" y="7188"/>
                    <a:pt x="14811" y="6588"/>
                    <a:pt x="15545" y="5921"/>
                  </a:cubicBezTo>
                  <a:cubicBezTo>
                    <a:pt x="16413" y="4953"/>
                    <a:pt x="16913" y="3719"/>
                    <a:pt x="16980" y="2418"/>
                  </a:cubicBezTo>
                  <a:cubicBezTo>
                    <a:pt x="16980" y="2051"/>
                    <a:pt x="17013" y="1684"/>
                    <a:pt x="17080" y="1351"/>
                  </a:cubicBezTo>
                  <a:cubicBezTo>
                    <a:pt x="17280" y="550"/>
                    <a:pt x="17613" y="617"/>
                    <a:pt x="17347" y="350"/>
                  </a:cubicBezTo>
                  <a:cubicBezTo>
                    <a:pt x="17253" y="256"/>
                    <a:pt x="17164" y="215"/>
                    <a:pt x="17065" y="215"/>
                  </a:cubicBezTo>
                  <a:cubicBezTo>
                    <a:pt x="16777" y="215"/>
                    <a:pt x="16407" y="570"/>
                    <a:pt x="15612" y="1017"/>
                  </a:cubicBezTo>
                  <a:cubicBezTo>
                    <a:pt x="14545" y="1584"/>
                    <a:pt x="13511" y="2318"/>
                    <a:pt x="13511" y="2318"/>
                  </a:cubicBezTo>
                  <a:cubicBezTo>
                    <a:pt x="13511" y="2118"/>
                    <a:pt x="13611" y="1884"/>
                    <a:pt x="13744" y="1717"/>
                  </a:cubicBezTo>
                  <a:cubicBezTo>
                    <a:pt x="14011" y="1284"/>
                    <a:pt x="14178" y="783"/>
                    <a:pt x="14178" y="283"/>
                  </a:cubicBezTo>
                  <a:cubicBezTo>
                    <a:pt x="14178" y="88"/>
                    <a:pt x="14110" y="1"/>
                    <a:pt x="14023" y="1"/>
                  </a:cubicBezTo>
                  <a:close/>
                </a:path>
              </a:pathLst>
            </a:custGeom>
            <a:solidFill>
              <a:srgbClr val="B77445"/>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7"/>
            <p:cNvSpPr/>
            <p:nvPr/>
          </p:nvSpPr>
          <p:spPr>
            <a:xfrm>
              <a:off x="1842788" y="3173551"/>
              <a:ext cx="198607" cy="86200"/>
            </a:xfrm>
            <a:custGeom>
              <a:rect b="b" l="l" r="r" t="t"/>
              <a:pathLst>
                <a:path extrusionOk="0" h="4437" w="10223">
                  <a:moveTo>
                    <a:pt x="3223" y="0"/>
                  </a:moveTo>
                  <a:cubicBezTo>
                    <a:pt x="771" y="0"/>
                    <a:pt x="167" y="2278"/>
                    <a:pt x="167" y="2278"/>
                  </a:cubicBezTo>
                  <a:lnTo>
                    <a:pt x="0" y="3746"/>
                  </a:lnTo>
                  <a:cubicBezTo>
                    <a:pt x="0" y="3746"/>
                    <a:pt x="5793" y="4436"/>
                    <a:pt x="8603" y="4436"/>
                  </a:cubicBezTo>
                  <a:cubicBezTo>
                    <a:pt x="9601" y="4436"/>
                    <a:pt x="10223" y="4349"/>
                    <a:pt x="10074" y="4113"/>
                  </a:cubicBezTo>
                  <a:cubicBezTo>
                    <a:pt x="9540" y="3179"/>
                    <a:pt x="7139" y="610"/>
                    <a:pt x="4036" y="77"/>
                  </a:cubicBezTo>
                  <a:cubicBezTo>
                    <a:pt x="3745" y="24"/>
                    <a:pt x="3474" y="0"/>
                    <a:pt x="3223"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7"/>
            <p:cNvSpPr/>
            <p:nvPr/>
          </p:nvSpPr>
          <p:spPr>
            <a:xfrm>
              <a:off x="2181060" y="3562140"/>
              <a:ext cx="149728" cy="186562"/>
            </a:xfrm>
            <a:custGeom>
              <a:rect b="b" l="l" r="r" t="t"/>
              <a:pathLst>
                <a:path extrusionOk="0" h="9603" w="7707">
                  <a:moveTo>
                    <a:pt x="5780" y="0"/>
                  </a:moveTo>
                  <a:cubicBezTo>
                    <a:pt x="5461" y="0"/>
                    <a:pt x="5169" y="87"/>
                    <a:pt x="4971" y="222"/>
                  </a:cubicBezTo>
                  <a:cubicBezTo>
                    <a:pt x="4237" y="756"/>
                    <a:pt x="734" y="6293"/>
                    <a:pt x="734" y="6293"/>
                  </a:cubicBezTo>
                  <a:cubicBezTo>
                    <a:pt x="734" y="6293"/>
                    <a:pt x="1" y="7094"/>
                    <a:pt x="734" y="8295"/>
                  </a:cubicBezTo>
                  <a:cubicBezTo>
                    <a:pt x="1152" y="9018"/>
                    <a:pt x="1824" y="9602"/>
                    <a:pt x="3022" y="9602"/>
                  </a:cubicBezTo>
                  <a:cubicBezTo>
                    <a:pt x="3261" y="9602"/>
                    <a:pt x="3521" y="9579"/>
                    <a:pt x="3803" y="9529"/>
                  </a:cubicBezTo>
                  <a:cubicBezTo>
                    <a:pt x="5371" y="9262"/>
                    <a:pt x="7706" y="5359"/>
                    <a:pt x="7706" y="2624"/>
                  </a:cubicBezTo>
                  <a:cubicBezTo>
                    <a:pt x="7706" y="629"/>
                    <a:pt x="6641" y="0"/>
                    <a:pt x="5780" y="0"/>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7"/>
            <p:cNvSpPr/>
            <p:nvPr/>
          </p:nvSpPr>
          <p:spPr>
            <a:xfrm>
              <a:off x="1674294" y="3205140"/>
              <a:ext cx="627314" cy="699662"/>
            </a:xfrm>
            <a:custGeom>
              <a:rect b="b" l="l" r="r" t="t"/>
              <a:pathLst>
                <a:path extrusionOk="0" h="36014" w="32290">
                  <a:moveTo>
                    <a:pt x="12235" y="1"/>
                  </a:moveTo>
                  <a:cubicBezTo>
                    <a:pt x="11554" y="1"/>
                    <a:pt x="10870" y="105"/>
                    <a:pt x="10208" y="319"/>
                  </a:cubicBezTo>
                  <a:cubicBezTo>
                    <a:pt x="10208" y="319"/>
                    <a:pt x="2769" y="3855"/>
                    <a:pt x="1735" y="4488"/>
                  </a:cubicBezTo>
                  <a:cubicBezTo>
                    <a:pt x="667" y="5122"/>
                    <a:pt x="0" y="13428"/>
                    <a:pt x="0" y="14862"/>
                  </a:cubicBezTo>
                  <a:cubicBezTo>
                    <a:pt x="0" y="16297"/>
                    <a:pt x="1068" y="30273"/>
                    <a:pt x="1335" y="32642"/>
                  </a:cubicBezTo>
                  <a:cubicBezTo>
                    <a:pt x="1579" y="34571"/>
                    <a:pt x="7688" y="36013"/>
                    <a:pt x="11586" y="36013"/>
                  </a:cubicBezTo>
                  <a:cubicBezTo>
                    <a:pt x="12474" y="36013"/>
                    <a:pt x="13247" y="35938"/>
                    <a:pt x="13810" y="35777"/>
                  </a:cubicBezTo>
                  <a:cubicBezTo>
                    <a:pt x="16846" y="34943"/>
                    <a:pt x="19848" y="32775"/>
                    <a:pt x="19848" y="32008"/>
                  </a:cubicBezTo>
                  <a:cubicBezTo>
                    <a:pt x="19848" y="31241"/>
                    <a:pt x="19548" y="24770"/>
                    <a:pt x="19748" y="23535"/>
                  </a:cubicBezTo>
                  <a:cubicBezTo>
                    <a:pt x="19914" y="22301"/>
                    <a:pt x="21649" y="17064"/>
                    <a:pt x="21649" y="17064"/>
                  </a:cubicBezTo>
                  <a:lnTo>
                    <a:pt x="26819" y="25370"/>
                  </a:lnTo>
                  <a:cubicBezTo>
                    <a:pt x="26819" y="25370"/>
                    <a:pt x="27109" y="25881"/>
                    <a:pt x="27979" y="25881"/>
                  </a:cubicBezTo>
                  <a:cubicBezTo>
                    <a:pt x="28327" y="25881"/>
                    <a:pt x="28768" y="25799"/>
                    <a:pt x="29321" y="25570"/>
                  </a:cubicBezTo>
                  <a:cubicBezTo>
                    <a:pt x="32056" y="24436"/>
                    <a:pt x="32290" y="20033"/>
                    <a:pt x="32290" y="20033"/>
                  </a:cubicBezTo>
                  <a:cubicBezTo>
                    <a:pt x="32290" y="20033"/>
                    <a:pt x="29254" y="14696"/>
                    <a:pt x="28387" y="12027"/>
                  </a:cubicBezTo>
                  <a:cubicBezTo>
                    <a:pt x="27553" y="9358"/>
                    <a:pt x="27153" y="7357"/>
                    <a:pt x="26786" y="6890"/>
                  </a:cubicBezTo>
                  <a:cubicBezTo>
                    <a:pt x="26419" y="6423"/>
                    <a:pt x="17846" y="2420"/>
                    <a:pt x="16312" y="1353"/>
                  </a:cubicBezTo>
                  <a:cubicBezTo>
                    <a:pt x="15111" y="469"/>
                    <a:pt x="13678" y="1"/>
                    <a:pt x="12235" y="1"/>
                  </a:cubicBezTo>
                  <a:close/>
                </a:path>
              </a:pathLst>
            </a:custGeom>
            <a:solidFill>
              <a:schemeClr val="l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7"/>
            <p:cNvSpPr/>
            <p:nvPr/>
          </p:nvSpPr>
          <p:spPr>
            <a:xfrm>
              <a:off x="2046272" y="3466654"/>
              <a:ext cx="47966" cy="69997"/>
            </a:xfrm>
            <a:custGeom>
              <a:rect b="b" l="l" r="r" t="t"/>
              <a:pathLst>
                <a:path extrusionOk="0" fill="none" h="3603" w="2469">
                  <a:moveTo>
                    <a:pt x="2469" y="3603"/>
                  </a:moveTo>
                  <a:lnTo>
                    <a:pt x="0" y="0"/>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7"/>
            <p:cNvSpPr/>
            <p:nvPr/>
          </p:nvSpPr>
          <p:spPr>
            <a:xfrm>
              <a:off x="2001550" y="3484799"/>
              <a:ext cx="84918" cy="42138"/>
            </a:xfrm>
            <a:custGeom>
              <a:rect b="b" l="l" r="r" t="t"/>
              <a:pathLst>
                <a:path extrusionOk="0" fill="none" h="2169" w="4371">
                  <a:moveTo>
                    <a:pt x="4370" y="2169"/>
                  </a:moveTo>
                  <a:lnTo>
                    <a:pt x="1" y="0"/>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7"/>
            <p:cNvSpPr/>
            <p:nvPr/>
          </p:nvSpPr>
          <p:spPr>
            <a:xfrm>
              <a:off x="1835659" y="4048605"/>
              <a:ext cx="92028" cy="541211"/>
            </a:xfrm>
            <a:custGeom>
              <a:rect b="b" l="l" r="r" t="t"/>
              <a:pathLst>
                <a:path extrusionOk="0" h="27858" w="4737">
                  <a:moveTo>
                    <a:pt x="2035" y="0"/>
                  </a:moveTo>
                  <a:lnTo>
                    <a:pt x="0" y="434"/>
                  </a:lnTo>
                  <a:lnTo>
                    <a:pt x="3803" y="27453"/>
                  </a:lnTo>
                  <a:cubicBezTo>
                    <a:pt x="3833" y="27697"/>
                    <a:pt x="4059" y="27858"/>
                    <a:pt x="4302" y="27858"/>
                  </a:cubicBezTo>
                  <a:cubicBezTo>
                    <a:pt x="4325" y="27858"/>
                    <a:pt x="4347" y="27856"/>
                    <a:pt x="4370" y="27853"/>
                  </a:cubicBezTo>
                  <a:cubicBezTo>
                    <a:pt x="4570" y="27787"/>
                    <a:pt x="4737" y="27587"/>
                    <a:pt x="4704" y="27353"/>
                  </a:cubicBezTo>
                  <a:lnTo>
                    <a:pt x="2035" y="0"/>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7"/>
            <p:cNvSpPr/>
            <p:nvPr/>
          </p:nvSpPr>
          <p:spPr>
            <a:xfrm>
              <a:off x="1498669" y="4060902"/>
              <a:ext cx="162025" cy="526990"/>
            </a:xfrm>
            <a:custGeom>
              <a:rect b="b" l="l" r="r" t="t"/>
              <a:pathLst>
                <a:path extrusionOk="0" h="27126" w="8340">
                  <a:moveTo>
                    <a:pt x="6405" y="1"/>
                  </a:moveTo>
                  <a:lnTo>
                    <a:pt x="67" y="26553"/>
                  </a:lnTo>
                  <a:cubicBezTo>
                    <a:pt x="0" y="26820"/>
                    <a:pt x="167" y="27087"/>
                    <a:pt x="434" y="27120"/>
                  </a:cubicBezTo>
                  <a:cubicBezTo>
                    <a:pt x="458" y="27124"/>
                    <a:pt x="481" y="27125"/>
                    <a:pt x="504" y="27125"/>
                  </a:cubicBezTo>
                  <a:cubicBezTo>
                    <a:pt x="707" y="27125"/>
                    <a:pt x="875" y="26996"/>
                    <a:pt x="934" y="26787"/>
                  </a:cubicBezTo>
                  <a:lnTo>
                    <a:pt x="8340" y="1035"/>
                  </a:lnTo>
                  <a:lnTo>
                    <a:pt x="6405"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7"/>
            <p:cNvSpPr/>
            <p:nvPr/>
          </p:nvSpPr>
          <p:spPr>
            <a:xfrm>
              <a:off x="1768265" y="4055074"/>
              <a:ext cx="117964" cy="534101"/>
            </a:xfrm>
            <a:custGeom>
              <a:rect b="b" l="l" r="r" t="t"/>
              <a:pathLst>
                <a:path extrusionOk="0" h="27492" w="6072">
                  <a:moveTo>
                    <a:pt x="4070" y="1"/>
                  </a:moveTo>
                  <a:lnTo>
                    <a:pt x="33" y="26987"/>
                  </a:lnTo>
                  <a:cubicBezTo>
                    <a:pt x="0" y="27254"/>
                    <a:pt x="200" y="27487"/>
                    <a:pt x="467" y="27487"/>
                  </a:cubicBezTo>
                  <a:cubicBezTo>
                    <a:pt x="484" y="27490"/>
                    <a:pt x="501" y="27491"/>
                    <a:pt x="518" y="27491"/>
                  </a:cubicBezTo>
                  <a:cubicBezTo>
                    <a:pt x="701" y="27491"/>
                    <a:pt x="873" y="27334"/>
                    <a:pt x="934" y="27120"/>
                  </a:cubicBezTo>
                  <a:lnTo>
                    <a:pt x="6071" y="835"/>
                  </a:lnTo>
                  <a:lnTo>
                    <a:pt x="4070"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7"/>
            <p:cNvSpPr/>
            <p:nvPr/>
          </p:nvSpPr>
          <p:spPr>
            <a:xfrm>
              <a:off x="2125983" y="4047944"/>
              <a:ext cx="91387" cy="541872"/>
            </a:xfrm>
            <a:custGeom>
              <a:rect b="b" l="l" r="r" t="t"/>
              <a:pathLst>
                <a:path extrusionOk="0" h="27892" w="4704">
                  <a:moveTo>
                    <a:pt x="2002" y="1"/>
                  </a:moveTo>
                  <a:lnTo>
                    <a:pt x="0" y="468"/>
                  </a:lnTo>
                  <a:lnTo>
                    <a:pt x="3803" y="27487"/>
                  </a:lnTo>
                  <a:cubicBezTo>
                    <a:pt x="3833" y="27731"/>
                    <a:pt x="4031" y="27892"/>
                    <a:pt x="4269" y="27892"/>
                  </a:cubicBezTo>
                  <a:cubicBezTo>
                    <a:pt x="4291" y="27892"/>
                    <a:pt x="4314" y="27890"/>
                    <a:pt x="4337" y="27887"/>
                  </a:cubicBezTo>
                  <a:cubicBezTo>
                    <a:pt x="4570" y="27821"/>
                    <a:pt x="4704" y="27621"/>
                    <a:pt x="4704" y="27387"/>
                  </a:cubicBezTo>
                  <a:lnTo>
                    <a:pt x="2002"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7"/>
            <p:cNvSpPr/>
            <p:nvPr/>
          </p:nvSpPr>
          <p:spPr>
            <a:xfrm>
              <a:off x="1500612" y="3444623"/>
              <a:ext cx="744617" cy="651948"/>
            </a:xfrm>
            <a:custGeom>
              <a:rect b="b" l="l" r="r" t="t"/>
              <a:pathLst>
                <a:path extrusionOk="0" h="33558" w="38328">
                  <a:moveTo>
                    <a:pt x="3270" y="0"/>
                  </a:moveTo>
                  <a:cubicBezTo>
                    <a:pt x="1435" y="0"/>
                    <a:pt x="1" y="1635"/>
                    <a:pt x="301" y="3469"/>
                  </a:cubicBezTo>
                  <a:lnTo>
                    <a:pt x="4937" y="33558"/>
                  </a:lnTo>
                  <a:lnTo>
                    <a:pt x="37861" y="33558"/>
                  </a:lnTo>
                  <a:cubicBezTo>
                    <a:pt x="37861" y="33558"/>
                    <a:pt x="38328" y="24885"/>
                    <a:pt x="36894" y="21816"/>
                  </a:cubicBezTo>
                  <a:cubicBezTo>
                    <a:pt x="36617" y="21245"/>
                    <a:pt x="35759" y="21014"/>
                    <a:pt x="34543" y="21014"/>
                  </a:cubicBezTo>
                  <a:cubicBezTo>
                    <a:pt x="29394" y="21014"/>
                    <a:pt x="17833" y="25156"/>
                    <a:pt x="16919" y="25156"/>
                  </a:cubicBezTo>
                  <a:cubicBezTo>
                    <a:pt x="16902" y="25156"/>
                    <a:pt x="16889" y="25155"/>
                    <a:pt x="16879" y="25152"/>
                  </a:cubicBezTo>
                  <a:cubicBezTo>
                    <a:pt x="16379" y="25052"/>
                    <a:pt x="17113" y="9507"/>
                    <a:pt x="17980" y="3436"/>
                  </a:cubicBezTo>
                  <a:cubicBezTo>
                    <a:pt x="18247" y="1635"/>
                    <a:pt x="16813" y="0"/>
                    <a:pt x="14978" y="0"/>
                  </a:cubicBezTo>
                  <a:close/>
                </a:path>
              </a:pathLst>
            </a:custGeom>
            <a:solidFill>
              <a:schemeClr val="dk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7"/>
            <p:cNvSpPr/>
            <p:nvPr/>
          </p:nvSpPr>
          <p:spPr>
            <a:xfrm>
              <a:off x="1731974" y="3444623"/>
              <a:ext cx="513255" cy="651948"/>
            </a:xfrm>
            <a:custGeom>
              <a:rect b="b" l="l" r="r" t="t"/>
              <a:pathLst>
                <a:path extrusionOk="0" h="33558" w="26419">
                  <a:moveTo>
                    <a:pt x="3169" y="0"/>
                  </a:moveTo>
                  <a:cubicBezTo>
                    <a:pt x="1368" y="0"/>
                    <a:pt x="0" y="1668"/>
                    <a:pt x="334" y="3469"/>
                  </a:cubicBezTo>
                  <a:lnTo>
                    <a:pt x="4970" y="33558"/>
                  </a:lnTo>
                  <a:lnTo>
                    <a:pt x="25952" y="33558"/>
                  </a:lnTo>
                  <a:cubicBezTo>
                    <a:pt x="25952" y="33558"/>
                    <a:pt x="26419" y="24885"/>
                    <a:pt x="24985" y="21816"/>
                  </a:cubicBezTo>
                  <a:cubicBezTo>
                    <a:pt x="24707" y="21236"/>
                    <a:pt x="23842" y="21001"/>
                    <a:pt x="22616" y="21001"/>
                  </a:cubicBezTo>
                  <a:cubicBezTo>
                    <a:pt x="17458" y="21001"/>
                    <a:pt x="5921" y="25156"/>
                    <a:pt x="5010" y="25156"/>
                  </a:cubicBezTo>
                  <a:cubicBezTo>
                    <a:pt x="4993" y="25156"/>
                    <a:pt x="4980" y="25155"/>
                    <a:pt x="4970" y="25152"/>
                  </a:cubicBezTo>
                  <a:cubicBezTo>
                    <a:pt x="4470" y="25052"/>
                    <a:pt x="5204" y="9507"/>
                    <a:pt x="6071" y="3436"/>
                  </a:cubicBezTo>
                  <a:cubicBezTo>
                    <a:pt x="6405" y="1635"/>
                    <a:pt x="5004" y="0"/>
                    <a:pt x="3169"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7"/>
            <p:cNvSpPr/>
            <p:nvPr/>
          </p:nvSpPr>
          <p:spPr>
            <a:xfrm>
              <a:off x="2514805" y="3388886"/>
              <a:ext cx="25936" cy="27878"/>
            </a:xfrm>
            <a:custGeom>
              <a:rect b="b" l="l" r="r" t="t"/>
              <a:pathLst>
                <a:path extrusionOk="0" h="1435" w="1335">
                  <a:moveTo>
                    <a:pt x="1335" y="1"/>
                  </a:moveTo>
                  <a:cubicBezTo>
                    <a:pt x="1334" y="1"/>
                    <a:pt x="801" y="501"/>
                    <a:pt x="0" y="1435"/>
                  </a:cubicBezTo>
                  <a:lnTo>
                    <a:pt x="13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7"/>
            <p:cNvSpPr/>
            <p:nvPr/>
          </p:nvSpPr>
          <p:spPr>
            <a:xfrm>
              <a:off x="2514805" y="3388886"/>
              <a:ext cx="25936" cy="27878"/>
            </a:xfrm>
            <a:custGeom>
              <a:rect b="b" l="l" r="r" t="t"/>
              <a:pathLst>
                <a:path extrusionOk="0" fill="none" h="1435" w="1335">
                  <a:moveTo>
                    <a:pt x="1335" y="1"/>
                  </a:moveTo>
                  <a:cubicBezTo>
                    <a:pt x="1335" y="1"/>
                    <a:pt x="801" y="501"/>
                    <a:pt x="0" y="1435"/>
                  </a:cubicBez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7"/>
            <p:cNvSpPr/>
            <p:nvPr/>
          </p:nvSpPr>
          <p:spPr>
            <a:xfrm>
              <a:off x="2518691" y="3409615"/>
              <a:ext cx="20107" cy="36971"/>
            </a:xfrm>
            <a:custGeom>
              <a:rect b="b" l="l" r="r" t="t"/>
              <a:pathLst>
                <a:path extrusionOk="0" h="1903" w="1035">
                  <a:moveTo>
                    <a:pt x="1035" y="1"/>
                  </a:moveTo>
                  <a:lnTo>
                    <a:pt x="1" y="1902"/>
                  </a:lnTo>
                  <a:cubicBezTo>
                    <a:pt x="401" y="1302"/>
                    <a:pt x="1034" y="2"/>
                    <a:pt x="10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7"/>
            <p:cNvSpPr/>
            <p:nvPr/>
          </p:nvSpPr>
          <p:spPr>
            <a:xfrm>
              <a:off x="2518691" y="3409615"/>
              <a:ext cx="20107" cy="36971"/>
            </a:xfrm>
            <a:custGeom>
              <a:rect b="b" l="l" r="r" t="t"/>
              <a:pathLst>
                <a:path extrusionOk="0" fill="none" h="1903" w="1035">
                  <a:moveTo>
                    <a:pt x="1035" y="1"/>
                  </a:moveTo>
                  <a:cubicBezTo>
                    <a:pt x="1035" y="1"/>
                    <a:pt x="401" y="1302"/>
                    <a:pt x="1" y="1902"/>
                  </a:cubicBezTo>
                </a:path>
              </a:pathLst>
            </a:custGeom>
            <a:noFill/>
            <a:ln cap="rnd" cmpd="sng" w="1085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7"/>
            <p:cNvSpPr/>
            <p:nvPr/>
          </p:nvSpPr>
          <p:spPr>
            <a:xfrm>
              <a:off x="775442" y="3649855"/>
              <a:ext cx="77788" cy="60497"/>
            </a:xfrm>
            <a:custGeom>
              <a:rect b="b" l="l" r="r" t="t"/>
              <a:pathLst>
                <a:path extrusionOk="0" h="3114" w="4004">
                  <a:moveTo>
                    <a:pt x="1246" y="1"/>
                  </a:moveTo>
                  <a:cubicBezTo>
                    <a:pt x="1197" y="1"/>
                    <a:pt x="1149" y="4"/>
                    <a:pt x="1102" y="11"/>
                  </a:cubicBezTo>
                  <a:cubicBezTo>
                    <a:pt x="435" y="111"/>
                    <a:pt x="1" y="778"/>
                    <a:pt x="201" y="1445"/>
                  </a:cubicBezTo>
                  <a:cubicBezTo>
                    <a:pt x="368" y="2079"/>
                    <a:pt x="1035" y="2579"/>
                    <a:pt x="1635" y="2846"/>
                  </a:cubicBezTo>
                  <a:cubicBezTo>
                    <a:pt x="2181" y="3092"/>
                    <a:pt x="3419" y="3114"/>
                    <a:pt x="3851" y="3114"/>
                  </a:cubicBezTo>
                  <a:cubicBezTo>
                    <a:pt x="3947" y="3114"/>
                    <a:pt x="4004" y="3113"/>
                    <a:pt x="4004" y="3113"/>
                  </a:cubicBezTo>
                  <a:cubicBezTo>
                    <a:pt x="4004" y="3113"/>
                    <a:pt x="3637" y="2012"/>
                    <a:pt x="3603" y="1945"/>
                  </a:cubicBezTo>
                  <a:cubicBezTo>
                    <a:pt x="3255" y="1184"/>
                    <a:pt x="2182" y="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7"/>
            <p:cNvSpPr/>
            <p:nvPr/>
          </p:nvSpPr>
          <p:spPr>
            <a:xfrm>
              <a:off x="776102" y="3554194"/>
              <a:ext cx="484755" cy="1011570"/>
            </a:xfrm>
            <a:custGeom>
              <a:rect b="b" l="l" r="r" t="t"/>
              <a:pathLst>
                <a:path extrusionOk="0" h="52069" w="24952">
                  <a:moveTo>
                    <a:pt x="11742" y="25316"/>
                  </a:moveTo>
                  <a:cubicBezTo>
                    <a:pt x="12309" y="25816"/>
                    <a:pt x="12943" y="26216"/>
                    <a:pt x="13643" y="26550"/>
                  </a:cubicBezTo>
                  <a:cubicBezTo>
                    <a:pt x="13477" y="26950"/>
                    <a:pt x="13310" y="27384"/>
                    <a:pt x="13143" y="27751"/>
                  </a:cubicBezTo>
                  <a:cubicBezTo>
                    <a:pt x="12543" y="29085"/>
                    <a:pt x="12009" y="30186"/>
                    <a:pt x="11642" y="30920"/>
                  </a:cubicBezTo>
                  <a:lnTo>
                    <a:pt x="11442" y="31353"/>
                  </a:lnTo>
                  <a:lnTo>
                    <a:pt x="11375" y="31353"/>
                  </a:lnTo>
                  <a:cubicBezTo>
                    <a:pt x="11375" y="31187"/>
                    <a:pt x="11342" y="31053"/>
                    <a:pt x="11308" y="30853"/>
                  </a:cubicBezTo>
                  <a:cubicBezTo>
                    <a:pt x="11175" y="30019"/>
                    <a:pt x="11008" y="28785"/>
                    <a:pt x="10708" y="27351"/>
                  </a:cubicBezTo>
                  <a:cubicBezTo>
                    <a:pt x="10641" y="26917"/>
                    <a:pt x="10508" y="26417"/>
                    <a:pt x="10408" y="25916"/>
                  </a:cubicBezTo>
                  <a:cubicBezTo>
                    <a:pt x="10875" y="25749"/>
                    <a:pt x="11308" y="25549"/>
                    <a:pt x="11742" y="25316"/>
                  </a:cubicBezTo>
                  <a:close/>
                  <a:moveTo>
                    <a:pt x="5232" y="0"/>
                  </a:moveTo>
                  <a:cubicBezTo>
                    <a:pt x="5076" y="0"/>
                    <a:pt x="4919" y="32"/>
                    <a:pt x="4770" y="98"/>
                  </a:cubicBezTo>
                  <a:cubicBezTo>
                    <a:pt x="3903" y="565"/>
                    <a:pt x="3670" y="2266"/>
                    <a:pt x="3836" y="3133"/>
                  </a:cubicBezTo>
                  <a:cubicBezTo>
                    <a:pt x="3836" y="3199"/>
                    <a:pt x="4160" y="4301"/>
                    <a:pt x="4170" y="4301"/>
                  </a:cubicBezTo>
                  <a:cubicBezTo>
                    <a:pt x="4170" y="4301"/>
                    <a:pt x="4170" y="4301"/>
                    <a:pt x="4170" y="4301"/>
                  </a:cubicBezTo>
                  <a:lnTo>
                    <a:pt x="4170" y="4301"/>
                  </a:lnTo>
                  <a:cubicBezTo>
                    <a:pt x="4136" y="4601"/>
                    <a:pt x="4103" y="4868"/>
                    <a:pt x="4070" y="5201"/>
                  </a:cubicBezTo>
                  <a:cubicBezTo>
                    <a:pt x="4003" y="5802"/>
                    <a:pt x="3936" y="6436"/>
                    <a:pt x="3936" y="7203"/>
                  </a:cubicBezTo>
                  <a:cubicBezTo>
                    <a:pt x="3903" y="7970"/>
                    <a:pt x="3936" y="8771"/>
                    <a:pt x="4003" y="9538"/>
                  </a:cubicBezTo>
                  <a:cubicBezTo>
                    <a:pt x="4036" y="10438"/>
                    <a:pt x="4203" y="11306"/>
                    <a:pt x="4403" y="12173"/>
                  </a:cubicBezTo>
                  <a:cubicBezTo>
                    <a:pt x="4403" y="12173"/>
                    <a:pt x="4403" y="12173"/>
                    <a:pt x="4403" y="12206"/>
                  </a:cubicBezTo>
                  <a:cubicBezTo>
                    <a:pt x="4270" y="11940"/>
                    <a:pt x="3803" y="11306"/>
                    <a:pt x="3770" y="11272"/>
                  </a:cubicBezTo>
                  <a:cubicBezTo>
                    <a:pt x="3297" y="10716"/>
                    <a:pt x="2199" y="9975"/>
                    <a:pt x="1325" y="9975"/>
                  </a:cubicBezTo>
                  <a:cubicBezTo>
                    <a:pt x="1150" y="9975"/>
                    <a:pt x="984" y="10005"/>
                    <a:pt x="834" y="10072"/>
                  </a:cubicBezTo>
                  <a:cubicBezTo>
                    <a:pt x="234" y="10338"/>
                    <a:pt x="0" y="11106"/>
                    <a:pt x="334" y="11673"/>
                  </a:cubicBezTo>
                  <a:cubicBezTo>
                    <a:pt x="667" y="12273"/>
                    <a:pt x="1468" y="12573"/>
                    <a:pt x="2102" y="12673"/>
                  </a:cubicBezTo>
                  <a:cubicBezTo>
                    <a:pt x="2174" y="12684"/>
                    <a:pt x="2255" y="12688"/>
                    <a:pt x="2341" y="12688"/>
                  </a:cubicBezTo>
                  <a:cubicBezTo>
                    <a:pt x="3097" y="12688"/>
                    <a:pt x="4317" y="12336"/>
                    <a:pt x="4437" y="12306"/>
                  </a:cubicBezTo>
                  <a:cubicBezTo>
                    <a:pt x="4670" y="13174"/>
                    <a:pt x="5004" y="14008"/>
                    <a:pt x="5337" y="14842"/>
                  </a:cubicBezTo>
                  <a:cubicBezTo>
                    <a:pt x="5571" y="15309"/>
                    <a:pt x="5771" y="15776"/>
                    <a:pt x="6005" y="16276"/>
                  </a:cubicBezTo>
                  <a:cubicBezTo>
                    <a:pt x="5871" y="16042"/>
                    <a:pt x="5738" y="15876"/>
                    <a:pt x="5738" y="15842"/>
                  </a:cubicBezTo>
                  <a:cubicBezTo>
                    <a:pt x="5259" y="15307"/>
                    <a:pt x="4139" y="14559"/>
                    <a:pt x="3260" y="14559"/>
                  </a:cubicBezTo>
                  <a:cubicBezTo>
                    <a:pt x="3097" y="14559"/>
                    <a:pt x="2943" y="14584"/>
                    <a:pt x="2802" y="14641"/>
                  </a:cubicBezTo>
                  <a:cubicBezTo>
                    <a:pt x="2202" y="14942"/>
                    <a:pt x="2002" y="15742"/>
                    <a:pt x="2402" y="16309"/>
                  </a:cubicBezTo>
                  <a:cubicBezTo>
                    <a:pt x="2702" y="16876"/>
                    <a:pt x="3503" y="17177"/>
                    <a:pt x="4137" y="17277"/>
                  </a:cubicBezTo>
                  <a:cubicBezTo>
                    <a:pt x="4218" y="17289"/>
                    <a:pt x="4310" y="17295"/>
                    <a:pt x="4409" y="17295"/>
                  </a:cubicBezTo>
                  <a:cubicBezTo>
                    <a:pt x="5087" y="17295"/>
                    <a:pt x="6114" y="17030"/>
                    <a:pt x="6405" y="16943"/>
                  </a:cubicBezTo>
                  <a:cubicBezTo>
                    <a:pt x="6505" y="17110"/>
                    <a:pt x="6605" y="17310"/>
                    <a:pt x="6672" y="17477"/>
                  </a:cubicBezTo>
                  <a:cubicBezTo>
                    <a:pt x="7105" y="18344"/>
                    <a:pt x="7572" y="19211"/>
                    <a:pt x="7973" y="20079"/>
                  </a:cubicBezTo>
                  <a:cubicBezTo>
                    <a:pt x="8106" y="20379"/>
                    <a:pt x="8239" y="20679"/>
                    <a:pt x="8373" y="20979"/>
                  </a:cubicBezTo>
                  <a:lnTo>
                    <a:pt x="8139" y="20646"/>
                  </a:lnTo>
                  <a:cubicBezTo>
                    <a:pt x="7663" y="20085"/>
                    <a:pt x="6551" y="19360"/>
                    <a:pt x="5673" y="19360"/>
                  </a:cubicBezTo>
                  <a:cubicBezTo>
                    <a:pt x="5506" y="19360"/>
                    <a:pt x="5348" y="19386"/>
                    <a:pt x="5204" y="19445"/>
                  </a:cubicBezTo>
                  <a:cubicBezTo>
                    <a:pt x="4604" y="19712"/>
                    <a:pt x="4370" y="20479"/>
                    <a:pt x="4704" y="21046"/>
                  </a:cubicBezTo>
                  <a:cubicBezTo>
                    <a:pt x="5037" y="21646"/>
                    <a:pt x="5838" y="21947"/>
                    <a:pt x="6472" y="22047"/>
                  </a:cubicBezTo>
                  <a:cubicBezTo>
                    <a:pt x="7205" y="22047"/>
                    <a:pt x="7973" y="21947"/>
                    <a:pt x="8673" y="21713"/>
                  </a:cubicBezTo>
                  <a:cubicBezTo>
                    <a:pt x="8807" y="22013"/>
                    <a:pt x="8940" y="22347"/>
                    <a:pt x="9040" y="22647"/>
                  </a:cubicBezTo>
                  <a:cubicBezTo>
                    <a:pt x="9107" y="22881"/>
                    <a:pt x="9173" y="23081"/>
                    <a:pt x="9240" y="23281"/>
                  </a:cubicBezTo>
                  <a:cubicBezTo>
                    <a:pt x="9307" y="23514"/>
                    <a:pt x="9374" y="23715"/>
                    <a:pt x="9407" y="23948"/>
                  </a:cubicBezTo>
                  <a:cubicBezTo>
                    <a:pt x="9507" y="24348"/>
                    <a:pt x="9640" y="24782"/>
                    <a:pt x="9707" y="25182"/>
                  </a:cubicBezTo>
                  <a:cubicBezTo>
                    <a:pt x="9774" y="25449"/>
                    <a:pt x="9841" y="25749"/>
                    <a:pt x="9874" y="26016"/>
                  </a:cubicBezTo>
                  <a:cubicBezTo>
                    <a:pt x="9741" y="25716"/>
                    <a:pt x="9474" y="25116"/>
                    <a:pt x="9440" y="25082"/>
                  </a:cubicBezTo>
                  <a:cubicBezTo>
                    <a:pt x="9016" y="24415"/>
                    <a:pt x="7901" y="23417"/>
                    <a:pt x="7001" y="23417"/>
                  </a:cubicBezTo>
                  <a:cubicBezTo>
                    <a:pt x="6911" y="23417"/>
                    <a:pt x="6823" y="23427"/>
                    <a:pt x="6738" y="23448"/>
                  </a:cubicBezTo>
                  <a:cubicBezTo>
                    <a:pt x="6071" y="23648"/>
                    <a:pt x="5738" y="24348"/>
                    <a:pt x="5971" y="24982"/>
                  </a:cubicBezTo>
                  <a:cubicBezTo>
                    <a:pt x="6205" y="25616"/>
                    <a:pt x="6939" y="26016"/>
                    <a:pt x="7572" y="26216"/>
                  </a:cubicBezTo>
                  <a:cubicBezTo>
                    <a:pt x="7795" y="26283"/>
                    <a:pt x="8110" y="26305"/>
                    <a:pt x="8437" y="26305"/>
                  </a:cubicBezTo>
                  <a:cubicBezTo>
                    <a:pt x="9092" y="26305"/>
                    <a:pt x="9796" y="26216"/>
                    <a:pt x="9907" y="26216"/>
                  </a:cubicBezTo>
                  <a:cubicBezTo>
                    <a:pt x="10007" y="26683"/>
                    <a:pt x="10107" y="27117"/>
                    <a:pt x="10174" y="27517"/>
                  </a:cubicBezTo>
                  <a:cubicBezTo>
                    <a:pt x="10408" y="28952"/>
                    <a:pt x="10574" y="30153"/>
                    <a:pt x="10675" y="30987"/>
                  </a:cubicBezTo>
                  <a:cubicBezTo>
                    <a:pt x="10675" y="31153"/>
                    <a:pt x="10708" y="31287"/>
                    <a:pt x="10708" y="31420"/>
                  </a:cubicBezTo>
                  <a:lnTo>
                    <a:pt x="7806" y="31420"/>
                  </a:lnTo>
                  <a:lnTo>
                    <a:pt x="8873" y="52068"/>
                  </a:lnTo>
                  <a:lnTo>
                    <a:pt x="13810" y="52068"/>
                  </a:lnTo>
                  <a:lnTo>
                    <a:pt x="14878" y="31420"/>
                  </a:lnTo>
                  <a:lnTo>
                    <a:pt x="12176" y="31420"/>
                  </a:lnTo>
                  <a:lnTo>
                    <a:pt x="12209" y="31287"/>
                  </a:lnTo>
                  <a:cubicBezTo>
                    <a:pt x="12609" y="30520"/>
                    <a:pt x="13110" y="29419"/>
                    <a:pt x="13677" y="28051"/>
                  </a:cubicBezTo>
                  <a:cubicBezTo>
                    <a:pt x="13843" y="27617"/>
                    <a:pt x="14010" y="27150"/>
                    <a:pt x="14210" y="26683"/>
                  </a:cubicBezTo>
                  <a:cubicBezTo>
                    <a:pt x="14341" y="26710"/>
                    <a:pt x="15295" y="26900"/>
                    <a:pt x="16021" y="26900"/>
                  </a:cubicBezTo>
                  <a:cubicBezTo>
                    <a:pt x="16220" y="26900"/>
                    <a:pt x="16402" y="26886"/>
                    <a:pt x="16545" y="26850"/>
                  </a:cubicBezTo>
                  <a:cubicBezTo>
                    <a:pt x="17179" y="26717"/>
                    <a:pt x="17946" y="26350"/>
                    <a:pt x="18213" y="25749"/>
                  </a:cubicBezTo>
                  <a:cubicBezTo>
                    <a:pt x="18513" y="25149"/>
                    <a:pt x="18213" y="24415"/>
                    <a:pt x="17579" y="24182"/>
                  </a:cubicBezTo>
                  <a:cubicBezTo>
                    <a:pt x="17462" y="24138"/>
                    <a:pt x="17337" y="24119"/>
                    <a:pt x="17206" y="24119"/>
                  </a:cubicBezTo>
                  <a:cubicBezTo>
                    <a:pt x="16330" y="24119"/>
                    <a:pt x="15213" y="25002"/>
                    <a:pt x="14777" y="25583"/>
                  </a:cubicBezTo>
                  <a:cubicBezTo>
                    <a:pt x="14744" y="25649"/>
                    <a:pt x="14477" y="26116"/>
                    <a:pt x="14310" y="26417"/>
                  </a:cubicBezTo>
                  <a:lnTo>
                    <a:pt x="14511" y="25849"/>
                  </a:lnTo>
                  <a:cubicBezTo>
                    <a:pt x="14677" y="25449"/>
                    <a:pt x="14811" y="25049"/>
                    <a:pt x="14944" y="24615"/>
                  </a:cubicBezTo>
                  <a:lnTo>
                    <a:pt x="15111" y="23981"/>
                  </a:lnTo>
                  <a:cubicBezTo>
                    <a:pt x="15178" y="23748"/>
                    <a:pt x="15244" y="23548"/>
                    <a:pt x="15311" y="23314"/>
                  </a:cubicBezTo>
                  <a:cubicBezTo>
                    <a:pt x="15411" y="22781"/>
                    <a:pt x="15511" y="22247"/>
                    <a:pt x="15611" y="21713"/>
                  </a:cubicBezTo>
                  <a:cubicBezTo>
                    <a:pt x="15921" y="21837"/>
                    <a:pt x="17038" y="22220"/>
                    <a:pt x="17703" y="22220"/>
                  </a:cubicBezTo>
                  <a:cubicBezTo>
                    <a:pt x="17754" y="22220"/>
                    <a:pt x="17802" y="22218"/>
                    <a:pt x="17846" y="22214"/>
                  </a:cubicBezTo>
                  <a:cubicBezTo>
                    <a:pt x="18480" y="22180"/>
                    <a:pt x="19281" y="21947"/>
                    <a:pt x="19648" y="21380"/>
                  </a:cubicBezTo>
                  <a:cubicBezTo>
                    <a:pt x="20048" y="20846"/>
                    <a:pt x="19881" y="20045"/>
                    <a:pt x="19281" y="19712"/>
                  </a:cubicBezTo>
                  <a:cubicBezTo>
                    <a:pt x="19125" y="19637"/>
                    <a:pt x="18943" y="19604"/>
                    <a:pt x="18747" y="19604"/>
                  </a:cubicBezTo>
                  <a:cubicBezTo>
                    <a:pt x="17894" y="19604"/>
                    <a:pt x="16767" y="20224"/>
                    <a:pt x="16279" y="20712"/>
                  </a:cubicBezTo>
                  <a:cubicBezTo>
                    <a:pt x="16245" y="20746"/>
                    <a:pt x="15845" y="21213"/>
                    <a:pt x="15645" y="21513"/>
                  </a:cubicBezTo>
                  <a:cubicBezTo>
                    <a:pt x="15678" y="21179"/>
                    <a:pt x="15745" y="20846"/>
                    <a:pt x="15778" y="20512"/>
                  </a:cubicBezTo>
                  <a:cubicBezTo>
                    <a:pt x="15912" y="19545"/>
                    <a:pt x="15978" y="18578"/>
                    <a:pt x="16078" y="17610"/>
                  </a:cubicBezTo>
                  <a:cubicBezTo>
                    <a:pt x="16112" y="17310"/>
                    <a:pt x="16145" y="17043"/>
                    <a:pt x="16178" y="16743"/>
                  </a:cubicBezTo>
                  <a:cubicBezTo>
                    <a:pt x="16308" y="16775"/>
                    <a:pt x="17692" y="17278"/>
                    <a:pt x="18414" y="17278"/>
                  </a:cubicBezTo>
                  <a:cubicBezTo>
                    <a:pt x="18437" y="17278"/>
                    <a:pt x="18459" y="17278"/>
                    <a:pt x="18480" y="17277"/>
                  </a:cubicBezTo>
                  <a:cubicBezTo>
                    <a:pt x="19147" y="17243"/>
                    <a:pt x="19948" y="17010"/>
                    <a:pt x="20315" y="16443"/>
                  </a:cubicBezTo>
                  <a:cubicBezTo>
                    <a:pt x="20715" y="15876"/>
                    <a:pt x="20515" y="15108"/>
                    <a:pt x="19914" y="14775"/>
                  </a:cubicBezTo>
                  <a:cubicBezTo>
                    <a:pt x="19749" y="14689"/>
                    <a:pt x="19556" y="14651"/>
                    <a:pt x="19347" y="14651"/>
                  </a:cubicBezTo>
                  <a:cubicBezTo>
                    <a:pt x="18507" y="14651"/>
                    <a:pt x="17420" y="15261"/>
                    <a:pt x="16912" y="15742"/>
                  </a:cubicBezTo>
                  <a:cubicBezTo>
                    <a:pt x="16879" y="15809"/>
                    <a:pt x="16312" y="16509"/>
                    <a:pt x="16178" y="16676"/>
                  </a:cubicBezTo>
                  <a:cubicBezTo>
                    <a:pt x="16245" y="16042"/>
                    <a:pt x="16345" y="15375"/>
                    <a:pt x="16445" y="14742"/>
                  </a:cubicBezTo>
                  <a:cubicBezTo>
                    <a:pt x="16545" y="13874"/>
                    <a:pt x="16746" y="13040"/>
                    <a:pt x="16979" y="12206"/>
                  </a:cubicBezTo>
                  <a:cubicBezTo>
                    <a:pt x="17042" y="12206"/>
                    <a:pt x="18423" y="12745"/>
                    <a:pt x="19192" y="12745"/>
                  </a:cubicBezTo>
                  <a:cubicBezTo>
                    <a:pt x="19235" y="12745"/>
                    <a:pt x="19275" y="12744"/>
                    <a:pt x="19314" y="12740"/>
                  </a:cubicBezTo>
                  <a:cubicBezTo>
                    <a:pt x="19948" y="12707"/>
                    <a:pt x="20748" y="12473"/>
                    <a:pt x="21115" y="11906"/>
                  </a:cubicBezTo>
                  <a:cubicBezTo>
                    <a:pt x="21516" y="11372"/>
                    <a:pt x="21349" y="10572"/>
                    <a:pt x="20748" y="10238"/>
                  </a:cubicBezTo>
                  <a:cubicBezTo>
                    <a:pt x="20583" y="10152"/>
                    <a:pt x="20390" y="10115"/>
                    <a:pt x="20180" y="10115"/>
                  </a:cubicBezTo>
                  <a:cubicBezTo>
                    <a:pt x="19332" y="10115"/>
                    <a:pt x="18228" y="10731"/>
                    <a:pt x="17746" y="11239"/>
                  </a:cubicBezTo>
                  <a:cubicBezTo>
                    <a:pt x="17680" y="11272"/>
                    <a:pt x="17079" y="12040"/>
                    <a:pt x="16979" y="12173"/>
                  </a:cubicBezTo>
                  <a:lnTo>
                    <a:pt x="17012" y="12040"/>
                  </a:lnTo>
                  <a:cubicBezTo>
                    <a:pt x="17279" y="11206"/>
                    <a:pt x="17646" y="10372"/>
                    <a:pt x="18046" y="9605"/>
                  </a:cubicBezTo>
                  <a:cubicBezTo>
                    <a:pt x="18247" y="9204"/>
                    <a:pt x="18480" y="8771"/>
                    <a:pt x="18714" y="8404"/>
                  </a:cubicBezTo>
                  <a:cubicBezTo>
                    <a:pt x="19014" y="8537"/>
                    <a:pt x="20248" y="9171"/>
                    <a:pt x="20915" y="9171"/>
                  </a:cubicBezTo>
                  <a:cubicBezTo>
                    <a:pt x="20978" y="9174"/>
                    <a:pt x="21042" y="9176"/>
                    <a:pt x="21106" y="9176"/>
                  </a:cubicBezTo>
                  <a:cubicBezTo>
                    <a:pt x="21729" y="9176"/>
                    <a:pt x="22424" y="9021"/>
                    <a:pt x="22817" y="8537"/>
                  </a:cubicBezTo>
                  <a:cubicBezTo>
                    <a:pt x="23250" y="8037"/>
                    <a:pt x="23183" y="7270"/>
                    <a:pt x="22616" y="6869"/>
                  </a:cubicBezTo>
                  <a:cubicBezTo>
                    <a:pt x="22402" y="6727"/>
                    <a:pt x="22131" y="6667"/>
                    <a:pt x="21836" y="6667"/>
                  </a:cubicBezTo>
                  <a:cubicBezTo>
                    <a:pt x="21026" y="6667"/>
                    <a:pt x="20036" y="7112"/>
                    <a:pt x="19548" y="7503"/>
                  </a:cubicBezTo>
                  <a:cubicBezTo>
                    <a:pt x="19514" y="7536"/>
                    <a:pt x="19147" y="7870"/>
                    <a:pt x="18914" y="8137"/>
                  </a:cubicBezTo>
                  <a:cubicBezTo>
                    <a:pt x="19014" y="7970"/>
                    <a:pt x="19147" y="7770"/>
                    <a:pt x="19247" y="7603"/>
                  </a:cubicBezTo>
                  <a:cubicBezTo>
                    <a:pt x="19648" y="7003"/>
                    <a:pt x="20048" y="6469"/>
                    <a:pt x="20415" y="6002"/>
                  </a:cubicBezTo>
                  <a:cubicBezTo>
                    <a:pt x="20615" y="5735"/>
                    <a:pt x="20848" y="5502"/>
                    <a:pt x="21015" y="5301"/>
                  </a:cubicBezTo>
                  <a:cubicBezTo>
                    <a:pt x="21349" y="5301"/>
                    <a:pt x="22716" y="5235"/>
                    <a:pt x="23317" y="4968"/>
                  </a:cubicBezTo>
                  <a:cubicBezTo>
                    <a:pt x="23917" y="4701"/>
                    <a:pt x="24551" y="4167"/>
                    <a:pt x="24685" y="3534"/>
                  </a:cubicBezTo>
                  <a:cubicBezTo>
                    <a:pt x="24951" y="2833"/>
                    <a:pt x="24484" y="2099"/>
                    <a:pt x="23751" y="1999"/>
                  </a:cubicBezTo>
                  <a:cubicBezTo>
                    <a:pt x="23715" y="1995"/>
                    <a:pt x="23679" y="1994"/>
                    <a:pt x="23644" y="1994"/>
                  </a:cubicBezTo>
                  <a:cubicBezTo>
                    <a:pt x="22701" y="1994"/>
                    <a:pt x="21637" y="3229"/>
                    <a:pt x="21315" y="4001"/>
                  </a:cubicBezTo>
                  <a:cubicBezTo>
                    <a:pt x="21282" y="4067"/>
                    <a:pt x="20915" y="5201"/>
                    <a:pt x="20949" y="5201"/>
                  </a:cubicBezTo>
                  <a:cubicBezTo>
                    <a:pt x="20748" y="5402"/>
                    <a:pt x="20548" y="5602"/>
                    <a:pt x="20348" y="5869"/>
                  </a:cubicBezTo>
                  <a:cubicBezTo>
                    <a:pt x="19981" y="6336"/>
                    <a:pt x="19548" y="6836"/>
                    <a:pt x="19147" y="7436"/>
                  </a:cubicBezTo>
                  <a:cubicBezTo>
                    <a:pt x="18680" y="8103"/>
                    <a:pt x="18280" y="8771"/>
                    <a:pt x="17880" y="9438"/>
                  </a:cubicBezTo>
                  <a:cubicBezTo>
                    <a:pt x="17479" y="10205"/>
                    <a:pt x="17112" y="11039"/>
                    <a:pt x="16812" y="11873"/>
                  </a:cubicBezTo>
                  <a:lnTo>
                    <a:pt x="16812" y="10772"/>
                  </a:lnTo>
                  <a:cubicBezTo>
                    <a:pt x="16712" y="9905"/>
                    <a:pt x="15978" y="8337"/>
                    <a:pt x="15044" y="8137"/>
                  </a:cubicBezTo>
                  <a:cubicBezTo>
                    <a:pt x="14987" y="8128"/>
                    <a:pt x="14930" y="8124"/>
                    <a:pt x="14874" y="8124"/>
                  </a:cubicBezTo>
                  <a:cubicBezTo>
                    <a:pt x="14278" y="8124"/>
                    <a:pt x="13771" y="8594"/>
                    <a:pt x="13710" y="9204"/>
                  </a:cubicBezTo>
                  <a:cubicBezTo>
                    <a:pt x="13677" y="9871"/>
                    <a:pt x="14144" y="10572"/>
                    <a:pt x="14644" y="10972"/>
                  </a:cubicBezTo>
                  <a:cubicBezTo>
                    <a:pt x="15178" y="11473"/>
                    <a:pt x="16679" y="11940"/>
                    <a:pt x="16812" y="11973"/>
                  </a:cubicBezTo>
                  <a:cubicBezTo>
                    <a:pt x="16512" y="12840"/>
                    <a:pt x="16312" y="13741"/>
                    <a:pt x="16178" y="14641"/>
                  </a:cubicBezTo>
                  <a:cubicBezTo>
                    <a:pt x="16078" y="15142"/>
                    <a:pt x="16012" y="15676"/>
                    <a:pt x="15912" y="16176"/>
                  </a:cubicBezTo>
                  <a:lnTo>
                    <a:pt x="15912" y="15709"/>
                  </a:lnTo>
                  <a:cubicBezTo>
                    <a:pt x="15812" y="14842"/>
                    <a:pt x="15078" y="13240"/>
                    <a:pt x="14144" y="13074"/>
                  </a:cubicBezTo>
                  <a:cubicBezTo>
                    <a:pt x="14086" y="13065"/>
                    <a:pt x="14029" y="13061"/>
                    <a:pt x="13973" y="13061"/>
                  </a:cubicBezTo>
                  <a:cubicBezTo>
                    <a:pt x="13377" y="13061"/>
                    <a:pt x="12873" y="13531"/>
                    <a:pt x="12843" y="14141"/>
                  </a:cubicBezTo>
                  <a:cubicBezTo>
                    <a:pt x="12776" y="14842"/>
                    <a:pt x="13243" y="15509"/>
                    <a:pt x="13743" y="15942"/>
                  </a:cubicBezTo>
                  <a:cubicBezTo>
                    <a:pt x="14244" y="16376"/>
                    <a:pt x="15511" y="16810"/>
                    <a:pt x="15845" y="16910"/>
                  </a:cubicBezTo>
                  <a:cubicBezTo>
                    <a:pt x="15812" y="17110"/>
                    <a:pt x="15778" y="17310"/>
                    <a:pt x="15745" y="17510"/>
                  </a:cubicBezTo>
                  <a:cubicBezTo>
                    <a:pt x="15645" y="18478"/>
                    <a:pt x="15545" y="19445"/>
                    <a:pt x="15411" y="20379"/>
                  </a:cubicBezTo>
                  <a:cubicBezTo>
                    <a:pt x="15345" y="20712"/>
                    <a:pt x="15278" y="21046"/>
                    <a:pt x="15244" y="21380"/>
                  </a:cubicBezTo>
                  <a:lnTo>
                    <a:pt x="15244" y="20946"/>
                  </a:lnTo>
                  <a:cubicBezTo>
                    <a:pt x="15111" y="20112"/>
                    <a:pt x="14411" y="18511"/>
                    <a:pt x="13443" y="18344"/>
                  </a:cubicBezTo>
                  <a:cubicBezTo>
                    <a:pt x="13386" y="18336"/>
                    <a:pt x="13329" y="18331"/>
                    <a:pt x="13273" y="18331"/>
                  </a:cubicBezTo>
                  <a:cubicBezTo>
                    <a:pt x="12677" y="18331"/>
                    <a:pt x="12173" y="18802"/>
                    <a:pt x="12142" y="19412"/>
                  </a:cubicBezTo>
                  <a:cubicBezTo>
                    <a:pt x="12076" y="20079"/>
                    <a:pt x="12543" y="20779"/>
                    <a:pt x="13043" y="21213"/>
                  </a:cubicBezTo>
                  <a:cubicBezTo>
                    <a:pt x="13677" y="21613"/>
                    <a:pt x="14344" y="21913"/>
                    <a:pt x="15078" y="22147"/>
                  </a:cubicBezTo>
                  <a:cubicBezTo>
                    <a:pt x="15011" y="22480"/>
                    <a:pt x="14944" y="22781"/>
                    <a:pt x="14844" y="23114"/>
                  </a:cubicBezTo>
                  <a:cubicBezTo>
                    <a:pt x="14777" y="23348"/>
                    <a:pt x="14744" y="23548"/>
                    <a:pt x="14677" y="23748"/>
                  </a:cubicBezTo>
                  <a:cubicBezTo>
                    <a:pt x="14611" y="23981"/>
                    <a:pt x="14544" y="24182"/>
                    <a:pt x="14477" y="24382"/>
                  </a:cubicBezTo>
                  <a:cubicBezTo>
                    <a:pt x="14310" y="24782"/>
                    <a:pt x="14177" y="25216"/>
                    <a:pt x="14010" y="25583"/>
                  </a:cubicBezTo>
                  <a:cubicBezTo>
                    <a:pt x="13910" y="25849"/>
                    <a:pt x="13810" y="26116"/>
                    <a:pt x="13710" y="26350"/>
                  </a:cubicBezTo>
                  <a:cubicBezTo>
                    <a:pt x="13777" y="26050"/>
                    <a:pt x="13843" y="25382"/>
                    <a:pt x="13877" y="25316"/>
                  </a:cubicBezTo>
                  <a:cubicBezTo>
                    <a:pt x="13843" y="24582"/>
                    <a:pt x="13643" y="23815"/>
                    <a:pt x="13276" y="23181"/>
                  </a:cubicBezTo>
                  <a:cubicBezTo>
                    <a:pt x="13276" y="23081"/>
                    <a:pt x="13276" y="23014"/>
                    <a:pt x="13276" y="22914"/>
                  </a:cubicBezTo>
                  <a:cubicBezTo>
                    <a:pt x="13190" y="22339"/>
                    <a:pt x="12683" y="21913"/>
                    <a:pt x="12138" y="21913"/>
                  </a:cubicBezTo>
                  <a:cubicBezTo>
                    <a:pt x="12051" y="21913"/>
                    <a:pt x="11963" y="21924"/>
                    <a:pt x="11875" y="21947"/>
                  </a:cubicBezTo>
                  <a:cubicBezTo>
                    <a:pt x="10941" y="22180"/>
                    <a:pt x="10341" y="23848"/>
                    <a:pt x="10308" y="24682"/>
                  </a:cubicBezTo>
                  <a:cubicBezTo>
                    <a:pt x="10308" y="24749"/>
                    <a:pt x="10341" y="25282"/>
                    <a:pt x="10341" y="25649"/>
                  </a:cubicBezTo>
                  <a:cubicBezTo>
                    <a:pt x="10308" y="25449"/>
                    <a:pt x="10274" y="25216"/>
                    <a:pt x="10208" y="25049"/>
                  </a:cubicBezTo>
                  <a:cubicBezTo>
                    <a:pt x="10107" y="24615"/>
                    <a:pt x="10007" y="24215"/>
                    <a:pt x="9874" y="23781"/>
                  </a:cubicBezTo>
                  <a:cubicBezTo>
                    <a:pt x="9807" y="23581"/>
                    <a:pt x="9741" y="23381"/>
                    <a:pt x="9707" y="23148"/>
                  </a:cubicBezTo>
                  <a:cubicBezTo>
                    <a:pt x="9640" y="22914"/>
                    <a:pt x="9540" y="22747"/>
                    <a:pt x="9474" y="22514"/>
                  </a:cubicBezTo>
                  <a:cubicBezTo>
                    <a:pt x="9274" y="21980"/>
                    <a:pt x="9073" y="21480"/>
                    <a:pt x="8840" y="20979"/>
                  </a:cubicBezTo>
                  <a:cubicBezTo>
                    <a:pt x="9207" y="20913"/>
                    <a:pt x="10474" y="20579"/>
                    <a:pt x="11008" y="20179"/>
                  </a:cubicBezTo>
                  <a:cubicBezTo>
                    <a:pt x="11508" y="19812"/>
                    <a:pt x="12042" y="19145"/>
                    <a:pt x="12042" y="18478"/>
                  </a:cubicBezTo>
                  <a:cubicBezTo>
                    <a:pt x="12074" y="17817"/>
                    <a:pt x="11541" y="17304"/>
                    <a:pt x="10921" y="17304"/>
                  </a:cubicBezTo>
                  <a:cubicBezTo>
                    <a:pt x="10883" y="17304"/>
                    <a:pt x="10846" y="17306"/>
                    <a:pt x="10808" y="17310"/>
                  </a:cubicBezTo>
                  <a:cubicBezTo>
                    <a:pt x="9841" y="17410"/>
                    <a:pt x="9007" y="18945"/>
                    <a:pt x="8840" y="19778"/>
                  </a:cubicBezTo>
                  <a:cubicBezTo>
                    <a:pt x="8840" y="19845"/>
                    <a:pt x="8740" y="20446"/>
                    <a:pt x="8740" y="20779"/>
                  </a:cubicBezTo>
                  <a:cubicBezTo>
                    <a:pt x="8606" y="20479"/>
                    <a:pt x="8473" y="20179"/>
                    <a:pt x="8306" y="19879"/>
                  </a:cubicBezTo>
                  <a:cubicBezTo>
                    <a:pt x="7906" y="19045"/>
                    <a:pt x="7439" y="18177"/>
                    <a:pt x="6972" y="17310"/>
                  </a:cubicBezTo>
                  <a:lnTo>
                    <a:pt x="6538" y="16509"/>
                  </a:lnTo>
                  <a:cubicBezTo>
                    <a:pt x="6672" y="16476"/>
                    <a:pt x="8206" y="16143"/>
                    <a:pt x="8773" y="15676"/>
                  </a:cubicBezTo>
                  <a:cubicBezTo>
                    <a:pt x="9340" y="15242"/>
                    <a:pt x="9841" y="14641"/>
                    <a:pt x="9841" y="13974"/>
                  </a:cubicBezTo>
                  <a:cubicBezTo>
                    <a:pt x="9841" y="13314"/>
                    <a:pt x="9306" y="12801"/>
                    <a:pt x="8686" y="12801"/>
                  </a:cubicBezTo>
                  <a:cubicBezTo>
                    <a:pt x="8648" y="12801"/>
                    <a:pt x="8611" y="12803"/>
                    <a:pt x="8573" y="12807"/>
                  </a:cubicBezTo>
                  <a:cubicBezTo>
                    <a:pt x="7606" y="12907"/>
                    <a:pt x="6772" y="14441"/>
                    <a:pt x="6605" y="15275"/>
                  </a:cubicBezTo>
                  <a:cubicBezTo>
                    <a:pt x="6605" y="15342"/>
                    <a:pt x="6505" y="16243"/>
                    <a:pt x="6505" y="16443"/>
                  </a:cubicBezTo>
                  <a:cubicBezTo>
                    <a:pt x="6205" y="15876"/>
                    <a:pt x="5904" y="15309"/>
                    <a:pt x="5638" y="14708"/>
                  </a:cubicBezTo>
                  <a:cubicBezTo>
                    <a:pt x="5271" y="13908"/>
                    <a:pt x="4970" y="13107"/>
                    <a:pt x="4704" y="12273"/>
                  </a:cubicBezTo>
                  <a:cubicBezTo>
                    <a:pt x="4770" y="12273"/>
                    <a:pt x="6371" y="11906"/>
                    <a:pt x="6939" y="11439"/>
                  </a:cubicBezTo>
                  <a:cubicBezTo>
                    <a:pt x="7439" y="11072"/>
                    <a:pt x="8006" y="10405"/>
                    <a:pt x="7973" y="9738"/>
                  </a:cubicBezTo>
                  <a:cubicBezTo>
                    <a:pt x="8004" y="9077"/>
                    <a:pt x="7472" y="8565"/>
                    <a:pt x="6851" y="8565"/>
                  </a:cubicBezTo>
                  <a:cubicBezTo>
                    <a:pt x="6814" y="8565"/>
                    <a:pt x="6776" y="8567"/>
                    <a:pt x="6738" y="8570"/>
                  </a:cubicBezTo>
                  <a:cubicBezTo>
                    <a:pt x="5771" y="8671"/>
                    <a:pt x="4937" y="10205"/>
                    <a:pt x="4770" y="11039"/>
                  </a:cubicBezTo>
                  <a:cubicBezTo>
                    <a:pt x="4770" y="11106"/>
                    <a:pt x="4670" y="12073"/>
                    <a:pt x="4670" y="12240"/>
                  </a:cubicBezTo>
                  <a:cubicBezTo>
                    <a:pt x="4670" y="12173"/>
                    <a:pt x="4637" y="12140"/>
                    <a:pt x="4604" y="12106"/>
                  </a:cubicBezTo>
                  <a:cubicBezTo>
                    <a:pt x="4370" y="11239"/>
                    <a:pt x="4203" y="10405"/>
                    <a:pt x="4137" y="9538"/>
                  </a:cubicBezTo>
                  <a:cubicBezTo>
                    <a:pt x="4070" y="9037"/>
                    <a:pt x="4070" y="8604"/>
                    <a:pt x="4036" y="8137"/>
                  </a:cubicBezTo>
                  <a:cubicBezTo>
                    <a:pt x="4337" y="8103"/>
                    <a:pt x="5704" y="7937"/>
                    <a:pt x="6305" y="7570"/>
                  </a:cubicBezTo>
                  <a:cubicBezTo>
                    <a:pt x="6905" y="7236"/>
                    <a:pt x="7472" y="6669"/>
                    <a:pt x="7539" y="5969"/>
                  </a:cubicBezTo>
                  <a:cubicBezTo>
                    <a:pt x="7639" y="5301"/>
                    <a:pt x="7139" y="4701"/>
                    <a:pt x="6472" y="4701"/>
                  </a:cubicBezTo>
                  <a:cubicBezTo>
                    <a:pt x="5504" y="4701"/>
                    <a:pt x="4503" y="6102"/>
                    <a:pt x="4237" y="6936"/>
                  </a:cubicBezTo>
                  <a:cubicBezTo>
                    <a:pt x="4237" y="6969"/>
                    <a:pt x="4137" y="7436"/>
                    <a:pt x="4070" y="7770"/>
                  </a:cubicBezTo>
                  <a:lnTo>
                    <a:pt x="4070" y="7169"/>
                  </a:lnTo>
                  <a:cubicBezTo>
                    <a:pt x="4070" y="6436"/>
                    <a:pt x="4103" y="5768"/>
                    <a:pt x="4137" y="5201"/>
                  </a:cubicBezTo>
                  <a:cubicBezTo>
                    <a:pt x="4170" y="4868"/>
                    <a:pt x="4203" y="4568"/>
                    <a:pt x="4237" y="4267"/>
                  </a:cubicBezTo>
                  <a:cubicBezTo>
                    <a:pt x="4537" y="4067"/>
                    <a:pt x="5638" y="3300"/>
                    <a:pt x="5971" y="2733"/>
                  </a:cubicBezTo>
                  <a:cubicBezTo>
                    <a:pt x="6305" y="2166"/>
                    <a:pt x="6572" y="1399"/>
                    <a:pt x="6338" y="765"/>
                  </a:cubicBezTo>
                  <a:cubicBezTo>
                    <a:pt x="6162" y="288"/>
                    <a:pt x="5704" y="0"/>
                    <a:pt x="52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7"/>
            <p:cNvSpPr/>
            <p:nvPr/>
          </p:nvSpPr>
          <p:spPr>
            <a:xfrm>
              <a:off x="1091041" y="3628718"/>
              <a:ext cx="57059" cy="83558"/>
            </a:xfrm>
            <a:custGeom>
              <a:rect b="b" l="l" r="r" t="t"/>
              <a:pathLst>
                <a:path extrusionOk="0" h="4301" w="2937">
                  <a:moveTo>
                    <a:pt x="1316" y="1"/>
                  </a:moveTo>
                  <a:cubicBezTo>
                    <a:pt x="852" y="1"/>
                    <a:pt x="410" y="295"/>
                    <a:pt x="234" y="798"/>
                  </a:cubicBezTo>
                  <a:cubicBezTo>
                    <a:pt x="1" y="1432"/>
                    <a:pt x="301" y="2199"/>
                    <a:pt x="668" y="2733"/>
                  </a:cubicBezTo>
                  <a:cubicBezTo>
                    <a:pt x="1068" y="3400"/>
                    <a:pt x="2503" y="4301"/>
                    <a:pt x="2503" y="4301"/>
                  </a:cubicBezTo>
                  <a:cubicBezTo>
                    <a:pt x="2503" y="4301"/>
                    <a:pt x="2803" y="3167"/>
                    <a:pt x="2803" y="3100"/>
                  </a:cubicBezTo>
                  <a:cubicBezTo>
                    <a:pt x="2936" y="2233"/>
                    <a:pt x="2669" y="531"/>
                    <a:pt x="1769" y="98"/>
                  </a:cubicBezTo>
                  <a:cubicBezTo>
                    <a:pt x="1621" y="32"/>
                    <a:pt x="1467" y="1"/>
                    <a:pt x="1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7"/>
            <p:cNvSpPr/>
            <p:nvPr/>
          </p:nvSpPr>
          <p:spPr>
            <a:xfrm>
              <a:off x="894688" y="4563802"/>
              <a:ext cx="3294690" cy="40195"/>
            </a:xfrm>
            <a:custGeom>
              <a:rect b="b" l="l" r="r" t="t"/>
              <a:pathLst>
                <a:path extrusionOk="0" h="2069" w="169589">
                  <a:moveTo>
                    <a:pt x="1" y="0"/>
                  </a:moveTo>
                  <a:lnTo>
                    <a:pt x="1" y="2068"/>
                  </a:lnTo>
                  <a:lnTo>
                    <a:pt x="169588" y="2068"/>
                  </a:lnTo>
                  <a:lnTo>
                    <a:pt x="1695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 name="Shape 967"/>
        <p:cNvGrpSpPr/>
        <p:nvPr/>
      </p:nvGrpSpPr>
      <p:grpSpPr>
        <a:xfrm>
          <a:off x="0" y="0"/>
          <a:ext cx="0" cy="0"/>
          <a:chOff x="0" y="0"/>
          <a:chExt cx="0" cy="0"/>
        </a:xfrm>
      </p:grpSpPr>
      <p:sp>
        <p:nvSpPr>
          <p:cNvPr id="968" name="Google Shape;968;p38"/>
          <p:cNvSpPr txBox="1"/>
          <p:nvPr>
            <p:ph idx="1" type="subTitle"/>
          </p:nvPr>
        </p:nvSpPr>
        <p:spPr>
          <a:xfrm>
            <a:off x="713240" y="2748600"/>
            <a:ext cx="4305600" cy="41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969" name="Google Shape;969;p38"/>
          <p:cNvSpPr txBox="1"/>
          <p:nvPr>
            <p:ph type="title"/>
          </p:nvPr>
        </p:nvSpPr>
        <p:spPr>
          <a:xfrm>
            <a:off x="713224" y="1979700"/>
            <a:ext cx="43056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970" name="Google Shape;970;p38"/>
          <p:cNvSpPr txBox="1"/>
          <p:nvPr>
            <p:ph idx="2" type="title"/>
          </p:nvPr>
        </p:nvSpPr>
        <p:spPr>
          <a:xfrm>
            <a:off x="713232" y="691900"/>
            <a:ext cx="43056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971" name="Google Shape;971;p38"/>
          <p:cNvSpPr txBox="1"/>
          <p:nvPr>
            <p:ph idx="3" type="subTitle"/>
          </p:nvPr>
        </p:nvSpPr>
        <p:spPr>
          <a:xfrm>
            <a:off x="713255" y="1460801"/>
            <a:ext cx="4305600" cy="41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972" name="Google Shape;972;p38"/>
          <p:cNvSpPr txBox="1"/>
          <p:nvPr>
            <p:ph idx="4" type="title"/>
          </p:nvPr>
        </p:nvSpPr>
        <p:spPr>
          <a:xfrm>
            <a:off x="713234" y="3267500"/>
            <a:ext cx="43056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973" name="Google Shape;973;p38"/>
          <p:cNvSpPr txBox="1"/>
          <p:nvPr>
            <p:ph idx="5" type="subTitle"/>
          </p:nvPr>
        </p:nvSpPr>
        <p:spPr>
          <a:xfrm>
            <a:off x="713249" y="4036400"/>
            <a:ext cx="4305600" cy="41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grpSp>
        <p:nvGrpSpPr>
          <p:cNvPr id="974" name="Google Shape;974;p38"/>
          <p:cNvGrpSpPr/>
          <p:nvPr/>
        </p:nvGrpSpPr>
        <p:grpSpPr>
          <a:xfrm>
            <a:off x="4958311" y="1460017"/>
            <a:ext cx="3339744" cy="2992362"/>
            <a:chOff x="4958311" y="1460017"/>
            <a:chExt cx="3339744" cy="2992362"/>
          </a:xfrm>
        </p:grpSpPr>
        <p:sp>
          <p:nvSpPr>
            <p:cNvPr id="975" name="Google Shape;975;p38"/>
            <p:cNvSpPr/>
            <p:nvPr/>
          </p:nvSpPr>
          <p:spPr>
            <a:xfrm>
              <a:off x="4958311" y="1460017"/>
              <a:ext cx="3339744" cy="2982587"/>
            </a:xfrm>
            <a:custGeom>
              <a:rect b="b" l="l" r="r" t="t"/>
              <a:pathLst>
                <a:path extrusionOk="0" h="174242" w="195107">
                  <a:moveTo>
                    <a:pt x="145624" y="0"/>
                  </a:moveTo>
                  <a:cubicBezTo>
                    <a:pt x="127594" y="0"/>
                    <a:pt x="114698" y="15690"/>
                    <a:pt x="88163" y="20869"/>
                  </a:cubicBezTo>
                  <a:cubicBezTo>
                    <a:pt x="56241" y="27107"/>
                    <a:pt x="46801" y="23905"/>
                    <a:pt x="23384" y="46554"/>
                  </a:cubicBezTo>
                  <a:cubicBezTo>
                    <a:pt x="0" y="69204"/>
                    <a:pt x="2869" y="113068"/>
                    <a:pt x="29488" y="141455"/>
                  </a:cubicBezTo>
                  <a:cubicBezTo>
                    <a:pt x="56141" y="169842"/>
                    <a:pt x="83694" y="173545"/>
                    <a:pt x="83694" y="173545"/>
                  </a:cubicBezTo>
                  <a:cubicBezTo>
                    <a:pt x="83694" y="173545"/>
                    <a:pt x="87544" y="174242"/>
                    <a:pt x="93690" y="174242"/>
                  </a:cubicBezTo>
                  <a:cubicBezTo>
                    <a:pt x="105390" y="174242"/>
                    <a:pt x="125410" y="171718"/>
                    <a:pt x="143036" y="157067"/>
                  </a:cubicBezTo>
                  <a:cubicBezTo>
                    <a:pt x="169922" y="134717"/>
                    <a:pt x="178928" y="97724"/>
                    <a:pt x="187001" y="67903"/>
                  </a:cubicBezTo>
                  <a:cubicBezTo>
                    <a:pt x="195106" y="38081"/>
                    <a:pt x="182631" y="11229"/>
                    <a:pt x="157480" y="2189"/>
                  </a:cubicBezTo>
                  <a:cubicBezTo>
                    <a:pt x="153206" y="655"/>
                    <a:pt x="149308" y="0"/>
                    <a:pt x="1456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8"/>
            <p:cNvSpPr/>
            <p:nvPr/>
          </p:nvSpPr>
          <p:spPr>
            <a:xfrm>
              <a:off x="6814037" y="2354544"/>
              <a:ext cx="211846" cy="308355"/>
            </a:xfrm>
            <a:custGeom>
              <a:rect b="b" l="l" r="r" t="t"/>
              <a:pathLst>
                <a:path extrusionOk="0" h="18014" w="12376">
                  <a:moveTo>
                    <a:pt x="1968" y="0"/>
                  </a:moveTo>
                  <a:cubicBezTo>
                    <a:pt x="1968" y="1"/>
                    <a:pt x="0" y="6472"/>
                    <a:pt x="3636" y="10408"/>
                  </a:cubicBezTo>
                  <a:cubicBezTo>
                    <a:pt x="7272" y="14344"/>
                    <a:pt x="12376" y="18013"/>
                    <a:pt x="12376" y="18013"/>
                  </a:cubicBezTo>
                  <a:lnTo>
                    <a:pt x="12376" y="12943"/>
                  </a:lnTo>
                  <a:cubicBezTo>
                    <a:pt x="12376" y="12943"/>
                    <a:pt x="12376" y="10108"/>
                    <a:pt x="8440" y="6171"/>
                  </a:cubicBezTo>
                  <a:cubicBezTo>
                    <a:pt x="4504" y="2235"/>
                    <a:pt x="1968" y="0"/>
                    <a:pt x="1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8"/>
            <p:cNvSpPr/>
            <p:nvPr/>
          </p:nvSpPr>
          <p:spPr>
            <a:xfrm>
              <a:off x="6716399" y="2654887"/>
              <a:ext cx="211846" cy="308355"/>
            </a:xfrm>
            <a:custGeom>
              <a:rect b="b" l="l" r="r" t="t"/>
              <a:pathLst>
                <a:path extrusionOk="0" h="18014" w="12376">
                  <a:moveTo>
                    <a:pt x="1968" y="0"/>
                  </a:moveTo>
                  <a:cubicBezTo>
                    <a:pt x="1968" y="0"/>
                    <a:pt x="0" y="6472"/>
                    <a:pt x="3669" y="10441"/>
                  </a:cubicBezTo>
                  <a:cubicBezTo>
                    <a:pt x="7305" y="14377"/>
                    <a:pt x="12376" y="18013"/>
                    <a:pt x="12376" y="18013"/>
                  </a:cubicBezTo>
                  <a:lnTo>
                    <a:pt x="12376" y="12943"/>
                  </a:lnTo>
                  <a:cubicBezTo>
                    <a:pt x="12376" y="12943"/>
                    <a:pt x="12376" y="10141"/>
                    <a:pt x="8439" y="6205"/>
                  </a:cubicBezTo>
                  <a:cubicBezTo>
                    <a:pt x="4503" y="2269"/>
                    <a:pt x="1968" y="0"/>
                    <a:pt x="1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8"/>
            <p:cNvSpPr/>
            <p:nvPr/>
          </p:nvSpPr>
          <p:spPr>
            <a:xfrm>
              <a:off x="7012737" y="2456752"/>
              <a:ext cx="231275" cy="287215"/>
            </a:xfrm>
            <a:custGeom>
              <a:rect b="b" l="l" r="r" t="t"/>
              <a:pathLst>
                <a:path extrusionOk="0" h="16779" w="13511">
                  <a:moveTo>
                    <a:pt x="12243" y="0"/>
                  </a:moveTo>
                  <a:cubicBezTo>
                    <a:pt x="12242" y="0"/>
                    <a:pt x="9474" y="1968"/>
                    <a:pt x="5137" y="5471"/>
                  </a:cubicBezTo>
                  <a:cubicBezTo>
                    <a:pt x="834" y="8973"/>
                    <a:pt x="534" y="11742"/>
                    <a:pt x="534" y="11742"/>
                  </a:cubicBezTo>
                  <a:lnTo>
                    <a:pt x="0" y="16779"/>
                  </a:lnTo>
                  <a:cubicBezTo>
                    <a:pt x="0" y="16779"/>
                    <a:pt x="5404" y="13677"/>
                    <a:pt x="9474" y="10174"/>
                  </a:cubicBezTo>
                  <a:cubicBezTo>
                    <a:pt x="13510" y="6638"/>
                    <a:pt x="12243" y="1"/>
                    <a:pt x="122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8"/>
            <p:cNvSpPr/>
            <p:nvPr/>
          </p:nvSpPr>
          <p:spPr>
            <a:xfrm>
              <a:off x="6885400" y="2833594"/>
              <a:ext cx="248409" cy="263832"/>
            </a:xfrm>
            <a:custGeom>
              <a:rect b="b" l="l" r="r" t="t"/>
              <a:pathLst>
                <a:path extrusionOk="0" h="15413" w="14512">
                  <a:moveTo>
                    <a:pt x="13944" y="1"/>
                  </a:moveTo>
                  <a:lnTo>
                    <a:pt x="13944" y="1"/>
                  </a:lnTo>
                  <a:cubicBezTo>
                    <a:pt x="13944" y="1"/>
                    <a:pt x="11008" y="1669"/>
                    <a:pt x="6339" y="4704"/>
                  </a:cubicBezTo>
                  <a:cubicBezTo>
                    <a:pt x="1635" y="7740"/>
                    <a:pt x="1068" y="10475"/>
                    <a:pt x="1068" y="10475"/>
                  </a:cubicBezTo>
                  <a:lnTo>
                    <a:pt x="1" y="15412"/>
                  </a:lnTo>
                  <a:cubicBezTo>
                    <a:pt x="1" y="15412"/>
                    <a:pt x="5705" y="12910"/>
                    <a:pt x="10108" y="9841"/>
                  </a:cubicBezTo>
                  <a:cubicBezTo>
                    <a:pt x="14511" y="6739"/>
                    <a:pt x="13944" y="1"/>
                    <a:pt x="1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8"/>
            <p:cNvSpPr/>
            <p:nvPr/>
          </p:nvSpPr>
          <p:spPr>
            <a:xfrm>
              <a:off x="6925951" y="3178477"/>
              <a:ext cx="211846" cy="308355"/>
            </a:xfrm>
            <a:custGeom>
              <a:rect b="b" l="l" r="r" t="t"/>
              <a:pathLst>
                <a:path extrusionOk="0" h="18014" w="12376">
                  <a:moveTo>
                    <a:pt x="10408" y="1"/>
                  </a:moveTo>
                  <a:cubicBezTo>
                    <a:pt x="10407" y="1"/>
                    <a:pt x="7872" y="2269"/>
                    <a:pt x="3936" y="6205"/>
                  </a:cubicBezTo>
                  <a:cubicBezTo>
                    <a:pt x="0" y="10141"/>
                    <a:pt x="0" y="12943"/>
                    <a:pt x="0" y="12943"/>
                  </a:cubicBezTo>
                  <a:lnTo>
                    <a:pt x="0" y="18014"/>
                  </a:lnTo>
                  <a:cubicBezTo>
                    <a:pt x="0" y="18014"/>
                    <a:pt x="5070" y="14344"/>
                    <a:pt x="8740" y="10408"/>
                  </a:cubicBezTo>
                  <a:cubicBezTo>
                    <a:pt x="12376" y="6472"/>
                    <a:pt x="10408" y="1"/>
                    <a:pt x="10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8"/>
            <p:cNvSpPr/>
            <p:nvPr/>
          </p:nvSpPr>
          <p:spPr>
            <a:xfrm>
              <a:off x="6731239" y="3249857"/>
              <a:ext cx="200429" cy="330625"/>
            </a:xfrm>
            <a:custGeom>
              <a:rect b="b" l="l" r="r" t="t"/>
              <a:pathLst>
                <a:path extrusionOk="0" h="19315" w="11709">
                  <a:moveTo>
                    <a:pt x="2836" y="0"/>
                  </a:moveTo>
                  <a:cubicBezTo>
                    <a:pt x="2836" y="1"/>
                    <a:pt x="0" y="6138"/>
                    <a:pt x="3036" y="10541"/>
                  </a:cubicBezTo>
                  <a:cubicBezTo>
                    <a:pt x="6105" y="14944"/>
                    <a:pt x="10608" y="19314"/>
                    <a:pt x="10608" y="19314"/>
                  </a:cubicBezTo>
                  <a:lnTo>
                    <a:pt x="11308" y="14277"/>
                  </a:lnTo>
                  <a:cubicBezTo>
                    <a:pt x="11308" y="14277"/>
                    <a:pt x="11709" y="11509"/>
                    <a:pt x="8373" y="7039"/>
                  </a:cubicBezTo>
                  <a:cubicBezTo>
                    <a:pt x="5037" y="2602"/>
                    <a:pt x="2836" y="1"/>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8"/>
            <p:cNvSpPr/>
            <p:nvPr/>
          </p:nvSpPr>
          <p:spPr>
            <a:xfrm>
              <a:off x="6857995" y="3553060"/>
              <a:ext cx="211863" cy="307773"/>
            </a:xfrm>
            <a:custGeom>
              <a:rect b="b" l="l" r="r" t="t"/>
              <a:pathLst>
                <a:path extrusionOk="0" h="17980" w="12377">
                  <a:moveTo>
                    <a:pt x="10408" y="0"/>
                  </a:moveTo>
                  <a:cubicBezTo>
                    <a:pt x="10408" y="0"/>
                    <a:pt x="7873" y="2235"/>
                    <a:pt x="3937" y="6171"/>
                  </a:cubicBezTo>
                  <a:cubicBezTo>
                    <a:pt x="1" y="10107"/>
                    <a:pt x="1" y="12943"/>
                    <a:pt x="1" y="12943"/>
                  </a:cubicBezTo>
                  <a:lnTo>
                    <a:pt x="1" y="17980"/>
                  </a:lnTo>
                  <a:cubicBezTo>
                    <a:pt x="1" y="17980"/>
                    <a:pt x="5071" y="14344"/>
                    <a:pt x="8740" y="10408"/>
                  </a:cubicBezTo>
                  <a:cubicBezTo>
                    <a:pt x="12376" y="6471"/>
                    <a:pt x="10408" y="0"/>
                    <a:pt x="10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8"/>
            <p:cNvSpPr/>
            <p:nvPr/>
          </p:nvSpPr>
          <p:spPr>
            <a:xfrm>
              <a:off x="6891117" y="3768894"/>
              <a:ext cx="188447" cy="343172"/>
            </a:xfrm>
            <a:custGeom>
              <a:rect b="b" l="l" r="r" t="t"/>
              <a:pathLst>
                <a:path extrusionOk="0" h="20048" w="11009">
                  <a:moveTo>
                    <a:pt x="7472" y="0"/>
                  </a:moveTo>
                  <a:cubicBezTo>
                    <a:pt x="7472" y="0"/>
                    <a:pt x="5571" y="2802"/>
                    <a:pt x="2802" y="7639"/>
                  </a:cubicBezTo>
                  <a:cubicBezTo>
                    <a:pt x="0" y="12442"/>
                    <a:pt x="701" y="15144"/>
                    <a:pt x="701" y="15144"/>
                  </a:cubicBezTo>
                  <a:lnTo>
                    <a:pt x="1968" y="20048"/>
                  </a:lnTo>
                  <a:cubicBezTo>
                    <a:pt x="1968" y="20048"/>
                    <a:pt x="5938" y="15244"/>
                    <a:pt x="8473" y="10508"/>
                  </a:cubicBezTo>
                  <a:cubicBezTo>
                    <a:pt x="11008" y="5771"/>
                    <a:pt x="7472" y="0"/>
                    <a:pt x="7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8"/>
            <p:cNvSpPr/>
            <p:nvPr/>
          </p:nvSpPr>
          <p:spPr>
            <a:xfrm>
              <a:off x="6840295" y="2563531"/>
              <a:ext cx="191870" cy="1694718"/>
            </a:xfrm>
            <a:custGeom>
              <a:rect b="b" l="l" r="r" t="t"/>
              <a:pathLst>
                <a:path extrusionOk="0" fill="none" h="99005" w="11209">
                  <a:moveTo>
                    <a:pt x="11209" y="0"/>
                  </a:moveTo>
                  <a:cubicBezTo>
                    <a:pt x="11008" y="2935"/>
                    <a:pt x="10642" y="5838"/>
                    <a:pt x="10141" y="8740"/>
                  </a:cubicBezTo>
                  <a:cubicBezTo>
                    <a:pt x="8573" y="16779"/>
                    <a:pt x="4671" y="21949"/>
                    <a:pt x="3136" y="29221"/>
                  </a:cubicBezTo>
                  <a:cubicBezTo>
                    <a:pt x="1568" y="36493"/>
                    <a:pt x="6038" y="45833"/>
                    <a:pt x="4837" y="55173"/>
                  </a:cubicBezTo>
                  <a:cubicBezTo>
                    <a:pt x="3637" y="64513"/>
                    <a:pt x="1" y="69683"/>
                    <a:pt x="1035" y="75921"/>
                  </a:cubicBezTo>
                  <a:cubicBezTo>
                    <a:pt x="2102" y="82125"/>
                    <a:pt x="7539" y="99004"/>
                    <a:pt x="7539" y="99004"/>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8"/>
            <p:cNvSpPr/>
            <p:nvPr/>
          </p:nvSpPr>
          <p:spPr>
            <a:xfrm>
              <a:off x="7021295" y="2634329"/>
              <a:ext cx="72544" cy="55392"/>
            </a:xfrm>
            <a:custGeom>
              <a:rect b="b" l="l" r="r" t="t"/>
              <a:pathLst>
                <a:path extrusionOk="0" fill="none" h="3236" w="4238">
                  <a:moveTo>
                    <a:pt x="1" y="3236"/>
                  </a:moveTo>
                  <a:lnTo>
                    <a:pt x="4237" y="0"/>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8"/>
            <p:cNvSpPr/>
            <p:nvPr/>
          </p:nvSpPr>
          <p:spPr>
            <a:xfrm>
              <a:off x="6993890" y="2571525"/>
              <a:ext cx="30281" cy="54245"/>
            </a:xfrm>
            <a:custGeom>
              <a:rect b="b" l="l" r="r" t="t"/>
              <a:pathLst>
                <a:path extrusionOk="0" fill="none" h="3169" w="1769">
                  <a:moveTo>
                    <a:pt x="1769" y="3169"/>
                  </a:moveTo>
                  <a:lnTo>
                    <a:pt x="1" y="0"/>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8"/>
            <p:cNvSpPr/>
            <p:nvPr/>
          </p:nvSpPr>
          <p:spPr>
            <a:xfrm>
              <a:off x="6897964" y="2966648"/>
              <a:ext cx="122784" cy="91373"/>
            </a:xfrm>
            <a:custGeom>
              <a:rect b="b" l="l" r="r" t="t"/>
              <a:pathLst>
                <a:path extrusionOk="0" fill="none" h="5338" w="7173">
                  <a:moveTo>
                    <a:pt x="1" y="5337"/>
                  </a:moveTo>
                  <a:cubicBezTo>
                    <a:pt x="1" y="5337"/>
                    <a:pt x="3537" y="2669"/>
                    <a:pt x="7172"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8"/>
            <p:cNvSpPr/>
            <p:nvPr/>
          </p:nvSpPr>
          <p:spPr>
            <a:xfrm>
              <a:off x="6820319" y="2798195"/>
              <a:ext cx="107926" cy="165047"/>
            </a:xfrm>
            <a:custGeom>
              <a:rect b="b" l="l" r="r" t="t"/>
              <a:pathLst>
                <a:path extrusionOk="0" fill="none" h="9642" w="6305">
                  <a:moveTo>
                    <a:pt x="6305" y="9641"/>
                  </a:moveTo>
                  <a:cubicBezTo>
                    <a:pt x="6305" y="9641"/>
                    <a:pt x="3336" y="3837"/>
                    <a:pt x="0"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8"/>
            <p:cNvSpPr/>
            <p:nvPr/>
          </p:nvSpPr>
          <p:spPr>
            <a:xfrm>
              <a:off x="6928228" y="3294397"/>
              <a:ext cx="130213" cy="174171"/>
            </a:xfrm>
            <a:custGeom>
              <a:rect b="b" l="l" r="r" t="t"/>
              <a:pathLst>
                <a:path extrusionOk="0" fill="none" h="10175" w="7607">
                  <a:moveTo>
                    <a:pt x="1" y="10174"/>
                  </a:moveTo>
                  <a:cubicBezTo>
                    <a:pt x="2035" y="6438"/>
                    <a:pt x="4571" y="3002"/>
                    <a:pt x="7606"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8"/>
            <p:cNvSpPr/>
            <p:nvPr/>
          </p:nvSpPr>
          <p:spPr>
            <a:xfrm>
              <a:off x="6810031" y="3352066"/>
              <a:ext cx="106231" cy="183876"/>
            </a:xfrm>
            <a:custGeom>
              <a:rect b="b" l="l" r="r" t="t"/>
              <a:pathLst>
                <a:path extrusionOk="0" fill="none" h="10742" w="6206">
                  <a:moveTo>
                    <a:pt x="6205" y="10741"/>
                  </a:moveTo>
                  <a:cubicBezTo>
                    <a:pt x="5138" y="8206"/>
                    <a:pt x="3837" y="5771"/>
                    <a:pt x="2369" y="3436"/>
                  </a:cubicBezTo>
                  <a:cubicBezTo>
                    <a:pt x="268" y="367"/>
                    <a:pt x="1" y="0"/>
                    <a:pt x="1"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8"/>
            <p:cNvSpPr/>
            <p:nvPr/>
          </p:nvSpPr>
          <p:spPr>
            <a:xfrm>
              <a:off x="6857995" y="3659257"/>
              <a:ext cx="125642" cy="203869"/>
            </a:xfrm>
            <a:custGeom>
              <a:rect b="b" l="l" r="r" t="t"/>
              <a:pathLst>
                <a:path extrusionOk="0" fill="none" h="11910" w="7340">
                  <a:moveTo>
                    <a:pt x="1" y="11909"/>
                  </a:moveTo>
                  <a:cubicBezTo>
                    <a:pt x="901" y="9674"/>
                    <a:pt x="1969" y="7506"/>
                    <a:pt x="3203" y="5438"/>
                  </a:cubicBezTo>
                  <a:cubicBezTo>
                    <a:pt x="4437" y="3503"/>
                    <a:pt x="5805" y="1702"/>
                    <a:pt x="7339"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8"/>
            <p:cNvSpPr/>
            <p:nvPr/>
          </p:nvSpPr>
          <p:spPr>
            <a:xfrm>
              <a:off x="6917957" y="3867097"/>
              <a:ext cx="91373" cy="244969"/>
            </a:xfrm>
            <a:custGeom>
              <a:rect b="b" l="l" r="r" t="t"/>
              <a:pathLst>
                <a:path extrusionOk="0" fill="none" h="14311" w="5338">
                  <a:moveTo>
                    <a:pt x="434" y="14311"/>
                  </a:moveTo>
                  <a:cubicBezTo>
                    <a:pt x="434" y="14311"/>
                    <a:pt x="0" y="10942"/>
                    <a:pt x="1501" y="8073"/>
                  </a:cubicBezTo>
                  <a:cubicBezTo>
                    <a:pt x="2969" y="5238"/>
                    <a:pt x="4637" y="1468"/>
                    <a:pt x="5337"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8"/>
            <p:cNvSpPr/>
            <p:nvPr/>
          </p:nvSpPr>
          <p:spPr>
            <a:xfrm>
              <a:off x="6579356" y="3060863"/>
              <a:ext cx="126207" cy="212428"/>
            </a:xfrm>
            <a:custGeom>
              <a:rect b="b" l="l" r="r" t="t"/>
              <a:pathLst>
                <a:path extrusionOk="0" h="12410" w="7373">
                  <a:moveTo>
                    <a:pt x="5404" y="0"/>
                  </a:moveTo>
                  <a:cubicBezTo>
                    <a:pt x="5404" y="0"/>
                    <a:pt x="4070" y="1701"/>
                    <a:pt x="2035" y="4570"/>
                  </a:cubicBezTo>
                  <a:cubicBezTo>
                    <a:pt x="0" y="7472"/>
                    <a:pt x="301" y="9240"/>
                    <a:pt x="301" y="9240"/>
                  </a:cubicBezTo>
                  <a:lnTo>
                    <a:pt x="834" y="12409"/>
                  </a:lnTo>
                  <a:cubicBezTo>
                    <a:pt x="2569" y="10641"/>
                    <a:pt x="4103" y="8740"/>
                    <a:pt x="5504" y="6705"/>
                  </a:cubicBezTo>
                  <a:cubicBezTo>
                    <a:pt x="7372" y="3836"/>
                    <a:pt x="5404" y="0"/>
                    <a:pt x="5404"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8"/>
            <p:cNvSpPr/>
            <p:nvPr/>
          </p:nvSpPr>
          <p:spPr>
            <a:xfrm>
              <a:off x="6673571" y="3238440"/>
              <a:ext cx="125625" cy="212428"/>
            </a:xfrm>
            <a:custGeom>
              <a:rect b="b" l="l" r="r" t="t"/>
              <a:pathLst>
                <a:path extrusionOk="0" h="12410" w="7339">
                  <a:moveTo>
                    <a:pt x="5404" y="0"/>
                  </a:moveTo>
                  <a:cubicBezTo>
                    <a:pt x="5404" y="0"/>
                    <a:pt x="4070" y="1701"/>
                    <a:pt x="2035" y="4570"/>
                  </a:cubicBezTo>
                  <a:cubicBezTo>
                    <a:pt x="0" y="7472"/>
                    <a:pt x="301" y="9240"/>
                    <a:pt x="301" y="9240"/>
                  </a:cubicBezTo>
                  <a:lnTo>
                    <a:pt x="834" y="12409"/>
                  </a:lnTo>
                  <a:cubicBezTo>
                    <a:pt x="2535" y="10641"/>
                    <a:pt x="4103" y="8740"/>
                    <a:pt x="5504" y="6705"/>
                  </a:cubicBezTo>
                  <a:cubicBezTo>
                    <a:pt x="7339" y="3836"/>
                    <a:pt x="5404" y="0"/>
                    <a:pt x="5404"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8"/>
            <p:cNvSpPr/>
            <p:nvPr/>
          </p:nvSpPr>
          <p:spPr>
            <a:xfrm>
              <a:off x="6447448" y="3165348"/>
              <a:ext cx="164465" cy="157618"/>
            </a:xfrm>
            <a:custGeom>
              <a:rect b="b" l="l" r="r" t="t"/>
              <a:pathLst>
                <a:path extrusionOk="0" h="9208" w="9608">
                  <a:moveTo>
                    <a:pt x="101" y="1"/>
                  </a:moveTo>
                  <a:cubicBezTo>
                    <a:pt x="101" y="1"/>
                    <a:pt x="1" y="4304"/>
                    <a:pt x="2936" y="6072"/>
                  </a:cubicBezTo>
                  <a:cubicBezTo>
                    <a:pt x="5071" y="7306"/>
                    <a:pt x="7306" y="8340"/>
                    <a:pt x="9608" y="9207"/>
                  </a:cubicBezTo>
                  <a:lnTo>
                    <a:pt x="8707" y="6105"/>
                  </a:lnTo>
                  <a:cubicBezTo>
                    <a:pt x="8707" y="6105"/>
                    <a:pt x="8207" y="4404"/>
                    <a:pt x="5105" y="2669"/>
                  </a:cubicBezTo>
                  <a:cubicBezTo>
                    <a:pt x="2002" y="935"/>
                    <a:pt x="101" y="1"/>
                    <a:pt x="101"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8"/>
            <p:cNvSpPr/>
            <p:nvPr/>
          </p:nvSpPr>
          <p:spPr>
            <a:xfrm>
              <a:off x="6551369" y="3391453"/>
              <a:ext cx="178176" cy="139354"/>
            </a:xfrm>
            <a:custGeom>
              <a:rect b="b" l="l" r="r" t="t"/>
              <a:pathLst>
                <a:path extrusionOk="0" h="8141" w="10409">
                  <a:moveTo>
                    <a:pt x="1" y="1"/>
                  </a:moveTo>
                  <a:cubicBezTo>
                    <a:pt x="1" y="1"/>
                    <a:pt x="368" y="4271"/>
                    <a:pt x="3470" y="5738"/>
                  </a:cubicBezTo>
                  <a:cubicBezTo>
                    <a:pt x="5705" y="6739"/>
                    <a:pt x="8040" y="7540"/>
                    <a:pt x="10408" y="8140"/>
                  </a:cubicBezTo>
                  <a:lnTo>
                    <a:pt x="9207" y="5171"/>
                  </a:lnTo>
                  <a:cubicBezTo>
                    <a:pt x="9207" y="5171"/>
                    <a:pt x="8540" y="3503"/>
                    <a:pt x="5271" y="2102"/>
                  </a:cubicBezTo>
                  <a:cubicBezTo>
                    <a:pt x="2002" y="735"/>
                    <a:pt x="1" y="1"/>
                    <a:pt x="1"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8"/>
            <p:cNvSpPr/>
            <p:nvPr/>
          </p:nvSpPr>
          <p:spPr>
            <a:xfrm>
              <a:off x="6591920" y="3605576"/>
              <a:ext cx="154759" cy="173606"/>
            </a:xfrm>
            <a:custGeom>
              <a:rect b="b" l="l" r="r" t="t"/>
              <a:pathLst>
                <a:path extrusionOk="0" h="10142" w="9041">
                  <a:moveTo>
                    <a:pt x="534" y="1"/>
                  </a:moveTo>
                  <a:cubicBezTo>
                    <a:pt x="534" y="1"/>
                    <a:pt x="0" y="4271"/>
                    <a:pt x="2736" y="6339"/>
                  </a:cubicBezTo>
                  <a:cubicBezTo>
                    <a:pt x="4704" y="7773"/>
                    <a:pt x="6838" y="9041"/>
                    <a:pt x="9040" y="10142"/>
                  </a:cubicBezTo>
                  <a:lnTo>
                    <a:pt x="8473" y="6973"/>
                  </a:lnTo>
                  <a:cubicBezTo>
                    <a:pt x="8473" y="6973"/>
                    <a:pt x="8173" y="5205"/>
                    <a:pt x="5271" y="3170"/>
                  </a:cubicBezTo>
                  <a:cubicBezTo>
                    <a:pt x="2369" y="1135"/>
                    <a:pt x="534" y="1"/>
                    <a:pt x="534"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8"/>
            <p:cNvSpPr/>
            <p:nvPr/>
          </p:nvSpPr>
          <p:spPr>
            <a:xfrm>
              <a:off x="6738668" y="3615299"/>
              <a:ext cx="115920" cy="220987"/>
            </a:xfrm>
            <a:custGeom>
              <a:rect b="b" l="l" r="r" t="t"/>
              <a:pathLst>
                <a:path extrusionOk="0" h="12910" w="6772">
                  <a:moveTo>
                    <a:pt x="4303" y="0"/>
                  </a:moveTo>
                  <a:cubicBezTo>
                    <a:pt x="4303" y="0"/>
                    <a:pt x="3202" y="1835"/>
                    <a:pt x="1601" y="5004"/>
                  </a:cubicBezTo>
                  <a:cubicBezTo>
                    <a:pt x="0" y="8139"/>
                    <a:pt x="534" y="9840"/>
                    <a:pt x="534" y="9840"/>
                  </a:cubicBezTo>
                  <a:lnTo>
                    <a:pt x="1534" y="12909"/>
                  </a:lnTo>
                  <a:cubicBezTo>
                    <a:pt x="2969" y="10941"/>
                    <a:pt x="4236" y="8806"/>
                    <a:pt x="5304" y="6605"/>
                  </a:cubicBezTo>
                  <a:cubicBezTo>
                    <a:pt x="6772" y="3503"/>
                    <a:pt x="4303" y="0"/>
                    <a:pt x="4303"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8"/>
            <p:cNvSpPr/>
            <p:nvPr/>
          </p:nvSpPr>
          <p:spPr>
            <a:xfrm>
              <a:off x="6826019" y="3900220"/>
              <a:ext cx="148477" cy="182164"/>
            </a:xfrm>
            <a:custGeom>
              <a:rect b="b" l="l" r="r" t="t"/>
              <a:pathLst>
                <a:path extrusionOk="0" h="10642" w="8674">
                  <a:moveTo>
                    <a:pt x="7906" y="0"/>
                  </a:moveTo>
                  <a:cubicBezTo>
                    <a:pt x="7906" y="0"/>
                    <a:pt x="6138" y="1235"/>
                    <a:pt x="3370" y="3436"/>
                  </a:cubicBezTo>
                  <a:cubicBezTo>
                    <a:pt x="568" y="5638"/>
                    <a:pt x="368" y="7439"/>
                    <a:pt x="368" y="7439"/>
                  </a:cubicBezTo>
                  <a:lnTo>
                    <a:pt x="1" y="10641"/>
                  </a:lnTo>
                  <a:cubicBezTo>
                    <a:pt x="2136" y="9407"/>
                    <a:pt x="4170" y="8006"/>
                    <a:pt x="6072" y="6472"/>
                  </a:cubicBezTo>
                  <a:cubicBezTo>
                    <a:pt x="8673" y="4237"/>
                    <a:pt x="7906" y="1"/>
                    <a:pt x="7906"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8"/>
            <p:cNvSpPr/>
            <p:nvPr/>
          </p:nvSpPr>
          <p:spPr>
            <a:xfrm>
              <a:off x="6675282" y="3832845"/>
              <a:ext cx="154177" cy="173589"/>
            </a:xfrm>
            <a:custGeom>
              <a:rect b="b" l="l" r="r" t="t"/>
              <a:pathLst>
                <a:path extrusionOk="0" h="10141" w="9007">
                  <a:moveTo>
                    <a:pt x="534" y="0"/>
                  </a:moveTo>
                  <a:cubicBezTo>
                    <a:pt x="534" y="0"/>
                    <a:pt x="0" y="4270"/>
                    <a:pt x="2736" y="6338"/>
                  </a:cubicBezTo>
                  <a:cubicBezTo>
                    <a:pt x="4704" y="7772"/>
                    <a:pt x="6805" y="9073"/>
                    <a:pt x="9007" y="10141"/>
                  </a:cubicBezTo>
                  <a:lnTo>
                    <a:pt x="8473" y="6972"/>
                  </a:lnTo>
                  <a:cubicBezTo>
                    <a:pt x="8473" y="6972"/>
                    <a:pt x="8140" y="5204"/>
                    <a:pt x="5271" y="3169"/>
                  </a:cubicBezTo>
                  <a:cubicBezTo>
                    <a:pt x="2369" y="1134"/>
                    <a:pt x="534" y="0"/>
                    <a:pt x="534"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8"/>
            <p:cNvSpPr/>
            <p:nvPr/>
          </p:nvSpPr>
          <p:spPr>
            <a:xfrm>
              <a:off x="6691270" y="3966447"/>
              <a:ext cx="130778" cy="204434"/>
            </a:xfrm>
            <a:custGeom>
              <a:rect b="b" l="l" r="r" t="t"/>
              <a:pathLst>
                <a:path extrusionOk="0" h="11943" w="7640">
                  <a:moveTo>
                    <a:pt x="1602" y="1"/>
                  </a:moveTo>
                  <a:lnTo>
                    <a:pt x="1602" y="1"/>
                  </a:lnTo>
                  <a:cubicBezTo>
                    <a:pt x="1601" y="1"/>
                    <a:pt x="0" y="4004"/>
                    <a:pt x="2102" y="6672"/>
                  </a:cubicBezTo>
                  <a:cubicBezTo>
                    <a:pt x="3670" y="8574"/>
                    <a:pt x="5371" y="10341"/>
                    <a:pt x="7206" y="11943"/>
                  </a:cubicBezTo>
                  <a:lnTo>
                    <a:pt x="7472" y="8774"/>
                  </a:lnTo>
                  <a:cubicBezTo>
                    <a:pt x="7472" y="8774"/>
                    <a:pt x="7639" y="6972"/>
                    <a:pt x="5338" y="4270"/>
                  </a:cubicBezTo>
                  <a:cubicBezTo>
                    <a:pt x="3069" y="1569"/>
                    <a:pt x="1602" y="1"/>
                    <a:pt x="1602"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8"/>
            <p:cNvSpPr/>
            <p:nvPr/>
          </p:nvSpPr>
          <p:spPr>
            <a:xfrm>
              <a:off x="6579356" y="3212165"/>
              <a:ext cx="250686" cy="1055790"/>
            </a:xfrm>
            <a:custGeom>
              <a:rect b="b" l="l" r="r" t="t"/>
              <a:pathLst>
                <a:path extrusionOk="0" fill="none" h="61679" w="14645">
                  <a:moveTo>
                    <a:pt x="0" y="1"/>
                  </a:moveTo>
                  <a:cubicBezTo>
                    <a:pt x="467" y="1802"/>
                    <a:pt x="1001" y="3603"/>
                    <a:pt x="1635" y="5371"/>
                  </a:cubicBezTo>
                  <a:cubicBezTo>
                    <a:pt x="3470" y="10241"/>
                    <a:pt x="6472" y="13043"/>
                    <a:pt x="8240" y="17447"/>
                  </a:cubicBezTo>
                  <a:cubicBezTo>
                    <a:pt x="10008" y="21850"/>
                    <a:pt x="8240" y="28188"/>
                    <a:pt x="10008" y="33892"/>
                  </a:cubicBezTo>
                  <a:cubicBezTo>
                    <a:pt x="11742" y="39629"/>
                    <a:pt x="14577" y="42498"/>
                    <a:pt x="14611" y="46501"/>
                  </a:cubicBezTo>
                  <a:cubicBezTo>
                    <a:pt x="14644" y="50504"/>
                    <a:pt x="13043" y="61678"/>
                    <a:pt x="13043" y="61678"/>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8"/>
            <p:cNvSpPr/>
            <p:nvPr/>
          </p:nvSpPr>
          <p:spPr>
            <a:xfrm>
              <a:off x="6548527" y="3262987"/>
              <a:ext cx="51404" cy="26857"/>
            </a:xfrm>
            <a:custGeom>
              <a:rect b="b" l="l" r="r" t="t"/>
              <a:pathLst>
                <a:path extrusionOk="0" fill="none" h="1569" w="3003">
                  <a:moveTo>
                    <a:pt x="3002" y="1568"/>
                  </a:moveTo>
                  <a:lnTo>
                    <a:pt x="0" y="1"/>
                  </a:ln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8"/>
            <p:cNvSpPr/>
            <p:nvPr/>
          </p:nvSpPr>
          <p:spPr>
            <a:xfrm>
              <a:off x="6590773" y="3212747"/>
              <a:ext cx="13146" cy="37128"/>
            </a:xfrm>
            <a:custGeom>
              <a:rect b="b" l="l" r="r" t="t"/>
              <a:pathLst>
                <a:path extrusionOk="0" fill="none" h="2169" w="768">
                  <a:moveTo>
                    <a:pt x="1" y="2168"/>
                  </a:moveTo>
                  <a:lnTo>
                    <a:pt x="768" y="0"/>
                  </a:ln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8"/>
            <p:cNvSpPr/>
            <p:nvPr/>
          </p:nvSpPr>
          <p:spPr>
            <a:xfrm>
              <a:off x="6630178" y="3463398"/>
              <a:ext cx="87368" cy="43992"/>
            </a:xfrm>
            <a:custGeom>
              <a:rect b="b" l="l" r="r" t="t"/>
              <a:pathLst>
                <a:path extrusionOk="0" fill="none" h="2570" w="5104">
                  <a:moveTo>
                    <a:pt x="5104" y="2569"/>
                  </a:moveTo>
                  <a:cubicBezTo>
                    <a:pt x="5104" y="2569"/>
                    <a:pt x="2602" y="1302"/>
                    <a:pt x="0" y="1"/>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8"/>
            <p:cNvSpPr/>
            <p:nvPr/>
          </p:nvSpPr>
          <p:spPr>
            <a:xfrm>
              <a:off x="6687847" y="3336078"/>
              <a:ext cx="50257" cy="115355"/>
            </a:xfrm>
            <a:custGeom>
              <a:rect b="b" l="l" r="r" t="t"/>
              <a:pathLst>
                <a:path extrusionOk="0" fill="none" h="6739" w="2936">
                  <a:moveTo>
                    <a:pt x="0" y="6738"/>
                  </a:moveTo>
                  <a:cubicBezTo>
                    <a:pt x="0" y="6738"/>
                    <a:pt x="1234" y="2769"/>
                    <a:pt x="2936" y="0"/>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8"/>
            <p:cNvSpPr/>
            <p:nvPr/>
          </p:nvSpPr>
          <p:spPr>
            <a:xfrm>
              <a:off x="6642742" y="3672968"/>
              <a:ext cx="99932" cy="94797"/>
            </a:xfrm>
            <a:custGeom>
              <a:rect b="b" l="l" r="r" t="t"/>
              <a:pathLst>
                <a:path extrusionOk="0" fill="none" h="5538" w="5838">
                  <a:moveTo>
                    <a:pt x="5838" y="5537"/>
                  </a:moveTo>
                  <a:cubicBezTo>
                    <a:pt x="4170" y="3403"/>
                    <a:pt x="2202" y="1535"/>
                    <a:pt x="0" y="0"/>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8"/>
            <p:cNvSpPr/>
            <p:nvPr/>
          </p:nvSpPr>
          <p:spPr>
            <a:xfrm>
              <a:off x="6757498" y="3682091"/>
              <a:ext cx="46851" cy="126789"/>
            </a:xfrm>
            <a:custGeom>
              <a:rect b="b" l="l" r="r" t="t"/>
              <a:pathLst>
                <a:path extrusionOk="0" fill="none" h="7407" w="2737">
                  <a:moveTo>
                    <a:pt x="1" y="7406"/>
                  </a:moveTo>
                  <a:cubicBezTo>
                    <a:pt x="401" y="5705"/>
                    <a:pt x="935" y="4037"/>
                    <a:pt x="1635" y="2403"/>
                  </a:cubicBezTo>
                  <a:cubicBezTo>
                    <a:pt x="2603" y="268"/>
                    <a:pt x="2736" y="1"/>
                    <a:pt x="2736" y="1"/>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8"/>
            <p:cNvSpPr/>
            <p:nvPr/>
          </p:nvSpPr>
          <p:spPr>
            <a:xfrm>
              <a:off x="6827166" y="3971018"/>
              <a:ext cx="91373" cy="89097"/>
            </a:xfrm>
            <a:custGeom>
              <a:rect b="b" l="l" r="r" t="t"/>
              <a:pathLst>
                <a:path extrusionOk="0" fill="none" h="5205" w="5338">
                  <a:moveTo>
                    <a:pt x="0" y="5204"/>
                  </a:moveTo>
                  <a:cubicBezTo>
                    <a:pt x="0" y="5204"/>
                    <a:pt x="2002" y="2736"/>
                    <a:pt x="3236" y="1835"/>
                  </a:cubicBezTo>
                  <a:cubicBezTo>
                    <a:pt x="4003" y="1268"/>
                    <a:pt x="4704" y="668"/>
                    <a:pt x="5338" y="1"/>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8"/>
            <p:cNvSpPr/>
            <p:nvPr/>
          </p:nvSpPr>
          <p:spPr>
            <a:xfrm>
              <a:off x="6728946" y="3893938"/>
              <a:ext cx="100514" cy="113643"/>
            </a:xfrm>
            <a:custGeom>
              <a:rect b="b" l="l" r="r" t="t"/>
              <a:pathLst>
                <a:path extrusionOk="0" fill="none" h="6639" w="5872">
                  <a:moveTo>
                    <a:pt x="5872" y="6638"/>
                  </a:moveTo>
                  <a:cubicBezTo>
                    <a:pt x="5071" y="5337"/>
                    <a:pt x="4171" y="4103"/>
                    <a:pt x="3170" y="2936"/>
                  </a:cubicBezTo>
                  <a:cubicBezTo>
                    <a:pt x="2203" y="1868"/>
                    <a:pt x="1135" y="868"/>
                    <a:pt x="1" y="0"/>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8"/>
            <p:cNvSpPr/>
            <p:nvPr/>
          </p:nvSpPr>
          <p:spPr>
            <a:xfrm>
              <a:off x="6735228" y="4026975"/>
              <a:ext cx="79391" cy="144472"/>
            </a:xfrm>
            <a:custGeom>
              <a:rect b="b" l="l" r="r" t="t"/>
              <a:pathLst>
                <a:path extrusionOk="0" fill="none" h="8440" w="4638">
                  <a:moveTo>
                    <a:pt x="4638" y="8440"/>
                  </a:moveTo>
                  <a:cubicBezTo>
                    <a:pt x="4537" y="7072"/>
                    <a:pt x="4070" y="5771"/>
                    <a:pt x="3303" y="4637"/>
                  </a:cubicBezTo>
                  <a:cubicBezTo>
                    <a:pt x="2036" y="3003"/>
                    <a:pt x="601" y="834"/>
                    <a:pt x="1" y="1"/>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8"/>
            <p:cNvSpPr/>
            <p:nvPr/>
          </p:nvSpPr>
          <p:spPr>
            <a:xfrm>
              <a:off x="7824106" y="3441710"/>
              <a:ext cx="74821" cy="233551"/>
            </a:xfrm>
            <a:custGeom>
              <a:rect b="b" l="l" r="r" t="t"/>
              <a:pathLst>
                <a:path extrusionOk="0" h="13644" w="4371">
                  <a:moveTo>
                    <a:pt x="4037" y="0"/>
                  </a:moveTo>
                  <a:cubicBezTo>
                    <a:pt x="4037" y="0"/>
                    <a:pt x="68" y="2235"/>
                    <a:pt x="1" y="5871"/>
                  </a:cubicBezTo>
                  <a:cubicBezTo>
                    <a:pt x="1" y="8473"/>
                    <a:pt x="234" y="11075"/>
                    <a:pt x="701" y="13644"/>
                  </a:cubicBezTo>
                  <a:lnTo>
                    <a:pt x="3070" y="11175"/>
                  </a:lnTo>
                  <a:cubicBezTo>
                    <a:pt x="3070" y="11175"/>
                    <a:pt x="4371" y="9807"/>
                    <a:pt x="4304" y="6038"/>
                  </a:cubicBezTo>
                  <a:cubicBezTo>
                    <a:pt x="4237" y="2269"/>
                    <a:pt x="4037" y="0"/>
                    <a:pt x="4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8"/>
            <p:cNvSpPr/>
            <p:nvPr/>
          </p:nvSpPr>
          <p:spPr>
            <a:xfrm>
              <a:off x="7635694" y="3542772"/>
              <a:ext cx="74803" cy="233551"/>
            </a:xfrm>
            <a:custGeom>
              <a:rect b="b" l="l" r="r" t="t"/>
              <a:pathLst>
                <a:path extrusionOk="0" h="13644" w="4370">
                  <a:moveTo>
                    <a:pt x="4070" y="1"/>
                  </a:moveTo>
                  <a:cubicBezTo>
                    <a:pt x="4070" y="1"/>
                    <a:pt x="67" y="2236"/>
                    <a:pt x="0" y="5872"/>
                  </a:cubicBezTo>
                  <a:cubicBezTo>
                    <a:pt x="33" y="8473"/>
                    <a:pt x="267" y="11075"/>
                    <a:pt x="734" y="13644"/>
                  </a:cubicBezTo>
                  <a:lnTo>
                    <a:pt x="3069" y="11175"/>
                  </a:lnTo>
                  <a:cubicBezTo>
                    <a:pt x="3069" y="11175"/>
                    <a:pt x="4370" y="9808"/>
                    <a:pt x="4303" y="6038"/>
                  </a:cubicBezTo>
                  <a:cubicBezTo>
                    <a:pt x="4236" y="2269"/>
                    <a:pt x="4070" y="1"/>
                    <a:pt x="4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8"/>
            <p:cNvSpPr/>
            <p:nvPr/>
          </p:nvSpPr>
          <p:spPr>
            <a:xfrm>
              <a:off x="7791566" y="3654447"/>
              <a:ext cx="236975" cy="75146"/>
            </a:xfrm>
            <a:custGeom>
              <a:rect b="b" l="l" r="r" t="t"/>
              <a:pathLst>
                <a:path extrusionOk="0" h="4390" w="13844">
                  <a:moveTo>
                    <a:pt x="6670" y="1"/>
                  </a:moveTo>
                  <a:cubicBezTo>
                    <a:pt x="3769" y="1"/>
                    <a:pt x="2602" y="982"/>
                    <a:pt x="2602" y="982"/>
                  </a:cubicBezTo>
                  <a:lnTo>
                    <a:pt x="1" y="3184"/>
                  </a:lnTo>
                  <a:cubicBezTo>
                    <a:pt x="2536" y="3784"/>
                    <a:pt x="5104" y="4184"/>
                    <a:pt x="7706" y="4384"/>
                  </a:cubicBezTo>
                  <a:cubicBezTo>
                    <a:pt x="7783" y="4388"/>
                    <a:pt x="7860" y="4390"/>
                    <a:pt x="7937" y="4390"/>
                  </a:cubicBezTo>
                  <a:cubicBezTo>
                    <a:pt x="11447" y="4390"/>
                    <a:pt x="13844" y="715"/>
                    <a:pt x="13844" y="715"/>
                  </a:cubicBezTo>
                  <a:cubicBezTo>
                    <a:pt x="13844" y="715"/>
                    <a:pt x="11576" y="382"/>
                    <a:pt x="7806" y="48"/>
                  </a:cubicBezTo>
                  <a:cubicBezTo>
                    <a:pt x="7401" y="15"/>
                    <a:pt x="7023" y="1"/>
                    <a:pt x="6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8"/>
            <p:cNvSpPr/>
            <p:nvPr/>
          </p:nvSpPr>
          <p:spPr>
            <a:xfrm>
              <a:off x="7563749" y="3779079"/>
              <a:ext cx="240398" cy="78227"/>
            </a:xfrm>
            <a:custGeom>
              <a:rect b="b" l="l" r="r" t="t"/>
              <a:pathLst>
                <a:path extrusionOk="0" h="4570" w="14044">
                  <a:moveTo>
                    <a:pt x="5744" y="1"/>
                  </a:moveTo>
                  <a:cubicBezTo>
                    <a:pt x="3724" y="1"/>
                    <a:pt x="2835" y="606"/>
                    <a:pt x="2835" y="606"/>
                  </a:cubicBezTo>
                  <a:lnTo>
                    <a:pt x="0" y="2507"/>
                  </a:lnTo>
                  <a:cubicBezTo>
                    <a:pt x="2469" y="3375"/>
                    <a:pt x="5004" y="4042"/>
                    <a:pt x="7572" y="4509"/>
                  </a:cubicBezTo>
                  <a:cubicBezTo>
                    <a:pt x="7835" y="4550"/>
                    <a:pt x="8094" y="4570"/>
                    <a:pt x="8348" y="4570"/>
                  </a:cubicBezTo>
                  <a:cubicBezTo>
                    <a:pt x="11553" y="4570"/>
                    <a:pt x="14043" y="1507"/>
                    <a:pt x="14043" y="1507"/>
                  </a:cubicBezTo>
                  <a:cubicBezTo>
                    <a:pt x="14043" y="1507"/>
                    <a:pt x="11809" y="940"/>
                    <a:pt x="8106" y="239"/>
                  </a:cubicBezTo>
                  <a:cubicBezTo>
                    <a:pt x="7191" y="66"/>
                    <a:pt x="6407" y="1"/>
                    <a:pt x="57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8"/>
            <p:cNvSpPr/>
            <p:nvPr/>
          </p:nvSpPr>
          <p:spPr>
            <a:xfrm>
              <a:off x="7401578" y="3963400"/>
              <a:ext cx="231275" cy="74769"/>
            </a:xfrm>
            <a:custGeom>
              <a:rect b="b" l="l" r="r" t="t"/>
              <a:pathLst>
                <a:path extrusionOk="0" h="4368" w="13511">
                  <a:moveTo>
                    <a:pt x="10689" y="1"/>
                  </a:moveTo>
                  <a:cubicBezTo>
                    <a:pt x="9789" y="1"/>
                    <a:pt x="8696" y="12"/>
                    <a:pt x="7439" y="45"/>
                  </a:cubicBezTo>
                  <a:cubicBezTo>
                    <a:pt x="3670" y="112"/>
                    <a:pt x="2369" y="1513"/>
                    <a:pt x="2369" y="1513"/>
                  </a:cubicBezTo>
                  <a:lnTo>
                    <a:pt x="1" y="3948"/>
                  </a:lnTo>
                  <a:cubicBezTo>
                    <a:pt x="2083" y="4246"/>
                    <a:pt x="4209" y="4368"/>
                    <a:pt x="6326" y="4368"/>
                  </a:cubicBezTo>
                  <a:cubicBezTo>
                    <a:pt x="6820" y="4368"/>
                    <a:pt x="7314" y="4361"/>
                    <a:pt x="7806" y="4348"/>
                  </a:cubicBezTo>
                  <a:cubicBezTo>
                    <a:pt x="11442" y="4115"/>
                    <a:pt x="13510" y="45"/>
                    <a:pt x="13510" y="45"/>
                  </a:cubicBezTo>
                  <a:cubicBezTo>
                    <a:pt x="13510" y="45"/>
                    <a:pt x="12487" y="1"/>
                    <a:pt x="10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8"/>
            <p:cNvSpPr/>
            <p:nvPr/>
          </p:nvSpPr>
          <p:spPr>
            <a:xfrm>
              <a:off x="7349626" y="3847121"/>
              <a:ext cx="91373" cy="223264"/>
            </a:xfrm>
            <a:custGeom>
              <a:rect b="b" l="l" r="r" t="t"/>
              <a:pathLst>
                <a:path extrusionOk="0" h="13043" w="5338">
                  <a:moveTo>
                    <a:pt x="5337" y="0"/>
                  </a:moveTo>
                  <a:cubicBezTo>
                    <a:pt x="5337" y="0"/>
                    <a:pt x="1068" y="1635"/>
                    <a:pt x="501" y="5237"/>
                  </a:cubicBezTo>
                  <a:cubicBezTo>
                    <a:pt x="134" y="7806"/>
                    <a:pt x="0" y="10441"/>
                    <a:pt x="67" y="13043"/>
                  </a:cubicBezTo>
                  <a:lnTo>
                    <a:pt x="2769" y="10941"/>
                  </a:lnTo>
                  <a:cubicBezTo>
                    <a:pt x="2769" y="10941"/>
                    <a:pt x="4270" y="9774"/>
                    <a:pt x="4737" y="6038"/>
                  </a:cubicBezTo>
                  <a:cubicBezTo>
                    <a:pt x="5171" y="2268"/>
                    <a:pt x="5337" y="0"/>
                    <a:pt x="5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8"/>
            <p:cNvSpPr/>
            <p:nvPr/>
          </p:nvSpPr>
          <p:spPr>
            <a:xfrm>
              <a:off x="7193172" y="4114394"/>
              <a:ext cx="231257" cy="74752"/>
            </a:xfrm>
            <a:custGeom>
              <a:rect b="b" l="l" r="r" t="t"/>
              <a:pathLst>
                <a:path extrusionOk="0" h="4367" w="13510">
                  <a:moveTo>
                    <a:pt x="10688" y="1"/>
                  </a:moveTo>
                  <a:cubicBezTo>
                    <a:pt x="9789" y="1"/>
                    <a:pt x="8695" y="8"/>
                    <a:pt x="7439" y="31"/>
                  </a:cubicBezTo>
                  <a:cubicBezTo>
                    <a:pt x="3670" y="131"/>
                    <a:pt x="2369" y="1498"/>
                    <a:pt x="2369" y="1498"/>
                  </a:cubicBezTo>
                  <a:lnTo>
                    <a:pt x="0" y="3967"/>
                  </a:lnTo>
                  <a:cubicBezTo>
                    <a:pt x="2010" y="4228"/>
                    <a:pt x="4060" y="4366"/>
                    <a:pt x="6103" y="4366"/>
                  </a:cubicBezTo>
                  <a:cubicBezTo>
                    <a:pt x="6672" y="4366"/>
                    <a:pt x="7240" y="4355"/>
                    <a:pt x="7806" y="4334"/>
                  </a:cubicBezTo>
                  <a:cubicBezTo>
                    <a:pt x="11408" y="4100"/>
                    <a:pt x="13510" y="31"/>
                    <a:pt x="13510" y="31"/>
                  </a:cubicBezTo>
                  <a:cubicBezTo>
                    <a:pt x="13510" y="31"/>
                    <a:pt x="12487" y="1"/>
                    <a:pt x="10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8"/>
            <p:cNvSpPr/>
            <p:nvPr/>
          </p:nvSpPr>
          <p:spPr>
            <a:xfrm>
              <a:off x="7108098" y="4212546"/>
              <a:ext cx="206711" cy="123931"/>
            </a:xfrm>
            <a:custGeom>
              <a:rect b="b" l="l" r="r" t="t"/>
              <a:pathLst>
                <a:path extrusionOk="0" h="7240" w="12076">
                  <a:moveTo>
                    <a:pt x="12075" y="1"/>
                  </a:moveTo>
                  <a:lnTo>
                    <a:pt x="12075" y="1"/>
                  </a:lnTo>
                  <a:cubicBezTo>
                    <a:pt x="12075" y="1"/>
                    <a:pt x="9840" y="534"/>
                    <a:pt x="6238" y="1535"/>
                  </a:cubicBezTo>
                  <a:cubicBezTo>
                    <a:pt x="2602" y="2569"/>
                    <a:pt x="1668" y="4237"/>
                    <a:pt x="1668" y="4237"/>
                  </a:cubicBezTo>
                  <a:lnTo>
                    <a:pt x="0" y="7239"/>
                  </a:lnTo>
                  <a:cubicBezTo>
                    <a:pt x="2602" y="6906"/>
                    <a:pt x="5170" y="6372"/>
                    <a:pt x="7672" y="5605"/>
                  </a:cubicBezTo>
                  <a:cubicBezTo>
                    <a:pt x="11108" y="4471"/>
                    <a:pt x="12075" y="1"/>
                    <a:pt x="12075"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8"/>
            <p:cNvSpPr/>
            <p:nvPr/>
          </p:nvSpPr>
          <p:spPr>
            <a:xfrm>
              <a:off x="7061265" y="3629558"/>
              <a:ext cx="823968" cy="798275"/>
            </a:xfrm>
            <a:custGeom>
              <a:rect b="b" l="l" r="r" t="t"/>
              <a:pathLst>
                <a:path extrusionOk="0" fill="none" h="46635" w="48136">
                  <a:moveTo>
                    <a:pt x="48135" y="1"/>
                  </a:moveTo>
                  <a:cubicBezTo>
                    <a:pt x="46667" y="1335"/>
                    <a:pt x="45133" y="2603"/>
                    <a:pt x="43532" y="3770"/>
                  </a:cubicBezTo>
                  <a:cubicBezTo>
                    <a:pt x="38995" y="6973"/>
                    <a:pt x="34692" y="7673"/>
                    <a:pt x="30523" y="10508"/>
                  </a:cubicBezTo>
                  <a:cubicBezTo>
                    <a:pt x="26353" y="13310"/>
                    <a:pt x="24151" y="19982"/>
                    <a:pt x="19215" y="23985"/>
                  </a:cubicBezTo>
                  <a:cubicBezTo>
                    <a:pt x="14278" y="27988"/>
                    <a:pt x="10075" y="28822"/>
                    <a:pt x="7640" y="32324"/>
                  </a:cubicBezTo>
                  <a:cubicBezTo>
                    <a:pt x="5238" y="35827"/>
                    <a:pt x="1" y="46634"/>
                    <a:pt x="1" y="46634"/>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8"/>
            <p:cNvSpPr/>
            <p:nvPr/>
          </p:nvSpPr>
          <p:spPr>
            <a:xfrm>
              <a:off x="7820683" y="3686662"/>
              <a:ext cx="61691" cy="6299"/>
            </a:xfrm>
            <a:custGeom>
              <a:rect b="b" l="l" r="r" t="t"/>
              <a:pathLst>
                <a:path extrusionOk="0" fill="none" h="368" w="3604">
                  <a:moveTo>
                    <a:pt x="1" y="1"/>
                  </a:moveTo>
                  <a:lnTo>
                    <a:pt x="3603" y="368"/>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8"/>
            <p:cNvSpPr/>
            <p:nvPr/>
          </p:nvSpPr>
          <p:spPr>
            <a:xfrm>
              <a:off x="7852658" y="3615864"/>
              <a:ext cx="10305" cy="40551"/>
            </a:xfrm>
            <a:custGeom>
              <a:rect b="b" l="l" r="r" t="t"/>
              <a:pathLst>
                <a:path extrusionOk="0" fill="none" h="2369" w="602">
                  <a:moveTo>
                    <a:pt x="1" y="2369"/>
                  </a:moveTo>
                  <a:lnTo>
                    <a:pt x="601" y="0"/>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8"/>
            <p:cNvSpPr/>
            <p:nvPr/>
          </p:nvSpPr>
          <p:spPr>
            <a:xfrm>
              <a:off x="7588296" y="3808282"/>
              <a:ext cx="102791" cy="13146"/>
            </a:xfrm>
            <a:custGeom>
              <a:rect b="b" l="l" r="r" t="t"/>
              <a:pathLst>
                <a:path extrusionOk="0" fill="none" h="768" w="6005">
                  <a:moveTo>
                    <a:pt x="0" y="1"/>
                  </a:moveTo>
                  <a:cubicBezTo>
                    <a:pt x="0" y="1"/>
                    <a:pt x="2969" y="368"/>
                    <a:pt x="6005" y="768"/>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8"/>
            <p:cNvSpPr/>
            <p:nvPr/>
          </p:nvSpPr>
          <p:spPr>
            <a:xfrm>
              <a:off x="7648241" y="3644981"/>
              <a:ext cx="23999" cy="131343"/>
            </a:xfrm>
            <a:custGeom>
              <a:rect b="b" l="l" r="r" t="t"/>
              <a:pathLst>
                <a:path extrusionOk="0" fill="none" h="7673" w="1402">
                  <a:moveTo>
                    <a:pt x="1" y="7673"/>
                  </a:moveTo>
                  <a:cubicBezTo>
                    <a:pt x="1" y="7673"/>
                    <a:pt x="1235" y="3470"/>
                    <a:pt x="1402"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8"/>
            <p:cNvSpPr/>
            <p:nvPr/>
          </p:nvSpPr>
          <p:spPr>
            <a:xfrm>
              <a:off x="7411283" y="3999005"/>
              <a:ext cx="144489" cy="23999"/>
            </a:xfrm>
            <a:custGeom>
              <a:rect b="b" l="l" r="r" t="t"/>
              <a:pathLst>
                <a:path extrusionOk="0" fill="none" h="1402" w="8441">
                  <a:moveTo>
                    <a:pt x="1" y="1401"/>
                  </a:moveTo>
                  <a:cubicBezTo>
                    <a:pt x="2736" y="534"/>
                    <a:pt x="5571" y="67"/>
                    <a:pt x="8440"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8"/>
            <p:cNvSpPr/>
            <p:nvPr/>
          </p:nvSpPr>
          <p:spPr>
            <a:xfrm>
              <a:off x="7373608" y="3911072"/>
              <a:ext cx="34269" cy="139901"/>
            </a:xfrm>
            <a:custGeom>
              <a:rect b="b" l="l" r="r" t="t"/>
              <a:pathLst>
                <a:path extrusionOk="0" fill="none" h="8173" w="2002">
                  <a:moveTo>
                    <a:pt x="0" y="8173"/>
                  </a:moveTo>
                  <a:cubicBezTo>
                    <a:pt x="667" y="6405"/>
                    <a:pt x="1168" y="4603"/>
                    <a:pt x="1535" y="2802"/>
                  </a:cubicBezTo>
                  <a:cubicBezTo>
                    <a:pt x="1968" y="334"/>
                    <a:pt x="2002" y="0"/>
                    <a:pt x="2002"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8"/>
            <p:cNvSpPr/>
            <p:nvPr/>
          </p:nvSpPr>
          <p:spPr>
            <a:xfrm>
              <a:off x="7192025" y="4142313"/>
              <a:ext cx="157036" cy="41133"/>
            </a:xfrm>
            <a:custGeom>
              <a:rect b="b" l="l" r="r" t="t"/>
              <a:pathLst>
                <a:path extrusionOk="0" fill="none" h="2403" w="9174">
                  <a:moveTo>
                    <a:pt x="1" y="2402"/>
                  </a:moveTo>
                  <a:cubicBezTo>
                    <a:pt x="1502" y="1702"/>
                    <a:pt x="3036" y="1168"/>
                    <a:pt x="4604" y="735"/>
                  </a:cubicBezTo>
                  <a:cubicBezTo>
                    <a:pt x="6105" y="368"/>
                    <a:pt x="7639" y="101"/>
                    <a:pt x="9174"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8"/>
            <p:cNvSpPr/>
            <p:nvPr/>
          </p:nvSpPr>
          <p:spPr>
            <a:xfrm>
              <a:off x="7108098" y="4255938"/>
              <a:ext cx="155889" cy="80538"/>
            </a:xfrm>
            <a:custGeom>
              <a:rect b="b" l="l" r="r" t="t"/>
              <a:pathLst>
                <a:path extrusionOk="0" fill="none" h="4705" w="9107">
                  <a:moveTo>
                    <a:pt x="0" y="4704"/>
                  </a:moveTo>
                  <a:cubicBezTo>
                    <a:pt x="901" y="3537"/>
                    <a:pt x="2102" y="2669"/>
                    <a:pt x="3436" y="2136"/>
                  </a:cubicBezTo>
                  <a:cubicBezTo>
                    <a:pt x="5504" y="1435"/>
                    <a:pt x="8073" y="401"/>
                    <a:pt x="9107" y="1"/>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8"/>
            <p:cNvSpPr/>
            <p:nvPr/>
          </p:nvSpPr>
          <p:spPr>
            <a:xfrm>
              <a:off x="7339339" y="3704361"/>
              <a:ext cx="137625" cy="67392"/>
            </a:xfrm>
            <a:custGeom>
              <a:rect b="b" l="l" r="r" t="t"/>
              <a:pathLst>
                <a:path extrusionOk="0" h="3937" w="8040">
                  <a:moveTo>
                    <a:pt x="8040" y="1"/>
                  </a:moveTo>
                  <a:lnTo>
                    <a:pt x="8040" y="1"/>
                  </a:lnTo>
                  <a:cubicBezTo>
                    <a:pt x="8040" y="1"/>
                    <a:pt x="6605" y="201"/>
                    <a:pt x="4237" y="668"/>
                  </a:cubicBezTo>
                  <a:cubicBezTo>
                    <a:pt x="1902" y="1102"/>
                    <a:pt x="1202" y="2102"/>
                    <a:pt x="1202" y="2102"/>
                  </a:cubicBezTo>
                  <a:lnTo>
                    <a:pt x="1" y="3937"/>
                  </a:lnTo>
                  <a:cubicBezTo>
                    <a:pt x="1669" y="3870"/>
                    <a:pt x="3303" y="3637"/>
                    <a:pt x="4938" y="3303"/>
                  </a:cubicBezTo>
                  <a:cubicBezTo>
                    <a:pt x="7206" y="2769"/>
                    <a:pt x="8040" y="1"/>
                    <a:pt x="8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8"/>
            <p:cNvSpPr/>
            <p:nvPr/>
          </p:nvSpPr>
          <p:spPr>
            <a:xfrm>
              <a:off x="7301663" y="3835122"/>
              <a:ext cx="138190" cy="67392"/>
            </a:xfrm>
            <a:custGeom>
              <a:rect b="b" l="l" r="r" t="t"/>
              <a:pathLst>
                <a:path extrusionOk="0" h="3937" w="8073">
                  <a:moveTo>
                    <a:pt x="8073" y="1"/>
                  </a:moveTo>
                  <a:cubicBezTo>
                    <a:pt x="8072" y="1"/>
                    <a:pt x="6605" y="201"/>
                    <a:pt x="4270" y="668"/>
                  </a:cubicBezTo>
                  <a:cubicBezTo>
                    <a:pt x="1902" y="1135"/>
                    <a:pt x="1234" y="2135"/>
                    <a:pt x="1234" y="2135"/>
                  </a:cubicBezTo>
                  <a:lnTo>
                    <a:pt x="0" y="3937"/>
                  </a:lnTo>
                  <a:cubicBezTo>
                    <a:pt x="1668" y="3870"/>
                    <a:pt x="3336" y="3670"/>
                    <a:pt x="4937" y="3303"/>
                  </a:cubicBezTo>
                  <a:cubicBezTo>
                    <a:pt x="7205" y="2803"/>
                    <a:pt x="8073" y="1"/>
                    <a:pt x="8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8"/>
            <p:cNvSpPr/>
            <p:nvPr/>
          </p:nvSpPr>
          <p:spPr>
            <a:xfrm>
              <a:off x="7283382" y="3650698"/>
              <a:ext cx="67974" cy="153030"/>
            </a:xfrm>
            <a:custGeom>
              <a:rect b="b" l="l" r="r" t="t"/>
              <a:pathLst>
                <a:path extrusionOk="0" h="8940" w="3971">
                  <a:moveTo>
                    <a:pt x="2069" y="0"/>
                  </a:moveTo>
                  <a:cubicBezTo>
                    <a:pt x="2069" y="0"/>
                    <a:pt x="1" y="2068"/>
                    <a:pt x="601" y="4303"/>
                  </a:cubicBezTo>
                  <a:cubicBezTo>
                    <a:pt x="1068" y="5904"/>
                    <a:pt x="1669" y="7439"/>
                    <a:pt x="2402" y="8940"/>
                  </a:cubicBezTo>
                  <a:lnTo>
                    <a:pt x="3403" y="7005"/>
                  </a:lnTo>
                  <a:cubicBezTo>
                    <a:pt x="3403" y="7005"/>
                    <a:pt x="3970" y="5938"/>
                    <a:pt x="3270" y="3669"/>
                  </a:cubicBezTo>
                  <a:cubicBezTo>
                    <a:pt x="2569" y="1368"/>
                    <a:pt x="2069" y="0"/>
                    <a:pt x="2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8"/>
            <p:cNvSpPr/>
            <p:nvPr/>
          </p:nvSpPr>
          <p:spPr>
            <a:xfrm>
              <a:off x="7231995" y="3808864"/>
              <a:ext cx="74256" cy="151901"/>
            </a:xfrm>
            <a:custGeom>
              <a:rect b="b" l="l" r="r" t="t"/>
              <a:pathLst>
                <a:path extrusionOk="0" h="8874" w="4338">
                  <a:moveTo>
                    <a:pt x="1802" y="0"/>
                  </a:moveTo>
                  <a:cubicBezTo>
                    <a:pt x="1802" y="0"/>
                    <a:pt x="1" y="2268"/>
                    <a:pt x="801" y="4437"/>
                  </a:cubicBezTo>
                  <a:cubicBezTo>
                    <a:pt x="1435" y="5971"/>
                    <a:pt x="2202" y="7439"/>
                    <a:pt x="3069" y="8873"/>
                  </a:cubicBezTo>
                  <a:lnTo>
                    <a:pt x="3903" y="6838"/>
                  </a:lnTo>
                  <a:cubicBezTo>
                    <a:pt x="3903" y="6838"/>
                    <a:pt x="4337" y="5738"/>
                    <a:pt x="3403" y="3503"/>
                  </a:cubicBezTo>
                  <a:cubicBezTo>
                    <a:pt x="2469" y="1301"/>
                    <a:pt x="1802" y="0"/>
                    <a:pt x="1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8"/>
            <p:cNvSpPr/>
            <p:nvPr/>
          </p:nvSpPr>
          <p:spPr>
            <a:xfrm>
              <a:off x="7148068" y="3937330"/>
              <a:ext cx="61109" cy="152466"/>
            </a:xfrm>
            <a:custGeom>
              <a:rect b="b" l="l" r="r" t="t"/>
              <a:pathLst>
                <a:path extrusionOk="0" h="8907" w="3570">
                  <a:moveTo>
                    <a:pt x="2268" y="0"/>
                  </a:moveTo>
                  <a:cubicBezTo>
                    <a:pt x="2268" y="0"/>
                    <a:pt x="0" y="1835"/>
                    <a:pt x="367" y="4103"/>
                  </a:cubicBezTo>
                  <a:cubicBezTo>
                    <a:pt x="667" y="5738"/>
                    <a:pt x="1101" y="7339"/>
                    <a:pt x="1701" y="8907"/>
                  </a:cubicBezTo>
                  <a:lnTo>
                    <a:pt x="2902" y="7106"/>
                  </a:lnTo>
                  <a:cubicBezTo>
                    <a:pt x="2902" y="7106"/>
                    <a:pt x="3569" y="6105"/>
                    <a:pt x="3102" y="3736"/>
                  </a:cubicBezTo>
                  <a:cubicBezTo>
                    <a:pt x="2635" y="1401"/>
                    <a:pt x="2268" y="0"/>
                    <a:pt x="2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8"/>
            <p:cNvSpPr/>
            <p:nvPr/>
          </p:nvSpPr>
          <p:spPr>
            <a:xfrm>
              <a:off x="7158903" y="4040686"/>
              <a:ext cx="126789" cy="85656"/>
            </a:xfrm>
            <a:custGeom>
              <a:rect b="b" l="l" r="r" t="t"/>
              <a:pathLst>
                <a:path extrusionOk="0" h="5004" w="7407">
                  <a:moveTo>
                    <a:pt x="7406" y="0"/>
                  </a:moveTo>
                  <a:cubicBezTo>
                    <a:pt x="7406" y="0"/>
                    <a:pt x="6005" y="400"/>
                    <a:pt x="3737" y="1168"/>
                  </a:cubicBezTo>
                  <a:cubicBezTo>
                    <a:pt x="1469" y="1968"/>
                    <a:pt x="968" y="3069"/>
                    <a:pt x="968" y="3069"/>
                  </a:cubicBezTo>
                  <a:lnTo>
                    <a:pt x="1" y="5004"/>
                  </a:lnTo>
                  <a:cubicBezTo>
                    <a:pt x="1635" y="4704"/>
                    <a:pt x="3237" y="4270"/>
                    <a:pt x="4804" y="3703"/>
                  </a:cubicBezTo>
                  <a:cubicBezTo>
                    <a:pt x="6972" y="2869"/>
                    <a:pt x="7406" y="0"/>
                    <a:pt x="7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8"/>
            <p:cNvSpPr/>
            <p:nvPr/>
          </p:nvSpPr>
          <p:spPr>
            <a:xfrm>
              <a:off x="7074411" y="4241491"/>
              <a:ext cx="150754" cy="47672"/>
            </a:xfrm>
            <a:custGeom>
              <a:rect b="b" l="l" r="r" t="t"/>
              <a:pathLst>
                <a:path extrusionOk="0" h="2785" w="8807">
                  <a:moveTo>
                    <a:pt x="4094" y="0"/>
                  </a:moveTo>
                  <a:cubicBezTo>
                    <a:pt x="2338" y="0"/>
                    <a:pt x="1635" y="578"/>
                    <a:pt x="1635" y="578"/>
                  </a:cubicBezTo>
                  <a:lnTo>
                    <a:pt x="0" y="1979"/>
                  </a:lnTo>
                  <a:cubicBezTo>
                    <a:pt x="1601" y="2379"/>
                    <a:pt x="3236" y="2646"/>
                    <a:pt x="4904" y="2780"/>
                  </a:cubicBezTo>
                  <a:cubicBezTo>
                    <a:pt x="4965" y="2783"/>
                    <a:pt x="5026" y="2785"/>
                    <a:pt x="5086" y="2785"/>
                  </a:cubicBezTo>
                  <a:cubicBezTo>
                    <a:pt x="7289" y="2785"/>
                    <a:pt x="8806" y="478"/>
                    <a:pt x="8806" y="478"/>
                  </a:cubicBezTo>
                  <a:cubicBezTo>
                    <a:pt x="8806" y="478"/>
                    <a:pt x="7372" y="278"/>
                    <a:pt x="4970" y="44"/>
                  </a:cubicBezTo>
                  <a:cubicBezTo>
                    <a:pt x="4653" y="13"/>
                    <a:pt x="4361" y="0"/>
                    <a:pt x="4094"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8"/>
            <p:cNvSpPr/>
            <p:nvPr/>
          </p:nvSpPr>
          <p:spPr>
            <a:xfrm>
              <a:off x="7082405" y="4087502"/>
              <a:ext cx="61109" cy="152466"/>
            </a:xfrm>
            <a:custGeom>
              <a:rect b="b" l="l" r="r" t="t"/>
              <a:pathLst>
                <a:path extrusionOk="0" h="8907" w="3570">
                  <a:moveTo>
                    <a:pt x="2268" y="0"/>
                  </a:moveTo>
                  <a:cubicBezTo>
                    <a:pt x="2268" y="0"/>
                    <a:pt x="0" y="1835"/>
                    <a:pt x="367" y="4103"/>
                  </a:cubicBezTo>
                  <a:cubicBezTo>
                    <a:pt x="667" y="5738"/>
                    <a:pt x="1067" y="7339"/>
                    <a:pt x="1635" y="8907"/>
                  </a:cubicBezTo>
                  <a:lnTo>
                    <a:pt x="2869" y="7106"/>
                  </a:lnTo>
                  <a:cubicBezTo>
                    <a:pt x="2869" y="7106"/>
                    <a:pt x="3569" y="6105"/>
                    <a:pt x="3102" y="3736"/>
                  </a:cubicBezTo>
                  <a:cubicBezTo>
                    <a:pt x="2635" y="1368"/>
                    <a:pt x="2268" y="0"/>
                    <a:pt x="2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8"/>
            <p:cNvSpPr/>
            <p:nvPr/>
          </p:nvSpPr>
          <p:spPr>
            <a:xfrm>
              <a:off x="7023589" y="4168006"/>
              <a:ext cx="51969" cy="145619"/>
            </a:xfrm>
            <a:custGeom>
              <a:rect b="b" l="l" r="r" t="t"/>
              <a:pathLst>
                <a:path extrusionOk="0" h="8507" w="3036">
                  <a:moveTo>
                    <a:pt x="3036" y="1"/>
                  </a:moveTo>
                  <a:cubicBezTo>
                    <a:pt x="3036" y="1"/>
                    <a:pt x="367" y="1202"/>
                    <a:pt x="134" y="3537"/>
                  </a:cubicBezTo>
                  <a:cubicBezTo>
                    <a:pt x="0" y="5171"/>
                    <a:pt x="34" y="6839"/>
                    <a:pt x="167" y="8507"/>
                  </a:cubicBezTo>
                  <a:lnTo>
                    <a:pt x="1802" y="7073"/>
                  </a:lnTo>
                  <a:cubicBezTo>
                    <a:pt x="1802" y="7073"/>
                    <a:pt x="2702" y="6272"/>
                    <a:pt x="2869" y="3870"/>
                  </a:cubicBezTo>
                  <a:cubicBezTo>
                    <a:pt x="3036" y="1469"/>
                    <a:pt x="3036" y="1"/>
                    <a:pt x="3036"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8"/>
            <p:cNvSpPr/>
            <p:nvPr/>
          </p:nvSpPr>
          <p:spPr>
            <a:xfrm>
              <a:off x="6975626" y="3734625"/>
              <a:ext cx="385435" cy="620116"/>
            </a:xfrm>
            <a:custGeom>
              <a:rect b="b" l="l" r="r" t="t"/>
              <a:pathLst>
                <a:path extrusionOk="0" fill="none" h="36227" w="22517">
                  <a:moveTo>
                    <a:pt x="22516" y="1"/>
                  </a:moveTo>
                  <a:cubicBezTo>
                    <a:pt x="21883" y="1101"/>
                    <a:pt x="21282" y="2236"/>
                    <a:pt x="20782" y="3370"/>
                  </a:cubicBezTo>
                  <a:cubicBezTo>
                    <a:pt x="19414" y="6639"/>
                    <a:pt x="19548" y="9407"/>
                    <a:pt x="18347" y="12376"/>
                  </a:cubicBezTo>
                  <a:cubicBezTo>
                    <a:pt x="17179" y="15345"/>
                    <a:pt x="13310" y="17613"/>
                    <a:pt x="11508" y="21249"/>
                  </a:cubicBezTo>
                  <a:cubicBezTo>
                    <a:pt x="9707" y="24852"/>
                    <a:pt x="9741" y="27587"/>
                    <a:pt x="7873" y="29555"/>
                  </a:cubicBezTo>
                  <a:cubicBezTo>
                    <a:pt x="6005" y="31523"/>
                    <a:pt x="0" y="36227"/>
                    <a:pt x="0" y="36227"/>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8"/>
            <p:cNvSpPr/>
            <p:nvPr/>
          </p:nvSpPr>
          <p:spPr>
            <a:xfrm>
              <a:off x="7321639" y="3744913"/>
              <a:ext cx="12581" cy="37693"/>
            </a:xfrm>
            <a:custGeom>
              <a:rect b="b" l="l" r="r" t="t"/>
              <a:pathLst>
                <a:path extrusionOk="0" fill="none" h="2202" w="735">
                  <a:moveTo>
                    <a:pt x="735" y="2202"/>
                  </a:moveTo>
                  <a:lnTo>
                    <a:pt x="1" y="0"/>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8"/>
            <p:cNvSpPr/>
            <p:nvPr/>
          </p:nvSpPr>
          <p:spPr>
            <a:xfrm>
              <a:off x="7348479" y="3746624"/>
              <a:ext cx="23999" cy="11999"/>
            </a:xfrm>
            <a:custGeom>
              <a:rect b="b" l="l" r="r" t="t"/>
              <a:pathLst>
                <a:path extrusionOk="0" fill="none" h="701" w="1402">
                  <a:moveTo>
                    <a:pt x="0" y="701"/>
                  </a:moveTo>
                  <a:lnTo>
                    <a:pt x="1401" y="0"/>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8"/>
            <p:cNvSpPr/>
            <p:nvPr/>
          </p:nvSpPr>
          <p:spPr>
            <a:xfrm>
              <a:off x="7267976" y="3881373"/>
              <a:ext cx="21705" cy="62256"/>
            </a:xfrm>
            <a:custGeom>
              <a:rect b="b" l="l" r="r" t="t"/>
              <a:pathLst>
                <a:path extrusionOk="0" fill="none" h="3637" w="1268">
                  <a:moveTo>
                    <a:pt x="1268" y="3636"/>
                  </a:moveTo>
                  <a:cubicBezTo>
                    <a:pt x="1268" y="3636"/>
                    <a:pt x="667" y="1835"/>
                    <a:pt x="0"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8"/>
            <p:cNvSpPr/>
            <p:nvPr/>
          </p:nvSpPr>
          <p:spPr>
            <a:xfrm>
              <a:off x="7301663" y="3869374"/>
              <a:ext cx="78809" cy="33139"/>
            </a:xfrm>
            <a:custGeom>
              <a:rect b="b" l="l" r="r" t="t"/>
              <a:pathLst>
                <a:path extrusionOk="0" fill="none" h="1936" w="4604">
                  <a:moveTo>
                    <a:pt x="0" y="1936"/>
                  </a:moveTo>
                  <a:cubicBezTo>
                    <a:pt x="1468" y="1135"/>
                    <a:pt x="3002" y="501"/>
                    <a:pt x="4603"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8"/>
            <p:cNvSpPr/>
            <p:nvPr/>
          </p:nvSpPr>
          <p:spPr>
            <a:xfrm>
              <a:off x="7175473" y="3989282"/>
              <a:ext cx="8011" cy="93667"/>
            </a:xfrm>
            <a:custGeom>
              <a:rect b="b" l="l" r="r" t="t"/>
              <a:pathLst>
                <a:path extrusionOk="0" fill="none" h="5472" w="468">
                  <a:moveTo>
                    <a:pt x="267" y="5472"/>
                  </a:moveTo>
                  <a:cubicBezTo>
                    <a:pt x="467" y="3637"/>
                    <a:pt x="367" y="1802"/>
                    <a:pt x="0"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8"/>
            <p:cNvSpPr/>
            <p:nvPr/>
          </p:nvSpPr>
          <p:spPr>
            <a:xfrm>
              <a:off x="7168044" y="4069803"/>
              <a:ext cx="82250" cy="39986"/>
            </a:xfrm>
            <a:custGeom>
              <a:rect b="b" l="l" r="r" t="t"/>
              <a:pathLst>
                <a:path extrusionOk="0" fill="none" h="2336" w="4805">
                  <a:moveTo>
                    <a:pt x="1" y="2335"/>
                  </a:moveTo>
                  <a:cubicBezTo>
                    <a:pt x="1001" y="1702"/>
                    <a:pt x="2069" y="1134"/>
                    <a:pt x="3136" y="667"/>
                  </a:cubicBezTo>
                  <a:cubicBezTo>
                    <a:pt x="4604" y="67"/>
                    <a:pt x="4804" y="0"/>
                    <a:pt x="4804"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8"/>
            <p:cNvSpPr/>
            <p:nvPr/>
          </p:nvSpPr>
          <p:spPr>
            <a:xfrm>
              <a:off x="7084682" y="4261656"/>
              <a:ext cx="86238" cy="3441"/>
            </a:xfrm>
            <a:custGeom>
              <a:rect b="b" l="l" r="r" t="t"/>
              <a:pathLst>
                <a:path extrusionOk="0" fill="none" h="201" w="5038">
                  <a:moveTo>
                    <a:pt x="0" y="201"/>
                  </a:moveTo>
                  <a:cubicBezTo>
                    <a:pt x="1068" y="67"/>
                    <a:pt x="2102" y="0"/>
                    <a:pt x="3169" y="67"/>
                  </a:cubicBezTo>
                  <a:cubicBezTo>
                    <a:pt x="3803" y="134"/>
                    <a:pt x="4404" y="167"/>
                    <a:pt x="5037" y="167"/>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8"/>
            <p:cNvSpPr/>
            <p:nvPr/>
          </p:nvSpPr>
          <p:spPr>
            <a:xfrm>
              <a:off x="7110375" y="4137742"/>
              <a:ext cx="7446" cy="102808"/>
            </a:xfrm>
            <a:custGeom>
              <a:rect b="b" l="l" r="r" t="t"/>
              <a:pathLst>
                <a:path extrusionOk="0" fill="none" h="6006" w="435">
                  <a:moveTo>
                    <a:pt x="1" y="6005"/>
                  </a:moveTo>
                  <a:cubicBezTo>
                    <a:pt x="234" y="5004"/>
                    <a:pt x="367" y="3970"/>
                    <a:pt x="434" y="2936"/>
                  </a:cubicBezTo>
                  <a:cubicBezTo>
                    <a:pt x="434" y="1936"/>
                    <a:pt x="367" y="968"/>
                    <a:pt x="234"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8"/>
            <p:cNvSpPr/>
            <p:nvPr/>
          </p:nvSpPr>
          <p:spPr>
            <a:xfrm>
              <a:off x="7026448" y="4205699"/>
              <a:ext cx="29134" cy="107926"/>
            </a:xfrm>
            <a:custGeom>
              <a:rect b="b" l="l" r="r" t="t"/>
              <a:pathLst>
                <a:path extrusionOk="0" fill="none" h="6305" w="1702">
                  <a:moveTo>
                    <a:pt x="0" y="6305"/>
                  </a:moveTo>
                  <a:cubicBezTo>
                    <a:pt x="600" y="5571"/>
                    <a:pt x="967" y="4737"/>
                    <a:pt x="1134" y="3803"/>
                  </a:cubicBezTo>
                  <a:cubicBezTo>
                    <a:pt x="1268" y="2435"/>
                    <a:pt x="1601" y="701"/>
                    <a:pt x="1701" y="0"/>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8"/>
            <p:cNvSpPr/>
            <p:nvPr/>
          </p:nvSpPr>
          <p:spPr>
            <a:xfrm>
              <a:off x="5703453" y="3686662"/>
              <a:ext cx="55974" cy="175317"/>
            </a:xfrm>
            <a:custGeom>
              <a:rect b="b" l="l" r="r" t="t"/>
              <a:pathLst>
                <a:path extrusionOk="0" h="10242" w="3270">
                  <a:moveTo>
                    <a:pt x="234" y="1"/>
                  </a:moveTo>
                  <a:cubicBezTo>
                    <a:pt x="234" y="1"/>
                    <a:pt x="101" y="1702"/>
                    <a:pt x="34" y="4537"/>
                  </a:cubicBezTo>
                  <a:cubicBezTo>
                    <a:pt x="1" y="7373"/>
                    <a:pt x="968" y="8407"/>
                    <a:pt x="968" y="8407"/>
                  </a:cubicBezTo>
                  <a:lnTo>
                    <a:pt x="2769" y="10241"/>
                  </a:lnTo>
                  <a:cubicBezTo>
                    <a:pt x="3103" y="8307"/>
                    <a:pt x="3270" y="6372"/>
                    <a:pt x="3270" y="4404"/>
                  </a:cubicBezTo>
                  <a:cubicBezTo>
                    <a:pt x="3236" y="1669"/>
                    <a:pt x="234" y="1"/>
                    <a:pt x="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8"/>
            <p:cNvSpPr/>
            <p:nvPr/>
          </p:nvSpPr>
          <p:spPr>
            <a:xfrm>
              <a:off x="5845066" y="3762612"/>
              <a:ext cx="56539" cy="175300"/>
            </a:xfrm>
            <a:custGeom>
              <a:rect b="b" l="l" r="r" t="t"/>
              <a:pathLst>
                <a:path extrusionOk="0" h="10241" w="3303">
                  <a:moveTo>
                    <a:pt x="234" y="0"/>
                  </a:moveTo>
                  <a:cubicBezTo>
                    <a:pt x="234" y="0"/>
                    <a:pt x="100" y="1701"/>
                    <a:pt x="33" y="4537"/>
                  </a:cubicBezTo>
                  <a:cubicBezTo>
                    <a:pt x="0" y="7372"/>
                    <a:pt x="967" y="8406"/>
                    <a:pt x="967" y="8406"/>
                  </a:cubicBezTo>
                  <a:lnTo>
                    <a:pt x="2769" y="10241"/>
                  </a:lnTo>
                  <a:cubicBezTo>
                    <a:pt x="3102" y="8306"/>
                    <a:pt x="3269" y="6371"/>
                    <a:pt x="3302" y="4403"/>
                  </a:cubicBezTo>
                  <a:cubicBezTo>
                    <a:pt x="3236" y="1668"/>
                    <a:pt x="234" y="0"/>
                    <a:pt x="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8"/>
            <p:cNvSpPr/>
            <p:nvPr/>
          </p:nvSpPr>
          <p:spPr>
            <a:xfrm>
              <a:off x="5605815" y="3847019"/>
              <a:ext cx="178159" cy="56145"/>
            </a:xfrm>
            <a:custGeom>
              <a:rect b="b" l="l" r="r" t="t"/>
              <a:pathLst>
                <a:path extrusionOk="0" h="3280" w="10408">
                  <a:moveTo>
                    <a:pt x="5444" y="1"/>
                  </a:moveTo>
                  <a:cubicBezTo>
                    <a:pt x="5164" y="1"/>
                    <a:pt x="4862" y="13"/>
                    <a:pt x="4537" y="39"/>
                  </a:cubicBezTo>
                  <a:cubicBezTo>
                    <a:pt x="1702" y="273"/>
                    <a:pt x="0" y="506"/>
                    <a:pt x="0" y="506"/>
                  </a:cubicBezTo>
                  <a:cubicBezTo>
                    <a:pt x="0" y="506"/>
                    <a:pt x="1785" y="3280"/>
                    <a:pt x="4421" y="3280"/>
                  </a:cubicBezTo>
                  <a:cubicBezTo>
                    <a:pt x="4481" y="3280"/>
                    <a:pt x="4542" y="3278"/>
                    <a:pt x="4604" y="3275"/>
                  </a:cubicBezTo>
                  <a:cubicBezTo>
                    <a:pt x="6572" y="3142"/>
                    <a:pt x="8507" y="2841"/>
                    <a:pt x="10408" y="2374"/>
                  </a:cubicBezTo>
                  <a:lnTo>
                    <a:pt x="8440" y="707"/>
                  </a:lnTo>
                  <a:cubicBezTo>
                    <a:pt x="8440" y="707"/>
                    <a:pt x="7603" y="1"/>
                    <a:pt x="54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8"/>
            <p:cNvSpPr/>
            <p:nvPr/>
          </p:nvSpPr>
          <p:spPr>
            <a:xfrm>
              <a:off x="5774833" y="3940463"/>
              <a:ext cx="180453" cy="58679"/>
            </a:xfrm>
            <a:custGeom>
              <a:rect b="b" l="l" r="r" t="t"/>
              <a:pathLst>
                <a:path extrusionOk="0" h="3428" w="10542">
                  <a:moveTo>
                    <a:pt x="6239" y="1"/>
                  </a:moveTo>
                  <a:cubicBezTo>
                    <a:pt x="5736" y="1"/>
                    <a:pt x="5137" y="51"/>
                    <a:pt x="4437" y="184"/>
                  </a:cubicBezTo>
                  <a:cubicBezTo>
                    <a:pt x="1668" y="718"/>
                    <a:pt x="0" y="1118"/>
                    <a:pt x="0" y="1118"/>
                  </a:cubicBezTo>
                  <a:cubicBezTo>
                    <a:pt x="0" y="1118"/>
                    <a:pt x="1876" y="3428"/>
                    <a:pt x="4313" y="3428"/>
                  </a:cubicBezTo>
                  <a:cubicBezTo>
                    <a:pt x="4496" y="3428"/>
                    <a:pt x="4682" y="3415"/>
                    <a:pt x="4870" y="3387"/>
                  </a:cubicBezTo>
                  <a:cubicBezTo>
                    <a:pt x="6805" y="3053"/>
                    <a:pt x="8673" y="2553"/>
                    <a:pt x="10541" y="1886"/>
                  </a:cubicBezTo>
                  <a:lnTo>
                    <a:pt x="8406" y="451"/>
                  </a:lnTo>
                  <a:cubicBezTo>
                    <a:pt x="8406" y="451"/>
                    <a:pt x="7749"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8"/>
            <p:cNvSpPr/>
            <p:nvPr/>
          </p:nvSpPr>
          <p:spPr>
            <a:xfrm>
              <a:off x="5903300" y="4078687"/>
              <a:ext cx="174171" cy="55991"/>
            </a:xfrm>
            <a:custGeom>
              <a:rect b="b" l="l" r="r" t="t"/>
              <a:pathLst>
                <a:path extrusionOk="0" h="3271" w="10175">
                  <a:moveTo>
                    <a:pt x="2125" y="0"/>
                  </a:moveTo>
                  <a:cubicBezTo>
                    <a:pt x="771" y="0"/>
                    <a:pt x="1" y="15"/>
                    <a:pt x="1" y="15"/>
                  </a:cubicBezTo>
                  <a:cubicBezTo>
                    <a:pt x="1" y="15"/>
                    <a:pt x="1568" y="3084"/>
                    <a:pt x="4304" y="3251"/>
                  </a:cubicBezTo>
                  <a:cubicBezTo>
                    <a:pt x="4699" y="3264"/>
                    <a:pt x="5095" y="3271"/>
                    <a:pt x="5493" y="3271"/>
                  </a:cubicBezTo>
                  <a:cubicBezTo>
                    <a:pt x="7042" y="3271"/>
                    <a:pt x="8608" y="3170"/>
                    <a:pt x="10174" y="2984"/>
                  </a:cubicBezTo>
                  <a:lnTo>
                    <a:pt x="8373" y="1116"/>
                  </a:lnTo>
                  <a:cubicBezTo>
                    <a:pt x="8373" y="1116"/>
                    <a:pt x="7406" y="82"/>
                    <a:pt x="4570" y="15"/>
                  </a:cubicBezTo>
                  <a:cubicBezTo>
                    <a:pt x="3625" y="4"/>
                    <a:pt x="2803" y="0"/>
                    <a:pt x="21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8"/>
            <p:cNvSpPr/>
            <p:nvPr/>
          </p:nvSpPr>
          <p:spPr>
            <a:xfrm>
              <a:off x="6047755" y="3991576"/>
              <a:ext cx="68538" cy="167888"/>
            </a:xfrm>
            <a:custGeom>
              <a:rect b="b" l="l" r="r" t="t"/>
              <a:pathLst>
                <a:path extrusionOk="0" h="9808" w="4004">
                  <a:moveTo>
                    <a:pt x="1" y="0"/>
                  </a:moveTo>
                  <a:lnTo>
                    <a:pt x="1" y="0"/>
                  </a:lnTo>
                  <a:cubicBezTo>
                    <a:pt x="1" y="1"/>
                    <a:pt x="101" y="1702"/>
                    <a:pt x="435" y="4537"/>
                  </a:cubicBezTo>
                  <a:cubicBezTo>
                    <a:pt x="801" y="7339"/>
                    <a:pt x="1902" y="8206"/>
                    <a:pt x="1902" y="8206"/>
                  </a:cubicBezTo>
                  <a:lnTo>
                    <a:pt x="3937" y="9807"/>
                  </a:lnTo>
                  <a:cubicBezTo>
                    <a:pt x="4004" y="7839"/>
                    <a:pt x="3904" y="5871"/>
                    <a:pt x="3637" y="3937"/>
                  </a:cubicBezTo>
                  <a:cubicBezTo>
                    <a:pt x="3203" y="1235"/>
                    <a:pt x="1" y="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8"/>
            <p:cNvSpPr/>
            <p:nvPr/>
          </p:nvSpPr>
          <p:spPr>
            <a:xfrm>
              <a:off x="6060319" y="4192621"/>
              <a:ext cx="173606" cy="55752"/>
            </a:xfrm>
            <a:custGeom>
              <a:rect b="b" l="l" r="r" t="t"/>
              <a:pathLst>
                <a:path extrusionOk="0" h="3257" w="10142">
                  <a:moveTo>
                    <a:pt x="2101" y="1"/>
                  </a:moveTo>
                  <a:cubicBezTo>
                    <a:pt x="757" y="1"/>
                    <a:pt x="1" y="31"/>
                    <a:pt x="1" y="31"/>
                  </a:cubicBezTo>
                  <a:cubicBezTo>
                    <a:pt x="1" y="31"/>
                    <a:pt x="1535" y="3099"/>
                    <a:pt x="4270" y="3233"/>
                  </a:cubicBezTo>
                  <a:cubicBezTo>
                    <a:pt x="4735" y="3249"/>
                    <a:pt x="5200" y="3257"/>
                    <a:pt x="5664" y="3257"/>
                  </a:cubicBezTo>
                  <a:cubicBezTo>
                    <a:pt x="7166" y="3257"/>
                    <a:pt x="8663" y="3170"/>
                    <a:pt x="10141" y="2966"/>
                  </a:cubicBezTo>
                  <a:lnTo>
                    <a:pt x="8373" y="1098"/>
                  </a:lnTo>
                  <a:cubicBezTo>
                    <a:pt x="8373" y="1098"/>
                    <a:pt x="7373" y="64"/>
                    <a:pt x="4537" y="31"/>
                  </a:cubicBezTo>
                  <a:cubicBezTo>
                    <a:pt x="3592" y="8"/>
                    <a:pt x="2773" y="1"/>
                    <a:pt x="2101"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8"/>
            <p:cNvSpPr/>
            <p:nvPr/>
          </p:nvSpPr>
          <p:spPr>
            <a:xfrm>
              <a:off x="6141970" y="4266226"/>
              <a:ext cx="155906" cy="93085"/>
            </a:xfrm>
            <a:custGeom>
              <a:rect b="b" l="l" r="r" t="t"/>
              <a:pathLst>
                <a:path extrusionOk="0" h="5438" w="9108">
                  <a:moveTo>
                    <a:pt x="1" y="0"/>
                  </a:moveTo>
                  <a:cubicBezTo>
                    <a:pt x="1" y="0"/>
                    <a:pt x="735" y="3369"/>
                    <a:pt x="3337" y="4203"/>
                  </a:cubicBezTo>
                  <a:cubicBezTo>
                    <a:pt x="5205" y="4770"/>
                    <a:pt x="7139" y="5171"/>
                    <a:pt x="9107" y="5437"/>
                  </a:cubicBezTo>
                  <a:lnTo>
                    <a:pt x="7840" y="3169"/>
                  </a:lnTo>
                  <a:cubicBezTo>
                    <a:pt x="7840" y="3169"/>
                    <a:pt x="7139" y="1935"/>
                    <a:pt x="4437" y="1168"/>
                  </a:cubicBezTo>
                  <a:cubicBezTo>
                    <a:pt x="1702" y="367"/>
                    <a:pt x="1" y="0"/>
                    <a:pt x="1"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8"/>
            <p:cNvSpPr/>
            <p:nvPr/>
          </p:nvSpPr>
          <p:spPr>
            <a:xfrm>
              <a:off x="5713724" y="3828275"/>
              <a:ext cx="618986" cy="600122"/>
            </a:xfrm>
            <a:custGeom>
              <a:rect b="b" l="l" r="r" t="t"/>
              <a:pathLst>
                <a:path extrusionOk="0" fill="none" h="35059" w="36161">
                  <a:moveTo>
                    <a:pt x="1" y="0"/>
                  </a:moveTo>
                  <a:cubicBezTo>
                    <a:pt x="1102" y="1001"/>
                    <a:pt x="2269" y="1935"/>
                    <a:pt x="3470" y="2836"/>
                  </a:cubicBezTo>
                  <a:cubicBezTo>
                    <a:pt x="6873" y="5237"/>
                    <a:pt x="10142" y="5771"/>
                    <a:pt x="13244" y="7873"/>
                  </a:cubicBezTo>
                  <a:cubicBezTo>
                    <a:pt x="16346" y="10007"/>
                    <a:pt x="18014" y="15011"/>
                    <a:pt x="21750" y="18013"/>
                  </a:cubicBezTo>
                  <a:cubicBezTo>
                    <a:pt x="25452" y="21015"/>
                    <a:pt x="28621" y="21649"/>
                    <a:pt x="30423" y="24284"/>
                  </a:cubicBezTo>
                  <a:cubicBezTo>
                    <a:pt x="32257" y="26953"/>
                    <a:pt x="36160" y="35059"/>
                    <a:pt x="36160" y="35059"/>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8"/>
            <p:cNvSpPr/>
            <p:nvPr/>
          </p:nvSpPr>
          <p:spPr>
            <a:xfrm>
              <a:off x="5715453" y="3870521"/>
              <a:ext cx="46833" cy="5152"/>
            </a:xfrm>
            <a:custGeom>
              <a:rect b="b" l="l" r="r" t="t"/>
              <a:pathLst>
                <a:path extrusionOk="0" fill="none" h="301" w="2736">
                  <a:moveTo>
                    <a:pt x="2735" y="1"/>
                  </a:moveTo>
                  <a:lnTo>
                    <a:pt x="0" y="301"/>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8"/>
            <p:cNvSpPr/>
            <p:nvPr/>
          </p:nvSpPr>
          <p:spPr>
            <a:xfrm>
              <a:off x="5730294" y="3817987"/>
              <a:ext cx="8011" cy="30281"/>
            </a:xfrm>
            <a:custGeom>
              <a:rect b="b" l="l" r="r" t="t"/>
              <a:pathLst>
                <a:path extrusionOk="0" fill="none" h="1769" w="468">
                  <a:moveTo>
                    <a:pt x="467" y="1769"/>
                  </a:moveTo>
                  <a:lnTo>
                    <a:pt x="0" y="1"/>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8"/>
            <p:cNvSpPr/>
            <p:nvPr/>
          </p:nvSpPr>
          <p:spPr>
            <a:xfrm>
              <a:off x="5859342" y="3962459"/>
              <a:ext cx="77662" cy="9723"/>
            </a:xfrm>
            <a:custGeom>
              <a:rect b="b" l="l" r="r" t="t"/>
              <a:pathLst>
                <a:path extrusionOk="0" fill="none" h="568" w="4537">
                  <a:moveTo>
                    <a:pt x="4537" y="0"/>
                  </a:moveTo>
                  <a:cubicBezTo>
                    <a:pt x="4537" y="0"/>
                    <a:pt x="2268" y="267"/>
                    <a:pt x="0" y="567"/>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8"/>
            <p:cNvSpPr/>
            <p:nvPr/>
          </p:nvSpPr>
          <p:spPr>
            <a:xfrm>
              <a:off x="5873601" y="3839692"/>
              <a:ext cx="18863" cy="98802"/>
            </a:xfrm>
            <a:custGeom>
              <a:rect b="b" l="l" r="r" t="t"/>
              <a:pathLst>
                <a:path extrusionOk="0" fill="none" h="5772" w="1102">
                  <a:moveTo>
                    <a:pt x="1102" y="5771"/>
                  </a:moveTo>
                  <a:cubicBezTo>
                    <a:pt x="535" y="3870"/>
                    <a:pt x="168" y="1968"/>
                    <a:pt x="1"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8"/>
            <p:cNvSpPr/>
            <p:nvPr/>
          </p:nvSpPr>
          <p:spPr>
            <a:xfrm>
              <a:off x="5960969" y="4105767"/>
              <a:ext cx="109073" cy="18299"/>
            </a:xfrm>
            <a:custGeom>
              <a:rect b="b" l="l" r="r" t="t"/>
              <a:pathLst>
                <a:path extrusionOk="0" fill="none" h="1069" w="6372">
                  <a:moveTo>
                    <a:pt x="6372" y="1068"/>
                  </a:moveTo>
                  <a:cubicBezTo>
                    <a:pt x="4304" y="401"/>
                    <a:pt x="2169" y="34"/>
                    <a:pt x="1"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8"/>
            <p:cNvSpPr/>
            <p:nvPr/>
          </p:nvSpPr>
          <p:spPr>
            <a:xfrm>
              <a:off x="6072318" y="4039539"/>
              <a:ext cx="25710" cy="105084"/>
            </a:xfrm>
            <a:custGeom>
              <a:rect b="b" l="l" r="r" t="t"/>
              <a:pathLst>
                <a:path extrusionOk="0" fill="none" h="6139" w="1502">
                  <a:moveTo>
                    <a:pt x="1501" y="6138"/>
                  </a:moveTo>
                  <a:cubicBezTo>
                    <a:pt x="1001" y="4804"/>
                    <a:pt x="634" y="3470"/>
                    <a:pt x="367" y="2102"/>
                  </a:cubicBezTo>
                  <a:cubicBezTo>
                    <a:pt x="34" y="234"/>
                    <a:pt x="0" y="0"/>
                    <a:pt x="0"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8"/>
            <p:cNvSpPr/>
            <p:nvPr/>
          </p:nvSpPr>
          <p:spPr>
            <a:xfrm>
              <a:off x="6116858" y="4213692"/>
              <a:ext cx="118213" cy="30281"/>
            </a:xfrm>
            <a:custGeom>
              <a:rect b="b" l="l" r="r" t="t"/>
              <a:pathLst>
                <a:path extrusionOk="0" fill="none" h="1769" w="6906">
                  <a:moveTo>
                    <a:pt x="6905" y="1768"/>
                  </a:moveTo>
                  <a:cubicBezTo>
                    <a:pt x="5771" y="1268"/>
                    <a:pt x="4603" y="834"/>
                    <a:pt x="3436" y="534"/>
                  </a:cubicBezTo>
                  <a:cubicBezTo>
                    <a:pt x="2302" y="234"/>
                    <a:pt x="1168" y="67"/>
                    <a:pt x="0" y="0"/>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8"/>
            <p:cNvSpPr/>
            <p:nvPr/>
          </p:nvSpPr>
          <p:spPr>
            <a:xfrm>
              <a:off x="6180227" y="4298766"/>
              <a:ext cx="117649" cy="60545"/>
            </a:xfrm>
            <a:custGeom>
              <a:rect b="b" l="l" r="r" t="t"/>
              <a:pathLst>
                <a:path extrusionOk="0" fill="none" h="3537" w="6873">
                  <a:moveTo>
                    <a:pt x="6872" y="3536"/>
                  </a:moveTo>
                  <a:cubicBezTo>
                    <a:pt x="6172" y="2669"/>
                    <a:pt x="5271" y="2002"/>
                    <a:pt x="4270" y="1602"/>
                  </a:cubicBezTo>
                  <a:cubicBezTo>
                    <a:pt x="2736" y="1101"/>
                    <a:pt x="801" y="301"/>
                    <a:pt x="1" y="1"/>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8"/>
            <p:cNvSpPr/>
            <p:nvPr/>
          </p:nvSpPr>
          <p:spPr>
            <a:xfrm>
              <a:off x="6020350" y="3884232"/>
              <a:ext cx="103937" cy="50839"/>
            </a:xfrm>
            <a:custGeom>
              <a:rect b="b" l="l" r="r" t="t"/>
              <a:pathLst>
                <a:path extrusionOk="0" h="2970" w="6072">
                  <a:moveTo>
                    <a:pt x="1" y="0"/>
                  </a:moveTo>
                  <a:cubicBezTo>
                    <a:pt x="1" y="0"/>
                    <a:pt x="635" y="2068"/>
                    <a:pt x="2336" y="2502"/>
                  </a:cubicBezTo>
                  <a:cubicBezTo>
                    <a:pt x="3570" y="2769"/>
                    <a:pt x="4804" y="2902"/>
                    <a:pt x="6072" y="2969"/>
                  </a:cubicBezTo>
                  <a:lnTo>
                    <a:pt x="5138" y="1601"/>
                  </a:lnTo>
                  <a:cubicBezTo>
                    <a:pt x="5138" y="1601"/>
                    <a:pt x="4637" y="834"/>
                    <a:pt x="2869" y="501"/>
                  </a:cubicBezTo>
                  <a:cubicBezTo>
                    <a:pt x="1102" y="134"/>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8"/>
            <p:cNvSpPr/>
            <p:nvPr/>
          </p:nvSpPr>
          <p:spPr>
            <a:xfrm>
              <a:off x="6048337" y="3982435"/>
              <a:ext cx="103937" cy="50839"/>
            </a:xfrm>
            <a:custGeom>
              <a:rect b="b" l="l" r="r" t="t"/>
              <a:pathLst>
                <a:path extrusionOk="0" h="2970" w="6072">
                  <a:moveTo>
                    <a:pt x="0" y="1"/>
                  </a:moveTo>
                  <a:cubicBezTo>
                    <a:pt x="0" y="1"/>
                    <a:pt x="667" y="2102"/>
                    <a:pt x="2335" y="2502"/>
                  </a:cubicBezTo>
                  <a:cubicBezTo>
                    <a:pt x="3569" y="2769"/>
                    <a:pt x="4804" y="2903"/>
                    <a:pt x="6071" y="2969"/>
                  </a:cubicBezTo>
                  <a:lnTo>
                    <a:pt x="5137" y="1602"/>
                  </a:lnTo>
                  <a:cubicBezTo>
                    <a:pt x="5137" y="1602"/>
                    <a:pt x="4637" y="835"/>
                    <a:pt x="2869" y="501"/>
                  </a:cubicBezTo>
                  <a:cubicBezTo>
                    <a:pt x="1101" y="168"/>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8"/>
            <p:cNvSpPr/>
            <p:nvPr/>
          </p:nvSpPr>
          <p:spPr>
            <a:xfrm>
              <a:off x="6115146" y="3843681"/>
              <a:ext cx="50822" cy="115372"/>
            </a:xfrm>
            <a:custGeom>
              <a:rect b="b" l="l" r="r" t="t"/>
              <a:pathLst>
                <a:path extrusionOk="0" h="6740" w="2969">
                  <a:moveTo>
                    <a:pt x="1434" y="1"/>
                  </a:moveTo>
                  <a:cubicBezTo>
                    <a:pt x="1434" y="1"/>
                    <a:pt x="1034" y="1035"/>
                    <a:pt x="500" y="2770"/>
                  </a:cubicBezTo>
                  <a:cubicBezTo>
                    <a:pt x="0" y="4471"/>
                    <a:pt x="400" y="5305"/>
                    <a:pt x="400" y="5305"/>
                  </a:cubicBezTo>
                  <a:lnTo>
                    <a:pt x="1168" y="6739"/>
                  </a:lnTo>
                  <a:cubicBezTo>
                    <a:pt x="1701" y="5605"/>
                    <a:pt x="2168" y="4437"/>
                    <a:pt x="2502" y="3237"/>
                  </a:cubicBezTo>
                  <a:cubicBezTo>
                    <a:pt x="2969" y="1569"/>
                    <a:pt x="1434" y="1"/>
                    <a:pt x="1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8"/>
            <p:cNvSpPr/>
            <p:nvPr/>
          </p:nvSpPr>
          <p:spPr>
            <a:xfrm>
              <a:off x="6148834" y="3963024"/>
              <a:ext cx="55974" cy="114208"/>
            </a:xfrm>
            <a:custGeom>
              <a:rect b="b" l="l" r="r" t="t"/>
              <a:pathLst>
                <a:path extrusionOk="0" h="6672" w="3270">
                  <a:moveTo>
                    <a:pt x="1901" y="1"/>
                  </a:moveTo>
                  <a:cubicBezTo>
                    <a:pt x="1901" y="1"/>
                    <a:pt x="1401" y="968"/>
                    <a:pt x="701" y="2636"/>
                  </a:cubicBezTo>
                  <a:cubicBezTo>
                    <a:pt x="0" y="4304"/>
                    <a:pt x="334" y="5138"/>
                    <a:pt x="334" y="5138"/>
                  </a:cubicBezTo>
                  <a:lnTo>
                    <a:pt x="934" y="6672"/>
                  </a:lnTo>
                  <a:cubicBezTo>
                    <a:pt x="1601" y="5605"/>
                    <a:pt x="2168" y="4470"/>
                    <a:pt x="2635" y="3336"/>
                  </a:cubicBezTo>
                  <a:cubicBezTo>
                    <a:pt x="3269" y="1702"/>
                    <a:pt x="1901"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8"/>
            <p:cNvSpPr/>
            <p:nvPr/>
          </p:nvSpPr>
          <p:spPr>
            <a:xfrm>
              <a:off x="6221908" y="4059515"/>
              <a:ext cx="45139" cy="114790"/>
            </a:xfrm>
            <a:custGeom>
              <a:rect b="b" l="l" r="r" t="t"/>
              <a:pathLst>
                <a:path extrusionOk="0" h="6706" w="2637">
                  <a:moveTo>
                    <a:pt x="968" y="1"/>
                  </a:moveTo>
                  <a:cubicBezTo>
                    <a:pt x="968" y="1"/>
                    <a:pt x="668" y="1068"/>
                    <a:pt x="334" y="2836"/>
                  </a:cubicBezTo>
                  <a:cubicBezTo>
                    <a:pt x="1" y="4571"/>
                    <a:pt x="501" y="5338"/>
                    <a:pt x="501" y="5338"/>
                  </a:cubicBezTo>
                  <a:lnTo>
                    <a:pt x="1402" y="6706"/>
                  </a:lnTo>
                  <a:cubicBezTo>
                    <a:pt x="1835" y="5538"/>
                    <a:pt x="2169" y="4337"/>
                    <a:pt x="2369" y="3103"/>
                  </a:cubicBezTo>
                  <a:cubicBezTo>
                    <a:pt x="2636" y="1369"/>
                    <a:pt x="968" y="1"/>
                    <a:pt x="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8"/>
            <p:cNvSpPr/>
            <p:nvPr/>
          </p:nvSpPr>
          <p:spPr>
            <a:xfrm>
              <a:off x="6164239" y="4136612"/>
              <a:ext cx="95379" cy="65098"/>
            </a:xfrm>
            <a:custGeom>
              <a:rect b="b" l="l" r="r" t="t"/>
              <a:pathLst>
                <a:path extrusionOk="0" h="3803" w="5572">
                  <a:moveTo>
                    <a:pt x="1" y="0"/>
                  </a:moveTo>
                  <a:cubicBezTo>
                    <a:pt x="1" y="0"/>
                    <a:pt x="334" y="2168"/>
                    <a:pt x="1969" y="2802"/>
                  </a:cubicBezTo>
                  <a:cubicBezTo>
                    <a:pt x="3136" y="3236"/>
                    <a:pt x="4337" y="3569"/>
                    <a:pt x="5571" y="3803"/>
                  </a:cubicBezTo>
                  <a:lnTo>
                    <a:pt x="4838" y="2335"/>
                  </a:lnTo>
                  <a:cubicBezTo>
                    <a:pt x="4838" y="2335"/>
                    <a:pt x="4437" y="1501"/>
                    <a:pt x="2769" y="901"/>
                  </a:cubicBezTo>
                  <a:cubicBezTo>
                    <a:pt x="1102" y="334"/>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8"/>
            <p:cNvSpPr/>
            <p:nvPr/>
          </p:nvSpPr>
          <p:spPr>
            <a:xfrm>
              <a:off x="6209926" y="4287965"/>
              <a:ext cx="113078" cy="35433"/>
            </a:xfrm>
            <a:custGeom>
              <a:rect b="b" l="l" r="r" t="t"/>
              <a:pathLst>
                <a:path extrusionOk="0" h="2070" w="6606">
                  <a:moveTo>
                    <a:pt x="3508" y="0"/>
                  </a:moveTo>
                  <a:cubicBezTo>
                    <a:pt x="3313" y="0"/>
                    <a:pt x="3100" y="10"/>
                    <a:pt x="2869" y="31"/>
                  </a:cubicBezTo>
                  <a:cubicBezTo>
                    <a:pt x="1068" y="198"/>
                    <a:pt x="0" y="365"/>
                    <a:pt x="0" y="365"/>
                  </a:cubicBezTo>
                  <a:cubicBezTo>
                    <a:pt x="0" y="365"/>
                    <a:pt x="1137" y="2070"/>
                    <a:pt x="2796" y="2070"/>
                  </a:cubicBezTo>
                  <a:cubicBezTo>
                    <a:pt x="2842" y="2070"/>
                    <a:pt x="2889" y="2069"/>
                    <a:pt x="2936" y="2066"/>
                  </a:cubicBezTo>
                  <a:cubicBezTo>
                    <a:pt x="4170" y="1966"/>
                    <a:pt x="5404" y="1766"/>
                    <a:pt x="6605" y="1466"/>
                  </a:cubicBezTo>
                  <a:lnTo>
                    <a:pt x="5371" y="431"/>
                  </a:lnTo>
                  <a:cubicBezTo>
                    <a:pt x="5371" y="431"/>
                    <a:pt x="4838" y="0"/>
                    <a:pt x="3508"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8"/>
            <p:cNvSpPr/>
            <p:nvPr/>
          </p:nvSpPr>
          <p:spPr>
            <a:xfrm>
              <a:off x="6271018" y="4172011"/>
              <a:ext cx="45704" cy="114790"/>
            </a:xfrm>
            <a:custGeom>
              <a:rect b="b" l="l" r="r" t="t"/>
              <a:pathLst>
                <a:path extrusionOk="0" h="6706" w="2670">
                  <a:moveTo>
                    <a:pt x="968" y="0"/>
                  </a:moveTo>
                  <a:cubicBezTo>
                    <a:pt x="968" y="0"/>
                    <a:pt x="701" y="1068"/>
                    <a:pt x="367" y="2836"/>
                  </a:cubicBezTo>
                  <a:cubicBezTo>
                    <a:pt x="1" y="4604"/>
                    <a:pt x="534" y="5337"/>
                    <a:pt x="534" y="5337"/>
                  </a:cubicBezTo>
                  <a:lnTo>
                    <a:pt x="1435" y="6705"/>
                  </a:lnTo>
                  <a:cubicBezTo>
                    <a:pt x="1869" y="5538"/>
                    <a:pt x="2169" y="4303"/>
                    <a:pt x="2402" y="3103"/>
                  </a:cubicBezTo>
                  <a:cubicBezTo>
                    <a:pt x="2669" y="1368"/>
                    <a:pt x="968" y="0"/>
                    <a:pt x="968"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8"/>
            <p:cNvSpPr/>
            <p:nvPr/>
          </p:nvSpPr>
          <p:spPr>
            <a:xfrm>
              <a:off x="6322405" y="4233104"/>
              <a:ext cx="38840" cy="109073"/>
            </a:xfrm>
            <a:custGeom>
              <a:rect b="b" l="l" r="r" t="t"/>
              <a:pathLst>
                <a:path extrusionOk="0" h="6372" w="2269">
                  <a:moveTo>
                    <a:pt x="1" y="1"/>
                  </a:moveTo>
                  <a:cubicBezTo>
                    <a:pt x="1" y="1"/>
                    <a:pt x="1" y="1068"/>
                    <a:pt x="101" y="2869"/>
                  </a:cubicBezTo>
                  <a:cubicBezTo>
                    <a:pt x="234" y="4671"/>
                    <a:pt x="901" y="5271"/>
                    <a:pt x="901" y="5271"/>
                  </a:cubicBezTo>
                  <a:lnTo>
                    <a:pt x="2169" y="6372"/>
                  </a:lnTo>
                  <a:cubicBezTo>
                    <a:pt x="2269" y="5138"/>
                    <a:pt x="2269" y="3870"/>
                    <a:pt x="2169" y="2636"/>
                  </a:cubicBezTo>
                  <a:cubicBezTo>
                    <a:pt x="1969" y="901"/>
                    <a:pt x="1" y="1"/>
                    <a:pt x="1"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8"/>
            <p:cNvSpPr/>
            <p:nvPr/>
          </p:nvSpPr>
          <p:spPr>
            <a:xfrm>
              <a:off x="6107717" y="3907067"/>
              <a:ext cx="289508" cy="466520"/>
            </a:xfrm>
            <a:custGeom>
              <a:rect b="b" l="l" r="r" t="t"/>
              <a:pathLst>
                <a:path extrusionOk="0" fill="none" h="27254" w="16913">
                  <a:moveTo>
                    <a:pt x="0" y="1"/>
                  </a:moveTo>
                  <a:cubicBezTo>
                    <a:pt x="467" y="834"/>
                    <a:pt x="901" y="1668"/>
                    <a:pt x="1301" y="2536"/>
                  </a:cubicBezTo>
                  <a:cubicBezTo>
                    <a:pt x="2335" y="4971"/>
                    <a:pt x="2235" y="7072"/>
                    <a:pt x="3103" y="9307"/>
                  </a:cubicBezTo>
                  <a:cubicBezTo>
                    <a:pt x="4003" y="11542"/>
                    <a:pt x="6905" y="13243"/>
                    <a:pt x="8273" y="15979"/>
                  </a:cubicBezTo>
                  <a:cubicBezTo>
                    <a:pt x="9641" y="18714"/>
                    <a:pt x="9607" y="20749"/>
                    <a:pt x="11008" y="22216"/>
                  </a:cubicBezTo>
                  <a:cubicBezTo>
                    <a:pt x="12409" y="23718"/>
                    <a:pt x="16912" y="27253"/>
                    <a:pt x="16912" y="27253"/>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8"/>
            <p:cNvSpPr/>
            <p:nvPr/>
          </p:nvSpPr>
          <p:spPr>
            <a:xfrm>
              <a:off x="6127694" y="3915061"/>
              <a:ext cx="9158" cy="28004"/>
            </a:xfrm>
            <a:custGeom>
              <a:rect b="b" l="l" r="r" t="t"/>
              <a:pathLst>
                <a:path extrusionOk="0" fill="none" h="1636" w="535">
                  <a:moveTo>
                    <a:pt x="1" y="1635"/>
                  </a:moveTo>
                  <a:lnTo>
                    <a:pt x="535" y="1"/>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8"/>
            <p:cNvSpPr/>
            <p:nvPr/>
          </p:nvSpPr>
          <p:spPr>
            <a:xfrm>
              <a:off x="6099159" y="3916207"/>
              <a:ext cx="17717" cy="9141"/>
            </a:xfrm>
            <a:custGeom>
              <a:rect b="b" l="l" r="r" t="t"/>
              <a:pathLst>
                <a:path extrusionOk="0" fill="none" h="534" w="1035">
                  <a:moveTo>
                    <a:pt x="1034" y="534"/>
                  </a:moveTo>
                  <a:lnTo>
                    <a:pt x="0" y="0"/>
                  </a:ln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8"/>
            <p:cNvSpPr/>
            <p:nvPr/>
          </p:nvSpPr>
          <p:spPr>
            <a:xfrm>
              <a:off x="6160816" y="4017269"/>
              <a:ext cx="17152" cy="46833"/>
            </a:xfrm>
            <a:custGeom>
              <a:rect b="b" l="l" r="r" t="t"/>
              <a:pathLst>
                <a:path extrusionOk="0" fill="none" h="2736" w="1002">
                  <a:moveTo>
                    <a:pt x="1" y="2736"/>
                  </a:moveTo>
                  <a:cubicBezTo>
                    <a:pt x="1" y="2736"/>
                    <a:pt x="501" y="1368"/>
                    <a:pt x="1001"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8"/>
            <p:cNvSpPr/>
            <p:nvPr/>
          </p:nvSpPr>
          <p:spPr>
            <a:xfrm>
              <a:off x="6093441" y="4008128"/>
              <a:ext cx="58833" cy="25146"/>
            </a:xfrm>
            <a:custGeom>
              <a:rect b="b" l="l" r="r" t="t"/>
              <a:pathLst>
                <a:path extrusionOk="0" fill="none" h="1469" w="3437">
                  <a:moveTo>
                    <a:pt x="3436" y="1468"/>
                  </a:moveTo>
                  <a:cubicBezTo>
                    <a:pt x="2335" y="868"/>
                    <a:pt x="1168" y="368"/>
                    <a:pt x="0" y="1"/>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8"/>
            <p:cNvSpPr/>
            <p:nvPr/>
          </p:nvSpPr>
          <p:spPr>
            <a:xfrm>
              <a:off x="6241319" y="4098355"/>
              <a:ext cx="5734" cy="70250"/>
            </a:xfrm>
            <a:custGeom>
              <a:rect b="b" l="l" r="r" t="t"/>
              <a:pathLst>
                <a:path extrusionOk="0" fill="none" h="4104" w="335">
                  <a:moveTo>
                    <a:pt x="134" y="4103"/>
                  </a:moveTo>
                  <a:cubicBezTo>
                    <a:pt x="1" y="2736"/>
                    <a:pt x="68" y="1368"/>
                    <a:pt x="335" y="0"/>
                  </a:cubicBezTo>
                </a:path>
              </a:pathLst>
            </a:custGeom>
            <a:noFill/>
            <a:ln cap="rnd" cmpd="sng" w="5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8"/>
            <p:cNvSpPr/>
            <p:nvPr/>
          </p:nvSpPr>
          <p:spPr>
            <a:xfrm>
              <a:off x="6190515" y="4158882"/>
              <a:ext cx="62256" cy="30264"/>
            </a:xfrm>
            <a:custGeom>
              <a:rect b="b" l="l" r="r" t="t"/>
              <a:pathLst>
                <a:path extrusionOk="0" fill="none" h="1768" w="3637">
                  <a:moveTo>
                    <a:pt x="3636" y="1768"/>
                  </a:moveTo>
                  <a:cubicBezTo>
                    <a:pt x="2869" y="1268"/>
                    <a:pt x="2068" y="867"/>
                    <a:pt x="1268" y="500"/>
                  </a:cubicBezTo>
                  <a:cubicBezTo>
                    <a:pt x="167" y="67"/>
                    <a:pt x="0" y="0"/>
                    <a:pt x="0" y="0"/>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8"/>
            <p:cNvSpPr/>
            <p:nvPr/>
          </p:nvSpPr>
          <p:spPr>
            <a:xfrm>
              <a:off x="6250460" y="4303337"/>
              <a:ext cx="64550" cy="2294"/>
            </a:xfrm>
            <a:custGeom>
              <a:rect b="b" l="l" r="r" t="t"/>
              <a:pathLst>
                <a:path extrusionOk="0" fill="none" h="134" w="3771">
                  <a:moveTo>
                    <a:pt x="3770" y="134"/>
                  </a:moveTo>
                  <a:cubicBezTo>
                    <a:pt x="3003" y="34"/>
                    <a:pt x="2202" y="0"/>
                    <a:pt x="1402" y="34"/>
                  </a:cubicBezTo>
                  <a:cubicBezTo>
                    <a:pt x="935" y="101"/>
                    <a:pt x="468" y="101"/>
                    <a:pt x="1" y="101"/>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8"/>
            <p:cNvSpPr/>
            <p:nvPr/>
          </p:nvSpPr>
          <p:spPr>
            <a:xfrm>
              <a:off x="6290430" y="4209687"/>
              <a:ext cx="5734" cy="77679"/>
            </a:xfrm>
            <a:custGeom>
              <a:rect b="b" l="l" r="r" t="t"/>
              <a:pathLst>
                <a:path extrusionOk="0" fill="none" h="4538" w="335">
                  <a:moveTo>
                    <a:pt x="334" y="4537"/>
                  </a:moveTo>
                  <a:cubicBezTo>
                    <a:pt x="167" y="3770"/>
                    <a:pt x="67" y="3003"/>
                    <a:pt x="1" y="2202"/>
                  </a:cubicBezTo>
                  <a:cubicBezTo>
                    <a:pt x="1" y="1469"/>
                    <a:pt x="34" y="735"/>
                    <a:pt x="134" y="1"/>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8"/>
            <p:cNvSpPr/>
            <p:nvPr/>
          </p:nvSpPr>
          <p:spPr>
            <a:xfrm>
              <a:off x="6337828" y="4261091"/>
              <a:ext cx="21140" cy="81086"/>
            </a:xfrm>
            <a:custGeom>
              <a:rect b="b" l="l" r="r" t="t"/>
              <a:pathLst>
                <a:path extrusionOk="0" fill="none" h="4737" w="1235">
                  <a:moveTo>
                    <a:pt x="1235" y="4737"/>
                  </a:moveTo>
                  <a:cubicBezTo>
                    <a:pt x="801" y="4203"/>
                    <a:pt x="501" y="3536"/>
                    <a:pt x="401" y="2869"/>
                  </a:cubicBezTo>
                  <a:cubicBezTo>
                    <a:pt x="301" y="1835"/>
                    <a:pt x="67" y="500"/>
                    <a:pt x="0" y="0"/>
                  </a:cubicBezTo>
                </a:path>
              </a:pathLst>
            </a:custGeom>
            <a:noFill/>
            <a:ln cap="rnd" cmpd="sng" w="5000">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8"/>
            <p:cNvSpPr/>
            <p:nvPr/>
          </p:nvSpPr>
          <p:spPr>
            <a:xfrm>
              <a:off x="5464784" y="1979961"/>
              <a:ext cx="1270461" cy="518489"/>
            </a:xfrm>
            <a:custGeom>
              <a:rect b="b" l="l" r="r" t="t"/>
              <a:pathLst>
                <a:path extrusionOk="0" h="30290" w="74220">
                  <a:moveTo>
                    <a:pt x="57708" y="1"/>
                  </a:moveTo>
                  <a:cubicBezTo>
                    <a:pt x="50169" y="1"/>
                    <a:pt x="42764" y="2069"/>
                    <a:pt x="36259" y="5939"/>
                  </a:cubicBezTo>
                  <a:lnTo>
                    <a:pt x="33824" y="7373"/>
                  </a:lnTo>
                  <a:cubicBezTo>
                    <a:pt x="28187" y="10742"/>
                    <a:pt x="23384" y="15345"/>
                    <a:pt x="19814" y="20816"/>
                  </a:cubicBezTo>
                  <a:lnTo>
                    <a:pt x="17213" y="24785"/>
                  </a:lnTo>
                  <a:cubicBezTo>
                    <a:pt x="15778" y="26987"/>
                    <a:pt x="13343" y="28321"/>
                    <a:pt x="10708" y="28355"/>
                  </a:cubicBezTo>
                  <a:lnTo>
                    <a:pt x="968" y="28355"/>
                  </a:lnTo>
                  <a:cubicBezTo>
                    <a:pt x="948" y="28353"/>
                    <a:pt x="929" y="28353"/>
                    <a:pt x="910" y="28353"/>
                  </a:cubicBezTo>
                  <a:cubicBezTo>
                    <a:pt x="403" y="28353"/>
                    <a:pt x="0" y="28775"/>
                    <a:pt x="0" y="29322"/>
                  </a:cubicBezTo>
                  <a:cubicBezTo>
                    <a:pt x="0" y="29856"/>
                    <a:pt x="434" y="30289"/>
                    <a:pt x="968" y="30289"/>
                  </a:cubicBezTo>
                  <a:lnTo>
                    <a:pt x="11408" y="30289"/>
                  </a:lnTo>
                  <a:cubicBezTo>
                    <a:pt x="14344" y="30256"/>
                    <a:pt x="17146" y="28955"/>
                    <a:pt x="19014" y="26687"/>
                  </a:cubicBezTo>
                  <a:lnTo>
                    <a:pt x="23150" y="21750"/>
                  </a:lnTo>
                  <a:cubicBezTo>
                    <a:pt x="27020" y="17180"/>
                    <a:pt x="31790" y="13444"/>
                    <a:pt x="37160" y="10809"/>
                  </a:cubicBezTo>
                  <a:cubicBezTo>
                    <a:pt x="42864" y="8040"/>
                    <a:pt x="49102" y="6606"/>
                    <a:pt x="55440" y="6606"/>
                  </a:cubicBezTo>
                  <a:lnTo>
                    <a:pt x="73486" y="6606"/>
                  </a:lnTo>
                  <a:lnTo>
                    <a:pt x="74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8"/>
            <p:cNvSpPr/>
            <p:nvPr/>
          </p:nvSpPr>
          <p:spPr>
            <a:xfrm>
              <a:off x="6643307" y="1979961"/>
              <a:ext cx="1270478" cy="518489"/>
            </a:xfrm>
            <a:custGeom>
              <a:rect b="b" l="l" r="r" t="t"/>
              <a:pathLst>
                <a:path extrusionOk="0" h="30290" w="74221">
                  <a:moveTo>
                    <a:pt x="0" y="1"/>
                  </a:moveTo>
                  <a:lnTo>
                    <a:pt x="734" y="6606"/>
                  </a:lnTo>
                  <a:lnTo>
                    <a:pt x="18780" y="6606"/>
                  </a:lnTo>
                  <a:cubicBezTo>
                    <a:pt x="25118" y="6606"/>
                    <a:pt x="31356" y="8040"/>
                    <a:pt x="37060" y="10809"/>
                  </a:cubicBezTo>
                  <a:cubicBezTo>
                    <a:pt x="42431" y="13444"/>
                    <a:pt x="47234" y="17180"/>
                    <a:pt x="51070" y="21750"/>
                  </a:cubicBezTo>
                  <a:lnTo>
                    <a:pt x="55206" y="26687"/>
                  </a:lnTo>
                  <a:cubicBezTo>
                    <a:pt x="57108" y="28955"/>
                    <a:pt x="59876" y="30256"/>
                    <a:pt x="62845" y="30289"/>
                  </a:cubicBezTo>
                  <a:lnTo>
                    <a:pt x="73253" y="30289"/>
                  </a:lnTo>
                  <a:cubicBezTo>
                    <a:pt x="73786" y="30289"/>
                    <a:pt x="74220" y="29856"/>
                    <a:pt x="74220" y="29322"/>
                  </a:cubicBezTo>
                  <a:cubicBezTo>
                    <a:pt x="74220" y="28775"/>
                    <a:pt x="73817" y="28353"/>
                    <a:pt x="73310" y="28353"/>
                  </a:cubicBezTo>
                  <a:cubicBezTo>
                    <a:pt x="73291" y="28353"/>
                    <a:pt x="73272" y="28353"/>
                    <a:pt x="73253" y="28355"/>
                  </a:cubicBezTo>
                  <a:lnTo>
                    <a:pt x="63512" y="28355"/>
                  </a:lnTo>
                  <a:cubicBezTo>
                    <a:pt x="60877" y="28321"/>
                    <a:pt x="58442" y="26987"/>
                    <a:pt x="57008" y="24785"/>
                  </a:cubicBezTo>
                  <a:lnTo>
                    <a:pt x="54439" y="20816"/>
                  </a:lnTo>
                  <a:cubicBezTo>
                    <a:pt x="50837" y="15345"/>
                    <a:pt x="46033" y="10742"/>
                    <a:pt x="40429" y="7373"/>
                  </a:cubicBezTo>
                  <a:lnTo>
                    <a:pt x="37961" y="5939"/>
                  </a:lnTo>
                  <a:cubicBezTo>
                    <a:pt x="31490" y="2069"/>
                    <a:pt x="24084" y="1"/>
                    <a:pt x="16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8"/>
            <p:cNvSpPr/>
            <p:nvPr/>
          </p:nvSpPr>
          <p:spPr>
            <a:xfrm>
              <a:off x="6525675" y="1883470"/>
              <a:ext cx="346047" cy="320919"/>
            </a:xfrm>
            <a:custGeom>
              <a:rect b="b" l="l" r="r" t="t"/>
              <a:pathLst>
                <a:path extrusionOk="0" h="18748" w="20216">
                  <a:moveTo>
                    <a:pt x="10153" y="0"/>
                  </a:moveTo>
                  <a:cubicBezTo>
                    <a:pt x="9632" y="0"/>
                    <a:pt x="9105" y="44"/>
                    <a:pt x="8574" y="134"/>
                  </a:cubicBezTo>
                  <a:cubicBezTo>
                    <a:pt x="3437" y="1001"/>
                    <a:pt x="1" y="5838"/>
                    <a:pt x="868" y="10942"/>
                  </a:cubicBezTo>
                  <a:cubicBezTo>
                    <a:pt x="1645" y="15514"/>
                    <a:pt x="5608" y="18748"/>
                    <a:pt x="10095" y="18748"/>
                  </a:cubicBezTo>
                  <a:cubicBezTo>
                    <a:pt x="10616" y="18748"/>
                    <a:pt x="11145" y="18704"/>
                    <a:pt x="11676" y="18614"/>
                  </a:cubicBezTo>
                  <a:cubicBezTo>
                    <a:pt x="16779" y="17747"/>
                    <a:pt x="20215" y="12943"/>
                    <a:pt x="19348" y="7840"/>
                  </a:cubicBezTo>
                  <a:cubicBezTo>
                    <a:pt x="18571" y="3237"/>
                    <a:pt x="14634" y="0"/>
                    <a:pt x="101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8"/>
            <p:cNvSpPr/>
            <p:nvPr/>
          </p:nvSpPr>
          <p:spPr>
            <a:xfrm>
              <a:off x="6482283" y="4072661"/>
              <a:ext cx="432833" cy="94797"/>
            </a:xfrm>
            <a:custGeom>
              <a:rect b="b" l="l" r="r" t="t"/>
              <a:pathLst>
                <a:path extrusionOk="0" h="5538" w="25286">
                  <a:moveTo>
                    <a:pt x="2202" y="0"/>
                  </a:moveTo>
                  <a:cubicBezTo>
                    <a:pt x="1001" y="0"/>
                    <a:pt x="1" y="1001"/>
                    <a:pt x="1" y="2202"/>
                  </a:cubicBezTo>
                  <a:lnTo>
                    <a:pt x="1" y="3303"/>
                  </a:lnTo>
                  <a:cubicBezTo>
                    <a:pt x="1" y="4537"/>
                    <a:pt x="1001" y="5537"/>
                    <a:pt x="2202" y="5537"/>
                  </a:cubicBezTo>
                  <a:lnTo>
                    <a:pt x="23084" y="5537"/>
                  </a:lnTo>
                  <a:cubicBezTo>
                    <a:pt x="24285" y="5537"/>
                    <a:pt x="25285" y="4537"/>
                    <a:pt x="25285" y="3303"/>
                  </a:cubicBezTo>
                  <a:lnTo>
                    <a:pt x="25285" y="2202"/>
                  </a:lnTo>
                  <a:cubicBezTo>
                    <a:pt x="25285" y="1001"/>
                    <a:pt x="24285" y="0"/>
                    <a:pt x="230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8"/>
            <p:cNvSpPr/>
            <p:nvPr/>
          </p:nvSpPr>
          <p:spPr>
            <a:xfrm>
              <a:off x="6418914" y="2417348"/>
              <a:ext cx="559588" cy="1659884"/>
            </a:xfrm>
            <a:custGeom>
              <a:rect b="b" l="l" r="r" t="t"/>
              <a:pathLst>
                <a:path extrusionOk="0" h="96970" w="32691">
                  <a:moveTo>
                    <a:pt x="17312" y="1"/>
                  </a:moveTo>
                  <a:lnTo>
                    <a:pt x="16345" y="101"/>
                  </a:lnTo>
                  <a:lnTo>
                    <a:pt x="15378" y="34"/>
                  </a:lnTo>
                  <a:lnTo>
                    <a:pt x="15378" y="134"/>
                  </a:lnTo>
                  <a:lnTo>
                    <a:pt x="13176" y="301"/>
                  </a:lnTo>
                  <a:lnTo>
                    <a:pt x="6538" y="68350"/>
                  </a:lnTo>
                  <a:cubicBezTo>
                    <a:pt x="5971" y="72853"/>
                    <a:pt x="4703" y="77256"/>
                    <a:pt x="2735" y="81359"/>
                  </a:cubicBezTo>
                  <a:lnTo>
                    <a:pt x="1835" y="83193"/>
                  </a:lnTo>
                  <a:cubicBezTo>
                    <a:pt x="0" y="87063"/>
                    <a:pt x="534" y="91633"/>
                    <a:pt x="3236" y="94969"/>
                  </a:cubicBezTo>
                  <a:lnTo>
                    <a:pt x="4870" y="96970"/>
                  </a:lnTo>
                  <a:lnTo>
                    <a:pt x="27820" y="96970"/>
                  </a:lnTo>
                  <a:lnTo>
                    <a:pt x="29454" y="94969"/>
                  </a:lnTo>
                  <a:cubicBezTo>
                    <a:pt x="32156" y="91633"/>
                    <a:pt x="32690" y="87063"/>
                    <a:pt x="30855" y="83193"/>
                  </a:cubicBezTo>
                  <a:lnTo>
                    <a:pt x="29955" y="81359"/>
                  </a:lnTo>
                  <a:cubicBezTo>
                    <a:pt x="27987" y="77256"/>
                    <a:pt x="26719" y="72853"/>
                    <a:pt x="26185" y="68350"/>
                  </a:cubicBezTo>
                  <a:lnTo>
                    <a:pt x="19514" y="267"/>
                  </a:lnTo>
                  <a:lnTo>
                    <a:pt x="17312" y="134"/>
                  </a:lnTo>
                  <a:lnTo>
                    <a:pt x="173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8"/>
            <p:cNvSpPr/>
            <p:nvPr/>
          </p:nvSpPr>
          <p:spPr>
            <a:xfrm>
              <a:off x="5928429" y="4143459"/>
              <a:ext cx="1540541" cy="174735"/>
            </a:xfrm>
            <a:custGeom>
              <a:rect b="b" l="l" r="r" t="t"/>
              <a:pathLst>
                <a:path extrusionOk="0" h="10208" w="89998">
                  <a:moveTo>
                    <a:pt x="7172" y="0"/>
                  </a:moveTo>
                  <a:cubicBezTo>
                    <a:pt x="3203" y="0"/>
                    <a:pt x="0" y="3203"/>
                    <a:pt x="0" y="7172"/>
                  </a:cubicBezTo>
                  <a:lnTo>
                    <a:pt x="0" y="10208"/>
                  </a:lnTo>
                  <a:lnTo>
                    <a:pt x="89998" y="10208"/>
                  </a:lnTo>
                  <a:lnTo>
                    <a:pt x="89998" y="7172"/>
                  </a:lnTo>
                  <a:cubicBezTo>
                    <a:pt x="89998" y="3203"/>
                    <a:pt x="86796" y="0"/>
                    <a:pt x="828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8"/>
            <p:cNvSpPr/>
            <p:nvPr/>
          </p:nvSpPr>
          <p:spPr>
            <a:xfrm>
              <a:off x="5702889" y="4289061"/>
              <a:ext cx="1991621" cy="163318"/>
            </a:xfrm>
            <a:custGeom>
              <a:rect b="b" l="l" r="r" t="t"/>
              <a:pathLst>
                <a:path extrusionOk="0" h="9541" w="116350">
                  <a:moveTo>
                    <a:pt x="8206" y="1"/>
                  </a:moveTo>
                  <a:cubicBezTo>
                    <a:pt x="3703" y="1"/>
                    <a:pt x="0" y="3703"/>
                    <a:pt x="0" y="8240"/>
                  </a:cubicBezTo>
                  <a:lnTo>
                    <a:pt x="0" y="9541"/>
                  </a:lnTo>
                  <a:lnTo>
                    <a:pt x="116350" y="9541"/>
                  </a:lnTo>
                  <a:lnTo>
                    <a:pt x="116350" y="8240"/>
                  </a:lnTo>
                  <a:cubicBezTo>
                    <a:pt x="116350" y="3703"/>
                    <a:pt x="112681" y="1"/>
                    <a:pt x="1081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8"/>
            <p:cNvSpPr/>
            <p:nvPr/>
          </p:nvSpPr>
          <p:spPr>
            <a:xfrm>
              <a:off x="6565080" y="1684770"/>
              <a:ext cx="267238" cy="340330"/>
            </a:xfrm>
            <a:custGeom>
              <a:rect b="b" l="l" r="r" t="t"/>
              <a:pathLst>
                <a:path extrusionOk="0" h="19882" w="15612">
                  <a:moveTo>
                    <a:pt x="3203" y="0"/>
                  </a:moveTo>
                  <a:cubicBezTo>
                    <a:pt x="1235" y="0"/>
                    <a:pt x="0" y="3603"/>
                    <a:pt x="968" y="6472"/>
                  </a:cubicBezTo>
                  <a:lnTo>
                    <a:pt x="5538" y="19881"/>
                  </a:lnTo>
                  <a:lnTo>
                    <a:pt x="10074" y="19881"/>
                  </a:lnTo>
                  <a:lnTo>
                    <a:pt x="14644" y="6472"/>
                  </a:lnTo>
                  <a:cubicBezTo>
                    <a:pt x="15612" y="3603"/>
                    <a:pt x="14377" y="0"/>
                    <a:pt x="124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8"/>
            <p:cNvSpPr/>
            <p:nvPr/>
          </p:nvSpPr>
          <p:spPr>
            <a:xfrm>
              <a:off x="6565080" y="2019931"/>
              <a:ext cx="267238" cy="340912"/>
            </a:xfrm>
            <a:custGeom>
              <a:rect b="b" l="l" r="r" t="t"/>
              <a:pathLst>
                <a:path extrusionOk="0" h="19916" w="15612">
                  <a:moveTo>
                    <a:pt x="5538" y="1"/>
                  </a:moveTo>
                  <a:lnTo>
                    <a:pt x="968" y="13411"/>
                  </a:lnTo>
                  <a:cubicBezTo>
                    <a:pt x="0" y="16313"/>
                    <a:pt x="1235" y="19915"/>
                    <a:pt x="3203" y="19915"/>
                  </a:cubicBezTo>
                  <a:lnTo>
                    <a:pt x="12409" y="19915"/>
                  </a:lnTo>
                  <a:cubicBezTo>
                    <a:pt x="14377" y="19915"/>
                    <a:pt x="15612" y="16313"/>
                    <a:pt x="14644" y="13411"/>
                  </a:cubicBezTo>
                  <a:lnTo>
                    <a:pt x="100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8"/>
            <p:cNvSpPr/>
            <p:nvPr/>
          </p:nvSpPr>
          <p:spPr>
            <a:xfrm>
              <a:off x="6579356" y="1491205"/>
              <a:ext cx="238686" cy="197570"/>
            </a:xfrm>
            <a:custGeom>
              <a:rect b="b" l="l" r="r" t="t"/>
              <a:pathLst>
                <a:path extrusionOk="0" h="11542" w="13944">
                  <a:moveTo>
                    <a:pt x="6972" y="0"/>
                  </a:moveTo>
                  <a:cubicBezTo>
                    <a:pt x="3136" y="0"/>
                    <a:pt x="0" y="2569"/>
                    <a:pt x="0" y="5771"/>
                  </a:cubicBezTo>
                  <a:cubicBezTo>
                    <a:pt x="0" y="8940"/>
                    <a:pt x="3136" y="11542"/>
                    <a:pt x="6972" y="11542"/>
                  </a:cubicBezTo>
                  <a:cubicBezTo>
                    <a:pt x="10808" y="11542"/>
                    <a:pt x="13944" y="8940"/>
                    <a:pt x="13944" y="5771"/>
                  </a:cubicBezTo>
                  <a:cubicBezTo>
                    <a:pt x="13944" y="2569"/>
                    <a:pt x="10808" y="0"/>
                    <a:pt x="69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8"/>
            <p:cNvSpPr/>
            <p:nvPr/>
          </p:nvSpPr>
          <p:spPr>
            <a:xfrm>
              <a:off x="6623314" y="2006237"/>
              <a:ext cx="150771" cy="75385"/>
            </a:xfrm>
            <a:custGeom>
              <a:rect b="b" l="l" r="r" t="t"/>
              <a:pathLst>
                <a:path extrusionOk="0" h="4404" w="8808">
                  <a:moveTo>
                    <a:pt x="2202" y="0"/>
                  </a:moveTo>
                  <a:cubicBezTo>
                    <a:pt x="968" y="0"/>
                    <a:pt x="1" y="1001"/>
                    <a:pt x="1" y="2202"/>
                  </a:cubicBezTo>
                  <a:cubicBezTo>
                    <a:pt x="1" y="3436"/>
                    <a:pt x="968" y="4404"/>
                    <a:pt x="2202" y="4404"/>
                  </a:cubicBezTo>
                  <a:lnTo>
                    <a:pt x="6606" y="4404"/>
                  </a:lnTo>
                  <a:cubicBezTo>
                    <a:pt x="7840" y="4404"/>
                    <a:pt x="8807" y="3436"/>
                    <a:pt x="8807" y="2202"/>
                  </a:cubicBezTo>
                  <a:cubicBezTo>
                    <a:pt x="8807" y="1001"/>
                    <a:pt x="7840" y="0"/>
                    <a:pt x="66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8"/>
            <p:cNvSpPr/>
            <p:nvPr/>
          </p:nvSpPr>
          <p:spPr>
            <a:xfrm>
              <a:off x="6595344" y="2351120"/>
              <a:ext cx="206711" cy="94797"/>
            </a:xfrm>
            <a:custGeom>
              <a:rect b="b" l="l" r="r" t="t"/>
              <a:pathLst>
                <a:path extrusionOk="0" h="5538" w="12076">
                  <a:moveTo>
                    <a:pt x="2235" y="0"/>
                  </a:moveTo>
                  <a:cubicBezTo>
                    <a:pt x="1001" y="0"/>
                    <a:pt x="0" y="1001"/>
                    <a:pt x="0" y="2202"/>
                  </a:cubicBezTo>
                  <a:lnTo>
                    <a:pt x="0" y="3303"/>
                  </a:lnTo>
                  <a:cubicBezTo>
                    <a:pt x="0" y="4537"/>
                    <a:pt x="1001" y="5537"/>
                    <a:pt x="2235" y="5537"/>
                  </a:cubicBezTo>
                  <a:lnTo>
                    <a:pt x="9874" y="5537"/>
                  </a:lnTo>
                  <a:cubicBezTo>
                    <a:pt x="11075" y="5537"/>
                    <a:pt x="12076" y="4537"/>
                    <a:pt x="12076" y="3303"/>
                  </a:cubicBezTo>
                  <a:lnTo>
                    <a:pt x="12076" y="2202"/>
                  </a:lnTo>
                  <a:cubicBezTo>
                    <a:pt x="12076" y="1001"/>
                    <a:pt x="11075" y="0"/>
                    <a:pt x="98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8"/>
            <p:cNvSpPr/>
            <p:nvPr/>
          </p:nvSpPr>
          <p:spPr>
            <a:xfrm>
              <a:off x="5282637" y="2487581"/>
              <a:ext cx="609828" cy="763440"/>
            </a:xfrm>
            <a:custGeom>
              <a:rect b="b" l="l" r="r" t="t"/>
              <a:pathLst>
                <a:path extrusionOk="0" fill="none" h="44600" w="35626">
                  <a:moveTo>
                    <a:pt x="17813" y="1"/>
                  </a:moveTo>
                  <a:lnTo>
                    <a:pt x="0" y="44599"/>
                  </a:lnTo>
                  <a:lnTo>
                    <a:pt x="35626" y="44599"/>
                  </a:lnTo>
                  <a:close/>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8"/>
            <p:cNvSpPr/>
            <p:nvPr/>
          </p:nvSpPr>
          <p:spPr>
            <a:xfrm>
              <a:off x="5587551" y="2487581"/>
              <a:ext cx="17" cy="773711"/>
            </a:xfrm>
            <a:custGeom>
              <a:rect b="b" l="l" r="r" t="t"/>
              <a:pathLst>
                <a:path extrusionOk="0" fill="none" h="45200" w="1">
                  <a:moveTo>
                    <a:pt x="0" y="1"/>
                  </a:moveTo>
                  <a:lnTo>
                    <a:pt x="0" y="45200"/>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8"/>
            <p:cNvSpPr/>
            <p:nvPr/>
          </p:nvSpPr>
          <p:spPr>
            <a:xfrm>
              <a:off x="5252373" y="3279539"/>
              <a:ext cx="670356" cy="122219"/>
            </a:xfrm>
            <a:custGeom>
              <a:rect b="b" l="l" r="r" t="t"/>
              <a:pathLst>
                <a:path extrusionOk="0" h="7140" w="39162">
                  <a:moveTo>
                    <a:pt x="0" y="1"/>
                  </a:moveTo>
                  <a:lnTo>
                    <a:pt x="0" y="2102"/>
                  </a:lnTo>
                  <a:cubicBezTo>
                    <a:pt x="0" y="4871"/>
                    <a:pt x="2235" y="7139"/>
                    <a:pt x="5037" y="7139"/>
                  </a:cubicBezTo>
                  <a:lnTo>
                    <a:pt x="34125" y="7139"/>
                  </a:lnTo>
                  <a:cubicBezTo>
                    <a:pt x="36893" y="7139"/>
                    <a:pt x="39162" y="4871"/>
                    <a:pt x="39162" y="2102"/>
                  </a:cubicBezTo>
                  <a:lnTo>
                    <a:pt x="391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8"/>
            <p:cNvSpPr/>
            <p:nvPr/>
          </p:nvSpPr>
          <p:spPr>
            <a:xfrm>
              <a:off x="5228391" y="3246982"/>
              <a:ext cx="717754" cy="36580"/>
            </a:xfrm>
            <a:custGeom>
              <a:rect b="b" l="l" r="r" t="t"/>
              <a:pathLst>
                <a:path extrusionOk="0" h="2137" w="41931">
                  <a:moveTo>
                    <a:pt x="1014" y="0"/>
                  </a:moveTo>
                  <a:cubicBezTo>
                    <a:pt x="470" y="0"/>
                    <a:pt x="0" y="487"/>
                    <a:pt x="0" y="1036"/>
                  </a:cubicBezTo>
                  <a:cubicBezTo>
                    <a:pt x="0" y="1636"/>
                    <a:pt x="467" y="2136"/>
                    <a:pt x="1068" y="2136"/>
                  </a:cubicBezTo>
                  <a:lnTo>
                    <a:pt x="40863" y="2136"/>
                  </a:lnTo>
                  <a:cubicBezTo>
                    <a:pt x="41463" y="2136"/>
                    <a:pt x="41930" y="1636"/>
                    <a:pt x="41930" y="1036"/>
                  </a:cubicBezTo>
                  <a:cubicBezTo>
                    <a:pt x="41930" y="487"/>
                    <a:pt x="41492" y="0"/>
                    <a:pt x="40920" y="0"/>
                  </a:cubicBezTo>
                  <a:cubicBezTo>
                    <a:pt x="40901" y="0"/>
                    <a:pt x="40882" y="1"/>
                    <a:pt x="40863" y="2"/>
                  </a:cubicBezTo>
                  <a:lnTo>
                    <a:pt x="1068" y="2"/>
                  </a:lnTo>
                  <a:cubicBezTo>
                    <a:pt x="1050" y="1"/>
                    <a:pt x="1032"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8"/>
            <p:cNvSpPr/>
            <p:nvPr/>
          </p:nvSpPr>
          <p:spPr>
            <a:xfrm>
              <a:off x="7484940" y="2487581"/>
              <a:ext cx="610410" cy="763440"/>
            </a:xfrm>
            <a:custGeom>
              <a:rect b="b" l="l" r="r" t="t"/>
              <a:pathLst>
                <a:path extrusionOk="0" fill="none" h="44600" w="35660">
                  <a:moveTo>
                    <a:pt x="17847" y="1"/>
                  </a:moveTo>
                  <a:lnTo>
                    <a:pt x="1" y="44599"/>
                  </a:lnTo>
                  <a:lnTo>
                    <a:pt x="35660" y="44599"/>
                  </a:lnTo>
                  <a:close/>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8"/>
            <p:cNvSpPr/>
            <p:nvPr/>
          </p:nvSpPr>
          <p:spPr>
            <a:xfrm>
              <a:off x="7790419" y="2487581"/>
              <a:ext cx="17" cy="773711"/>
            </a:xfrm>
            <a:custGeom>
              <a:rect b="b" l="l" r="r" t="t"/>
              <a:pathLst>
                <a:path extrusionOk="0" fill="none" h="45200" w="1">
                  <a:moveTo>
                    <a:pt x="1" y="1"/>
                  </a:moveTo>
                  <a:lnTo>
                    <a:pt x="1" y="45200"/>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8"/>
            <p:cNvSpPr/>
            <p:nvPr/>
          </p:nvSpPr>
          <p:spPr>
            <a:xfrm>
              <a:off x="7455258" y="3279539"/>
              <a:ext cx="670920" cy="122219"/>
            </a:xfrm>
            <a:custGeom>
              <a:rect b="b" l="l" r="r" t="t"/>
              <a:pathLst>
                <a:path extrusionOk="0" h="7140" w="39195">
                  <a:moveTo>
                    <a:pt x="0" y="1"/>
                  </a:moveTo>
                  <a:lnTo>
                    <a:pt x="0" y="2102"/>
                  </a:lnTo>
                  <a:cubicBezTo>
                    <a:pt x="0" y="4871"/>
                    <a:pt x="2269" y="7139"/>
                    <a:pt x="5071" y="7139"/>
                  </a:cubicBezTo>
                  <a:lnTo>
                    <a:pt x="34125" y="7139"/>
                  </a:lnTo>
                  <a:cubicBezTo>
                    <a:pt x="36927" y="7139"/>
                    <a:pt x="39195" y="4871"/>
                    <a:pt x="39195" y="2102"/>
                  </a:cubicBezTo>
                  <a:lnTo>
                    <a:pt x="391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8"/>
            <p:cNvSpPr/>
            <p:nvPr/>
          </p:nvSpPr>
          <p:spPr>
            <a:xfrm>
              <a:off x="7431277" y="3246982"/>
              <a:ext cx="718319" cy="36580"/>
            </a:xfrm>
            <a:custGeom>
              <a:rect b="b" l="l" r="r" t="t"/>
              <a:pathLst>
                <a:path extrusionOk="0" h="2137" w="41964">
                  <a:moveTo>
                    <a:pt x="40919" y="0"/>
                  </a:moveTo>
                  <a:cubicBezTo>
                    <a:pt x="40901" y="0"/>
                    <a:pt x="40882" y="1"/>
                    <a:pt x="40863" y="2"/>
                  </a:cubicBezTo>
                  <a:lnTo>
                    <a:pt x="1068" y="2"/>
                  </a:lnTo>
                  <a:cubicBezTo>
                    <a:pt x="467" y="2"/>
                    <a:pt x="0" y="469"/>
                    <a:pt x="0" y="1069"/>
                  </a:cubicBezTo>
                  <a:cubicBezTo>
                    <a:pt x="0" y="1669"/>
                    <a:pt x="467" y="2136"/>
                    <a:pt x="1068" y="2136"/>
                  </a:cubicBezTo>
                  <a:lnTo>
                    <a:pt x="40863" y="2136"/>
                  </a:lnTo>
                  <a:cubicBezTo>
                    <a:pt x="41463" y="2136"/>
                    <a:pt x="41964" y="1669"/>
                    <a:pt x="41964" y="1069"/>
                  </a:cubicBezTo>
                  <a:cubicBezTo>
                    <a:pt x="41964" y="488"/>
                    <a:pt x="41494" y="0"/>
                    <a:pt x="40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8"/>
            <p:cNvSpPr/>
            <p:nvPr/>
          </p:nvSpPr>
          <p:spPr>
            <a:xfrm>
              <a:off x="6195650" y="2048688"/>
              <a:ext cx="353459" cy="564535"/>
            </a:xfrm>
            <a:custGeom>
              <a:rect b="b" l="l" r="r" t="t"/>
              <a:pathLst>
                <a:path extrusionOk="0" h="32980" w="20649">
                  <a:moveTo>
                    <a:pt x="11911" y="0"/>
                  </a:moveTo>
                  <a:cubicBezTo>
                    <a:pt x="10256" y="0"/>
                    <a:pt x="9007" y="322"/>
                    <a:pt x="9007" y="322"/>
                  </a:cubicBezTo>
                  <a:cubicBezTo>
                    <a:pt x="6372" y="889"/>
                    <a:pt x="4070" y="2457"/>
                    <a:pt x="2636" y="4726"/>
                  </a:cubicBezTo>
                  <a:cubicBezTo>
                    <a:pt x="0" y="8628"/>
                    <a:pt x="1935" y="16968"/>
                    <a:pt x="1935" y="19002"/>
                  </a:cubicBezTo>
                  <a:cubicBezTo>
                    <a:pt x="1935" y="21037"/>
                    <a:pt x="2035" y="32979"/>
                    <a:pt x="2035" y="32979"/>
                  </a:cubicBezTo>
                  <a:lnTo>
                    <a:pt x="20648" y="32979"/>
                  </a:lnTo>
                  <a:cubicBezTo>
                    <a:pt x="20648" y="32979"/>
                    <a:pt x="20048" y="10496"/>
                    <a:pt x="20048" y="9029"/>
                  </a:cubicBezTo>
                  <a:cubicBezTo>
                    <a:pt x="20048" y="7561"/>
                    <a:pt x="19681" y="2924"/>
                    <a:pt x="16479" y="1090"/>
                  </a:cubicBezTo>
                  <a:cubicBezTo>
                    <a:pt x="15009" y="232"/>
                    <a:pt x="13314" y="0"/>
                    <a:pt x="11911"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8"/>
            <p:cNvSpPr/>
            <p:nvPr/>
          </p:nvSpPr>
          <p:spPr>
            <a:xfrm>
              <a:off x="6221343" y="2089599"/>
              <a:ext cx="240980" cy="188447"/>
            </a:xfrm>
            <a:custGeom>
              <a:rect b="b" l="l" r="r" t="t"/>
              <a:pathLst>
                <a:path extrusionOk="0" fill="none" h="11009" w="14078">
                  <a:moveTo>
                    <a:pt x="14077" y="1"/>
                  </a:moveTo>
                  <a:cubicBezTo>
                    <a:pt x="14077" y="1"/>
                    <a:pt x="9074" y="5204"/>
                    <a:pt x="5171" y="7706"/>
                  </a:cubicBezTo>
                  <a:cubicBezTo>
                    <a:pt x="1268" y="10208"/>
                    <a:pt x="0" y="11008"/>
                    <a:pt x="0" y="11008"/>
                  </a:cubicBezTo>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8"/>
            <p:cNvSpPr/>
            <p:nvPr/>
          </p:nvSpPr>
          <p:spPr>
            <a:xfrm>
              <a:off x="6235054" y="2059900"/>
              <a:ext cx="181582" cy="191305"/>
            </a:xfrm>
            <a:custGeom>
              <a:rect b="b" l="l" r="r" t="t"/>
              <a:pathLst>
                <a:path extrusionOk="0" fill="none" h="11176" w="10608">
                  <a:moveTo>
                    <a:pt x="10608" y="1"/>
                  </a:moveTo>
                  <a:cubicBezTo>
                    <a:pt x="10608" y="1"/>
                    <a:pt x="5070" y="8040"/>
                    <a:pt x="0" y="11176"/>
                  </a:cubicBezTo>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8"/>
            <p:cNvSpPr/>
            <p:nvPr/>
          </p:nvSpPr>
          <p:spPr>
            <a:xfrm>
              <a:off x="6222490" y="2071900"/>
              <a:ext cx="113061" cy="157036"/>
            </a:xfrm>
            <a:custGeom>
              <a:rect b="b" l="l" r="r" t="t"/>
              <a:pathLst>
                <a:path extrusionOk="0" fill="none" h="9174" w="6605">
                  <a:moveTo>
                    <a:pt x="6605" y="0"/>
                  </a:moveTo>
                  <a:cubicBezTo>
                    <a:pt x="6605" y="0"/>
                    <a:pt x="2969" y="7439"/>
                    <a:pt x="0" y="9174"/>
                  </a:cubicBezTo>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8"/>
            <p:cNvSpPr/>
            <p:nvPr/>
          </p:nvSpPr>
          <p:spPr>
            <a:xfrm>
              <a:off x="6234472" y="2298587"/>
              <a:ext cx="51986" cy="25128"/>
            </a:xfrm>
            <a:custGeom>
              <a:rect b="b" l="l" r="r" t="t"/>
              <a:pathLst>
                <a:path extrusionOk="0" fill="none" h="1468" w="3037">
                  <a:moveTo>
                    <a:pt x="3036" y="0"/>
                  </a:moveTo>
                  <a:lnTo>
                    <a:pt x="1" y="1468"/>
                  </a:lnTo>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8"/>
            <p:cNvSpPr/>
            <p:nvPr/>
          </p:nvSpPr>
          <p:spPr>
            <a:xfrm>
              <a:off x="6262460" y="2316286"/>
              <a:ext cx="17" cy="186153"/>
            </a:xfrm>
            <a:custGeom>
              <a:rect b="b" l="l" r="r" t="t"/>
              <a:pathLst>
                <a:path extrusionOk="0" fill="none" h="10875" w="1">
                  <a:moveTo>
                    <a:pt x="0" y="0"/>
                  </a:moveTo>
                  <a:lnTo>
                    <a:pt x="0" y="10875"/>
                  </a:lnTo>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8"/>
            <p:cNvSpPr/>
            <p:nvPr/>
          </p:nvSpPr>
          <p:spPr>
            <a:xfrm>
              <a:off x="6219632" y="4329595"/>
              <a:ext cx="179306" cy="122270"/>
            </a:xfrm>
            <a:custGeom>
              <a:rect b="b" l="l" r="r" t="t"/>
              <a:pathLst>
                <a:path extrusionOk="0" h="7143" w="10475">
                  <a:moveTo>
                    <a:pt x="9574" y="1"/>
                  </a:moveTo>
                  <a:lnTo>
                    <a:pt x="4804" y="68"/>
                  </a:lnTo>
                  <a:lnTo>
                    <a:pt x="3903" y="2903"/>
                  </a:lnTo>
                  <a:cubicBezTo>
                    <a:pt x="3903" y="2903"/>
                    <a:pt x="267" y="5305"/>
                    <a:pt x="201" y="5638"/>
                  </a:cubicBezTo>
                  <a:cubicBezTo>
                    <a:pt x="100" y="6005"/>
                    <a:pt x="0" y="6639"/>
                    <a:pt x="0" y="6639"/>
                  </a:cubicBezTo>
                  <a:cubicBezTo>
                    <a:pt x="155" y="6948"/>
                    <a:pt x="453" y="7143"/>
                    <a:pt x="815" y="7143"/>
                  </a:cubicBezTo>
                  <a:cubicBezTo>
                    <a:pt x="843" y="7143"/>
                    <a:pt x="872" y="7142"/>
                    <a:pt x="901" y="7139"/>
                  </a:cubicBezTo>
                  <a:lnTo>
                    <a:pt x="10108" y="7139"/>
                  </a:lnTo>
                  <a:cubicBezTo>
                    <a:pt x="10108" y="7139"/>
                    <a:pt x="10475" y="5105"/>
                    <a:pt x="10308" y="4137"/>
                  </a:cubicBezTo>
                  <a:cubicBezTo>
                    <a:pt x="10108" y="3170"/>
                    <a:pt x="9674" y="1469"/>
                    <a:pt x="9674" y="1469"/>
                  </a:cubicBezTo>
                  <a:lnTo>
                    <a:pt x="9574" y="1"/>
                  </a:ln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8"/>
            <p:cNvSpPr/>
            <p:nvPr/>
          </p:nvSpPr>
          <p:spPr>
            <a:xfrm>
              <a:off x="6546234" y="4327883"/>
              <a:ext cx="300926" cy="124239"/>
            </a:xfrm>
            <a:custGeom>
              <a:rect b="b" l="l" r="r" t="t"/>
              <a:pathLst>
                <a:path extrusionOk="0" h="7258" w="17580">
                  <a:moveTo>
                    <a:pt x="7373" y="1"/>
                  </a:moveTo>
                  <a:lnTo>
                    <a:pt x="868" y="134"/>
                  </a:lnTo>
                  <a:cubicBezTo>
                    <a:pt x="468" y="935"/>
                    <a:pt x="201" y="1802"/>
                    <a:pt x="101" y="2703"/>
                  </a:cubicBezTo>
                  <a:cubicBezTo>
                    <a:pt x="1" y="3870"/>
                    <a:pt x="167" y="6772"/>
                    <a:pt x="167" y="6772"/>
                  </a:cubicBezTo>
                  <a:lnTo>
                    <a:pt x="4437" y="6772"/>
                  </a:lnTo>
                  <a:lnTo>
                    <a:pt x="4437" y="5271"/>
                  </a:lnTo>
                  <a:cubicBezTo>
                    <a:pt x="4804" y="5271"/>
                    <a:pt x="5171" y="5371"/>
                    <a:pt x="5505" y="5538"/>
                  </a:cubicBezTo>
                  <a:cubicBezTo>
                    <a:pt x="6138" y="5772"/>
                    <a:pt x="8173" y="7106"/>
                    <a:pt x="9674" y="7206"/>
                  </a:cubicBezTo>
                  <a:cubicBezTo>
                    <a:pt x="10326" y="7235"/>
                    <a:pt x="11764" y="7258"/>
                    <a:pt x="13213" y="7258"/>
                  </a:cubicBezTo>
                  <a:cubicBezTo>
                    <a:pt x="15100" y="7258"/>
                    <a:pt x="17005" y="7219"/>
                    <a:pt x="17213" y="7106"/>
                  </a:cubicBezTo>
                  <a:cubicBezTo>
                    <a:pt x="17580" y="6939"/>
                    <a:pt x="17313" y="6239"/>
                    <a:pt x="17313" y="6239"/>
                  </a:cubicBezTo>
                  <a:lnTo>
                    <a:pt x="11876" y="4371"/>
                  </a:lnTo>
                  <a:cubicBezTo>
                    <a:pt x="11609" y="4271"/>
                    <a:pt x="7373" y="1"/>
                    <a:pt x="7373" y="1"/>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8"/>
            <p:cNvSpPr/>
            <p:nvPr/>
          </p:nvSpPr>
          <p:spPr>
            <a:xfrm>
              <a:off x="6210491" y="3077981"/>
              <a:ext cx="541889" cy="1311594"/>
            </a:xfrm>
            <a:custGeom>
              <a:rect b="b" l="l" r="r" t="t"/>
              <a:pathLst>
                <a:path extrusionOk="0" h="76623" w="31657">
                  <a:moveTo>
                    <a:pt x="15612" y="1"/>
                  </a:moveTo>
                  <a:lnTo>
                    <a:pt x="1" y="6906"/>
                  </a:lnTo>
                  <a:lnTo>
                    <a:pt x="501" y="12476"/>
                  </a:lnTo>
                  <a:lnTo>
                    <a:pt x="2803" y="42665"/>
                  </a:lnTo>
                  <a:lnTo>
                    <a:pt x="3336" y="66115"/>
                  </a:lnTo>
                  <a:lnTo>
                    <a:pt x="2936" y="71285"/>
                  </a:lnTo>
                  <a:lnTo>
                    <a:pt x="2502" y="73687"/>
                  </a:lnTo>
                  <a:lnTo>
                    <a:pt x="2936" y="76489"/>
                  </a:lnTo>
                  <a:lnTo>
                    <a:pt x="10908" y="76622"/>
                  </a:lnTo>
                  <a:lnTo>
                    <a:pt x="11009" y="72720"/>
                  </a:lnTo>
                  <a:lnTo>
                    <a:pt x="12977" y="40863"/>
                  </a:lnTo>
                  <a:lnTo>
                    <a:pt x="15612" y="16746"/>
                  </a:lnTo>
                  <a:lnTo>
                    <a:pt x="20649" y="41230"/>
                  </a:lnTo>
                  <a:lnTo>
                    <a:pt x="19515" y="75221"/>
                  </a:lnTo>
                  <a:lnTo>
                    <a:pt x="29588" y="75455"/>
                  </a:lnTo>
                  <a:cubicBezTo>
                    <a:pt x="29588" y="75455"/>
                    <a:pt x="29822" y="75288"/>
                    <a:pt x="29955" y="73087"/>
                  </a:cubicBezTo>
                  <a:cubicBezTo>
                    <a:pt x="29989" y="72453"/>
                    <a:pt x="28821" y="69551"/>
                    <a:pt x="28855" y="68817"/>
                  </a:cubicBezTo>
                  <a:cubicBezTo>
                    <a:pt x="29455" y="59110"/>
                    <a:pt x="31657" y="41297"/>
                    <a:pt x="31657" y="40830"/>
                  </a:cubicBezTo>
                  <a:cubicBezTo>
                    <a:pt x="31657" y="40163"/>
                    <a:pt x="27887" y="8040"/>
                    <a:pt x="27887" y="8040"/>
                  </a:cubicBezTo>
                  <a:lnTo>
                    <a:pt x="15612" y="1"/>
                  </a:lnTo>
                  <a:close/>
                </a:path>
              </a:pathLst>
            </a:custGeom>
            <a:solidFill>
              <a:schemeClr val="accen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8"/>
            <p:cNvSpPr/>
            <p:nvPr/>
          </p:nvSpPr>
          <p:spPr>
            <a:xfrm>
              <a:off x="6338975" y="4040686"/>
              <a:ext cx="582" cy="34834"/>
            </a:xfrm>
            <a:custGeom>
              <a:rect b="b" l="l" r="r" t="t"/>
              <a:pathLst>
                <a:path extrusionOk="0" fill="none" h="2035" w="34">
                  <a:moveTo>
                    <a:pt x="0" y="0"/>
                  </a:moveTo>
                  <a:lnTo>
                    <a:pt x="33" y="2035"/>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8"/>
            <p:cNvSpPr/>
            <p:nvPr/>
          </p:nvSpPr>
          <p:spPr>
            <a:xfrm>
              <a:off x="6332693" y="3373189"/>
              <a:ext cx="6299" cy="633827"/>
            </a:xfrm>
            <a:custGeom>
              <a:rect b="b" l="l" r="r" t="t"/>
              <a:pathLst>
                <a:path extrusionOk="0" fill="none" h="37028" w="368">
                  <a:moveTo>
                    <a:pt x="0" y="1"/>
                  </a:moveTo>
                  <a:lnTo>
                    <a:pt x="367" y="37027"/>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8"/>
            <p:cNvSpPr/>
            <p:nvPr/>
          </p:nvSpPr>
          <p:spPr>
            <a:xfrm>
              <a:off x="6671859" y="3377759"/>
              <a:ext cx="67392" cy="463097"/>
            </a:xfrm>
            <a:custGeom>
              <a:rect b="b" l="l" r="r" t="t"/>
              <a:pathLst>
                <a:path extrusionOk="0" fill="none" h="27054" w="3937">
                  <a:moveTo>
                    <a:pt x="0" y="0"/>
                  </a:moveTo>
                  <a:cubicBezTo>
                    <a:pt x="0" y="0"/>
                    <a:pt x="3936" y="21716"/>
                    <a:pt x="3936" y="22083"/>
                  </a:cubicBezTo>
                  <a:cubicBezTo>
                    <a:pt x="3936" y="22416"/>
                    <a:pt x="3803" y="25185"/>
                    <a:pt x="3703" y="27053"/>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8"/>
            <p:cNvSpPr/>
            <p:nvPr/>
          </p:nvSpPr>
          <p:spPr>
            <a:xfrm>
              <a:off x="6170521" y="2431555"/>
              <a:ext cx="578435" cy="945074"/>
            </a:xfrm>
            <a:custGeom>
              <a:rect b="b" l="l" r="r" t="t"/>
              <a:pathLst>
                <a:path extrusionOk="0" h="55211" w="33792">
                  <a:moveTo>
                    <a:pt x="12767" y="1"/>
                  </a:moveTo>
                  <a:cubicBezTo>
                    <a:pt x="12228" y="1"/>
                    <a:pt x="11687" y="93"/>
                    <a:pt x="11275" y="371"/>
                  </a:cubicBezTo>
                  <a:lnTo>
                    <a:pt x="1" y="7777"/>
                  </a:lnTo>
                  <a:lnTo>
                    <a:pt x="5805" y="30059"/>
                  </a:lnTo>
                  <a:lnTo>
                    <a:pt x="534" y="50607"/>
                  </a:lnTo>
                  <a:lnTo>
                    <a:pt x="17113" y="55211"/>
                  </a:lnTo>
                  <a:lnTo>
                    <a:pt x="18981" y="47272"/>
                  </a:lnTo>
                  <a:lnTo>
                    <a:pt x="21049" y="55111"/>
                  </a:lnTo>
                  <a:lnTo>
                    <a:pt x="33791" y="51975"/>
                  </a:lnTo>
                  <a:lnTo>
                    <a:pt x="28054" y="32461"/>
                  </a:lnTo>
                  <a:lnTo>
                    <a:pt x="30556" y="5075"/>
                  </a:lnTo>
                  <a:lnTo>
                    <a:pt x="14911" y="371"/>
                  </a:lnTo>
                  <a:cubicBezTo>
                    <a:pt x="14911" y="371"/>
                    <a:pt x="13844" y="1"/>
                    <a:pt x="12767" y="1"/>
                  </a:cubicBezTo>
                  <a:close/>
                </a:path>
              </a:pathLst>
            </a:custGeom>
            <a:solidFill>
              <a:schemeClr val="accen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8"/>
            <p:cNvSpPr/>
            <p:nvPr/>
          </p:nvSpPr>
          <p:spPr>
            <a:xfrm>
              <a:off x="6471430" y="2954084"/>
              <a:ext cx="23999" cy="275797"/>
            </a:xfrm>
            <a:custGeom>
              <a:rect b="b" l="l" r="r" t="t"/>
              <a:pathLst>
                <a:path extrusionOk="0" fill="none" h="16112" w="1402">
                  <a:moveTo>
                    <a:pt x="1" y="0"/>
                  </a:moveTo>
                  <a:lnTo>
                    <a:pt x="1402" y="16112"/>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8"/>
            <p:cNvSpPr/>
            <p:nvPr/>
          </p:nvSpPr>
          <p:spPr>
            <a:xfrm>
              <a:off x="6436031" y="2984913"/>
              <a:ext cx="23999" cy="23999"/>
            </a:xfrm>
            <a:custGeom>
              <a:rect b="b" l="l" r="r" t="t"/>
              <a:pathLst>
                <a:path extrusionOk="0" fill="none" h="1402" w="1402">
                  <a:moveTo>
                    <a:pt x="1402" y="701"/>
                  </a:moveTo>
                  <a:cubicBezTo>
                    <a:pt x="1402" y="1068"/>
                    <a:pt x="1068" y="1402"/>
                    <a:pt x="701" y="1402"/>
                  </a:cubicBezTo>
                  <a:cubicBezTo>
                    <a:pt x="301" y="1402"/>
                    <a:pt x="1" y="1068"/>
                    <a:pt x="1" y="701"/>
                  </a:cubicBezTo>
                  <a:cubicBezTo>
                    <a:pt x="1" y="334"/>
                    <a:pt x="301" y="1"/>
                    <a:pt x="701" y="1"/>
                  </a:cubicBezTo>
                  <a:cubicBezTo>
                    <a:pt x="1068" y="1"/>
                    <a:pt x="1402" y="334"/>
                    <a:pt x="1402" y="701"/>
                  </a:cubicBezTo>
                  <a:close/>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8"/>
            <p:cNvSpPr/>
            <p:nvPr/>
          </p:nvSpPr>
          <p:spPr>
            <a:xfrm>
              <a:off x="6443460" y="3077981"/>
              <a:ext cx="23434" cy="23434"/>
            </a:xfrm>
            <a:custGeom>
              <a:rect b="b" l="l" r="r" t="t"/>
              <a:pathLst>
                <a:path extrusionOk="0" fill="none" h="1369" w="1369">
                  <a:moveTo>
                    <a:pt x="1368" y="668"/>
                  </a:moveTo>
                  <a:cubicBezTo>
                    <a:pt x="1368" y="1068"/>
                    <a:pt x="1068" y="1369"/>
                    <a:pt x="668" y="1369"/>
                  </a:cubicBezTo>
                  <a:cubicBezTo>
                    <a:pt x="301" y="1369"/>
                    <a:pt x="0" y="1068"/>
                    <a:pt x="0" y="668"/>
                  </a:cubicBezTo>
                  <a:cubicBezTo>
                    <a:pt x="0" y="301"/>
                    <a:pt x="301" y="1"/>
                    <a:pt x="668" y="1"/>
                  </a:cubicBezTo>
                  <a:cubicBezTo>
                    <a:pt x="1068" y="1"/>
                    <a:pt x="1368" y="301"/>
                    <a:pt x="1368" y="668"/>
                  </a:cubicBezTo>
                  <a:close/>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8"/>
            <p:cNvSpPr/>
            <p:nvPr/>
          </p:nvSpPr>
          <p:spPr>
            <a:xfrm>
              <a:off x="6446319" y="3170484"/>
              <a:ext cx="27987" cy="28004"/>
            </a:xfrm>
            <a:custGeom>
              <a:rect b="b" l="l" r="r" t="t"/>
              <a:pathLst>
                <a:path extrusionOk="0" fill="none" h="1636" w="1635">
                  <a:moveTo>
                    <a:pt x="1635" y="701"/>
                  </a:moveTo>
                  <a:cubicBezTo>
                    <a:pt x="1635" y="1335"/>
                    <a:pt x="867" y="1635"/>
                    <a:pt x="434" y="1202"/>
                  </a:cubicBezTo>
                  <a:cubicBezTo>
                    <a:pt x="0" y="768"/>
                    <a:pt x="300" y="1"/>
                    <a:pt x="934" y="1"/>
                  </a:cubicBezTo>
                  <a:cubicBezTo>
                    <a:pt x="1301" y="1"/>
                    <a:pt x="1635" y="334"/>
                    <a:pt x="1635" y="701"/>
                  </a:cubicBezTo>
                  <a:close/>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8"/>
            <p:cNvSpPr/>
            <p:nvPr/>
          </p:nvSpPr>
          <p:spPr>
            <a:xfrm>
              <a:off x="6304141" y="2431555"/>
              <a:ext cx="259245" cy="498564"/>
            </a:xfrm>
            <a:custGeom>
              <a:rect b="b" l="l" r="r" t="t"/>
              <a:pathLst>
                <a:path extrusionOk="0" h="29126" w="15145">
                  <a:moveTo>
                    <a:pt x="4961" y="1"/>
                  </a:moveTo>
                  <a:cubicBezTo>
                    <a:pt x="4422" y="1"/>
                    <a:pt x="3881" y="93"/>
                    <a:pt x="3469" y="371"/>
                  </a:cubicBezTo>
                  <a:lnTo>
                    <a:pt x="501" y="2306"/>
                  </a:lnTo>
                  <a:cubicBezTo>
                    <a:pt x="234" y="4474"/>
                    <a:pt x="67" y="6643"/>
                    <a:pt x="0" y="8811"/>
                  </a:cubicBezTo>
                  <a:cubicBezTo>
                    <a:pt x="0" y="11946"/>
                    <a:pt x="234" y="14648"/>
                    <a:pt x="234" y="14648"/>
                  </a:cubicBezTo>
                  <a:lnTo>
                    <a:pt x="3770" y="14015"/>
                  </a:lnTo>
                  <a:lnTo>
                    <a:pt x="3770" y="14015"/>
                  </a:lnTo>
                  <a:lnTo>
                    <a:pt x="2202" y="17050"/>
                  </a:lnTo>
                  <a:lnTo>
                    <a:pt x="9507" y="29125"/>
                  </a:lnTo>
                  <a:lnTo>
                    <a:pt x="14077" y="15682"/>
                  </a:lnTo>
                  <a:lnTo>
                    <a:pt x="11075" y="13181"/>
                  </a:lnTo>
                  <a:lnTo>
                    <a:pt x="15144" y="12347"/>
                  </a:lnTo>
                  <a:cubicBezTo>
                    <a:pt x="15144" y="12347"/>
                    <a:pt x="13376" y="5275"/>
                    <a:pt x="11675" y="1739"/>
                  </a:cubicBezTo>
                  <a:lnTo>
                    <a:pt x="7105" y="371"/>
                  </a:lnTo>
                  <a:cubicBezTo>
                    <a:pt x="7105" y="371"/>
                    <a:pt x="6038" y="1"/>
                    <a:pt x="4961" y="1"/>
                  </a:cubicBezTo>
                  <a:close/>
                </a:path>
              </a:pathLst>
            </a:custGeom>
            <a:solidFill>
              <a:schemeClr val="accen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8"/>
            <p:cNvSpPr/>
            <p:nvPr/>
          </p:nvSpPr>
          <p:spPr>
            <a:xfrm>
              <a:off x="6668435" y="2518410"/>
              <a:ext cx="149607" cy="411933"/>
            </a:xfrm>
            <a:custGeom>
              <a:rect b="b" l="l" r="r" t="t"/>
              <a:pathLst>
                <a:path extrusionOk="0" h="24065" w="8740">
                  <a:moveTo>
                    <a:pt x="1468" y="1"/>
                  </a:moveTo>
                  <a:lnTo>
                    <a:pt x="0" y="16346"/>
                  </a:lnTo>
                  <a:cubicBezTo>
                    <a:pt x="0" y="16346"/>
                    <a:pt x="934" y="22717"/>
                    <a:pt x="2202" y="23451"/>
                  </a:cubicBezTo>
                  <a:cubicBezTo>
                    <a:pt x="2836" y="23828"/>
                    <a:pt x="4220" y="24064"/>
                    <a:pt x="5501" y="24064"/>
                  </a:cubicBezTo>
                  <a:cubicBezTo>
                    <a:pt x="6712" y="24064"/>
                    <a:pt x="7831" y="23853"/>
                    <a:pt x="8139" y="23351"/>
                  </a:cubicBezTo>
                  <a:cubicBezTo>
                    <a:pt x="8740" y="22283"/>
                    <a:pt x="7072" y="14044"/>
                    <a:pt x="5537" y="8740"/>
                  </a:cubicBezTo>
                  <a:cubicBezTo>
                    <a:pt x="4637" y="5638"/>
                    <a:pt x="3269" y="2669"/>
                    <a:pt x="1468" y="1"/>
                  </a:cubicBezTo>
                  <a:close/>
                </a:path>
              </a:pathLst>
            </a:custGeom>
            <a:solidFill>
              <a:schemeClr val="accent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8"/>
            <p:cNvSpPr/>
            <p:nvPr/>
          </p:nvSpPr>
          <p:spPr>
            <a:xfrm>
              <a:off x="6389215" y="2805624"/>
              <a:ext cx="445397" cy="143513"/>
            </a:xfrm>
            <a:custGeom>
              <a:rect b="b" l="l" r="r" t="t"/>
              <a:pathLst>
                <a:path extrusionOk="0" h="8384" w="26020">
                  <a:moveTo>
                    <a:pt x="23817" y="0"/>
                  </a:moveTo>
                  <a:lnTo>
                    <a:pt x="18714" y="1301"/>
                  </a:lnTo>
                  <a:lnTo>
                    <a:pt x="1168" y="1802"/>
                  </a:lnTo>
                  <a:lnTo>
                    <a:pt x="0" y="5338"/>
                  </a:lnTo>
                  <a:cubicBezTo>
                    <a:pt x="2869" y="6372"/>
                    <a:pt x="5838" y="7139"/>
                    <a:pt x="8840" y="7639"/>
                  </a:cubicBezTo>
                  <a:cubicBezTo>
                    <a:pt x="11704" y="8077"/>
                    <a:pt x="16369" y="8384"/>
                    <a:pt x="19932" y="8384"/>
                  </a:cubicBezTo>
                  <a:cubicBezTo>
                    <a:pt x="22346" y="8384"/>
                    <a:pt x="24253" y="8243"/>
                    <a:pt x="24751" y="7906"/>
                  </a:cubicBezTo>
                  <a:cubicBezTo>
                    <a:pt x="26019" y="7072"/>
                    <a:pt x="23817" y="0"/>
                    <a:pt x="238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8"/>
            <p:cNvSpPr/>
            <p:nvPr/>
          </p:nvSpPr>
          <p:spPr>
            <a:xfrm>
              <a:off x="6389215" y="2805624"/>
              <a:ext cx="445397" cy="149624"/>
            </a:xfrm>
            <a:custGeom>
              <a:rect b="b" l="l" r="r" t="t"/>
              <a:pathLst>
                <a:path extrusionOk="0" fill="none" h="8741" w="26020">
                  <a:moveTo>
                    <a:pt x="18714" y="1301"/>
                  </a:moveTo>
                  <a:lnTo>
                    <a:pt x="1168" y="1802"/>
                  </a:lnTo>
                  <a:lnTo>
                    <a:pt x="0" y="5338"/>
                  </a:lnTo>
                  <a:cubicBezTo>
                    <a:pt x="2869" y="6372"/>
                    <a:pt x="5838" y="7139"/>
                    <a:pt x="8840" y="7639"/>
                  </a:cubicBezTo>
                  <a:cubicBezTo>
                    <a:pt x="13644" y="8373"/>
                    <a:pt x="23517" y="8740"/>
                    <a:pt x="24751" y="7906"/>
                  </a:cubicBezTo>
                  <a:cubicBezTo>
                    <a:pt x="26019" y="7072"/>
                    <a:pt x="23817" y="0"/>
                    <a:pt x="23817"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8"/>
            <p:cNvSpPr/>
            <p:nvPr/>
          </p:nvSpPr>
          <p:spPr>
            <a:xfrm>
              <a:off x="6326975" y="2356255"/>
              <a:ext cx="146765" cy="413987"/>
            </a:xfrm>
            <a:custGeom>
              <a:rect b="b" l="l" r="r" t="t"/>
              <a:pathLst>
                <a:path extrusionOk="0" h="24185" w="8574">
                  <a:moveTo>
                    <a:pt x="134" y="0"/>
                  </a:moveTo>
                  <a:lnTo>
                    <a:pt x="1" y="968"/>
                  </a:lnTo>
                  <a:cubicBezTo>
                    <a:pt x="1" y="968"/>
                    <a:pt x="1268" y="8773"/>
                    <a:pt x="1635" y="12176"/>
                  </a:cubicBezTo>
                  <a:cubicBezTo>
                    <a:pt x="2002" y="15612"/>
                    <a:pt x="7306" y="24184"/>
                    <a:pt x="7306" y="24184"/>
                  </a:cubicBezTo>
                  <a:lnTo>
                    <a:pt x="8140" y="10841"/>
                  </a:lnTo>
                  <a:lnTo>
                    <a:pt x="8573" y="1335"/>
                  </a:lnTo>
                  <a:lnTo>
                    <a:pt x="8573" y="1335"/>
                  </a:lnTo>
                  <a:cubicBezTo>
                    <a:pt x="7700" y="1771"/>
                    <a:pt x="6747" y="1990"/>
                    <a:pt x="5796" y="1990"/>
                  </a:cubicBezTo>
                  <a:cubicBezTo>
                    <a:pt x="5004" y="1990"/>
                    <a:pt x="4213" y="1838"/>
                    <a:pt x="3470" y="1535"/>
                  </a:cubicBezTo>
                  <a:cubicBezTo>
                    <a:pt x="2302" y="1101"/>
                    <a:pt x="1201" y="601"/>
                    <a:pt x="134" y="0"/>
                  </a:cubicBezTo>
                  <a:close/>
                </a:path>
              </a:pathLst>
            </a:custGeom>
            <a:solidFill>
              <a:srgbClr val="B77445"/>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8"/>
            <p:cNvSpPr/>
            <p:nvPr/>
          </p:nvSpPr>
          <p:spPr>
            <a:xfrm>
              <a:off x="6326975" y="2355691"/>
              <a:ext cx="147330" cy="112565"/>
            </a:xfrm>
            <a:custGeom>
              <a:rect b="b" l="l" r="r" t="t"/>
              <a:pathLst>
                <a:path extrusionOk="0" h="6576" w="8607">
                  <a:moveTo>
                    <a:pt x="134" y="0"/>
                  </a:moveTo>
                  <a:lnTo>
                    <a:pt x="1" y="1001"/>
                  </a:lnTo>
                  <a:cubicBezTo>
                    <a:pt x="1" y="1001"/>
                    <a:pt x="167" y="2001"/>
                    <a:pt x="434" y="3469"/>
                  </a:cubicBezTo>
                  <a:cubicBezTo>
                    <a:pt x="2135" y="4904"/>
                    <a:pt x="4737" y="6471"/>
                    <a:pt x="5805" y="6571"/>
                  </a:cubicBezTo>
                  <a:cubicBezTo>
                    <a:pt x="5829" y="6574"/>
                    <a:pt x="5855" y="6575"/>
                    <a:pt x="5881" y="6575"/>
                  </a:cubicBezTo>
                  <a:cubicBezTo>
                    <a:pt x="6519" y="6575"/>
                    <a:pt x="7512" y="5798"/>
                    <a:pt x="8473" y="4837"/>
                  </a:cubicBezTo>
                  <a:lnTo>
                    <a:pt x="8607" y="1368"/>
                  </a:lnTo>
                  <a:lnTo>
                    <a:pt x="8607" y="1368"/>
                  </a:lnTo>
                  <a:cubicBezTo>
                    <a:pt x="7733" y="1804"/>
                    <a:pt x="6781" y="2023"/>
                    <a:pt x="5824" y="2023"/>
                  </a:cubicBezTo>
                  <a:cubicBezTo>
                    <a:pt x="5027" y="2023"/>
                    <a:pt x="4228" y="1871"/>
                    <a:pt x="3470" y="1568"/>
                  </a:cubicBezTo>
                  <a:cubicBezTo>
                    <a:pt x="2336" y="1134"/>
                    <a:pt x="1235" y="600"/>
                    <a:pt x="134" y="0"/>
                  </a:cubicBezTo>
                  <a:close/>
                </a:path>
              </a:pathLst>
            </a:custGeom>
            <a:solidFill>
              <a:schemeClr val="dk1"/>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8"/>
            <p:cNvSpPr/>
            <p:nvPr/>
          </p:nvSpPr>
          <p:spPr>
            <a:xfrm>
              <a:off x="6398920" y="2675445"/>
              <a:ext cx="59398" cy="94797"/>
            </a:xfrm>
            <a:custGeom>
              <a:rect b="b" l="l" r="r" t="t"/>
              <a:pathLst>
                <a:path extrusionOk="0" h="5538" w="3470">
                  <a:moveTo>
                    <a:pt x="3470" y="0"/>
                  </a:moveTo>
                  <a:lnTo>
                    <a:pt x="3470" y="0"/>
                  </a:lnTo>
                  <a:cubicBezTo>
                    <a:pt x="2881" y="121"/>
                    <a:pt x="2274" y="180"/>
                    <a:pt x="1668" y="180"/>
                  </a:cubicBezTo>
                  <a:cubicBezTo>
                    <a:pt x="1106" y="180"/>
                    <a:pt x="546" y="130"/>
                    <a:pt x="1" y="33"/>
                  </a:cubicBezTo>
                  <a:lnTo>
                    <a:pt x="1" y="33"/>
                  </a:lnTo>
                  <a:cubicBezTo>
                    <a:pt x="1502" y="2935"/>
                    <a:pt x="3103" y="5537"/>
                    <a:pt x="3103" y="5537"/>
                  </a:cubicBezTo>
                  <a:lnTo>
                    <a:pt x="3470" y="0"/>
                  </a:lnTo>
                  <a:close/>
                </a:path>
              </a:pathLst>
            </a:custGeom>
            <a:solidFill>
              <a:schemeClr val="lt2"/>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8"/>
            <p:cNvSpPr/>
            <p:nvPr/>
          </p:nvSpPr>
          <p:spPr>
            <a:xfrm>
              <a:off x="6287571" y="2154697"/>
              <a:ext cx="240980" cy="299830"/>
            </a:xfrm>
            <a:custGeom>
              <a:rect b="b" l="l" r="r" t="t"/>
              <a:pathLst>
                <a:path extrusionOk="0" h="17516" w="14078">
                  <a:moveTo>
                    <a:pt x="10742" y="0"/>
                  </a:moveTo>
                  <a:lnTo>
                    <a:pt x="1" y="7706"/>
                  </a:lnTo>
                  <a:cubicBezTo>
                    <a:pt x="1" y="7706"/>
                    <a:pt x="568" y="11275"/>
                    <a:pt x="1168" y="12709"/>
                  </a:cubicBezTo>
                  <a:cubicBezTo>
                    <a:pt x="1769" y="14177"/>
                    <a:pt x="6606" y="17379"/>
                    <a:pt x="8073" y="17513"/>
                  </a:cubicBezTo>
                  <a:cubicBezTo>
                    <a:pt x="8095" y="17515"/>
                    <a:pt x="8117" y="17516"/>
                    <a:pt x="8139" y="17516"/>
                  </a:cubicBezTo>
                  <a:cubicBezTo>
                    <a:pt x="9644" y="17516"/>
                    <a:pt x="13118" y="13129"/>
                    <a:pt x="13611" y="12176"/>
                  </a:cubicBezTo>
                  <a:cubicBezTo>
                    <a:pt x="14078" y="11208"/>
                    <a:pt x="13277" y="3569"/>
                    <a:pt x="13277" y="3569"/>
                  </a:cubicBezTo>
                  <a:lnTo>
                    <a:pt x="10742" y="0"/>
                  </a:lnTo>
                  <a:close/>
                </a:path>
              </a:pathLst>
            </a:custGeom>
            <a:solidFill>
              <a:srgbClr val="B77445"/>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8"/>
            <p:cNvSpPr/>
            <p:nvPr/>
          </p:nvSpPr>
          <p:spPr>
            <a:xfrm>
              <a:off x="6410338" y="2307710"/>
              <a:ext cx="25146" cy="22869"/>
            </a:xfrm>
            <a:custGeom>
              <a:rect b="b" l="l" r="r" t="t"/>
              <a:pathLst>
                <a:path extrusionOk="0" fill="none" h="1336" w="1469">
                  <a:moveTo>
                    <a:pt x="1368" y="1"/>
                  </a:moveTo>
                  <a:cubicBezTo>
                    <a:pt x="1468" y="368"/>
                    <a:pt x="1335" y="768"/>
                    <a:pt x="1035" y="1035"/>
                  </a:cubicBezTo>
                  <a:cubicBezTo>
                    <a:pt x="735" y="1235"/>
                    <a:pt x="368" y="1335"/>
                    <a:pt x="1" y="1302"/>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8"/>
            <p:cNvSpPr/>
            <p:nvPr/>
          </p:nvSpPr>
          <p:spPr>
            <a:xfrm>
              <a:off x="6388068" y="2359114"/>
              <a:ext cx="53116" cy="15423"/>
            </a:xfrm>
            <a:custGeom>
              <a:rect b="b" l="l" r="r" t="t"/>
              <a:pathLst>
                <a:path extrusionOk="0" fill="none" h="901" w="3103">
                  <a:moveTo>
                    <a:pt x="1" y="167"/>
                  </a:moveTo>
                  <a:cubicBezTo>
                    <a:pt x="1" y="167"/>
                    <a:pt x="1168" y="901"/>
                    <a:pt x="3103" y="0"/>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8"/>
            <p:cNvSpPr/>
            <p:nvPr/>
          </p:nvSpPr>
          <p:spPr>
            <a:xfrm>
              <a:off x="6358951" y="2257470"/>
              <a:ext cx="15440" cy="26857"/>
            </a:xfrm>
            <a:custGeom>
              <a:rect b="b" l="l" r="r" t="t"/>
              <a:pathLst>
                <a:path extrusionOk="0" h="1569" w="902">
                  <a:moveTo>
                    <a:pt x="434" y="1"/>
                  </a:moveTo>
                  <a:cubicBezTo>
                    <a:pt x="201" y="1"/>
                    <a:pt x="1" y="367"/>
                    <a:pt x="1" y="801"/>
                  </a:cubicBezTo>
                  <a:cubicBezTo>
                    <a:pt x="1" y="1235"/>
                    <a:pt x="201" y="1568"/>
                    <a:pt x="434" y="1568"/>
                  </a:cubicBezTo>
                  <a:cubicBezTo>
                    <a:pt x="701" y="1568"/>
                    <a:pt x="901" y="1235"/>
                    <a:pt x="901" y="801"/>
                  </a:cubicBezTo>
                  <a:cubicBezTo>
                    <a:pt x="901" y="367"/>
                    <a:pt x="701" y="1"/>
                    <a:pt x="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8"/>
            <p:cNvSpPr/>
            <p:nvPr/>
          </p:nvSpPr>
          <p:spPr>
            <a:xfrm>
              <a:off x="6449742" y="2252900"/>
              <a:ext cx="15423" cy="26857"/>
            </a:xfrm>
            <a:custGeom>
              <a:rect b="b" l="l" r="r" t="t"/>
              <a:pathLst>
                <a:path extrusionOk="0" h="1569" w="901">
                  <a:moveTo>
                    <a:pt x="434" y="1"/>
                  </a:moveTo>
                  <a:cubicBezTo>
                    <a:pt x="200" y="1"/>
                    <a:pt x="0" y="368"/>
                    <a:pt x="0" y="768"/>
                  </a:cubicBezTo>
                  <a:cubicBezTo>
                    <a:pt x="0" y="1202"/>
                    <a:pt x="200" y="1568"/>
                    <a:pt x="434" y="1568"/>
                  </a:cubicBezTo>
                  <a:cubicBezTo>
                    <a:pt x="701" y="1568"/>
                    <a:pt x="901" y="1202"/>
                    <a:pt x="901" y="768"/>
                  </a:cubicBezTo>
                  <a:cubicBezTo>
                    <a:pt x="901" y="368"/>
                    <a:pt x="667" y="1"/>
                    <a:pt x="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8"/>
            <p:cNvSpPr/>
            <p:nvPr/>
          </p:nvSpPr>
          <p:spPr>
            <a:xfrm>
              <a:off x="6318982" y="2237494"/>
              <a:ext cx="87385" cy="62239"/>
            </a:xfrm>
            <a:custGeom>
              <a:rect b="b" l="l" r="r" t="t"/>
              <a:pathLst>
                <a:path extrusionOk="0" fill="none" h="3636" w="5105">
                  <a:moveTo>
                    <a:pt x="5104" y="1835"/>
                  </a:moveTo>
                  <a:cubicBezTo>
                    <a:pt x="5104" y="2835"/>
                    <a:pt x="3970" y="3636"/>
                    <a:pt x="2569" y="3636"/>
                  </a:cubicBezTo>
                  <a:cubicBezTo>
                    <a:pt x="1168" y="3636"/>
                    <a:pt x="1" y="2835"/>
                    <a:pt x="1" y="1835"/>
                  </a:cubicBezTo>
                  <a:cubicBezTo>
                    <a:pt x="1" y="834"/>
                    <a:pt x="1168" y="0"/>
                    <a:pt x="2569" y="0"/>
                  </a:cubicBezTo>
                  <a:cubicBezTo>
                    <a:pt x="3970" y="0"/>
                    <a:pt x="5104" y="834"/>
                    <a:pt x="5104" y="1835"/>
                  </a:cubicBezTo>
                  <a:close/>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8"/>
            <p:cNvSpPr/>
            <p:nvPr/>
          </p:nvSpPr>
          <p:spPr>
            <a:xfrm>
              <a:off x="6432043" y="2238059"/>
              <a:ext cx="87368" cy="61674"/>
            </a:xfrm>
            <a:custGeom>
              <a:rect b="b" l="l" r="r" t="t"/>
              <a:pathLst>
                <a:path extrusionOk="0" fill="none" h="3603" w="5104">
                  <a:moveTo>
                    <a:pt x="5104" y="1802"/>
                  </a:moveTo>
                  <a:cubicBezTo>
                    <a:pt x="5104" y="2802"/>
                    <a:pt x="3970" y="3603"/>
                    <a:pt x="2535" y="3603"/>
                  </a:cubicBezTo>
                  <a:cubicBezTo>
                    <a:pt x="1134" y="3603"/>
                    <a:pt x="0" y="2802"/>
                    <a:pt x="0" y="1802"/>
                  </a:cubicBezTo>
                  <a:cubicBezTo>
                    <a:pt x="0" y="801"/>
                    <a:pt x="1134" y="0"/>
                    <a:pt x="2535" y="0"/>
                  </a:cubicBezTo>
                  <a:cubicBezTo>
                    <a:pt x="3936" y="0"/>
                    <a:pt x="5104" y="801"/>
                    <a:pt x="5104" y="1802"/>
                  </a:cubicBezTo>
                  <a:close/>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8"/>
            <p:cNvSpPr/>
            <p:nvPr/>
          </p:nvSpPr>
          <p:spPr>
            <a:xfrm>
              <a:off x="6406349" y="2250623"/>
              <a:ext cx="25710" cy="18281"/>
            </a:xfrm>
            <a:custGeom>
              <a:rect b="b" l="l" r="r" t="t"/>
              <a:pathLst>
                <a:path extrusionOk="0" fill="none" h="1068" w="1502">
                  <a:moveTo>
                    <a:pt x="0" y="1068"/>
                  </a:moveTo>
                  <a:cubicBezTo>
                    <a:pt x="0" y="1068"/>
                    <a:pt x="567" y="0"/>
                    <a:pt x="1501" y="1068"/>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8"/>
            <p:cNvSpPr/>
            <p:nvPr/>
          </p:nvSpPr>
          <p:spPr>
            <a:xfrm>
              <a:off x="6437178" y="2207230"/>
              <a:ext cx="54262" cy="24564"/>
            </a:xfrm>
            <a:custGeom>
              <a:rect b="b" l="l" r="r" t="t"/>
              <a:pathLst>
                <a:path extrusionOk="0" fill="none" h="1435" w="3170">
                  <a:moveTo>
                    <a:pt x="0" y="1434"/>
                  </a:moveTo>
                  <a:cubicBezTo>
                    <a:pt x="0" y="1434"/>
                    <a:pt x="1602" y="0"/>
                    <a:pt x="3169" y="90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8"/>
            <p:cNvSpPr/>
            <p:nvPr/>
          </p:nvSpPr>
          <p:spPr>
            <a:xfrm>
              <a:off x="6099159" y="2550385"/>
              <a:ext cx="212411" cy="477938"/>
            </a:xfrm>
            <a:custGeom>
              <a:rect b="b" l="l" r="r" t="t"/>
              <a:pathLst>
                <a:path extrusionOk="0" h="27921" w="12409">
                  <a:moveTo>
                    <a:pt x="6038" y="1"/>
                  </a:moveTo>
                  <a:cubicBezTo>
                    <a:pt x="6038" y="1"/>
                    <a:pt x="1668" y="1235"/>
                    <a:pt x="834" y="3236"/>
                  </a:cubicBezTo>
                  <a:cubicBezTo>
                    <a:pt x="0" y="5205"/>
                    <a:pt x="734" y="15845"/>
                    <a:pt x="2102" y="19915"/>
                  </a:cubicBezTo>
                  <a:cubicBezTo>
                    <a:pt x="3436" y="23985"/>
                    <a:pt x="4470" y="27921"/>
                    <a:pt x="6138" y="27921"/>
                  </a:cubicBezTo>
                  <a:cubicBezTo>
                    <a:pt x="7806" y="27921"/>
                    <a:pt x="12409" y="24385"/>
                    <a:pt x="12209" y="21683"/>
                  </a:cubicBezTo>
                  <a:cubicBezTo>
                    <a:pt x="11975" y="18948"/>
                    <a:pt x="8873" y="7706"/>
                    <a:pt x="8873" y="7073"/>
                  </a:cubicBezTo>
                  <a:lnTo>
                    <a:pt x="60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6099159" y="2550385"/>
              <a:ext cx="212411" cy="477938"/>
            </a:xfrm>
            <a:custGeom>
              <a:rect b="b" l="l" r="r" t="t"/>
              <a:pathLst>
                <a:path extrusionOk="0" fill="none" h="27921" w="12409">
                  <a:moveTo>
                    <a:pt x="6038" y="1"/>
                  </a:moveTo>
                  <a:cubicBezTo>
                    <a:pt x="6038" y="1"/>
                    <a:pt x="1668" y="1235"/>
                    <a:pt x="834" y="3236"/>
                  </a:cubicBezTo>
                  <a:cubicBezTo>
                    <a:pt x="0" y="5205"/>
                    <a:pt x="734" y="15845"/>
                    <a:pt x="2102" y="19915"/>
                  </a:cubicBezTo>
                  <a:cubicBezTo>
                    <a:pt x="3436" y="23985"/>
                    <a:pt x="4470" y="27921"/>
                    <a:pt x="6138" y="27921"/>
                  </a:cubicBezTo>
                  <a:cubicBezTo>
                    <a:pt x="7806" y="27921"/>
                    <a:pt x="12409" y="24385"/>
                    <a:pt x="12209" y="21683"/>
                  </a:cubicBezTo>
                  <a:cubicBezTo>
                    <a:pt x="11975" y="18948"/>
                    <a:pt x="8873" y="7706"/>
                    <a:pt x="8873" y="7073"/>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6183651" y="2715466"/>
              <a:ext cx="240980" cy="183243"/>
            </a:xfrm>
            <a:custGeom>
              <a:rect b="b" l="l" r="r" t="t"/>
              <a:pathLst>
                <a:path extrusionOk="0" h="10705" w="14078">
                  <a:moveTo>
                    <a:pt x="2153" y="1"/>
                  </a:moveTo>
                  <a:cubicBezTo>
                    <a:pt x="2048" y="1"/>
                    <a:pt x="1936" y="38"/>
                    <a:pt x="1936" y="197"/>
                  </a:cubicBezTo>
                  <a:cubicBezTo>
                    <a:pt x="1936" y="497"/>
                    <a:pt x="2136" y="764"/>
                    <a:pt x="2403" y="898"/>
                  </a:cubicBezTo>
                  <a:cubicBezTo>
                    <a:pt x="2669" y="964"/>
                    <a:pt x="4571" y="1431"/>
                    <a:pt x="4704" y="1498"/>
                  </a:cubicBezTo>
                  <a:cubicBezTo>
                    <a:pt x="5038" y="1932"/>
                    <a:pt x="5338" y="2365"/>
                    <a:pt x="5605" y="2832"/>
                  </a:cubicBezTo>
                  <a:cubicBezTo>
                    <a:pt x="5605" y="2832"/>
                    <a:pt x="3237" y="1965"/>
                    <a:pt x="2736" y="1965"/>
                  </a:cubicBezTo>
                  <a:cubicBezTo>
                    <a:pt x="2236" y="1965"/>
                    <a:pt x="1235" y="2199"/>
                    <a:pt x="1202" y="2299"/>
                  </a:cubicBezTo>
                  <a:cubicBezTo>
                    <a:pt x="1168" y="2399"/>
                    <a:pt x="668" y="3366"/>
                    <a:pt x="401" y="3967"/>
                  </a:cubicBezTo>
                  <a:cubicBezTo>
                    <a:pt x="134" y="4567"/>
                    <a:pt x="1" y="5201"/>
                    <a:pt x="1" y="5868"/>
                  </a:cubicBezTo>
                  <a:cubicBezTo>
                    <a:pt x="10" y="5886"/>
                    <a:pt x="28" y="5893"/>
                    <a:pt x="52" y="5893"/>
                  </a:cubicBezTo>
                  <a:cubicBezTo>
                    <a:pt x="211" y="5893"/>
                    <a:pt x="652" y="5568"/>
                    <a:pt x="768" y="5568"/>
                  </a:cubicBezTo>
                  <a:cubicBezTo>
                    <a:pt x="868" y="5568"/>
                    <a:pt x="3837" y="5868"/>
                    <a:pt x="4137" y="6135"/>
                  </a:cubicBezTo>
                  <a:cubicBezTo>
                    <a:pt x="4437" y="6402"/>
                    <a:pt x="5138" y="7769"/>
                    <a:pt x="6272" y="8303"/>
                  </a:cubicBezTo>
                  <a:cubicBezTo>
                    <a:pt x="7106" y="8670"/>
                    <a:pt x="8007" y="8837"/>
                    <a:pt x="8874" y="8903"/>
                  </a:cubicBezTo>
                  <a:lnTo>
                    <a:pt x="12476" y="10705"/>
                  </a:lnTo>
                  <a:lnTo>
                    <a:pt x="14078" y="7002"/>
                  </a:lnTo>
                  <a:lnTo>
                    <a:pt x="9541" y="5868"/>
                  </a:lnTo>
                  <a:lnTo>
                    <a:pt x="5772" y="364"/>
                  </a:lnTo>
                  <a:lnTo>
                    <a:pt x="2336" y="30"/>
                  </a:lnTo>
                  <a:cubicBezTo>
                    <a:pt x="2336" y="30"/>
                    <a:pt x="2247" y="1"/>
                    <a:pt x="2153" y="1"/>
                  </a:cubicBezTo>
                  <a:close/>
                </a:path>
              </a:pathLst>
            </a:custGeom>
            <a:solidFill>
              <a:srgbClr val="B77445"/>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6197927" y="2767931"/>
              <a:ext cx="68538" cy="17152"/>
            </a:xfrm>
            <a:custGeom>
              <a:rect b="b" l="l" r="r" t="t"/>
              <a:pathLst>
                <a:path extrusionOk="0" fill="none" h="1002" w="4004">
                  <a:moveTo>
                    <a:pt x="1" y="268"/>
                  </a:moveTo>
                  <a:cubicBezTo>
                    <a:pt x="1" y="268"/>
                    <a:pt x="1435" y="1"/>
                    <a:pt x="1702" y="1"/>
                  </a:cubicBezTo>
                  <a:cubicBezTo>
                    <a:pt x="2503" y="268"/>
                    <a:pt x="3270" y="601"/>
                    <a:pt x="4004" y="1002"/>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6185944" y="2787360"/>
              <a:ext cx="76532" cy="14276"/>
            </a:xfrm>
            <a:custGeom>
              <a:rect b="b" l="l" r="r" t="t"/>
              <a:pathLst>
                <a:path extrusionOk="0" fill="none" h="834" w="4471">
                  <a:moveTo>
                    <a:pt x="0" y="434"/>
                  </a:moveTo>
                  <a:cubicBezTo>
                    <a:pt x="0" y="434"/>
                    <a:pt x="1735" y="0"/>
                    <a:pt x="1968" y="0"/>
                  </a:cubicBezTo>
                  <a:cubicBezTo>
                    <a:pt x="2235" y="0"/>
                    <a:pt x="4470" y="834"/>
                    <a:pt x="4470" y="834"/>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6175657" y="2674641"/>
              <a:ext cx="618404" cy="355428"/>
            </a:xfrm>
            <a:custGeom>
              <a:rect b="b" l="l" r="r" t="t"/>
              <a:pathLst>
                <a:path extrusionOk="0" h="20764" w="36127">
                  <a:moveTo>
                    <a:pt x="34008" y="1"/>
                  </a:moveTo>
                  <a:cubicBezTo>
                    <a:pt x="33903" y="1"/>
                    <a:pt x="33792" y="47"/>
                    <a:pt x="33792" y="47"/>
                  </a:cubicBezTo>
                  <a:lnTo>
                    <a:pt x="30356" y="347"/>
                  </a:lnTo>
                  <a:lnTo>
                    <a:pt x="26587" y="5885"/>
                  </a:lnTo>
                  <a:lnTo>
                    <a:pt x="4704" y="11288"/>
                  </a:lnTo>
                  <a:lnTo>
                    <a:pt x="1" y="18861"/>
                  </a:lnTo>
                  <a:cubicBezTo>
                    <a:pt x="501" y="19895"/>
                    <a:pt x="835" y="20695"/>
                    <a:pt x="2303" y="20762"/>
                  </a:cubicBezTo>
                  <a:cubicBezTo>
                    <a:pt x="2328" y="20763"/>
                    <a:pt x="2354" y="20764"/>
                    <a:pt x="2380" y="20764"/>
                  </a:cubicBezTo>
                  <a:cubicBezTo>
                    <a:pt x="3882" y="20764"/>
                    <a:pt x="7042" y="18927"/>
                    <a:pt x="7173" y="18894"/>
                  </a:cubicBezTo>
                  <a:cubicBezTo>
                    <a:pt x="7273" y="18861"/>
                    <a:pt x="27220" y="8853"/>
                    <a:pt x="27220" y="8853"/>
                  </a:cubicBezTo>
                  <a:cubicBezTo>
                    <a:pt x="28121" y="8820"/>
                    <a:pt x="29022" y="8620"/>
                    <a:pt x="29856" y="8286"/>
                  </a:cubicBezTo>
                  <a:cubicBezTo>
                    <a:pt x="30990" y="7753"/>
                    <a:pt x="31690" y="6385"/>
                    <a:pt x="31990" y="6118"/>
                  </a:cubicBezTo>
                  <a:cubicBezTo>
                    <a:pt x="32291" y="5818"/>
                    <a:pt x="35226" y="5518"/>
                    <a:pt x="35359" y="5518"/>
                  </a:cubicBezTo>
                  <a:cubicBezTo>
                    <a:pt x="35444" y="5518"/>
                    <a:pt x="35890" y="5854"/>
                    <a:pt x="36063" y="5854"/>
                  </a:cubicBezTo>
                  <a:cubicBezTo>
                    <a:pt x="36094" y="5854"/>
                    <a:pt x="36117" y="5843"/>
                    <a:pt x="36127" y="5818"/>
                  </a:cubicBezTo>
                  <a:cubicBezTo>
                    <a:pt x="36127" y="5184"/>
                    <a:pt x="35993" y="4550"/>
                    <a:pt x="35726" y="3950"/>
                  </a:cubicBezTo>
                  <a:cubicBezTo>
                    <a:pt x="35460" y="3349"/>
                    <a:pt x="34959" y="2415"/>
                    <a:pt x="34926" y="2282"/>
                  </a:cubicBezTo>
                  <a:cubicBezTo>
                    <a:pt x="34892" y="2182"/>
                    <a:pt x="33892" y="1948"/>
                    <a:pt x="33391" y="1948"/>
                  </a:cubicBezTo>
                  <a:cubicBezTo>
                    <a:pt x="32891" y="1948"/>
                    <a:pt x="30523" y="2816"/>
                    <a:pt x="30523" y="2816"/>
                  </a:cubicBezTo>
                  <a:cubicBezTo>
                    <a:pt x="30790" y="2349"/>
                    <a:pt x="31090" y="1915"/>
                    <a:pt x="31423" y="1481"/>
                  </a:cubicBezTo>
                  <a:cubicBezTo>
                    <a:pt x="31557" y="1415"/>
                    <a:pt x="33425" y="948"/>
                    <a:pt x="33692" y="881"/>
                  </a:cubicBezTo>
                  <a:cubicBezTo>
                    <a:pt x="33992" y="781"/>
                    <a:pt x="34192" y="481"/>
                    <a:pt x="34192" y="180"/>
                  </a:cubicBezTo>
                  <a:cubicBezTo>
                    <a:pt x="34192" y="38"/>
                    <a:pt x="34102" y="1"/>
                    <a:pt x="340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8"/>
            <p:cNvSpPr/>
            <p:nvPr/>
          </p:nvSpPr>
          <p:spPr>
            <a:xfrm>
              <a:off x="6175657" y="2672587"/>
              <a:ext cx="618404" cy="358595"/>
            </a:xfrm>
            <a:custGeom>
              <a:rect b="b" l="l" r="r" t="t"/>
              <a:pathLst>
                <a:path extrusionOk="0" fill="none" h="20949" w="36127">
                  <a:moveTo>
                    <a:pt x="4704" y="11408"/>
                  </a:moveTo>
                  <a:lnTo>
                    <a:pt x="26587" y="6005"/>
                  </a:lnTo>
                  <a:lnTo>
                    <a:pt x="30356" y="467"/>
                  </a:lnTo>
                  <a:lnTo>
                    <a:pt x="33792" y="167"/>
                  </a:lnTo>
                  <a:cubicBezTo>
                    <a:pt x="33792" y="167"/>
                    <a:pt x="34192" y="0"/>
                    <a:pt x="34192" y="300"/>
                  </a:cubicBezTo>
                  <a:cubicBezTo>
                    <a:pt x="34192" y="601"/>
                    <a:pt x="33992" y="901"/>
                    <a:pt x="33692" y="1001"/>
                  </a:cubicBezTo>
                  <a:cubicBezTo>
                    <a:pt x="33425" y="1068"/>
                    <a:pt x="31557" y="1535"/>
                    <a:pt x="31423" y="1601"/>
                  </a:cubicBezTo>
                  <a:cubicBezTo>
                    <a:pt x="31090" y="2035"/>
                    <a:pt x="30790" y="2469"/>
                    <a:pt x="30523" y="2936"/>
                  </a:cubicBezTo>
                  <a:cubicBezTo>
                    <a:pt x="30523" y="2936"/>
                    <a:pt x="32891" y="2068"/>
                    <a:pt x="33391" y="2068"/>
                  </a:cubicBezTo>
                  <a:cubicBezTo>
                    <a:pt x="33892" y="2068"/>
                    <a:pt x="34892" y="2302"/>
                    <a:pt x="34926" y="2402"/>
                  </a:cubicBezTo>
                  <a:cubicBezTo>
                    <a:pt x="34959" y="2535"/>
                    <a:pt x="35460" y="3469"/>
                    <a:pt x="35726" y="4070"/>
                  </a:cubicBezTo>
                  <a:cubicBezTo>
                    <a:pt x="35993" y="4670"/>
                    <a:pt x="36127" y="5304"/>
                    <a:pt x="36127" y="5938"/>
                  </a:cubicBezTo>
                  <a:cubicBezTo>
                    <a:pt x="36060" y="6105"/>
                    <a:pt x="35460" y="5638"/>
                    <a:pt x="35359" y="5638"/>
                  </a:cubicBezTo>
                  <a:cubicBezTo>
                    <a:pt x="35226" y="5638"/>
                    <a:pt x="32291" y="5938"/>
                    <a:pt x="31990" y="6238"/>
                  </a:cubicBezTo>
                  <a:cubicBezTo>
                    <a:pt x="31690" y="6505"/>
                    <a:pt x="30990" y="7873"/>
                    <a:pt x="29856" y="8406"/>
                  </a:cubicBezTo>
                  <a:cubicBezTo>
                    <a:pt x="29022" y="8740"/>
                    <a:pt x="28121" y="8940"/>
                    <a:pt x="27220" y="8973"/>
                  </a:cubicBezTo>
                  <a:cubicBezTo>
                    <a:pt x="27220" y="8973"/>
                    <a:pt x="7273" y="18981"/>
                    <a:pt x="7173" y="19014"/>
                  </a:cubicBezTo>
                  <a:cubicBezTo>
                    <a:pt x="7039" y="19047"/>
                    <a:pt x="3770" y="20949"/>
                    <a:pt x="2303" y="20882"/>
                  </a:cubicBezTo>
                  <a:cubicBezTo>
                    <a:pt x="835" y="20815"/>
                    <a:pt x="501" y="20015"/>
                    <a:pt x="1" y="18981"/>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6553081" y="2674727"/>
              <a:ext cx="240980" cy="182866"/>
            </a:xfrm>
            <a:custGeom>
              <a:rect b="b" l="l" r="r" t="t"/>
              <a:pathLst>
                <a:path extrusionOk="0" h="10683" w="14078">
                  <a:moveTo>
                    <a:pt x="11960" y="0"/>
                  </a:moveTo>
                  <a:cubicBezTo>
                    <a:pt x="11851" y="0"/>
                    <a:pt x="11743" y="42"/>
                    <a:pt x="11743" y="42"/>
                  </a:cubicBezTo>
                  <a:lnTo>
                    <a:pt x="8307" y="342"/>
                  </a:lnTo>
                  <a:lnTo>
                    <a:pt x="4571" y="5880"/>
                  </a:lnTo>
                  <a:lnTo>
                    <a:pt x="1" y="7014"/>
                  </a:lnTo>
                  <a:lnTo>
                    <a:pt x="1602" y="10683"/>
                  </a:lnTo>
                  <a:lnTo>
                    <a:pt x="5205" y="8882"/>
                  </a:lnTo>
                  <a:cubicBezTo>
                    <a:pt x="6105" y="8848"/>
                    <a:pt x="6973" y="8648"/>
                    <a:pt x="7807" y="8315"/>
                  </a:cubicBezTo>
                  <a:cubicBezTo>
                    <a:pt x="8941" y="7781"/>
                    <a:pt x="9641" y="6413"/>
                    <a:pt x="9941" y="6146"/>
                  </a:cubicBezTo>
                  <a:cubicBezTo>
                    <a:pt x="10242" y="5880"/>
                    <a:pt x="13210" y="5546"/>
                    <a:pt x="13310" y="5546"/>
                  </a:cubicBezTo>
                  <a:cubicBezTo>
                    <a:pt x="13424" y="5546"/>
                    <a:pt x="13849" y="5882"/>
                    <a:pt x="14016" y="5882"/>
                  </a:cubicBezTo>
                  <a:cubicBezTo>
                    <a:pt x="14046" y="5882"/>
                    <a:pt x="14068" y="5871"/>
                    <a:pt x="14078" y="5846"/>
                  </a:cubicBezTo>
                  <a:cubicBezTo>
                    <a:pt x="14078" y="5212"/>
                    <a:pt x="13944" y="4579"/>
                    <a:pt x="13711" y="3978"/>
                  </a:cubicBezTo>
                  <a:cubicBezTo>
                    <a:pt x="13444" y="3344"/>
                    <a:pt x="12944" y="2410"/>
                    <a:pt x="12877" y="2310"/>
                  </a:cubicBezTo>
                  <a:cubicBezTo>
                    <a:pt x="12843" y="2210"/>
                    <a:pt x="11843" y="1943"/>
                    <a:pt x="11342" y="1943"/>
                  </a:cubicBezTo>
                  <a:cubicBezTo>
                    <a:pt x="10842" y="1943"/>
                    <a:pt x="8474" y="2844"/>
                    <a:pt x="8474" y="2844"/>
                  </a:cubicBezTo>
                  <a:cubicBezTo>
                    <a:pt x="8741" y="2377"/>
                    <a:pt x="9041" y="1910"/>
                    <a:pt x="9374" y="1510"/>
                  </a:cubicBezTo>
                  <a:cubicBezTo>
                    <a:pt x="9508" y="1410"/>
                    <a:pt x="11409" y="976"/>
                    <a:pt x="11676" y="876"/>
                  </a:cubicBezTo>
                  <a:cubicBezTo>
                    <a:pt x="11943" y="776"/>
                    <a:pt x="12143" y="509"/>
                    <a:pt x="12176" y="209"/>
                  </a:cubicBezTo>
                  <a:cubicBezTo>
                    <a:pt x="12176" y="42"/>
                    <a:pt x="12068" y="0"/>
                    <a:pt x="11960" y="0"/>
                  </a:cubicBezTo>
                  <a:close/>
                </a:path>
              </a:pathLst>
            </a:custGeom>
            <a:solidFill>
              <a:srgbClr val="B77445"/>
            </a:solid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6711246" y="2727397"/>
              <a:ext cx="69120" cy="16570"/>
            </a:xfrm>
            <a:custGeom>
              <a:rect b="b" l="l" r="r" t="t"/>
              <a:pathLst>
                <a:path extrusionOk="0" fill="none" h="968" w="4038">
                  <a:moveTo>
                    <a:pt x="4037" y="267"/>
                  </a:moveTo>
                  <a:cubicBezTo>
                    <a:pt x="4037" y="267"/>
                    <a:pt x="2569" y="1"/>
                    <a:pt x="2336" y="1"/>
                  </a:cubicBezTo>
                  <a:cubicBezTo>
                    <a:pt x="1502" y="267"/>
                    <a:pt x="735" y="568"/>
                    <a:pt x="1" y="968"/>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6715252" y="2746808"/>
              <a:ext cx="76532" cy="14293"/>
            </a:xfrm>
            <a:custGeom>
              <a:rect b="b" l="l" r="r" t="t"/>
              <a:pathLst>
                <a:path extrusionOk="0" fill="none" h="835" w="4471">
                  <a:moveTo>
                    <a:pt x="4470" y="401"/>
                  </a:moveTo>
                  <a:cubicBezTo>
                    <a:pt x="4470" y="401"/>
                    <a:pt x="2736" y="1"/>
                    <a:pt x="2502" y="1"/>
                  </a:cubicBezTo>
                  <a:cubicBezTo>
                    <a:pt x="2235" y="1"/>
                    <a:pt x="0" y="835"/>
                    <a:pt x="0" y="835"/>
                  </a:cubicBez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8"/>
            <p:cNvSpPr/>
            <p:nvPr/>
          </p:nvSpPr>
          <p:spPr>
            <a:xfrm>
              <a:off x="6520540" y="2829041"/>
              <a:ext cx="18863" cy="16176"/>
            </a:xfrm>
            <a:custGeom>
              <a:rect b="b" l="l" r="r" t="t"/>
              <a:pathLst>
                <a:path extrusionOk="0" h="945" w="1102">
                  <a:moveTo>
                    <a:pt x="634" y="0"/>
                  </a:moveTo>
                  <a:cubicBezTo>
                    <a:pt x="201" y="0"/>
                    <a:pt x="1" y="500"/>
                    <a:pt x="301" y="801"/>
                  </a:cubicBezTo>
                  <a:cubicBezTo>
                    <a:pt x="400" y="899"/>
                    <a:pt x="520" y="944"/>
                    <a:pt x="637" y="944"/>
                  </a:cubicBezTo>
                  <a:cubicBezTo>
                    <a:pt x="876" y="944"/>
                    <a:pt x="1101" y="758"/>
                    <a:pt x="1101" y="467"/>
                  </a:cubicBezTo>
                  <a:cubicBezTo>
                    <a:pt x="1101" y="200"/>
                    <a:pt x="901" y="0"/>
                    <a:pt x="6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8"/>
            <p:cNvSpPr/>
            <p:nvPr/>
          </p:nvSpPr>
          <p:spPr>
            <a:xfrm>
              <a:off x="6491988" y="2839876"/>
              <a:ext cx="16005" cy="16005"/>
            </a:xfrm>
            <a:custGeom>
              <a:rect b="b" l="l" r="r" t="t"/>
              <a:pathLst>
                <a:path extrusionOk="0" h="935" w="935">
                  <a:moveTo>
                    <a:pt x="468" y="1"/>
                  </a:moveTo>
                  <a:cubicBezTo>
                    <a:pt x="234" y="1"/>
                    <a:pt x="1" y="201"/>
                    <a:pt x="1" y="468"/>
                  </a:cubicBezTo>
                  <a:cubicBezTo>
                    <a:pt x="1" y="701"/>
                    <a:pt x="234" y="935"/>
                    <a:pt x="468" y="935"/>
                  </a:cubicBezTo>
                  <a:cubicBezTo>
                    <a:pt x="735" y="935"/>
                    <a:pt x="935" y="701"/>
                    <a:pt x="935" y="468"/>
                  </a:cubicBezTo>
                  <a:cubicBezTo>
                    <a:pt x="935" y="201"/>
                    <a:pt x="735" y="1"/>
                    <a:pt x="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6461160" y="2850164"/>
              <a:ext cx="16005" cy="16005"/>
            </a:xfrm>
            <a:custGeom>
              <a:rect b="b" l="l" r="r" t="t"/>
              <a:pathLst>
                <a:path extrusionOk="0" h="935" w="935">
                  <a:moveTo>
                    <a:pt x="467" y="0"/>
                  </a:moveTo>
                  <a:cubicBezTo>
                    <a:pt x="234" y="0"/>
                    <a:pt x="0" y="234"/>
                    <a:pt x="0" y="467"/>
                  </a:cubicBezTo>
                  <a:cubicBezTo>
                    <a:pt x="0" y="734"/>
                    <a:pt x="234" y="934"/>
                    <a:pt x="467" y="934"/>
                  </a:cubicBezTo>
                  <a:cubicBezTo>
                    <a:pt x="734" y="934"/>
                    <a:pt x="934" y="734"/>
                    <a:pt x="934" y="467"/>
                  </a:cubicBezTo>
                  <a:cubicBezTo>
                    <a:pt x="934" y="234"/>
                    <a:pt x="7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8"/>
            <p:cNvSpPr/>
            <p:nvPr/>
          </p:nvSpPr>
          <p:spPr>
            <a:xfrm>
              <a:off x="8211818" y="4452362"/>
              <a:ext cx="78809" cy="17"/>
            </a:xfrm>
            <a:custGeom>
              <a:rect b="b" l="l" r="r" t="t"/>
              <a:pathLst>
                <a:path extrusionOk="0" h="1" w="4604">
                  <a:moveTo>
                    <a:pt x="1" y="1"/>
                  </a:moveTo>
                  <a:lnTo>
                    <a:pt x="4604"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8"/>
            <p:cNvSpPr/>
            <p:nvPr/>
          </p:nvSpPr>
          <p:spPr>
            <a:xfrm>
              <a:off x="8211818" y="4452362"/>
              <a:ext cx="78809" cy="17"/>
            </a:xfrm>
            <a:custGeom>
              <a:rect b="b" l="l" r="r" t="t"/>
              <a:pathLst>
                <a:path extrusionOk="0" fill="none" h="1" w="4604">
                  <a:moveTo>
                    <a:pt x="1" y="1"/>
                  </a:moveTo>
                  <a:lnTo>
                    <a:pt x="4604" y="1"/>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8"/>
            <p:cNvSpPr/>
            <p:nvPr/>
          </p:nvSpPr>
          <p:spPr>
            <a:xfrm>
              <a:off x="5090202" y="4452362"/>
              <a:ext cx="3029130" cy="17"/>
            </a:xfrm>
            <a:custGeom>
              <a:rect b="b" l="l" r="r" t="t"/>
              <a:pathLst>
                <a:path extrusionOk="0" h="1" w="176961">
                  <a:moveTo>
                    <a:pt x="1" y="1"/>
                  </a:moveTo>
                  <a:lnTo>
                    <a:pt x="176961"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5090202" y="4452362"/>
              <a:ext cx="3029130" cy="17"/>
            </a:xfrm>
            <a:custGeom>
              <a:rect b="b" l="l" r="r" t="t"/>
              <a:pathLst>
                <a:path extrusionOk="0" fill="none" h="1" w="176961">
                  <a:moveTo>
                    <a:pt x="1" y="1"/>
                  </a:moveTo>
                  <a:lnTo>
                    <a:pt x="176961" y="1"/>
                  </a:lnTo>
                </a:path>
              </a:pathLst>
            </a:custGeom>
            <a:noFill/>
            <a:ln cap="rnd" cmpd="sng" w="108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 name="Shape 1157"/>
        <p:cNvGrpSpPr/>
        <p:nvPr/>
      </p:nvGrpSpPr>
      <p:grpSpPr>
        <a:xfrm>
          <a:off x="0" y="0"/>
          <a:ext cx="0" cy="0"/>
          <a:chOff x="0" y="0"/>
          <a:chExt cx="0" cy="0"/>
        </a:xfrm>
      </p:grpSpPr>
      <p:sp>
        <p:nvSpPr>
          <p:cNvPr id="1158" name="Google Shape;1158;p39"/>
          <p:cNvSpPr txBox="1"/>
          <p:nvPr>
            <p:ph type="title"/>
          </p:nvPr>
        </p:nvSpPr>
        <p:spPr>
          <a:xfrm>
            <a:off x="767675" y="1744000"/>
            <a:ext cx="7608600" cy="115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1159" name="Google Shape;1159;p39"/>
          <p:cNvSpPr txBox="1"/>
          <p:nvPr>
            <p:ph idx="1" type="subTitle"/>
          </p:nvPr>
        </p:nvSpPr>
        <p:spPr>
          <a:xfrm>
            <a:off x="767675" y="2902400"/>
            <a:ext cx="76086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3" name="Shape 1163"/>
        <p:cNvGrpSpPr/>
        <p:nvPr/>
      </p:nvGrpSpPr>
      <p:grpSpPr>
        <a:xfrm>
          <a:off x="0" y="0"/>
          <a:ext cx="0" cy="0"/>
          <a:chOff x="0" y="0"/>
          <a:chExt cx="0" cy="0"/>
        </a:xfrm>
      </p:grpSpPr>
      <p:sp>
        <p:nvSpPr>
          <p:cNvPr id="1164" name="Google Shape;1164;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bar graph</a:t>
            </a:r>
            <a:endParaRPr/>
          </a:p>
        </p:txBody>
      </p:sp>
      <p:sp>
        <p:nvSpPr>
          <p:cNvPr id="1165" name="Google Shape;1165;p40"/>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Follow the link in the graph to modify its data and then paste the new one here. </a:t>
            </a:r>
            <a:r>
              <a:rPr b="1" lang="en" sz="1000" u="sng">
                <a:solidFill>
                  <a:schemeClr val="dk1"/>
                </a:solidFill>
                <a:latin typeface="Spline Sans"/>
                <a:ea typeface="Spline Sans"/>
                <a:cs typeface="Spline Sans"/>
                <a:sym typeface="Spline Sans"/>
                <a:hlinkClick r:id="rId3">
                  <a:extLst>
                    <a:ext uri="{A12FA001-AC4F-418D-AE19-62706E023703}">
                      <ahyp:hlinkClr val="tx"/>
                    </a:ext>
                  </a:extLst>
                </a:hlinkClick>
              </a:rPr>
              <a:t>For more info, click here</a:t>
            </a:r>
            <a:endParaRPr b="1" sz="1000" u="sng">
              <a:solidFill>
                <a:schemeClr val="dk1"/>
              </a:solidFill>
              <a:latin typeface="Spline Sans"/>
              <a:ea typeface="Spline Sans"/>
              <a:cs typeface="Spline Sans"/>
              <a:sym typeface="Spline Sans"/>
            </a:endParaRPr>
          </a:p>
        </p:txBody>
      </p:sp>
      <p:sp>
        <p:nvSpPr>
          <p:cNvPr id="1166" name="Google Shape;1166;p40"/>
          <p:cNvSpPr txBox="1"/>
          <p:nvPr>
            <p:ph idx="4294967295" type="title"/>
          </p:nvPr>
        </p:nvSpPr>
        <p:spPr>
          <a:xfrm>
            <a:off x="6570563" y="3610636"/>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Team 4</a:t>
            </a:r>
            <a:endParaRPr sz="2400"/>
          </a:p>
        </p:txBody>
      </p:sp>
      <p:sp>
        <p:nvSpPr>
          <p:cNvPr id="1167" name="Google Shape;1167;p40"/>
          <p:cNvSpPr txBox="1"/>
          <p:nvPr>
            <p:ph idx="4294967295" type="title"/>
          </p:nvPr>
        </p:nvSpPr>
        <p:spPr>
          <a:xfrm>
            <a:off x="6570563" y="2856307"/>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Team 3</a:t>
            </a:r>
            <a:endParaRPr sz="2400"/>
          </a:p>
        </p:txBody>
      </p:sp>
      <p:sp>
        <p:nvSpPr>
          <p:cNvPr id="1168" name="Google Shape;1168;p40"/>
          <p:cNvSpPr txBox="1"/>
          <p:nvPr>
            <p:ph idx="4294967295" type="title"/>
          </p:nvPr>
        </p:nvSpPr>
        <p:spPr>
          <a:xfrm>
            <a:off x="6570563" y="2101979"/>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Team 2</a:t>
            </a:r>
            <a:endParaRPr sz="2400"/>
          </a:p>
        </p:txBody>
      </p:sp>
      <p:sp>
        <p:nvSpPr>
          <p:cNvPr id="1169" name="Google Shape;1169;p40"/>
          <p:cNvSpPr txBox="1"/>
          <p:nvPr>
            <p:ph idx="4294967295" type="title"/>
          </p:nvPr>
        </p:nvSpPr>
        <p:spPr>
          <a:xfrm>
            <a:off x="6570563" y="1347650"/>
            <a:ext cx="16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Team 1 </a:t>
            </a:r>
            <a:endParaRPr sz="2400"/>
          </a:p>
        </p:txBody>
      </p:sp>
      <p:sp>
        <p:nvSpPr>
          <p:cNvPr id="1170" name="Google Shape;1170;p40"/>
          <p:cNvSpPr/>
          <p:nvPr/>
        </p:nvSpPr>
        <p:spPr>
          <a:xfrm>
            <a:off x="6279578" y="1347650"/>
            <a:ext cx="214800" cy="2148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0"/>
          <p:cNvSpPr/>
          <p:nvPr/>
        </p:nvSpPr>
        <p:spPr>
          <a:xfrm>
            <a:off x="6279578" y="2101963"/>
            <a:ext cx="214800" cy="214800"/>
          </a:xfrm>
          <a:prstGeom prst="rect">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0"/>
          <p:cNvSpPr txBox="1"/>
          <p:nvPr/>
        </p:nvSpPr>
        <p:spPr>
          <a:xfrm>
            <a:off x="6570563" y="3835400"/>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Spline Sans"/>
                <a:ea typeface="Spline Sans"/>
                <a:cs typeface="Spline Sans"/>
                <a:sym typeface="Spline Sans"/>
              </a:rPr>
              <a:t>Earth has life</a:t>
            </a:r>
            <a:endParaRPr sz="1200">
              <a:solidFill>
                <a:schemeClr val="dk1"/>
              </a:solidFill>
              <a:latin typeface="Spline Sans"/>
              <a:ea typeface="Spline Sans"/>
              <a:cs typeface="Spline Sans"/>
              <a:sym typeface="Spline Sans"/>
            </a:endParaRPr>
          </a:p>
        </p:txBody>
      </p:sp>
      <p:sp>
        <p:nvSpPr>
          <p:cNvPr id="1173" name="Google Shape;1173;p40"/>
          <p:cNvSpPr txBox="1"/>
          <p:nvPr/>
        </p:nvSpPr>
        <p:spPr>
          <a:xfrm>
            <a:off x="6570563" y="3081071"/>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Spline Sans"/>
                <a:ea typeface="Spline Sans"/>
                <a:cs typeface="Spline Sans"/>
                <a:sym typeface="Spline Sans"/>
              </a:rPr>
              <a:t>Venus is very hot</a:t>
            </a:r>
            <a:endParaRPr sz="1200">
              <a:solidFill>
                <a:schemeClr val="dk1"/>
              </a:solidFill>
              <a:latin typeface="Spline Sans"/>
              <a:ea typeface="Spline Sans"/>
              <a:cs typeface="Spline Sans"/>
              <a:sym typeface="Spline Sans"/>
            </a:endParaRPr>
          </a:p>
        </p:txBody>
      </p:sp>
      <p:sp>
        <p:nvSpPr>
          <p:cNvPr id="1174" name="Google Shape;1174;p40"/>
          <p:cNvSpPr txBox="1"/>
          <p:nvPr/>
        </p:nvSpPr>
        <p:spPr>
          <a:xfrm>
            <a:off x="6570563" y="2326743"/>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Spline Sans"/>
                <a:ea typeface="Spline Sans"/>
                <a:cs typeface="Spline Sans"/>
                <a:sym typeface="Spline Sans"/>
              </a:rPr>
              <a:t>Mercury is small</a:t>
            </a:r>
            <a:endParaRPr sz="1200">
              <a:solidFill>
                <a:schemeClr val="dk1"/>
              </a:solidFill>
              <a:latin typeface="Spline Sans"/>
              <a:ea typeface="Spline Sans"/>
              <a:cs typeface="Spline Sans"/>
              <a:sym typeface="Spline Sans"/>
            </a:endParaRPr>
          </a:p>
        </p:txBody>
      </p:sp>
      <p:sp>
        <p:nvSpPr>
          <p:cNvPr id="1175" name="Google Shape;1175;p40"/>
          <p:cNvSpPr txBox="1"/>
          <p:nvPr/>
        </p:nvSpPr>
        <p:spPr>
          <a:xfrm>
            <a:off x="6570563" y="1572414"/>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Spline Sans"/>
                <a:ea typeface="Spline Sans"/>
                <a:cs typeface="Spline Sans"/>
                <a:sym typeface="Spline Sans"/>
              </a:rPr>
              <a:t>Mars is very cold</a:t>
            </a:r>
            <a:endParaRPr sz="1200">
              <a:solidFill>
                <a:schemeClr val="dk1"/>
              </a:solidFill>
              <a:latin typeface="Spline Sans"/>
              <a:ea typeface="Spline Sans"/>
              <a:cs typeface="Spline Sans"/>
              <a:sym typeface="Spline Sans"/>
            </a:endParaRPr>
          </a:p>
        </p:txBody>
      </p:sp>
      <p:pic>
        <p:nvPicPr>
          <p:cNvPr id="1176" name="Google Shape;1176;p40" title="Gráfico">
            <a:hlinkClick r:id="rId4"/>
          </p:cNvPr>
          <p:cNvPicPr preferRelativeResize="0"/>
          <p:nvPr/>
        </p:nvPicPr>
        <p:blipFill>
          <a:blip r:embed="rId5">
            <a:alphaModFix/>
          </a:blip>
          <a:stretch>
            <a:fillRect/>
          </a:stretch>
        </p:blipFill>
        <p:spPr>
          <a:xfrm>
            <a:off x="1005000" y="1404225"/>
            <a:ext cx="4863174" cy="2728124"/>
          </a:xfrm>
          <a:prstGeom prst="rect">
            <a:avLst/>
          </a:prstGeom>
          <a:noFill/>
          <a:ln>
            <a:noFill/>
          </a:ln>
        </p:spPr>
      </p:pic>
      <p:sp>
        <p:nvSpPr>
          <p:cNvPr id="1177" name="Google Shape;1177;p40"/>
          <p:cNvSpPr/>
          <p:nvPr/>
        </p:nvSpPr>
        <p:spPr>
          <a:xfrm>
            <a:off x="6279578" y="2856288"/>
            <a:ext cx="214800" cy="2148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0"/>
          <p:cNvSpPr/>
          <p:nvPr/>
        </p:nvSpPr>
        <p:spPr>
          <a:xfrm>
            <a:off x="6279578" y="3610613"/>
            <a:ext cx="214800" cy="214800"/>
          </a:xfrm>
          <a:prstGeom prst="rect">
            <a:avLst/>
          </a:pr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2" name="Shape 1182"/>
        <p:cNvGrpSpPr/>
        <p:nvPr/>
      </p:nvGrpSpPr>
      <p:grpSpPr>
        <a:xfrm>
          <a:off x="0" y="0"/>
          <a:ext cx="0" cy="0"/>
          <a:chOff x="0" y="0"/>
          <a:chExt cx="0" cy="0"/>
        </a:xfrm>
      </p:grpSpPr>
      <p:sp>
        <p:nvSpPr>
          <p:cNvPr id="1183" name="Google Shape;1183;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1184" name="Google Shape;1184;p41"/>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Follow the link in the graph to modify its data and then paste the new one here. </a:t>
            </a:r>
            <a:r>
              <a:rPr b="1" lang="en" sz="1000" u="sng">
                <a:solidFill>
                  <a:schemeClr val="dk1"/>
                </a:solidFill>
                <a:latin typeface="Spline Sans"/>
                <a:ea typeface="Spline Sans"/>
                <a:cs typeface="Spline Sans"/>
                <a:sym typeface="Spline Sans"/>
                <a:hlinkClick r:id="rId3">
                  <a:extLst>
                    <a:ext uri="{A12FA001-AC4F-418D-AE19-62706E023703}">
                      <ahyp:hlinkClr val="tx"/>
                    </a:ext>
                  </a:extLst>
                </a:hlinkClick>
              </a:rPr>
              <a:t>For more info, click here</a:t>
            </a:r>
            <a:endParaRPr b="1" sz="1000" u="sng">
              <a:solidFill>
                <a:schemeClr val="dk1"/>
              </a:solidFill>
              <a:latin typeface="Spline Sans"/>
              <a:ea typeface="Spline Sans"/>
              <a:cs typeface="Spline Sans"/>
              <a:sym typeface="Spline Sans"/>
            </a:endParaRPr>
          </a:p>
        </p:txBody>
      </p:sp>
      <p:sp>
        <p:nvSpPr>
          <p:cNvPr id="1185" name="Google Shape;1185;p41"/>
          <p:cNvSpPr txBox="1"/>
          <p:nvPr/>
        </p:nvSpPr>
        <p:spPr>
          <a:xfrm>
            <a:off x="6584263" y="3341739"/>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rgbClr val="191919"/>
                </a:solidFill>
                <a:latin typeface="Source Code Pro"/>
                <a:ea typeface="Source Code Pro"/>
                <a:cs typeface="Source Code Pro"/>
                <a:sym typeface="Source Code Pro"/>
              </a:rPr>
              <a:t>Venus</a:t>
            </a:r>
            <a:endParaRPr b="1" sz="2400">
              <a:solidFill>
                <a:srgbClr val="191919"/>
              </a:solidFill>
              <a:latin typeface="Source Code Pro"/>
              <a:ea typeface="Source Code Pro"/>
              <a:cs typeface="Source Code Pro"/>
              <a:sym typeface="Source Code Pro"/>
            </a:endParaRPr>
          </a:p>
        </p:txBody>
      </p:sp>
      <p:sp>
        <p:nvSpPr>
          <p:cNvPr id="1186" name="Google Shape;1186;p41"/>
          <p:cNvSpPr txBox="1"/>
          <p:nvPr/>
        </p:nvSpPr>
        <p:spPr>
          <a:xfrm>
            <a:off x="6584263" y="3566503"/>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Spline Sans"/>
                <a:ea typeface="Spline Sans"/>
                <a:cs typeface="Spline Sans"/>
                <a:sym typeface="Spline Sans"/>
              </a:rPr>
              <a:t>Venus is very hot</a:t>
            </a:r>
            <a:endParaRPr sz="1200">
              <a:solidFill>
                <a:schemeClr val="dk1"/>
              </a:solidFill>
              <a:latin typeface="Spline Sans"/>
              <a:ea typeface="Spline Sans"/>
              <a:cs typeface="Spline Sans"/>
              <a:sym typeface="Spline Sans"/>
            </a:endParaRPr>
          </a:p>
        </p:txBody>
      </p:sp>
      <p:sp>
        <p:nvSpPr>
          <p:cNvPr id="1187" name="Google Shape;1187;p41"/>
          <p:cNvSpPr txBox="1"/>
          <p:nvPr/>
        </p:nvSpPr>
        <p:spPr>
          <a:xfrm>
            <a:off x="6584263" y="2521960"/>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rgbClr val="191919"/>
                </a:solidFill>
                <a:latin typeface="Source Code Pro"/>
                <a:ea typeface="Source Code Pro"/>
                <a:cs typeface="Source Code Pro"/>
                <a:sym typeface="Source Code Pro"/>
              </a:rPr>
              <a:t>Mercury</a:t>
            </a:r>
            <a:endParaRPr b="1" sz="2400">
              <a:solidFill>
                <a:srgbClr val="191919"/>
              </a:solidFill>
              <a:latin typeface="Source Code Pro"/>
              <a:ea typeface="Source Code Pro"/>
              <a:cs typeface="Source Code Pro"/>
              <a:sym typeface="Source Code Pro"/>
            </a:endParaRPr>
          </a:p>
        </p:txBody>
      </p:sp>
      <p:sp>
        <p:nvSpPr>
          <p:cNvPr id="1188" name="Google Shape;1188;p41"/>
          <p:cNvSpPr txBox="1"/>
          <p:nvPr/>
        </p:nvSpPr>
        <p:spPr>
          <a:xfrm>
            <a:off x="6584263" y="2746725"/>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Spline Sans"/>
                <a:ea typeface="Spline Sans"/>
                <a:cs typeface="Spline Sans"/>
                <a:sym typeface="Spline Sans"/>
              </a:rPr>
              <a:t>Mercury is small</a:t>
            </a:r>
            <a:endParaRPr sz="1200">
              <a:solidFill>
                <a:schemeClr val="dk1"/>
              </a:solidFill>
              <a:latin typeface="Spline Sans"/>
              <a:ea typeface="Spline Sans"/>
              <a:cs typeface="Spline Sans"/>
              <a:sym typeface="Spline Sans"/>
            </a:endParaRPr>
          </a:p>
        </p:txBody>
      </p:sp>
      <p:sp>
        <p:nvSpPr>
          <p:cNvPr id="1189" name="Google Shape;1189;p41"/>
          <p:cNvSpPr txBox="1"/>
          <p:nvPr/>
        </p:nvSpPr>
        <p:spPr>
          <a:xfrm>
            <a:off x="6584263" y="1710511"/>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rgbClr val="191919"/>
                </a:solidFill>
                <a:latin typeface="Source Code Pro"/>
                <a:ea typeface="Source Code Pro"/>
                <a:cs typeface="Source Code Pro"/>
                <a:sym typeface="Source Code Pro"/>
              </a:rPr>
              <a:t>Mars</a:t>
            </a:r>
            <a:endParaRPr b="1" sz="2400">
              <a:solidFill>
                <a:srgbClr val="191919"/>
              </a:solidFill>
              <a:latin typeface="Source Code Pro"/>
              <a:ea typeface="Source Code Pro"/>
              <a:cs typeface="Source Code Pro"/>
              <a:sym typeface="Source Code Pro"/>
            </a:endParaRPr>
          </a:p>
        </p:txBody>
      </p:sp>
      <p:sp>
        <p:nvSpPr>
          <p:cNvPr id="1190" name="Google Shape;1190;p41"/>
          <p:cNvSpPr txBox="1"/>
          <p:nvPr/>
        </p:nvSpPr>
        <p:spPr>
          <a:xfrm>
            <a:off x="6584263" y="1935276"/>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Spline Sans"/>
                <a:ea typeface="Spline Sans"/>
                <a:cs typeface="Spline Sans"/>
                <a:sym typeface="Spline Sans"/>
              </a:rPr>
              <a:t>Mars is very cold</a:t>
            </a:r>
            <a:endParaRPr sz="1200">
              <a:solidFill>
                <a:schemeClr val="dk1"/>
              </a:solidFill>
              <a:latin typeface="Spline Sans"/>
              <a:ea typeface="Spline Sans"/>
              <a:cs typeface="Spline Sans"/>
              <a:sym typeface="Spline Sans"/>
            </a:endParaRPr>
          </a:p>
        </p:txBody>
      </p:sp>
      <p:sp>
        <p:nvSpPr>
          <p:cNvPr id="1191" name="Google Shape;1191;p41"/>
          <p:cNvSpPr/>
          <p:nvPr/>
        </p:nvSpPr>
        <p:spPr>
          <a:xfrm>
            <a:off x="6293278" y="1710511"/>
            <a:ext cx="214800" cy="214800"/>
          </a:xfrm>
          <a:prstGeom prst="rect">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1"/>
          <p:cNvSpPr/>
          <p:nvPr/>
        </p:nvSpPr>
        <p:spPr>
          <a:xfrm>
            <a:off x="6293278" y="2521657"/>
            <a:ext cx="214800" cy="214800"/>
          </a:xfrm>
          <a:prstGeom prst="rect">
            <a:avLst/>
          </a:pr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1"/>
          <p:cNvSpPr/>
          <p:nvPr/>
        </p:nvSpPr>
        <p:spPr>
          <a:xfrm>
            <a:off x="6293278" y="3342332"/>
            <a:ext cx="214800" cy="2148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4" name="Google Shape;1194;p41" title="Gráfico">
            <a:hlinkClick r:id="rId4"/>
          </p:cNvPr>
          <p:cNvPicPr preferRelativeResize="0"/>
          <p:nvPr/>
        </p:nvPicPr>
        <p:blipFill>
          <a:blip r:embed="rId5">
            <a:alphaModFix/>
          </a:blip>
          <a:stretch>
            <a:fillRect/>
          </a:stretch>
        </p:blipFill>
        <p:spPr>
          <a:xfrm>
            <a:off x="981895" y="1263200"/>
            <a:ext cx="4725111" cy="292642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8" name="Shape 1198"/>
        <p:cNvGrpSpPr/>
        <p:nvPr/>
      </p:nvGrpSpPr>
      <p:grpSpPr>
        <a:xfrm>
          <a:off x="0" y="0"/>
          <a:ext cx="0" cy="0"/>
          <a:chOff x="0" y="0"/>
          <a:chExt cx="0" cy="0"/>
        </a:xfrm>
      </p:grpSpPr>
      <p:sp>
        <p:nvSpPr>
          <p:cNvPr id="1199" name="Google Shape;1199;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1200" name="Google Shape;1200;p42"/>
          <p:cNvGraphicFramePr/>
          <p:nvPr/>
        </p:nvGraphicFramePr>
        <p:xfrm>
          <a:off x="719963" y="1314010"/>
          <a:ext cx="3000000" cy="3000000"/>
        </p:xfrm>
        <a:graphic>
          <a:graphicData uri="http://schemas.openxmlformats.org/drawingml/2006/table">
            <a:tbl>
              <a:tblPr>
                <a:noFill/>
                <a:tableStyleId>{7C313C36-009A-428A-B93C-6C5354F68E00}</a:tableStyleId>
              </a:tblPr>
              <a:tblGrid>
                <a:gridCol w="1017050"/>
                <a:gridCol w="1114475"/>
                <a:gridCol w="1114475"/>
                <a:gridCol w="1114475"/>
                <a:gridCol w="1114475"/>
                <a:gridCol w="1114475"/>
                <a:gridCol w="1114475"/>
              </a:tblGrid>
              <a:tr h="404925">
                <a:tc>
                  <a:txBody>
                    <a:bodyPr/>
                    <a:lstStyle/>
                    <a:p>
                      <a:pPr indent="0" lvl="0" marL="0" rtl="0" algn="l">
                        <a:spcBef>
                          <a:spcPts val="0"/>
                        </a:spcBef>
                        <a:spcAft>
                          <a:spcPts val="0"/>
                        </a:spcAft>
                        <a:buNone/>
                      </a:pPr>
                      <a:r>
                        <a:t/>
                      </a:r>
                      <a:endParaRPr sz="1800">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Team A</a:t>
                      </a:r>
                      <a:endParaRPr b="1">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Team B</a:t>
                      </a:r>
                      <a:endParaRPr b="1">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b="1" lang="en">
                          <a:solidFill>
                            <a:schemeClr val="dk1"/>
                          </a:solidFill>
                          <a:latin typeface="Source Code Pro"/>
                          <a:ea typeface="Source Code Pro"/>
                          <a:cs typeface="Source Code Pro"/>
                          <a:sym typeface="Source Code Pro"/>
                        </a:rPr>
                        <a:t>Team C</a:t>
                      </a:r>
                      <a:endParaRPr b="1">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Team D</a:t>
                      </a:r>
                      <a:endParaRPr b="1">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Team E</a:t>
                      </a:r>
                      <a:endParaRPr b="1">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Team F</a:t>
                      </a:r>
                      <a:endParaRPr b="1">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410925">
                <a:tc>
                  <a:txBody>
                    <a:bodyPr/>
                    <a:lstStyle/>
                    <a:p>
                      <a:pPr indent="0" lvl="0" marL="0" rtl="0" algn="l">
                        <a:spcBef>
                          <a:spcPts val="0"/>
                        </a:spcBef>
                        <a:spcAft>
                          <a:spcPts val="0"/>
                        </a:spcAft>
                        <a:buNone/>
                      </a:pPr>
                      <a:r>
                        <a:rPr b="1" lang="en">
                          <a:solidFill>
                            <a:schemeClr val="dk1"/>
                          </a:solidFill>
                          <a:latin typeface="Source Code Pro"/>
                          <a:ea typeface="Source Code Pro"/>
                          <a:cs typeface="Source Code Pro"/>
                          <a:sym typeface="Source Code Pro"/>
                        </a:rPr>
                        <a:t>Mercury</a:t>
                      </a:r>
                      <a:endParaRPr b="1">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a:solidFill>
                            <a:schemeClr val="dk1"/>
                          </a:solidFill>
                          <a:latin typeface="Source Code Pro"/>
                          <a:ea typeface="Source Code Pro"/>
                          <a:cs typeface="Source Code Pro"/>
                          <a:sym typeface="Source Code Pro"/>
                        </a:rPr>
                        <a:t>Mars</a:t>
                      </a:r>
                      <a:endParaRPr b="1">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a:solidFill>
                            <a:schemeClr val="dk1"/>
                          </a:solidFill>
                          <a:latin typeface="Source Code Pro"/>
                          <a:ea typeface="Source Code Pro"/>
                          <a:cs typeface="Source Code Pro"/>
                          <a:sym typeface="Source Code Pro"/>
                        </a:rPr>
                        <a:t>Saturn</a:t>
                      </a:r>
                      <a:endParaRPr b="1">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a:solidFill>
                            <a:schemeClr val="dk1"/>
                          </a:solidFill>
                          <a:latin typeface="Source Code Pro"/>
                          <a:ea typeface="Source Code Pro"/>
                          <a:cs typeface="Source Code Pro"/>
                          <a:sym typeface="Source Code Pro"/>
                        </a:rPr>
                        <a:t>Venus</a:t>
                      </a:r>
                      <a:endParaRPr b="1">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a:solidFill>
                            <a:schemeClr val="dk1"/>
                          </a:solidFill>
                          <a:latin typeface="Source Code Pro"/>
                          <a:ea typeface="Source Code Pro"/>
                          <a:cs typeface="Source Code Pro"/>
                          <a:sym typeface="Source Code Pro"/>
                        </a:rPr>
                        <a:t>Jupiter</a:t>
                      </a:r>
                      <a:endParaRPr b="1">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a:solidFill>
                            <a:schemeClr val="dk1"/>
                          </a:solidFill>
                          <a:latin typeface="Source Code Pro"/>
                          <a:ea typeface="Source Code Pro"/>
                          <a:cs typeface="Source Code Pro"/>
                          <a:sym typeface="Source Code Pro"/>
                        </a:rPr>
                        <a:t>Earth</a:t>
                      </a:r>
                      <a:endParaRPr b="1">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10925">
                <a:tc>
                  <a:txBody>
                    <a:bodyPr/>
                    <a:lstStyle/>
                    <a:p>
                      <a:pPr indent="0" lvl="0" marL="0" rtl="0" algn="l">
                        <a:spcBef>
                          <a:spcPts val="0"/>
                        </a:spcBef>
                        <a:spcAft>
                          <a:spcPts val="0"/>
                        </a:spcAft>
                        <a:buNone/>
                      </a:pPr>
                      <a:r>
                        <a:rPr b="1" lang="en">
                          <a:solidFill>
                            <a:schemeClr val="dk1"/>
                          </a:solidFill>
                          <a:latin typeface="Source Code Pro"/>
                          <a:ea typeface="Source Code Pro"/>
                          <a:cs typeface="Source Code Pro"/>
                          <a:sym typeface="Source Code Pro"/>
                        </a:rPr>
                        <a:t>Moon</a:t>
                      </a:r>
                      <a:endParaRPr b="1">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XX</a:t>
                      </a:r>
                      <a:endParaRPr sz="1200">
                        <a:solidFill>
                          <a:schemeClr val="dk1"/>
                        </a:solidFill>
                        <a:latin typeface="Spline Sans"/>
                        <a:ea typeface="Spline Sans"/>
                        <a:cs typeface="Spline Sans"/>
                        <a:sym typeface="Spline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4" name="Shape 1204"/>
        <p:cNvGrpSpPr/>
        <p:nvPr/>
      </p:nvGrpSpPr>
      <p:grpSpPr>
        <a:xfrm>
          <a:off x="0" y="0"/>
          <a:ext cx="0" cy="0"/>
          <a:chOff x="0" y="0"/>
          <a:chExt cx="0" cy="0"/>
        </a:xfrm>
      </p:grpSpPr>
      <p:sp>
        <p:nvSpPr>
          <p:cNvPr id="1205" name="Google Shape;120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timeline</a:t>
            </a:r>
            <a:endParaRPr/>
          </a:p>
        </p:txBody>
      </p:sp>
      <p:sp>
        <p:nvSpPr>
          <p:cNvPr id="1206" name="Google Shape;1206;p43"/>
          <p:cNvSpPr txBox="1"/>
          <p:nvPr/>
        </p:nvSpPr>
        <p:spPr>
          <a:xfrm flipH="1">
            <a:off x="1004092" y="1710175"/>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Source Code Pro"/>
                <a:ea typeface="Source Code Pro"/>
                <a:cs typeface="Source Code Pro"/>
                <a:sym typeface="Source Code Pro"/>
              </a:rPr>
              <a:t>Step 1</a:t>
            </a:r>
            <a:endParaRPr b="1" sz="2400">
              <a:solidFill>
                <a:schemeClr val="dk1"/>
              </a:solidFill>
              <a:latin typeface="Source Code Pro"/>
              <a:ea typeface="Source Code Pro"/>
              <a:cs typeface="Source Code Pro"/>
              <a:sym typeface="Source Code Pro"/>
            </a:endParaRPr>
          </a:p>
        </p:txBody>
      </p:sp>
      <p:sp>
        <p:nvSpPr>
          <p:cNvPr id="1207" name="Google Shape;1207;p43"/>
          <p:cNvSpPr txBox="1"/>
          <p:nvPr/>
        </p:nvSpPr>
        <p:spPr>
          <a:xfrm flipH="1">
            <a:off x="1004133" y="2210523"/>
            <a:ext cx="1812300" cy="31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Venus is a hot planet</a:t>
            </a:r>
            <a:endParaRPr sz="1200">
              <a:solidFill>
                <a:schemeClr val="dk1"/>
              </a:solidFill>
              <a:latin typeface="Spline Sans"/>
              <a:ea typeface="Spline Sans"/>
              <a:cs typeface="Spline Sans"/>
              <a:sym typeface="Spline Sans"/>
            </a:endParaRPr>
          </a:p>
        </p:txBody>
      </p:sp>
      <p:sp>
        <p:nvSpPr>
          <p:cNvPr id="1208" name="Google Shape;1208;p43"/>
          <p:cNvSpPr txBox="1"/>
          <p:nvPr/>
        </p:nvSpPr>
        <p:spPr>
          <a:xfrm flipH="1">
            <a:off x="3662404" y="1710175"/>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Source Code Pro"/>
                <a:ea typeface="Source Code Pro"/>
                <a:cs typeface="Source Code Pro"/>
                <a:sym typeface="Source Code Pro"/>
              </a:rPr>
              <a:t>Step 2</a:t>
            </a:r>
            <a:endParaRPr b="1" sz="2400">
              <a:solidFill>
                <a:schemeClr val="dk1"/>
              </a:solidFill>
              <a:latin typeface="Source Code Pro"/>
              <a:ea typeface="Source Code Pro"/>
              <a:cs typeface="Source Code Pro"/>
              <a:sym typeface="Source Code Pro"/>
            </a:endParaRPr>
          </a:p>
        </p:txBody>
      </p:sp>
      <p:sp>
        <p:nvSpPr>
          <p:cNvPr id="1209" name="Google Shape;1209;p43"/>
          <p:cNvSpPr txBox="1"/>
          <p:nvPr/>
        </p:nvSpPr>
        <p:spPr>
          <a:xfrm flipH="1">
            <a:off x="3662446" y="2210523"/>
            <a:ext cx="1812300" cy="31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Mercury is very small</a:t>
            </a:r>
            <a:endParaRPr sz="1200">
              <a:solidFill>
                <a:schemeClr val="dk1"/>
              </a:solidFill>
              <a:latin typeface="Spline Sans"/>
              <a:ea typeface="Spline Sans"/>
              <a:cs typeface="Spline Sans"/>
              <a:sym typeface="Spline Sans"/>
            </a:endParaRPr>
          </a:p>
        </p:txBody>
      </p:sp>
      <p:sp>
        <p:nvSpPr>
          <p:cNvPr id="1210" name="Google Shape;1210;p43"/>
          <p:cNvSpPr txBox="1"/>
          <p:nvPr/>
        </p:nvSpPr>
        <p:spPr>
          <a:xfrm flipH="1">
            <a:off x="6320717" y="1710175"/>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Source Code Pro"/>
                <a:ea typeface="Source Code Pro"/>
                <a:cs typeface="Source Code Pro"/>
                <a:sym typeface="Source Code Pro"/>
              </a:rPr>
              <a:t>Step 3</a:t>
            </a:r>
            <a:endParaRPr b="1" sz="2400">
              <a:solidFill>
                <a:schemeClr val="dk1"/>
              </a:solidFill>
              <a:latin typeface="Source Code Pro"/>
              <a:ea typeface="Source Code Pro"/>
              <a:cs typeface="Source Code Pro"/>
              <a:sym typeface="Source Code Pro"/>
            </a:endParaRPr>
          </a:p>
        </p:txBody>
      </p:sp>
      <p:sp>
        <p:nvSpPr>
          <p:cNvPr id="1211" name="Google Shape;1211;p43"/>
          <p:cNvSpPr txBox="1"/>
          <p:nvPr/>
        </p:nvSpPr>
        <p:spPr>
          <a:xfrm flipH="1">
            <a:off x="6320758" y="2210523"/>
            <a:ext cx="1812300" cy="31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Mars is made of basalt</a:t>
            </a:r>
            <a:endParaRPr sz="1200">
              <a:solidFill>
                <a:schemeClr val="dk1"/>
              </a:solidFill>
              <a:latin typeface="Spline Sans"/>
              <a:ea typeface="Spline Sans"/>
              <a:cs typeface="Spline Sans"/>
              <a:sym typeface="Spline Sans"/>
            </a:endParaRPr>
          </a:p>
        </p:txBody>
      </p:sp>
      <p:sp>
        <p:nvSpPr>
          <p:cNvPr id="1212" name="Google Shape;1212;p43"/>
          <p:cNvSpPr txBox="1"/>
          <p:nvPr/>
        </p:nvSpPr>
        <p:spPr>
          <a:xfrm flipH="1">
            <a:off x="1010892" y="3544625"/>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Source Code Pro"/>
                <a:ea typeface="Source Code Pro"/>
                <a:cs typeface="Source Code Pro"/>
                <a:sym typeface="Source Code Pro"/>
              </a:rPr>
              <a:t>Step 4</a:t>
            </a:r>
            <a:endParaRPr b="1" sz="2400">
              <a:solidFill>
                <a:schemeClr val="dk1"/>
              </a:solidFill>
              <a:latin typeface="Source Code Pro"/>
              <a:ea typeface="Source Code Pro"/>
              <a:cs typeface="Source Code Pro"/>
              <a:sym typeface="Source Code Pro"/>
            </a:endParaRPr>
          </a:p>
        </p:txBody>
      </p:sp>
      <p:sp>
        <p:nvSpPr>
          <p:cNvPr id="1213" name="Google Shape;1213;p43"/>
          <p:cNvSpPr txBox="1"/>
          <p:nvPr/>
        </p:nvSpPr>
        <p:spPr>
          <a:xfrm flipH="1">
            <a:off x="1010933" y="4044973"/>
            <a:ext cx="1812300" cy="31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Jupiter is a gas giant</a:t>
            </a:r>
            <a:endParaRPr sz="1200">
              <a:solidFill>
                <a:schemeClr val="dk1"/>
              </a:solidFill>
              <a:latin typeface="Spline Sans"/>
              <a:ea typeface="Spline Sans"/>
              <a:cs typeface="Spline Sans"/>
              <a:sym typeface="Spline Sans"/>
            </a:endParaRPr>
          </a:p>
        </p:txBody>
      </p:sp>
      <p:sp>
        <p:nvSpPr>
          <p:cNvPr id="1214" name="Google Shape;1214;p43"/>
          <p:cNvSpPr txBox="1"/>
          <p:nvPr/>
        </p:nvSpPr>
        <p:spPr>
          <a:xfrm flipH="1">
            <a:off x="3669229" y="3544625"/>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Source Code Pro"/>
                <a:ea typeface="Source Code Pro"/>
                <a:cs typeface="Source Code Pro"/>
                <a:sym typeface="Source Code Pro"/>
              </a:rPr>
              <a:t>Step 5</a:t>
            </a:r>
            <a:endParaRPr b="1" sz="2400">
              <a:solidFill>
                <a:schemeClr val="dk1"/>
              </a:solidFill>
              <a:latin typeface="Source Code Pro"/>
              <a:ea typeface="Source Code Pro"/>
              <a:cs typeface="Source Code Pro"/>
              <a:sym typeface="Source Code Pro"/>
            </a:endParaRPr>
          </a:p>
        </p:txBody>
      </p:sp>
      <p:sp>
        <p:nvSpPr>
          <p:cNvPr id="1215" name="Google Shape;1215;p43"/>
          <p:cNvSpPr txBox="1"/>
          <p:nvPr/>
        </p:nvSpPr>
        <p:spPr>
          <a:xfrm flipH="1">
            <a:off x="3669271" y="4044973"/>
            <a:ext cx="1812300" cy="31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Saturn has rings</a:t>
            </a:r>
            <a:endParaRPr sz="1200">
              <a:solidFill>
                <a:schemeClr val="dk1"/>
              </a:solidFill>
              <a:latin typeface="Spline Sans"/>
              <a:ea typeface="Spline Sans"/>
              <a:cs typeface="Spline Sans"/>
              <a:sym typeface="Spline Sans"/>
            </a:endParaRPr>
          </a:p>
        </p:txBody>
      </p:sp>
      <p:sp>
        <p:nvSpPr>
          <p:cNvPr id="1216" name="Google Shape;1216;p43"/>
          <p:cNvSpPr txBox="1"/>
          <p:nvPr/>
        </p:nvSpPr>
        <p:spPr>
          <a:xfrm flipH="1">
            <a:off x="6327567" y="3544625"/>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Source Code Pro"/>
                <a:ea typeface="Source Code Pro"/>
                <a:cs typeface="Source Code Pro"/>
                <a:sym typeface="Source Code Pro"/>
              </a:rPr>
              <a:t>Step 6</a:t>
            </a:r>
            <a:endParaRPr b="1" sz="2400">
              <a:solidFill>
                <a:schemeClr val="dk1"/>
              </a:solidFill>
              <a:latin typeface="Source Code Pro"/>
              <a:ea typeface="Source Code Pro"/>
              <a:cs typeface="Source Code Pro"/>
              <a:sym typeface="Source Code Pro"/>
            </a:endParaRPr>
          </a:p>
        </p:txBody>
      </p:sp>
      <p:sp>
        <p:nvSpPr>
          <p:cNvPr id="1217" name="Google Shape;1217;p43"/>
          <p:cNvSpPr txBox="1"/>
          <p:nvPr/>
        </p:nvSpPr>
        <p:spPr>
          <a:xfrm flipH="1">
            <a:off x="6327608" y="4044973"/>
            <a:ext cx="1812300" cy="31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Spline Sans"/>
                <a:ea typeface="Spline Sans"/>
                <a:cs typeface="Spline Sans"/>
                <a:sym typeface="Spline Sans"/>
              </a:rPr>
              <a:t>We live on the Earth</a:t>
            </a:r>
            <a:endParaRPr sz="1200">
              <a:solidFill>
                <a:schemeClr val="dk1"/>
              </a:solidFill>
              <a:latin typeface="Spline Sans"/>
              <a:ea typeface="Spline Sans"/>
              <a:cs typeface="Spline Sans"/>
              <a:sym typeface="Spline Sans"/>
            </a:endParaRPr>
          </a:p>
        </p:txBody>
      </p:sp>
      <p:sp>
        <p:nvSpPr>
          <p:cNvPr id="1218" name="Google Shape;1218;p43"/>
          <p:cNvSpPr/>
          <p:nvPr/>
        </p:nvSpPr>
        <p:spPr>
          <a:xfrm>
            <a:off x="1814442" y="3187025"/>
            <a:ext cx="205200" cy="2052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3"/>
          <p:cNvSpPr/>
          <p:nvPr/>
        </p:nvSpPr>
        <p:spPr>
          <a:xfrm>
            <a:off x="4472817" y="3187025"/>
            <a:ext cx="205200" cy="2052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3"/>
          <p:cNvSpPr/>
          <p:nvPr/>
        </p:nvSpPr>
        <p:spPr>
          <a:xfrm>
            <a:off x="7131192" y="3187025"/>
            <a:ext cx="205200" cy="2052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3"/>
          <p:cNvSpPr/>
          <p:nvPr/>
        </p:nvSpPr>
        <p:spPr>
          <a:xfrm>
            <a:off x="1814442" y="1352575"/>
            <a:ext cx="205200" cy="2052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3"/>
          <p:cNvSpPr/>
          <p:nvPr/>
        </p:nvSpPr>
        <p:spPr>
          <a:xfrm>
            <a:off x="4472817" y="1352575"/>
            <a:ext cx="205200" cy="2052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3"/>
          <p:cNvSpPr/>
          <p:nvPr/>
        </p:nvSpPr>
        <p:spPr>
          <a:xfrm>
            <a:off x="7131192" y="1352575"/>
            <a:ext cx="205200" cy="2052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4" name="Google Shape;1224;p43"/>
          <p:cNvCxnSpPr>
            <a:stCxn id="1221" idx="3"/>
            <a:endCxn id="1222" idx="1"/>
          </p:cNvCxnSpPr>
          <p:nvPr/>
        </p:nvCxnSpPr>
        <p:spPr>
          <a:xfrm>
            <a:off x="2019642" y="1455175"/>
            <a:ext cx="2453100" cy="0"/>
          </a:xfrm>
          <a:prstGeom prst="straightConnector1">
            <a:avLst/>
          </a:prstGeom>
          <a:noFill/>
          <a:ln cap="flat" cmpd="sng" w="9525">
            <a:solidFill>
              <a:schemeClr val="dk1"/>
            </a:solidFill>
            <a:prstDash val="solid"/>
            <a:round/>
            <a:headEnd len="med" w="med" type="none"/>
            <a:tailEnd len="med" w="med" type="none"/>
          </a:ln>
        </p:spPr>
      </p:cxnSp>
      <p:cxnSp>
        <p:nvCxnSpPr>
          <p:cNvPr id="1225" name="Google Shape;1225;p43"/>
          <p:cNvCxnSpPr>
            <a:stCxn id="1222" idx="3"/>
            <a:endCxn id="1223" idx="1"/>
          </p:cNvCxnSpPr>
          <p:nvPr/>
        </p:nvCxnSpPr>
        <p:spPr>
          <a:xfrm>
            <a:off x="4678017" y="1455175"/>
            <a:ext cx="2453100" cy="0"/>
          </a:xfrm>
          <a:prstGeom prst="straightConnector1">
            <a:avLst/>
          </a:prstGeom>
          <a:noFill/>
          <a:ln cap="flat" cmpd="sng" w="9525">
            <a:solidFill>
              <a:schemeClr val="dk1"/>
            </a:solidFill>
            <a:prstDash val="solid"/>
            <a:round/>
            <a:headEnd len="med" w="med" type="none"/>
            <a:tailEnd len="med" w="med" type="none"/>
          </a:ln>
        </p:spPr>
      </p:cxnSp>
      <p:cxnSp>
        <p:nvCxnSpPr>
          <p:cNvPr id="1226" name="Google Shape;1226;p43"/>
          <p:cNvCxnSpPr>
            <a:stCxn id="1218" idx="3"/>
            <a:endCxn id="1219" idx="1"/>
          </p:cNvCxnSpPr>
          <p:nvPr/>
        </p:nvCxnSpPr>
        <p:spPr>
          <a:xfrm>
            <a:off x="2019642" y="3289625"/>
            <a:ext cx="2453100" cy="0"/>
          </a:xfrm>
          <a:prstGeom prst="straightConnector1">
            <a:avLst/>
          </a:prstGeom>
          <a:noFill/>
          <a:ln cap="flat" cmpd="sng" w="9525">
            <a:solidFill>
              <a:schemeClr val="dk1"/>
            </a:solidFill>
            <a:prstDash val="solid"/>
            <a:round/>
            <a:headEnd len="med" w="med" type="none"/>
            <a:tailEnd len="med" w="med" type="none"/>
          </a:ln>
        </p:spPr>
      </p:cxnSp>
      <p:cxnSp>
        <p:nvCxnSpPr>
          <p:cNvPr id="1227" name="Google Shape;1227;p43"/>
          <p:cNvCxnSpPr>
            <a:stCxn id="1219" idx="3"/>
            <a:endCxn id="1220" idx="1"/>
          </p:cNvCxnSpPr>
          <p:nvPr/>
        </p:nvCxnSpPr>
        <p:spPr>
          <a:xfrm>
            <a:off x="4678017" y="3289625"/>
            <a:ext cx="2453100" cy="0"/>
          </a:xfrm>
          <a:prstGeom prst="straightConnector1">
            <a:avLst/>
          </a:prstGeom>
          <a:noFill/>
          <a:ln cap="flat" cmpd="sng" w="9525">
            <a:solidFill>
              <a:schemeClr val="dk1"/>
            </a:solidFill>
            <a:prstDash val="solid"/>
            <a:round/>
            <a:headEnd len="med" w="med" type="none"/>
            <a:tailEnd len="med" w="med" type="none"/>
          </a:ln>
        </p:spPr>
      </p:cxnSp>
      <p:cxnSp>
        <p:nvCxnSpPr>
          <p:cNvPr id="1228" name="Google Shape;1228;p43"/>
          <p:cNvCxnSpPr>
            <a:stCxn id="1211" idx="2"/>
            <a:endCxn id="1218" idx="0"/>
          </p:cNvCxnSpPr>
          <p:nvPr/>
        </p:nvCxnSpPr>
        <p:spPr>
          <a:xfrm rot="5400000">
            <a:off x="4243558" y="203673"/>
            <a:ext cx="656700" cy="5310000"/>
          </a:xfrm>
          <a:prstGeom prst="bent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2" name="Shape 1232"/>
        <p:cNvGrpSpPr/>
        <p:nvPr/>
      </p:nvGrpSpPr>
      <p:grpSpPr>
        <a:xfrm>
          <a:off x="0" y="0"/>
          <a:ext cx="0" cy="0"/>
          <a:chOff x="0" y="0"/>
          <a:chExt cx="0" cy="0"/>
        </a:xfrm>
      </p:grpSpPr>
      <p:sp>
        <p:nvSpPr>
          <p:cNvPr id="1233" name="Google Shape;1233;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Organizational chart</a:t>
            </a:r>
            <a:endParaRPr/>
          </a:p>
        </p:txBody>
      </p:sp>
      <p:cxnSp>
        <p:nvCxnSpPr>
          <p:cNvPr id="1234" name="Google Shape;1234;p44"/>
          <p:cNvCxnSpPr>
            <a:stCxn id="1235" idx="2"/>
            <a:endCxn id="1236" idx="0"/>
          </p:cNvCxnSpPr>
          <p:nvPr/>
        </p:nvCxnSpPr>
        <p:spPr>
          <a:xfrm flipH="1" rot="-5400000">
            <a:off x="5100697" y="1094450"/>
            <a:ext cx="489600" cy="1546200"/>
          </a:xfrm>
          <a:prstGeom prst="bentConnector3">
            <a:avLst>
              <a:gd fmla="val 49997" name="adj1"/>
            </a:avLst>
          </a:prstGeom>
          <a:noFill/>
          <a:ln cap="flat" cmpd="sng" w="9525">
            <a:solidFill>
              <a:schemeClr val="dk1"/>
            </a:solidFill>
            <a:prstDash val="solid"/>
            <a:miter lim="8000"/>
            <a:headEnd len="sm" w="sm" type="none"/>
            <a:tailEnd len="sm" w="sm" type="none"/>
          </a:ln>
        </p:spPr>
      </p:cxnSp>
      <p:cxnSp>
        <p:nvCxnSpPr>
          <p:cNvPr id="1237" name="Google Shape;1237;p44"/>
          <p:cNvCxnSpPr>
            <a:stCxn id="1238" idx="0"/>
            <a:endCxn id="1235" idx="2"/>
          </p:cNvCxnSpPr>
          <p:nvPr/>
        </p:nvCxnSpPr>
        <p:spPr>
          <a:xfrm rot="-5400000">
            <a:off x="3554608" y="1094416"/>
            <a:ext cx="489600" cy="1546200"/>
          </a:xfrm>
          <a:prstGeom prst="bentConnector3">
            <a:avLst>
              <a:gd fmla="val 49997" name="adj1"/>
            </a:avLst>
          </a:prstGeom>
          <a:noFill/>
          <a:ln cap="flat" cmpd="sng" w="9525">
            <a:solidFill>
              <a:schemeClr val="dk1"/>
            </a:solidFill>
            <a:prstDash val="solid"/>
            <a:miter lim="8000"/>
            <a:headEnd len="sm" w="sm" type="none"/>
            <a:tailEnd len="sm" w="sm" type="none"/>
          </a:ln>
        </p:spPr>
      </p:cxnSp>
      <p:cxnSp>
        <p:nvCxnSpPr>
          <p:cNvPr id="1239" name="Google Shape;1239;p44"/>
          <p:cNvCxnSpPr>
            <a:stCxn id="1238" idx="2"/>
            <a:endCxn id="1240" idx="0"/>
          </p:cNvCxnSpPr>
          <p:nvPr/>
        </p:nvCxnSpPr>
        <p:spPr>
          <a:xfrm flipH="1" rot="-5400000">
            <a:off x="3131308" y="2378116"/>
            <a:ext cx="528000" cy="738000"/>
          </a:xfrm>
          <a:prstGeom prst="bentConnector3">
            <a:avLst>
              <a:gd fmla="val 50003" name="adj1"/>
            </a:avLst>
          </a:prstGeom>
          <a:noFill/>
          <a:ln cap="flat" cmpd="sng" w="9525">
            <a:solidFill>
              <a:schemeClr val="dk1"/>
            </a:solidFill>
            <a:prstDash val="solid"/>
            <a:miter lim="8000"/>
            <a:headEnd len="sm" w="sm" type="none"/>
            <a:tailEnd len="sm" w="sm" type="none"/>
          </a:ln>
        </p:spPr>
      </p:cxnSp>
      <p:cxnSp>
        <p:nvCxnSpPr>
          <p:cNvPr id="1241" name="Google Shape;1241;p44"/>
          <p:cNvCxnSpPr>
            <a:stCxn id="1242" idx="0"/>
            <a:endCxn id="1238" idx="2"/>
          </p:cNvCxnSpPr>
          <p:nvPr/>
        </p:nvCxnSpPr>
        <p:spPr>
          <a:xfrm rot="-5400000">
            <a:off x="2393179" y="2378000"/>
            <a:ext cx="528000" cy="738300"/>
          </a:xfrm>
          <a:prstGeom prst="bentConnector3">
            <a:avLst>
              <a:gd fmla="val 50003" name="adj1"/>
            </a:avLst>
          </a:prstGeom>
          <a:noFill/>
          <a:ln cap="flat" cmpd="sng" w="9525">
            <a:solidFill>
              <a:schemeClr val="dk1"/>
            </a:solidFill>
            <a:prstDash val="solid"/>
            <a:miter lim="8000"/>
            <a:headEnd len="sm" w="sm" type="none"/>
            <a:tailEnd len="sm" w="sm" type="none"/>
          </a:ln>
        </p:spPr>
      </p:cxnSp>
      <p:cxnSp>
        <p:nvCxnSpPr>
          <p:cNvPr id="1243" name="Google Shape;1243;p44"/>
          <p:cNvCxnSpPr>
            <a:stCxn id="1236" idx="2"/>
            <a:endCxn id="1244" idx="0"/>
          </p:cNvCxnSpPr>
          <p:nvPr/>
        </p:nvCxnSpPr>
        <p:spPr>
          <a:xfrm flipH="1" rot="-5400000">
            <a:off x="6223482" y="2378116"/>
            <a:ext cx="528000" cy="738000"/>
          </a:xfrm>
          <a:prstGeom prst="bentConnector3">
            <a:avLst>
              <a:gd fmla="val 50003" name="adj1"/>
            </a:avLst>
          </a:prstGeom>
          <a:noFill/>
          <a:ln cap="flat" cmpd="sng" w="9525">
            <a:solidFill>
              <a:schemeClr val="dk1"/>
            </a:solidFill>
            <a:prstDash val="solid"/>
            <a:miter lim="8000"/>
            <a:headEnd len="sm" w="sm" type="none"/>
            <a:tailEnd len="sm" w="sm" type="none"/>
          </a:ln>
        </p:spPr>
      </p:cxnSp>
      <p:cxnSp>
        <p:nvCxnSpPr>
          <p:cNvPr id="1245" name="Google Shape;1245;p44"/>
          <p:cNvCxnSpPr>
            <a:stCxn id="1246" idx="0"/>
            <a:endCxn id="1236" idx="2"/>
          </p:cNvCxnSpPr>
          <p:nvPr/>
        </p:nvCxnSpPr>
        <p:spPr>
          <a:xfrm rot="-5400000">
            <a:off x="5485352" y="2378000"/>
            <a:ext cx="528000" cy="738300"/>
          </a:xfrm>
          <a:prstGeom prst="bentConnector3">
            <a:avLst>
              <a:gd fmla="val 50003" name="adj1"/>
            </a:avLst>
          </a:prstGeom>
          <a:noFill/>
          <a:ln cap="flat" cmpd="sng" w="9525">
            <a:solidFill>
              <a:schemeClr val="dk1"/>
            </a:solidFill>
            <a:prstDash val="solid"/>
            <a:miter lim="8000"/>
            <a:headEnd len="sm" w="sm" type="none"/>
            <a:tailEnd len="sm" w="sm" type="none"/>
          </a:ln>
        </p:spPr>
      </p:cxnSp>
      <p:cxnSp>
        <p:nvCxnSpPr>
          <p:cNvPr id="1247" name="Google Shape;1247;p44"/>
          <p:cNvCxnSpPr>
            <a:stCxn id="1248" idx="0"/>
            <a:endCxn id="1242" idx="2"/>
          </p:cNvCxnSpPr>
          <p:nvPr/>
        </p:nvCxnSpPr>
        <p:spPr>
          <a:xfrm rot="-5400000">
            <a:off x="1688600" y="3310583"/>
            <a:ext cx="528000" cy="670800"/>
          </a:xfrm>
          <a:prstGeom prst="bentConnector3">
            <a:avLst>
              <a:gd fmla="val 50003" name="adj1"/>
            </a:avLst>
          </a:prstGeom>
          <a:noFill/>
          <a:ln cap="flat" cmpd="sng" w="9525">
            <a:solidFill>
              <a:schemeClr val="dk1"/>
            </a:solidFill>
            <a:prstDash val="solid"/>
            <a:miter lim="8000"/>
            <a:headEnd len="sm" w="sm" type="none"/>
            <a:tailEnd len="sm" w="sm" type="none"/>
          </a:ln>
        </p:spPr>
      </p:cxnSp>
      <p:cxnSp>
        <p:nvCxnSpPr>
          <p:cNvPr id="1249" name="Google Shape;1249;p44"/>
          <p:cNvCxnSpPr>
            <a:stCxn id="1250" idx="0"/>
            <a:endCxn id="1242" idx="2"/>
          </p:cNvCxnSpPr>
          <p:nvPr/>
        </p:nvCxnSpPr>
        <p:spPr>
          <a:xfrm flipH="1" rot="5400000">
            <a:off x="2426844" y="3243233"/>
            <a:ext cx="528000" cy="805500"/>
          </a:xfrm>
          <a:prstGeom prst="bentConnector3">
            <a:avLst>
              <a:gd fmla="val 50003" name="adj1"/>
            </a:avLst>
          </a:prstGeom>
          <a:noFill/>
          <a:ln cap="flat" cmpd="sng" w="9525">
            <a:solidFill>
              <a:schemeClr val="dk1"/>
            </a:solidFill>
            <a:prstDash val="solid"/>
            <a:miter lim="8000"/>
            <a:headEnd len="sm" w="sm" type="none"/>
            <a:tailEnd len="sm" w="sm" type="none"/>
          </a:ln>
        </p:spPr>
      </p:cxnSp>
      <p:cxnSp>
        <p:nvCxnSpPr>
          <p:cNvPr id="1251" name="Google Shape;1251;p44"/>
          <p:cNvCxnSpPr>
            <a:stCxn id="1252" idx="0"/>
            <a:endCxn id="1246" idx="2"/>
          </p:cNvCxnSpPr>
          <p:nvPr/>
        </p:nvCxnSpPr>
        <p:spPr>
          <a:xfrm rot="-5400000">
            <a:off x="4713388" y="3243233"/>
            <a:ext cx="528000" cy="805500"/>
          </a:xfrm>
          <a:prstGeom prst="bentConnector3">
            <a:avLst>
              <a:gd fmla="val 50003" name="adj1"/>
            </a:avLst>
          </a:prstGeom>
          <a:noFill/>
          <a:ln cap="flat" cmpd="sng" w="9525">
            <a:solidFill>
              <a:schemeClr val="dk1"/>
            </a:solidFill>
            <a:prstDash val="solid"/>
            <a:miter lim="8000"/>
            <a:headEnd len="sm" w="sm" type="none"/>
            <a:tailEnd len="sm" w="sm" type="none"/>
          </a:ln>
        </p:spPr>
      </p:cxnSp>
      <p:cxnSp>
        <p:nvCxnSpPr>
          <p:cNvPr id="1253" name="Google Shape;1253;p44"/>
          <p:cNvCxnSpPr>
            <a:stCxn id="1254" idx="0"/>
            <a:endCxn id="1246" idx="2"/>
          </p:cNvCxnSpPr>
          <p:nvPr/>
        </p:nvCxnSpPr>
        <p:spPr>
          <a:xfrm flipH="1" rot="5400000">
            <a:off x="5451631" y="3310583"/>
            <a:ext cx="528000" cy="670800"/>
          </a:xfrm>
          <a:prstGeom prst="bentConnector3">
            <a:avLst>
              <a:gd fmla="val 50003" name="adj1"/>
            </a:avLst>
          </a:prstGeom>
          <a:noFill/>
          <a:ln cap="flat" cmpd="sng" w="9525">
            <a:solidFill>
              <a:schemeClr val="dk1"/>
            </a:solidFill>
            <a:prstDash val="solid"/>
            <a:miter lim="8000"/>
            <a:headEnd len="sm" w="sm" type="none"/>
            <a:tailEnd len="sm" w="sm" type="none"/>
          </a:ln>
        </p:spPr>
      </p:cxnSp>
      <p:cxnSp>
        <p:nvCxnSpPr>
          <p:cNvPr id="1255" name="Google Shape;1255;p44"/>
          <p:cNvCxnSpPr>
            <a:stCxn id="1256" idx="0"/>
            <a:endCxn id="1246" idx="2"/>
          </p:cNvCxnSpPr>
          <p:nvPr/>
        </p:nvCxnSpPr>
        <p:spPr>
          <a:xfrm flipH="1" rot="5400000">
            <a:off x="6189875" y="2572433"/>
            <a:ext cx="528000" cy="2147100"/>
          </a:xfrm>
          <a:prstGeom prst="bentConnector3">
            <a:avLst>
              <a:gd fmla="val 50003" name="adj1"/>
            </a:avLst>
          </a:prstGeom>
          <a:noFill/>
          <a:ln cap="flat" cmpd="sng" w="9525">
            <a:solidFill>
              <a:schemeClr val="dk1"/>
            </a:solidFill>
            <a:prstDash val="solid"/>
            <a:miter lim="8000"/>
            <a:headEnd len="sm" w="sm" type="none"/>
            <a:tailEnd len="sm" w="sm" type="none"/>
          </a:ln>
        </p:spPr>
      </p:cxnSp>
      <p:sp>
        <p:nvSpPr>
          <p:cNvPr id="1235" name="Google Shape;1235;p44"/>
          <p:cNvSpPr txBox="1"/>
          <p:nvPr/>
        </p:nvSpPr>
        <p:spPr>
          <a:xfrm>
            <a:off x="3899647" y="1251950"/>
            <a:ext cx="13455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The </a:t>
            </a:r>
            <a:r>
              <a:rPr b="1" lang="en" sz="1200">
                <a:solidFill>
                  <a:schemeClr val="dk1"/>
                </a:solidFill>
                <a:latin typeface="Source Code Pro"/>
                <a:ea typeface="Source Code Pro"/>
                <a:cs typeface="Source Code Pro"/>
                <a:sym typeface="Source Code Pro"/>
              </a:rPr>
              <a:t>Sun</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CEO</a:t>
            </a:r>
            <a:endParaRPr sz="1000">
              <a:solidFill>
                <a:schemeClr val="dk1"/>
              </a:solidFill>
              <a:latin typeface="Spline Sans"/>
              <a:ea typeface="Spline Sans"/>
              <a:cs typeface="Spline Sans"/>
              <a:sym typeface="Spline Sans"/>
            </a:endParaRPr>
          </a:p>
        </p:txBody>
      </p:sp>
      <p:sp>
        <p:nvSpPr>
          <p:cNvPr id="1238" name="Google Shape;1238;p44"/>
          <p:cNvSpPr txBox="1"/>
          <p:nvPr/>
        </p:nvSpPr>
        <p:spPr>
          <a:xfrm>
            <a:off x="2354608" y="2112316"/>
            <a:ext cx="13434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Jupiter</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Department Head</a:t>
            </a:r>
            <a:endParaRPr sz="1000">
              <a:solidFill>
                <a:schemeClr val="dk1"/>
              </a:solidFill>
              <a:latin typeface="Spline Sans"/>
              <a:ea typeface="Spline Sans"/>
              <a:cs typeface="Spline Sans"/>
              <a:sym typeface="Spline Sans"/>
            </a:endParaRPr>
          </a:p>
        </p:txBody>
      </p:sp>
      <p:sp>
        <p:nvSpPr>
          <p:cNvPr id="1236" name="Google Shape;1236;p44"/>
          <p:cNvSpPr txBox="1"/>
          <p:nvPr/>
        </p:nvSpPr>
        <p:spPr>
          <a:xfrm>
            <a:off x="5446782" y="2112316"/>
            <a:ext cx="13434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Neptune</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Department Head</a:t>
            </a:r>
            <a:endParaRPr sz="1000">
              <a:solidFill>
                <a:schemeClr val="dk1"/>
              </a:solidFill>
              <a:latin typeface="Spline Sans"/>
              <a:ea typeface="Spline Sans"/>
              <a:cs typeface="Spline Sans"/>
              <a:sym typeface="Spline Sans"/>
            </a:endParaRPr>
          </a:p>
        </p:txBody>
      </p:sp>
      <p:sp>
        <p:nvSpPr>
          <p:cNvPr id="1244" name="Google Shape;1244;p44"/>
          <p:cNvSpPr txBox="1"/>
          <p:nvPr/>
        </p:nvSpPr>
        <p:spPr>
          <a:xfrm>
            <a:off x="6268296" y="3011150"/>
            <a:ext cx="11766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Mars</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Manager</a:t>
            </a:r>
            <a:endParaRPr b="1" sz="1000">
              <a:solidFill>
                <a:schemeClr val="dk1"/>
              </a:solidFill>
              <a:latin typeface="Spline Sans"/>
              <a:ea typeface="Spline Sans"/>
              <a:cs typeface="Spline Sans"/>
              <a:sym typeface="Spline Sans"/>
            </a:endParaRPr>
          </a:p>
        </p:txBody>
      </p:sp>
      <p:sp>
        <p:nvSpPr>
          <p:cNvPr id="1246" name="Google Shape;1246;p44"/>
          <p:cNvSpPr txBox="1"/>
          <p:nvPr/>
        </p:nvSpPr>
        <p:spPr>
          <a:xfrm>
            <a:off x="4791902" y="3011150"/>
            <a:ext cx="11766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Venus</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Manager</a:t>
            </a:r>
            <a:endParaRPr b="1" sz="1000">
              <a:solidFill>
                <a:schemeClr val="dk1"/>
              </a:solidFill>
              <a:latin typeface="Spline Sans"/>
              <a:ea typeface="Spline Sans"/>
              <a:cs typeface="Spline Sans"/>
              <a:sym typeface="Spline Sans"/>
            </a:endParaRPr>
          </a:p>
        </p:txBody>
      </p:sp>
      <p:sp>
        <p:nvSpPr>
          <p:cNvPr id="1240" name="Google Shape;1240;p44"/>
          <p:cNvSpPr txBox="1"/>
          <p:nvPr/>
        </p:nvSpPr>
        <p:spPr>
          <a:xfrm>
            <a:off x="3176123" y="3011150"/>
            <a:ext cx="11766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Earth</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Manager</a:t>
            </a:r>
            <a:endParaRPr b="1" sz="1000">
              <a:solidFill>
                <a:schemeClr val="dk1"/>
              </a:solidFill>
              <a:latin typeface="Spline Sans"/>
              <a:ea typeface="Spline Sans"/>
              <a:cs typeface="Spline Sans"/>
              <a:sym typeface="Spline Sans"/>
            </a:endParaRPr>
          </a:p>
        </p:txBody>
      </p:sp>
      <p:sp>
        <p:nvSpPr>
          <p:cNvPr id="1242" name="Google Shape;1242;p44"/>
          <p:cNvSpPr txBox="1"/>
          <p:nvPr/>
        </p:nvSpPr>
        <p:spPr>
          <a:xfrm>
            <a:off x="1699729" y="3011150"/>
            <a:ext cx="11766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Saturn</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Manager</a:t>
            </a:r>
            <a:endParaRPr sz="1000">
              <a:solidFill>
                <a:schemeClr val="dk1"/>
              </a:solidFill>
              <a:latin typeface="Spline Sans"/>
              <a:ea typeface="Spline Sans"/>
              <a:cs typeface="Spline Sans"/>
              <a:sym typeface="Spline Sans"/>
            </a:endParaRPr>
          </a:p>
        </p:txBody>
      </p:sp>
      <p:sp>
        <p:nvSpPr>
          <p:cNvPr id="1254" name="Google Shape;1254;p44"/>
          <p:cNvSpPr txBox="1"/>
          <p:nvPr/>
        </p:nvSpPr>
        <p:spPr>
          <a:xfrm>
            <a:off x="5462731" y="3909983"/>
            <a:ext cx="11766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Triton</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Employee</a:t>
            </a:r>
            <a:endParaRPr b="1" sz="1000">
              <a:solidFill>
                <a:schemeClr val="dk1"/>
              </a:solidFill>
              <a:latin typeface="Spline Sans"/>
              <a:ea typeface="Spline Sans"/>
              <a:cs typeface="Spline Sans"/>
              <a:sym typeface="Spline Sans"/>
            </a:endParaRPr>
          </a:p>
        </p:txBody>
      </p:sp>
      <p:sp>
        <p:nvSpPr>
          <p:cNvPr id="1252" name="Google Shape;1252;p44"/>
          <p:cNvSpPr txBox="1"/>
          <p:nvPr/>
        </p:nvSpPr>
        <p:spPr>
          <a:xfrm>
            <a:off x="3986338" y="3909983"/>
            <a:ext cx="11766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Titan</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Employee</a:t>
            </a:r>
            <a:endParaRPr b="1" sz="1000">
              <a:solidFill>
                <a:schemeClr val="dk1"/>
              </a:solidFill>
              <a:latin typeface="Spline Sans"/>
              <a:ea typeface="Spline Sans"/>
              <a:cs typeface="Spline Sans"/>
              <a:sym typeface="Spline Sans"/>
            </a:endParaRPr>
          </a:p>
        </p:txBody>
      </p:sp>
      <p:sp>
        <p:nvSpPr>
          <p:cNvPr id="1250" name="Google Shape;1250;p44"/>
          <p:cNvSpPr txBox="1"/>
          <p:nvPr/>
        </p:nvSpPr>
        <p:spPr>
          <a:xfrm>
            <a:off x="2505294" y="3909983"/>
            <a:ext cx="11766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Mercury</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Employee</a:t>
            </a:r>
            <a:endParaRPr b="1" sz="1000">
              <a:solidFill>
                <a:schemeClr val="dk1"/>
              </a:solidFill>
              <a:latin typeface="Spline Sans"/>
              <a:ea typeface="Spline Sans"/>
              <a:cs typeface="Spline Sans"/>
              <a:sym typeface="Spline Sans"/>
            </a:endParaRPr>
          </a:p>
        </p:txBody>
      </p:sp>
      <p:sp>
        <p:nvSpPr>
          <p:cNvPr id="1248" name="Google Shape;1248;p44"/>
          <p:cNvSpPr txBox="1"/>
          <p:nvPr/>
        </p:nvSpPr>
        <p:spPr>
          <a:xfrm>
            <a:off x="1028900" y="3909983"/>
            <a:ext cx="11766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Moon</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Employee</a:t>
            </a:r>
            <a:endParaRPr sz="1000">
              <a:solidFill>
                <a:schemeClr val="dk1"/>
              </a:solidFill>
              <a:latin typeface="Spline Sans"/>
              <a:ea typeface="Spline Sans"/>
              <a:cs typeface="Spline Sans"/>
              <a:sym typeface="Spline Sans"/>
            </a:endParaRPr>
          </a:p>
        </p:txBody>
      </p:sp>
      <p:sp>
        <p:nvSpPr>
          <p:cNvPr id="1256" name="Google Shape;1256;p44"/>
          <p:cNvSpPr txBox="1"/>
          <p:nvPr/>
        </p:nvSpPr>
        <p:spPr>
          <a:xfrm>
            <a:off x="6939125" y="3909983"/>
            <a:ext cx="1176600" cy="370800"/>
          </a:xfrm>
          <a:prstGeom prst="rect">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Source Code Pro"/>
                <a:ea typeface="Source Code Pro"/>
                <a:cs typeface="Source Code Pro"/>
                <a:sym typeface="Source Code Pro"/>
              </a:rPr>
              <a:t>Callisto</a:t>
            </a:r>
            <a:endParaRPr b="1" sz="1200">
              <a:solidFill>
                <a:schemeClr val="dk1"/>
              </a:solidFill>
              <a:latin typeface="Source Code Pro"/>
              <a:ea typeface="Source Code Pro"/>
              <a:cs typeface="Source Code Pro"/>
              <a:sym typeface="Source Code Pro"/>
            </a:endParaRPr>
          </a:p>
          <a:p>
            <a:pPr indent="0" lvl="0" marL="0" rtl="0" algn="ctr">
              <a:spcBef>
                <a:spcPts val="0"/>
              </a:spcBef>
              <a:spcAft>
                <a:spcPts val="0"/>
              </a:spcAft>
              <a:buNone/>
            </a:pPr>
            <a:r>
              <a:rPr lang="en" sz="1000">
                <a:solidFill>
                  <a:schemeClr val="dk1"/>
                </a:solidFill>
                <a:latin typeface="Spline Sans"/>
                <a:ea typeface="Spline Sans"/>
                <a:cs typeface="Spline Sans"/>
                <a:sym typeface="Spline Sans"/>
              </a:rPr>
              <a:t>Employee</a:t>
            </a:r>
            <a:endParaRPr b="1" sz="1000">
              <a:solidFill>
                <a:schemeClr val="dk1"/>
              </a:solidFill>
              <a:latin typeface="Spline Sans"/>
              <a:ea typeface="Spline Sans"/>
              <a:cs typeface="Spline Sans"/>
              <a:sym typeface="Spline Sans"/>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0" name="Shape 1260"/>
        <p:cNvGrpSpPr/>
        <p:nvPr/>
      </p:nvGrpSpPr>
      <p:grpSpPr>
        <a:xfrm>
          <a:off x="0" y="0"/>
          <a:ext cx="0" cy="0"/>
          <a:chOff x="0" y="0"/>
          <a:chExt cx="0" cy="0"/>
        </a:xfrm>
      </p:grpSpPr>
      <p:sp>
        <p:nvSpPr>
          <p:cNvPr id="1261" name="Google Shape;1261;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Roadmap infographic</a:t>
            </a:r>
            <a:endParaRPr/>
          </a:p>
        </p:txBody>
      </p:sp>
      <p:graphicFrame>
        <p:nvGraphicFramePr>
          <p:cNvPr id="1262" name="Google Shape;1262;p45"/>
          <p:cNvGraphicFramePr/>
          <p:nvPr/>
        </p:nvGraphicFramePr>
        <p:xfrm>
          <a:off x="726875" y="1300588"/>
          <a:ext cx="3000000" cy="3000000"/>
        </p:xfrm>
        <a:graphic>
          <a:graphicData uri="http://schemas.openxmlformats.org/drawingml/2006/table">
            <a:tbl>
              <a:tblPr>
                <a:noFill/>
                <a:tableStyleId>{7C313C36-009A-428A-B93C-6C5354F68E00}</a:tableStyleId>
              </a:tblPr>
              <a:tblGrid>
                <a:gridCol w="1312925"/>
                <a:gridCol w="2138775"/>
                <a:gridCol w="354350"/>
                <a:gridCol w="354350"/>
                <a:gridCol w="354350"/>
                <a:gridCol w="354350"/>
                <a:gridCol w="354350"/>
                <a:gridCol w="354350"/>
                <a:gridCol w="354350"/>
                <a:gridCol w="354350"/>
                <a:gridCol w="354350"/>
                <a:gridCol w="354350"/>
                <a:gridCol w="354350"/>
                <a:gridCol w="354350"/>
              </a:tblGrid>
              <a:tr h="441850">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Initiative</a:t>
                      </a:r>
                      <a:endParaRPr b="1" sz="2000">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Objective</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Jan</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Feb</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Mar</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b="1" lang="en">
                          <a:solidFill>
                            <a:schemeClr val="dk1"/>
                          </a:solidFill>
                          <a:latin typeface="Source Code Pro"/>
                          <a:ea typeface="Source Code Pro"/>
                          <a:cs typeface="Source Code Pro"/>
                          <a:sym typeface="Source Code Pro"/>
                        </a:rPr>
                        <a:t>Apr</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May</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Jun</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Jul</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Aug</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Sep</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Oct</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Source Code Pro"/>
                          <a:ea typeface="Source Code Pro"/>
                          <a:cs typeface="Source Code Pro"/>
                          <a:sym typeface="Source Code Pro"/>
                        </a:rPr>
                        <a:t>Nov</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b="1" lang="en">
                          <a:solidFill>
                            <a:schemeClr val="dk1"/>
                          </a:solidFill>
                          <a:latin typeface="Source Code Pro"/>
                          <a:ea typeface="Source Code Pro"/>
                          <a:cs typeface="Source Code Pro"/>
                          <a:sym typeface="Source Code Pro"/>
                        </a:rPr>
                        <a:t>Dec</a:t>
                      </a:r>
                      <a:endParaRPr b="1">
                        <a:solidFill>
                          <a:schemeClr val="dk1"/>
                        </a:solidFill>
                        <a:latin typeface="Source Code Pro"/>
                        <a:ea typeface="Source Code Pro"/>
                        <a:cs typeface="Source Code Pro"/>
                        <a:sym typeface="Source Code Pr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450800">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Venus is very hot</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Venus has a beautiful name and is the second planet from the Sun</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Earth has life</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Earth is the beautiful planet on which humans live</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Mars is very cold</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Despite being red, Mars is actually a cold place</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Jupiter is a gas giant</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Jupiter is the biggest planet in the Solar System</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Saturn has rings</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Saturn is a gas giant and has several rings</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Mercury is small</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Mercury is the closest planet to the Sun and the smallest one</a:t>
                      </a:r>
                      <a:endParaRPr sz="1000">
                        <a:solidFill>
                          <a:schemeClr val="dk1"/>
                        </a:solidFill>
                        <a:latin typeface="Spline Sans"/>
                        <a:ea typeface="Spline Sans"/>
                        <a:cs typeface="Spline Sans"/>
                        <a:sym typeface="Spline Sans"/>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6" name="Shape 1266"/>
        <p:cNvGrpSpPr/>
        <p:nvPr/>
      </p:nvGrpSpPr>
      <p:grpSpPr>
        <a:xfrm>
          <a:off x="0" y="0"/>
          <a:ext cx="0" cy="0"/>
          <a:chOff x="0" y="0"/>
          <a:chExt cx="0" cy="0"/>
        </a:xfrm>
      </p:grpSpPr>
      <p:sp>
        <p:nvSpPr>
          <p:cNvPr id="1267" name="Google Shape;1267;p46"/>
          <p:cNvSpPr txBox="1"/>
          <p:nvPr>
            <p:ph type="title"/>
          </p:nvPr>
        </p:nvSpPr>
        <p:spPr>
          <a:xfrm>
            <a:off x="852800" y="2655500"/>
            <a:ext cx="3313800" cy="111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1268" name="Google Shape;1268;p46"/>
          <p:cNvSpPr txBox="1"/>
          <p:nvPr>
            <p:ph idx="1" type="subTitle"/>
          </p:nvPr>
        </p:nvSpPr>
        <p:spPr>
          <a:xfrm>
            <a:off x="852800" y="3804500"/>
            <a:ext cx="3313800" cy="71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others. Just right-click on any of them and select “Replace image”</a:t>
            </a:r>
            <a:endParaRPr/>
          </a:p>
        </p:txBody>
      </p:sp>
      <p:pic>
        <p:nvPicPr>
          <p:cNvPr id="1269" name="Google Shape;1269;p46"/>
          <p:cNvPicPr preferRelativeResize="0"/>
          <p:nvPr>
            <p:ph idx="2" type="pic"/>
          </p:nvPr>
        </p:nvPicPr>
        <p:blipFill rotWithShape="1">
          <a:blip r:embed="rId3">
            <a:alphaModFix/>
          </a:blip>
          <a:srcRect b="7569" l="0" r="0" t="7577"/>
          <a:stretch/>
        </p:blipFill>
        <p:spPr>
          <a:xfrm>
            <a:off x="713225" y="551350"/>
            <a:ext cx="3571800" cy="2020500"/>
          </a:xfrm>
          <a:prstGeom prst="rect">
            <a:avLst/>
          </a:prstGeom>
        </p:spPr>
      </p:pic>
      <p:pic>
        <p:nvPicPr>
          <p:cNvPr id="1270" name="Google Shape;1270;p46"/>
          <p:cNvPicPr preferRelativeResize="0"/>
          <p:nvPr>
            <p:ph idx="3" type="pic"/>
          </p:nvPr>
        </p:nvPicPr>
        <p:blipFill rotWithShape="1">
          <a:blip r:embed="rId4">
            <a:alphaModFix/>
          </a:blip>
          <a:srcRect b="5270" l="0" r="0" t="5261"/>
          <a:stretch/>
        </p:blipFill>
        <p:spPr>
          <a:xfrm>
            <a:off x="4403600" y="544350"/>
            <a:ext cx="4027200" cy="2027400"/>
          </a:xfrm>
          <a:prstGeom prst="rect">
            <a:avLst/>
          </a:prstGeom>
        </p:spPr>
      </p:pic>
      <p:pic>
        <p:nvPicPr>
          <p:cNvPr id="1271" name="Google Shape;1271;p46"/>
          <p:cNvPicPr preferRelativeResize="0"/>
          <p:nvPr>
            <p:ph idx="4" type="pic"/>
          </p:nvPr>
        </p:nvPicPr>
        <p:blipFill rotWithShape="1">
          <a:blip r:embed="rId5">
            <a:alphaModFix/>
          </a:blip>
          <a:srcRect b="14382" l="0" r="0" t="14382"/>
          <a:stretch/>
        </p:blipFill>
        <p:spPr>
          <a:xfrm>
            <a:off x="4403725" y="2686900"/>
            <a:ext cx="4027200" cy="1912500"/>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5" name="Shape 1275"/>
        <p:cNvGrpSpPr/>
        <p:nvPr/>
      </p:nvGrpSpPr>
      <p:grpSpPr>
        <a:xfrm>
          <a:off x="0" y="0"/>
          <a:ext cx="0" cy="0"/>
          <a:chOff x="0" y="0"/>
          <a:chExt cx="0" cy="0"/>
        </a:xfrm>
      </p:grpSpPr>
      <p:sp>
        <p:nvSpPr>
          <p:cNvPr id="1276" name="Google Shape;1276;p47"/>
          <p:cNvSpPr txBox="1"/>
          <p:nvPr>
            <p:ph type="title"/>
          </p:nvPr>
        </p:nvSpPr>
        <p:spPr>
          <a:xfrm>
            <a:off x="713225" y="539500"/>
            <a:ext cx="4448100" cy="116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277" name="Google Shape;1277;p47"/>
          <p:cNvSpPr txBox="1"/>
          <p:nvPr>
            <p:ph idx="1" type="subTitle"/>
          </p:nvPr>
        </p:nvSpPr>
        <p:spPr>
          <a:xfrm>
            <a:off x="713225" y="1505272"/>
            <a:ext cx="4448100" cy="110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a:t>
            </a:r>
            <a:r>
              <a:rPr b="1" lang="en"/>
              <a:t>o you have any questions?</a:t>
            </a:r>
            <a:endParaRPr b="1"/>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1278" name="Google Shape;1278;p47"/>
          <p:cNvSpPr/>
          <p:nvPr/>
        </p:nvSpPr>
        <p:spPr>
          <a:xfrm>
            <a:off x="713225" y="3011287"/>
            <a:ext cx="437400" cy="4374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7"/>
          <p:cNvSpPr/>
          <p:nvPr/>
        </p:nvSpPr>
        <p:spPr>
          <a:xfrm>
            <a:off x="1581100" y="3011287"/>
            <a:ext cx="437400" cy="4374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7"/>
          <p:cNvSpPr/>
          <p:nvPr/>
        </p:nvSpPr>
        <p:spPr>
          <a:xfrm>
            <a:off x="2448975" y="3011287"/>
            <a:ext cx="437400" cy="4374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 name="Google Shape;1281;p47"/>
          <p:cNvGrpSpPr/>
          <p:nvPr/>
        </p:nvGrpSpPr>
        <p:grpSpPr>
          <a:xfrm>
            <a:off x="800374" y="3090785"/>
            <a:ext cx="276012" cy="275991"/>
            <a:chOff x="3368074" y="3882537"/>
            <a:chExt cx="215298" cy="215298"/>
          </a:xfrm>
        </p:grpSpPr>
        <p:sp>
          <p:nvSpPr>
            <p:cNvPr id="1282" name="Google Shape;1282;p4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47"/>
          <p:cNvGrpSpPr/>
          <p:nvPr/>
        </p:nvGrpSpPr>
        <p:grpSpPr>
          <a:xfrm>
            <a:off x="1666406" y="3109493"/>
            <a:ext cx="266790" cy="238574"/>
            <a:chOff x="3824739" y="3890112"/>
            <a:chExt cx="208105" cy="186110"/>
          </a:xfrm>
        </p:grpSpPr>
        <p:sp>
          <p:nvSpPr>
            <p:cNvPr id="1286" name="Google Shape;1286;p4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 name="Google Shape;1289;p47"/>
          <p:cNvSpPr/>
          <p:nvPr/>
        </p:nvSpPr>
        <p:spPr>
          <a:xfrm>
            <a:off x="2530290" y="3109732"/>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7"/>
          <p:cNvSpPr txBox="1"/>
          <p:nvPr/>
        </p:nvSpPr>
        <p:spPr>
          <a:xfrm>
            <a:off x="713225" y="4343600"/>
            <a:ext cx="41517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Spline Sans"/>
                <a:ea typeface="Spline Sans"/>
                <a:cs typeface="Spline Sans"/>
                <a:sym typeface="Spline Sans"/>
              </a:rPr>
              <a:t>Please keep this slide for attribution</a:t>
            </a:r>
            <a:endParaRPr sz="1000">
              <a:solidFill>
                <a:schemeClr val="dk1"/>
              </a:solidFill>
              <a:latin typeface="Spline Sans"/>
              <a:ea typeface="Spline Sans"/>
              <a:cs typeface="Spline Sans"/>
              <a:sym typeface="Spline Sans"/>
            </a:endParaRPr>
          </a:p>
        </p:txBody>
      </p:sp>
      <p:grpSp>
        <p:nvGrpSpPr>
          <p:cNvPr id="1291" name="Google Shape;1291;p47"/>
          <p:cNvGrpSpPr/>
          <p:nvPr/>
        </p:nvGrpSpPr>
        <p:grpSpPr>
          <a:xfrm>
            <a:off x="4950371" y="1733106"/>
            <a:ext cx="3480406" cy="2115793"/>
            <a:chOff x="4950371" y="1733106"/>
            <a:chExt cx="3480406" cy="2115793"/>
          </a:xfrm>
        </p:grpSpPr>
        <p:sp>
          <p:nvSpPr>
            <p:cNvPr id="1292" name="Google Shape;1292;p47"/>
            <p:cNvSpPr/>
            <p:nvPr/>
          </p:nvSpPr>
          <p:spPr>
            <a:xfrm>
              <a:off x="4950371" y="1851103"/>
              <a:ext cx="3480406" cy="1984069"/>
            </a:xfrm>
            <a:custGeom>
              <a:rect b="b" l="l" r="r" t="t"/>
              <a:pathLst>
                <a:path extrusionOk="0" h="157873" w="276937">
                  <a:moveTo>
                    <a:pt x="190075" y="1"/>
                  </a:moveTo>
                  <a:cubicBezTo>
                    <a:pt x="179147" y="1"/>
                    <a:pt x="168114" y="1525"/>
                    <a:pt x="157785" y="4380"/>
                  </a:cubicBezTo>
                  <a:cubicBezTo>
                    <a:pt x="148697" y="6873"/>
                    <a:pt x="139791" y="10642"/>
                    <a:pt x="131827" y="16052"/>
                  </a:cubicBezTo>
                  <a:cubicBezTo>
                    <a:pt x="126021" y="19973"/>
                    <a:pt x="120824" y="24715"/>
                    <a:pt x="115049" y="28666"/>
                  </a:cubicBezTo>
                  <a:cubicBezTo>
                    <a:pt x="110852" y="31520"/>
                    <a:pt x="106395" y="32317"/>
                    <a:pt x="101838" y="32317"/>
                  </a:cubicBezTo>
                  <a:cubicBezTo>
                    <a:pt x="99793" y="32317"/>
                    <a:pt x="97727" y="32156"/>
                    <a:pt x="95656" y="31949"/>
                  </a:cubicBezTo>
                  <a:cubicBezTo>
                    <a:pt x="86051" y="31007"/>
                    <a:pt x="76507" y="29791"/>
                    <a:pt x="67023" y="28302"/>
                  </a:cubicBezTo>
                  <a:cubicBezTo>
                    <a:pt x="61285" y="27395"/>
                    <a:pt x="55839" y="26209"/>
                    <a:pt x="50137" y="26209"/>
                  </a:cubicBezTo>
                  <a:cubicBezTo>
                    <a:pt x="47625" y="26209"/>
                    <a:pt x="45062" y="26439"/>
                    <a:pt x="42403" y="27025"/>
                  </a:cubicBezTo>
                  <a:cubicBezTo>
                    <a:pt x="27722" y="30247"/>
                    <a:pt x="14652" y="41737"/>
                    <a:pt x="8147" y="54959"/>
                  </a:cubicBezTo>
                  <a:cubicBezTo>
                    <a:pt x="1" y="71555"/>
                    <a:pt x="700" y="90278"/>
                    <a:pt x="5533" y="106692"/>
                  </a:cubicBezTo>
                  <a:cubicBezTo>
                    <a:pt x="7205" y="112376"/>
                    <a:pt x="9423" y="117938"/>
                    <a:pt x="9788" y="123987"/>
                  </a:cubicBezTo>
                  <a:cubicBezTo>
                    <a:pt x="10183" y="130279"/>
                    <a:pt x="11977" y="136753"/>
                    <a:pt x="15989" y="141586"/>
                  </a:cubicBezTo>
                  <a:cubicBezTo>
                    <a:pt x="20639" y="147209"/>
                    <a:pt x="28998" y="149458"/>
                    <a:pt x="36232" y="151161"/>
                  </a:cubicBezTo>
                  <a:cubicBezTo>
                    <a:pt x="42632" y="152681"/>
                    <a:pt x="49258" y="153334"/>
                    <a:pt x="55970" y="153334"/>
                  </a:cubicBezTo>
                  <a:cubicBezTo>
                    <a:pt x="64019" y="153334"/>
                    <a:pt x="72191" y="152395"/>
                    <a:pt x="80245" y="150887"/>
                  </a:cubicBezTo>
                  <a:cubicBezTo>
                    <a:pt x="93482" y="148402"/>
                    <a:pt x="107322" y="143828"/>
                    <a:pt x="120827" y="143828"/>
                  </a:cubicBezTo>
                  <a:cubicBezTo>
                    <a:pt x="121526" y="143828"/>
                    <a:pt x="122224" y="143840"/>
                    <a:pt x="122921" y="143866"/>
                  </a:cubicBezTo>
                  <a:cubicBezTo>
                    <a:pt x="138788" y="144474"/>
                    <a:pt x="152830" y="151434"/>
                    <a:pt x="167937" y="154990"/>
                  </a:cubicBezTo>
                  <a:cubicBezTo>
                    <a:pt x="176281" y="156940"/>
                    <a:pt x="184971" y="157873"/>
                    <a:pt x="193773" y="157873"/>
                  </a:cubicBezTo>
                  <a:cubicBezTo>
                    <a:pt x="199241" y="157873"/>
                    <a:pt x="204751" y="157513"/>
                    <a:pt x="210248" y="156814"/>
                  </a:cubicBezTo>
                  <a:cubicBezTo>
                    <a:pt x="223288" y="155142"/>
                    <a:pt x="237665" y="152255"/>
                    <a:pt x="248455" y="143410"/>
                  </a:cubicBezTo>
                  <a:cubicBezTo>
                    <a:pt x="276936" y="120036"/>
                    <a:pt x="275325" y="78667"/>
                    <a:pt x="266267" y="50369"/>
                  </a:cubicBezTo>
                  <a:cubicBezTo>
                    <a:pt x="265173" y="46904"/>
                    <a:pt x="263866" y="43499"/>
                    <a:pt x="262346" y="40186"/>
                  </a:cubicBezTo>
                  <a:cubicBezTo>
                    <a:pt x="258699" y="32436"/>
                    <a:pt x="253835" y="25384"/>
                    <a:pt x="247483" y="19457"/>
                  </a:cubicBezTo>
                  <a:cubicBezTo>
                    <a:pt x="232959" y="5984"/>
                    <a:pt x="211724" y="1"/>
                    <a:pt x="1900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7"/>
            <p:cNvSpPr/>
            <p:nvPr/>
          </p:nvSpPr>
          <p:spPr>
            <a:xfrm>
              <a:off x="4989275" y="3680899"/>
              <a:ext cx="3351300" cy="168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7"/>
            <p:cNvSpPr/>
            <p:nvPr/>
          </p:nvSpPr>
          <p:spPr>
            <a:xfrm>
              <a:off x="5001559" y="3679886"/>
              <a:ext cx="3351287" cy="13"/>
            </a:xfrm>
            <a:custGeom>
              <a:rect b="b" l="l" r="r" t="t"/>
              <a:pathLst>
                <a:path extrusionOk="0" fill="none" h="1" w="266663">
                  <a:moveTo>
                    <a:pt x="266662" y="0"/>
                  </a:moveTo>
                  <a:lnTo>
                    <a:pt x="1" y="0"/>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5792293" y="1850374"/>
              <a:ext cx="212026" cy="176498"/>
            </a:xfrm>
            <a:custGeom>
              <a:rect b="b" l="l" r="r" t="t"/>
              <a:pathLst>
                <a:path extrusionOk="0" h="14044" w="16871">
                  <a:moveTo>
                    <a:pt x="8421" y="1"/>
                  </a:moveTo>
                  <a:cubicBezTo>
                    <a:pt x="3770" y="1"/>
                    <a:pt x="1" y="3800"/>
                    <a:pt x="1" y="8451"/>
                  </a:cubicBezTo>
                  <a:lnTo>
                    <a:pt x="1" y="14043"/>
                  </a:lnTo>
                  <a:lnTo>
                    <a:pt x="16871" y="14043"/>
                  </a:lnTo>
                  <a:lnTo>
                    <a:pt x="16871" y="8451"/>
                  </a:lnTo>
                  <a:cubicBezTo>
                    <a:pt x="16871" y="3800"/>
                    <a:pt x="13101" y="1"/>
                    <a:pt x="8421" y="1"/>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5898112" y="1733106"/>
              <a:ext cx="13" cy="117280"/>
            </a:xfrm>
            <a:custGeom>
              <a:rect b="b" l="l" r="r" t="t"/>
              <a:pathLst>
                <a:path extrusionOk="0" fill="none" h="9332" w="1">
                  <a:moveTo>
                    <a:pt x="1" y="9332"/>
                  </a:moveTo>
                  <a:lnTo>
                    <a:pt x="1" y="0"/>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7329072" y="1850374"/>
              <a:ext cx="212403" cy="176498"/>
            </a:xfrm>
            <a:custGeom>
              <a:rect b="b" l="l" r="r" t="t"/>
              <a:pathLst>
                <a:path extrusionOk="0" h="14044" w="16901">
                  <a:moveTo>
                    <a:pt x="8451" y="1"/>
                  </a:moveTo>
                  <a:cubicBezTo>
                    <a:pt x="3800" y="1"/>
                    <a:pt x="1" y="3800"/>
                    <a:pt x="31" y="8451"/>
                  </a:cubicBezTo>
                  <a:lnTo>
                    <a:pt x="31" y="14043"/>
                  </a:lnTo>
                  <a:lnTo>
                    <a:pt x="16901" y="14043"/>
                  </a:lnTo>
                  <a:lnTo>
                    <a:pt x="16901" y="8451"/>
                  </a:lnTo>
                  <a:cubicBezTo>
                    <a:pt x="16901" y="3800"/>
                    <a:pt x="13132" y="1"/>
                    <a:pt x="8451" y="1"/>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7435268" y="1733106"/>
              <a:ext cx="13" cy="117280"/>
            </a:xfrm>
            <a:custGeom>
              <a:rect b="b" l="l" r="r" t="t"/>
              <a:pathLst>
                <a:path extrusionOk="0" fill="none" h="9332" w="1">
                  <a:moveTo>
                    <a:pt x="1" y="9332"/>
                  </a:moveTo>
                  <a:lnTo>
                    <a:pt x="1" y="0"/>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7625502" y="2005846"/>
              <a:ext cx="591351" cy="722367"/>
            </a:xfrm>
            <a:custGeom>
              <a:rect b="b" l="l" r="r" t="t"/>
              <a:pathLst>
                <a:path extrusionOk="0" h="57479" w="47054">
                  <a:moveTo>
                    <a:pt x="1" y="1"/>
                  </a:moveTo>
                  <a:lnTo>
                    <a:pt x="1" y="57479"/>
                  </a:lnTo>
                  <a:lnTo>
                    <a:pt x="47053" y="57479"/>
                  </a:lnTo>
                  <a:lnTo>
                    <a:pt x="47053" y="1"/>
                  </a:lnTo>
                  <a:close/>
                </a:path>
              </a:pathLst>
            </a:custGeom>
            <a:solidFill>
              <a:srgbClr val="FFFFFF"/>
            </a:solidFill>
            <a:ln cap="rnd" cmpd="sng" w="98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7625502" y="2005846"/>
              <a:ext cx="591351" cy="722367"/>
            </a:xfrm>
            <a:custGeom>
              <a:rect b="b" l="l" r="r" t="t"/>
              <a:pathLst>
                <a:path extrusionOk="0" h="57479" w="47054">
                  <a:moveTo>
                    <a:pt x="1" y="1"/>
                  </a:moveTo>
                  <a:lnTo>
                    <a:pt x="1" y="57479"/>
                  </a:lnTo>
                  <a:lnTo>
                    <a:pt x="47053" y="57479"/>
                  </a:lnTo>
                  <a:lnTo>
                    <a:pt x="47053" y="1"/>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7767138" y="2005846"/>
              <a:ext cx="449715" cy="385458"/>
            </a:xfrm>
            <a:custGeom>
              <a:rect b="b" l="l" r="r" t="t"/>
              <a:pathLst>
                <a:path extrusionOk="0" h="30671" w="35784">
                  <a:moveTo>
                    <a:pt x="12105" y="1"/>
                  </a:moveTo>
                  <a:cubicBezTo>
                    <a:pt x="10585" y="3739"/>
                    <a:pt x="8883" y="7417"/>
                    <a:pt x="6968" y="11004"/>
                  </a:cubicBezTo>
                  <a:cubicBezTo>
                    <a:pt x="0" y="24357"/>
                    <a:pt x="7684" y="30671"/>
                    <a:pt x="17155" y="30671"/>
                  </a:cubicBezTo>
                  <a:cubicBezTo>
                    <a:pt x="20037" y="30671"/>
                    <a:pt x="23084" y="30086"/>
                    <a:pt x="25935" y="28937"/>
                  </a:cubicBezTo>
                  <a:cubicBezTo>
                    <a:pt x="29613" y="27357"/>
                    <a:pt x="32987" y="25107"/>
                    <a:pt x="35783" y="22220"/>
                  </a:cubicBezTo>
                  <a:lnTo>
                    <a:pt x="35783" y="1"/>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7994132" y="2462713"/>
              <a:ext cx="222721" cy="265891"/>
            </a:xfrm>
            <a:custGeom>
              <a:rect b="b" l="l" r="r" t="t"/>
              <a:pathLst>
                <a:path extrusionOk="0" h="21157" w="17722">
                  <a:moveTo>
                    <a:pt x="17721" y="1"/>
                  </a:moveTo>
                  <a:cubicBezTo>
                    <a:pt x="11338" y="2007"/>
                    <a:pt x="1" y="6414"/>
                    <a:pt x="1125" y="12037"/>
                  </a:cubicBezTo>
                  <a:cubicBezTo>
                    <a:pt x="1946" y="16171"/>
                    <a:pt x="8116" y="19211"/>
                    <a:pt x="13770" y="21156"/>
                  </a:cubicBezTo>
                  <a:lnTo>
                    <a:pt x="17721" y="21156"/>
                  </a:lnTo>
                  <a:lnTo>
                    <a:pt x="17721" y="1"/>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7625502" y="2442793"/>
              <a:ext cx="314401" cy="285810"/>
            </a:xfrm>
            <a:custGeom>
              <a:rect b="b" l="l" r="r" t="t"/>
              <a:pathLst>
                <a:path extrusionOk="0" h="22742" w="25017">
                  <a:moveTo>
                    <a:pt x="19824" y="0"/>
                  </a:moveTo>
                  <a:cubicBezTo>
                    <a:pt x="15192" y="0"/>
                    <a:pt x="6344" y="7680"/>
                    <a:pt x="1" y="13835"/>
                  </a:cubicBezTo>
                  <a:lnTo>
                    <a:pt x="1" y="22741"/>
                  </a:lnTo>
                  <a:lnTo>
                    <a:pt x="19454" y="22741"/>
                  </a:lnTo>
                  <a:cubicBezTo>
                    <a:pt x="20092" y="18060"/>
                    <a:pt x="25017" y="10066"/>
                    <a:pt x="22646" y="2224"/>
                  </a:cubicBezTo>
                  <a:cubicBezTo>
                    <a:pt x="22183" y="664"/>
                    <a:pt x="21186" y="0"/>
                    <a:pt x="19824"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7625502" y="2098293"/>
              <a:ext cx="160839" cy="257860"/>
            </a:xfrm>
            <a:custGeom>
              <a:rect b="b" l="l" r="r" t="t"/>
              <a:pathLst>
                <a:path extrusionOk="0" h="20518" w="12798">
                  <a:moveTo>
                    <a:pt x="1" y="0"/>
                  </a:moveTo>
                  <a:lnTo>
                    <a:pt x="1" y="20517"/>
                  </a:lnTo>
                  <a:cubicBezTo>
                    <a:pt x="5837" y="19241"/>
                    <a:pt x="12798" y="16991"/>
                    <a:pt x="12798" y="13526"/>
                  </a:cubicBezTo>
                  <a:cubicBezTo>
                    <a:pt x="12798" y="9362"/>
                    <a:pt x="4834" y="3313"/>
                    <a:pt x="1"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7913537" y="2150624"/>
              <a:ext cx="166557" cy="153575"/>
            </a:xfrm>
            <a:custGeom>
              <a:rect b="b" l="l" r="r" t="t"/>
              <a:pathLst>
                <a:path extrusionOk="0" h="12220" w="13253">
                  <a:moveTo>
                    <a:pt x="6627" y="1"/>
                  </a:moveTo>
                  <a:cubicBezTo>
                    <a:pt x="2949" y="1"/>
                    <a:pt x="0" y="2736"/>
                    <a:pt x="0" y="6110"/>
                  </a:cubicBezTo>
                  <a:cubicBezTo>
                    <a:pt x="0" y="9484"/>
                    <a:pt x="2949" y="12220"/>
                    <a:pt x="6627" y="12220"/>
                  </a:cubicBezTo>
                  <a:cubicBezTo>
                    <a:pt x="10274" y="12220"/>
                    <a:pt x="13253" y="9484"/>
                    <a:pt x="13253" y="6110"/>
                  </a:cubicBezTo>
                  <a:cubicBezTo>
                    <a:pt x="13253" y="2736"/>
                    <a:pt x="10274" y="1"/>
                    <a:pt x="6627" y="1"/>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7721002" y="2392046"/>
              <a:ext cx="58841" cy="52344"/>
            </a:xfrm>
            <a:custGeom>
              <a:rect b="b" l="l" r="r" t="t"/>
              <a:pathLst>
                <a:path extrusionOk="0" h="4165" w="4682">
                  <a:moveTo>
                    <a:pt x="2341" y="1"/>
                  </a:moveTo>
                  <a:cubicBezTo>
                    <a:pt x="1065" y="1"/>
                    <a:pt x="1" y="943"/>
                    <a:pt x="1" y="2098"/>
                  </a:cubicBezTo>
                  <a:cubicBezTo>
                    <a:pt x="1" y="3222"/>
                    <a:pt x="1065" y="4165"/>
                    <a:pt x="2341" y="4165"/>
                  </a:cubicBezTo>
                  <a:cubicBezTo>
                    <a:pt x="3648" y="4165"/>
                    <a:pt x="4682" y="3222"/>
                    <a:pt x="4682" y="2098"/>
                  </a:cubicBezTo>
                  <a:cubicBezTo>
                    <a:pt x="4682" y="943"/>
                    <a:pt x="3618" y="1"/>
                    <a:pt x="2341" y="1"/>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7953639" y="2460802"/>
              <a:ext cx="84051" cy="71924"/>
            </a:xfrm>
            <a:custGeom>
              <a:rect b="b" l="l" r="r" t="t"/>
              <a:pathLst>
                <a:path extrusionOk="0" h="5723" w="6688">
                  <a:moveTo>
                    <a:pt x="3831" y="1"/>
                  </a:moveTo>
                  <a:cubicBezTo>
                    <a:pt x="1277" y="1"/>
                    <a:pt x="1" y="3071"/>
                    <a:pt x="1825" y="4864"/>
                  </a:cubicBezTo>
                  <a:cubicBezTo>
                    <a:pt x="2408" y="5457"/>
                    <a:pt x="3126" y="5722"/>
                    <a:pt x="3830" y="5722"/>
                  </a:cubicBezTo>
                  <a:cubicBezTo>
                    <a:pt x="5290" y="5722"/>
                    <a:pt x="6688" y="4581"/>
                    <a:pt x="6688" y="2858"/>
                  </a:cubicBezTo>
                  <a:cubicBezTo>
                    <a:pt x="6688" y="1277"/>
                    <a:pt x="5411" y="1"/>
                    <a:pt x="3831" y="1"/>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8081991" y="2584957"/>
              <a:ext cx="30577" cy="26078"/>
            </a:xfrm>
            <a:custGeom>
              <a:rect b="b" l="l" r="r" t="t"/>
              <a:pathLst>
                <a:path extrusionOk="0" h="2075" w="2433">
                  <a:moveTo>
                    <a:pt x="1399" y="0"/>
                  </a:moveTo>
                  <a:cubicBezTo>
                    <a:pt x="457" y="0"/>
                    <a:pt x="1" y="1095"/>
                    <a:pt x="639" y="1763"/>
                  </a:cubicBezTo>
                  <a:cubicBezTo>
                    <a:pt x="855" y="1979"/>
                    <a:pt x="1117" y="2074"/>
                    <a:pt x="1375" y="2074"/>
                  </a:cubicBezTo>
                  <a:cubicBezTo>
                    <a:pt x="1916" y="2074"/>
                    <a:pt x="2432" y="1652"/>
                    <a:pt x="2432" y="1034"/>
                  </a:cubicBezTo>
                  <a:cubicBezTo>
                    <a:pt x="2432" y="456"/>
                    <a:pt x="1977" y="0"/>
                    <a:pt x="1399"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7770280" y="2043184"/>
              <a:ext cx="136395" cy="123978"/>
            </a:xfrm>
            <a:custGeom>
              <a:rect b="b" l="l" r="r" t="t"/>
              <a:pathLst>
                <a:path extrusionOk="0" h="9865" w="10853">
                  <a:moveTo>
                    <a:pt x="5427" y="1"/>
                  </a:moveTo>
                  <a:cubicBezTo>
                    <a:pt x="4165" y="1"/>
                    <a:pt x="2904" y="480"/>
                    <a:pt x="1946" y="1437"/>
                  </a:cubicBezTo>
                  <a:cubicBezTo>
                    <a:pt x="1" y="3352"/>
                    <a:pt x="1" y="6483"/>
                    <a:pt x="1946" y="8428"/>
                  </a:cubicBezTo>
                  <a:cubicBezTo>
                    <a:pt x="2904" y="9385"/>
                    <a:pt x="4165" y="9864"/>
                    <a:pt x="5427" y="9864"/>
                  </a:cubicBezTo>
                  <a:cubicBezTo>
                    <a:pt x="6688" y="9864"/>
                    <a:pt x="7949" y="9385"/>
                    <a:pt x="8907" y="8428"/>
                  </a:cubicBezTo>
                  <a:cubicBezTo>
                    <a:pt x="10852" y="6483"/>
                    <a:pt x="10852" y="3352"/>
                    <a:pt x="8907" y="1437"/>
                  </a:cubicBezTo>
                  <a:cubicBezTo>
                    <a:pt x="7949" y="480"/>
                    <a:pt x="6688" y="1"/>
                    <a:pt x="5427" y="1"/>
                  </a:cubicBezTo>
                  <a:close/>
                </a:path>
              </a:pathLst>
            </a:custGeom>
            <a:solidFill>
              <a:schemeClr val="lt1"/>
            </a:solidFill>
            <a:ln cap="rnd" cmpd="sng" w="9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7975419" y="2869158"/>
              <a:ext cx="97034" cy="254429"/>
            </a:xfrm>
            <a:custGeom>
              <a:rect b="b" l="l" r="r" t="t"/>
              <a:pathLst>
                <a:path extrusionOk="0" h="20245" w="7721">
                  <a:moveTo>
                    <a:pt x="3861" y="1"/>
                  </a:moveTo>
                  <a:cubicBezTo>
                    <a:pt x="1733" y="1"/>
                    <a:pt x="0" y="4530"/>
                    <a:pt x="0" y="10122"/>
                  </a:cubicBezTo>
                  <a:cubicBezTo>
                    <a:pt x="0" y="15715"/>
                    <a:pt x="1733" y="20244"/>
                    <a:pt x="3861" y="20244"/>
                  </a:cubicBezTo>
                  <a:cubicBezTo>
                    <a:pt x="5988" y="20244"/>
                    <a:pt x="7721" y="15715"/>
                    <a:pt x="7721" y="10122"/>
                  </a:cubicBezTo>
                  <a:cubicBezTo>
                    <a:pt x="7721" y="4530"/>
                    <a:pt x="5988" y="1"/>
                    <a:pt x="3861" y="1"/>
                  </a:cubicBezTo>
                  <a:close/>
                </a:path>
              </a:pathLst>
            </a:custGeom>
            <a:solidFill>
              <a:schemeClr val="dk2"/>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7858529" y="2818989"/>
              <a:ext cx="105441" cy="174085"/>
            </a:xfrm>
            <a:custGeom>
              <a:rect b="b" l="l" r="r" t="t"/>
              <a:pathLst>
                <a:path extrusionOk="0" h="13852" w="8390">
                  <a:moveTo>
                    <a:pt x="2451" y="1"/>
                  </a:moveTo>
                  <a:cubicBezTo>
                    <a:pt x="2299" y="1"/>
                    <a:pt x="2150" y="24"/>
                    <a:pt x="2006" y="72"/>
                  </a:cubicBezTo>
                  <a:cubicBezTo>
                    <a:pt x="335" y="588"/>
                    <a:pt x="0" y="4084"/>
                    <a:pt x="1186" y="7883"/>
                  </a:cubicBezTo>
                  <a:cubicBezTo>
                    <a:pt x="2294" y="11348"/>
                    <a:pt x="4313" y="13852"/>
                    <a:pt x="5904" y="13852"/>
                  </a:cubicBezTo>
                  <a:cubicBezTo>
                    <a:pt x="6058" y="13852"/>
                    <a:pt x="6208" y="13828"/>
                    <a:pt x="6353" y="13780"/>
                  </a:cubicBezTo>
                  <a:cubicBezTo>
                    <a:pt x="8025" y="13263"/>
                    <a:pt x="8390" y="9768"/>
                    <a:pt x="7174" y="5968"/>
                  </a:cubicBezTo>
                  <a:cubicBezTo>
                    <a:pt x="6064" y="2529"/>
                    <a:pt x="4043" y="1"/>
                    <a:pt x="2451" y="1"/>
                  </a:cubicBezTo>
                  <a:close/>
                </a:path>
              </a:pathLst>
            </a:custGeom>
            <a:solidFill>
              <a:schemeClr val="dk2"/>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8129358" y="3124731"/>
              <a:ext cx="186049" cy="83473"/>
            </a:xfrm>
            <a:custGeom>
              <a:rect b="b" l="l" r="r" t="t"/>
              <a:pathLst>
                <a:path extrusionOk="0" h="6642" w="14804">
                  <a:moveTo>
                    <a:pt x="9414" y="0"/>
                  </a:moveTo>
                  <a:cubicBezTo>
                    <a:pt x="8611" y="0"/>
                    <a:pt x="7753" y="68"/>
                    <a:pt x="6870" y="212"/>
                  </a:cubicBezTo>
                  <a:cubicBezTo>
                    <a:pt x="2949" y="881"/>
                    <a:pt x="1" y="2826"/>
                    <a:pt x="305" y="4528"/>
                  </a:cubicBezTo>
                  <a:cubicBezTo>
                    <a:pt x="515" y="5836"/>
                    <a:pt x="2590" y="6641"/>
                    <a:pt x="5319" y="6641"/>
                  </a:cubicBezTo>
                  <a:cubicBezTo>
                    <a:pt x="6142" y="6641"/>
                    <a:pt x="7025" y="6568"/>
                    <a:pt x="7934" y="6413"/>
                  </a:cubicBezTo>
                  <a:cubicBezTo>
                    <a:pt x="11855" y="5744"/>
                    <a:pt x="14804" y="3829"/>
                    <a:pt x="14500" y="2127"/>
                  </a:cubicBezTo>
                  <a:cubicBezTo>
                    <a:pt x="14288" y="808"/>
                    <a:pt x="12178" y="0"/>
                    <a:pt x="9414" y="0"/>
                  </a:cubicBezTo>
                  <a:close/>
                </a:path>
              </a:pathLst>
            </a:custGeom>
            <a:solidFill>
              <a:schemeClr val="dk2"/>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7768759" y="2971847"/>
              <a:ext cx="186803" cy="163264"/>
            </a:xfrm>
            <a:custGeom>
              <a:rect b="b" l="l" r="r" t="t"/>
              <a:pathLst>
                <a:path extrusionOk="0" h="12991" w="14864">
                  <a:moveTo>
                    <a:pt x="3194" y="0"/>
                  </a:moveTo>
                  <a:cubicBezTo>
                    <a:pt x="2487" y="0"/>
                    <a:pt x="1898" y="197"/>
                    <a:pt x="1490" y="614"/>
                  </a:cubicBezTo>
                  <a:cubicBezTo>
                    <a:pt x="0" y="2134"/>
                    <a:pt x="1429" y="5994"/>
                    <a:pt x="4712" y="9246"/>
                  </a:cubicBezTo>
                  <a:cubicBezTo>
                    <a:pt x="7095" y="11607"/>
                    <a:pt x="9782" y="12991"/>
                    <a:pt x="11646" y="12991"/>
                  </a:cubicBezTo>
                  <a:cubicBezTo>
                    <a:pt x="12349" y="12991"/>
                    <a:pt x="12936" y="12794"/>
                    <a:pt x="13344" y="12377"/>
                  </a:cubicBezTo>
                  <a:cubicBezTo>
                    <a:pt x="14864" y="10857"/>
                    <a:pt x="13405" y="6997"/>
                    <a:pt x="10152" y="3745"/>
                  </a:cubicBezTo>
                  <a:cubicBezTo>
                    <a:pt x="7770" y="1384"/>
                    <a:pt x="5066" y="0"/>
                    <a:pt x="3194" y="0"/>
                  </a:cubicBezTo>
                  <a:close/>
                </a:path>
              </a:pathLst>
            </a:custGeom>
            <a:solidFill>
              <a:schemeClr val="dk2"/>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8060224" y="2898038"/>
              <a:ext cx="194444" cy="218436"/>
            </a:xfrm>
            <a:custGeom>
              <a:rect b="b" l="l" r="r" t="t"/>
              <a:pathLst>
                <a:path extrusionOk="0" h="17381" w="15472">
                  <a:moveTo>
                    <a:pt x="12166" y="0"/>
                  </a:moveTo>
                  <a:cubicBezTo>
                    <a:pt x="9961" y="0"/>
                    <a:pt x="6687" y="2432"/>
                    <a:pt x="4104" y="6183"/>
                  </a:cubicBezTo>
                  <a:cubicBezTo>
                    <a:pt x="942" y="10803"/>
                    <a:pt x="0" y="15636"/>
                    <a:pt x="1976" y="17004"/>
                  </a:cubicBezTo>
                  <a:cubicBezTo>
                    <a:pt x="2342" y="17259"/>
                    <a:pt x="2782" y="17381"/>
                    <a:pt x="3275" y="17381"/>
                  </a:cubicBezTo>
                  <a:cubicBezTo>
                    <a:pt x="5481" y="17381"/>
                    <a:pt x="8760" y="14949"/>
                    <a:pt x="11368" y="11198"/>
                  </a:cubicBezTo>
                  <a:cubicBezTo>
                    <a:pt x="14529" y="6609"/>
                    <a:pt x="15472" y="1745"/>
                    <a:pt x="13466" y="377"/>
                  </a:cubicBezTo>
                  <a:cubicBezTo>
                    <a:pt x="13099" y="122"/>
                    <a:pt x="12659" y="0"/>
                    <a:pt x="12166" y="0"/>
                  </a:cubicBezTo>
                  <a:close/>
                </a:path>
              </a:pathLst>
            </a:custGeom>
            <a:solidFill>
              <a:schemeClr val="dk2"/>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7"/>
            <p:cNvSpPr/>
            <p:nvPr/>
          </p:nvSpPr>
          <p:spPr>
            <a:xfrm>
              <a:off x="8017055" y="3117077"/>
              <a:ext cx="3456" cy="386589"/>
            </a:xfrm>
            <a:custGeom>
              <a:rect b="b" l="l" r="r" t="t"/>
              <a:pathLst>
                <a:path extrusionOk="0" fill="none" h="30761" w="275">
                  <a:moveTo>
                    <a:pt x="274" y="0"/>
                  </a:moveTo>
                  <a:lnTo>
                    <a:pt x="1" y="30761"/>
                  </a:ln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7"/>
            <p:cNvSpPr/>
            <p:nvPr/>
          </p:nvSpPr>
          <p:spPr>
            <a:xfrm>
              <a:off x="8020499" y="2948999"/>
              <a:ext cx="4587" cy="168090"/>
            </a:xfrm>
            <a:custGeom>
              <a:rect b="b" l="l" r="r" t="t"/>
              <a:pathLst>
                <a:path extrusionOk="0" fill="none" h="13375" w="365">
                  <a:moveTo>
                    <a:pt x="365" y="0"/>
                  </a:moveTo>
                  <a:lnTo>
                    <a:pt x="0" y="13374"/>
                  </a:ln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7"/>
            <p:cNvSpPr/>
            <p:nvPr/>
          </p:nvSpPr>
          <p:spPr>
            <a:xfrm>
              <a:off x="8024696" y="2921489"/>
              <a:ext cx="390" cy="13007"/>
            </a:xfrm>
            <a:custGeom>
              <a:rect b="b" l="l" r="r" t="t"/>
              <a:pathLst>
                <a:path extrusionOk="0" fill="none" h="1035" w="31">
                  <a:moveTo>
                    <a:pt x="0" y="1"/>
                  </a:moveTo>
                  <a:lnTo>
                    <a:pt x="31" y="1034"/>
                  </a:ln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7"/>
            <p:cNvSpPr/>
            <p:nvPr/>
          </p:nvSpPr>
          <p:spPr>
            <a:xfrm>
              <a:off x="8037678" y="3103705"/>
              <a:ext cx="47769" cy="422507"/>
            </a:xfrm>
            <a:custGeom>
              <a:rect b="b" l="l" r="r" t="t"/>
              <a:pathLst>
                <a:path extrusionOk="0" fill="none" h="33619" w="3801">
                  <a:moveTo>
                    <a:pt x="3800" y="1"/>
                  </a:moveTo>
                  <a:cubicBezTo>
                    <a:pt x="1581" y="4560"/>
                    <a:pt x="305" y="9545"/>
                    <a:pt x="1" y="14621"/>
                  </a:cubicBezTo>
                  <a:lnTo>
                    <a:pt x="1" y="33618"/>
                  </a:ln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7"/>
            <p:cNvSpPr/>
            <p:nvPr/>
          </p:nvSpPr>
          <p:spPr>
            <a:xfrm>
              <a:off x="8085435" y="2976497"/>
              <a:ext cx="83285" cy="127221"/>
            </a:xfrm>
            <a:custGeom>
              <a:rect b="b" l="l" r="r" t="t"/>
              <a:pathLst>
                <a:path extrusionOk="0" fill="none" h="10123" w="6627">
                  <a:moveTo>
                    <a:pt x="6627" y="1"/>
                  </a:moveTo>
                  <a:cubicBezTo>
                    <a:pt x="3982" y="3071"/>
                    <a:pt x="1733" y="6475"/>
                    <a:pt x="0" y="10123"/>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7"/>
            <p:cNvSpPr/>
            <p:nvPr/>
          </p:nvSpPr>
          <p:spPr>
            <a:xfrm>
              <a:off x="8181702" y="2948610"/>
              <a:ext cx="12995" cy="13384"/>
            </a:xfrm>
            <a:custGeom>
              <a:rect b="b" l="l" r="r" t="t"/>
              <a:pathLst>
                <a:path extrusionOk="0" fill="none" h="1065" w="1034">
                  <a:moveTo>
                    <a:pt x="1034" y="1"/>
                  </a:moveTo>
                  <a:cubicBezTo>
                    <a:pt x="1034" y="1"/>
                    <a:pt x="669" y="396"/>
                    <a:pt x="0" y="1065"/>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7"/>
            <p:cNvSpPr/>
            <p:nvPr/>
          </p:nvSpPr>
          <p:spPr>
            <a:xfrm>
              <a:off x="7933783" y="3121664"/>
              <a:ext cx="78321" cy="156239"/>
            </a:xfrm>
            <a:custGeom>
              <a:rect b="b" l="l" r="r" t="t"/>
              <a:pathLst>
                <a:path extrusionOk="0" fill="none" h="12432" w="6232">
                  <a:moveTo>
                    <a:pt x="0" y="0"/>
                  </a:moveTo>
                  <a:cubicBezTo>
                    <a:pt x="2675" y="3800"/>
                    <a:pt x="4803" y="7994"/>
                    <a:pt x="6231" y="12432"/>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7"/>
            <p:cNvSpPr/>
            <p:nvPr/>
          </p:nvSpPr>
          <p:spPr>
            <a:xfrm>
              <a:off x="7878008" y="3057482"/>
              <a:ext cx="55398" cy="64195"/>
            </a:xfrm>
            <a:custGeom>
              <a:rect b="b" l="l" r="r" t="t"/>
              <a:pathLst>
                <a:path extrusionOk="0" fill="none" h="5108" w="4408">
                  <a:moveTo>
                    <a:pt x="0" y="1"/>
                  </a:moveTo>
                  <a:cubicBezTo>
                    <a:pt x="1611" y="1551"/>
                    <a:pt x="3101" y="3283"/>
                    <a:pt x="4408" y="5107"/>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7"/>
            <p:cNvSpPr/>
            <p:nvPr/>
          </p:nvSpPr>
          <p:spPr>
            <a:xfrm>
              <a:off x="7818413" y="3012025"/>
              <a:ext cx="42415" cy="30187"/>
            </a:xfrm>
            <a:custGeom>
              <a:rect b="b" l="l" r="r" t="t"/>
              <a:pathLst>
                <a:path extrusionOk="0" fill="none" h="2402" w="3375">
                  <a:moveTo>
                    <a:pt x="1" y="1"/>
                  </a:moveTo>
                  <a:cubicBezTo>
                    <a:pt x="1186" y="700"/>
                    <a:pt x="2341" y="1490"/>
                    <a:pt x="3375" y="2402"/>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7"/>
            <p:cNvSpPr/>
            <p:nvPr/>
          </p:nvSpPr>
          <p:spPr>
            <a:xfrm>
              <a:off x="7935693" y="2980707"/>
              <a:ext cx="79464" cy="317442"/>
            </a:xfrm>
            <a:custGeom>
              <a:rect b="b" l="l" r="r" t="t"/>
              <a:pathLst>
                <a:path extrusionOk="0" fill="none" h="25259" w="6323">
                  <a:moveTo>
                    <a:pt x="0" y="0"/>
                  </a:moveTo>
                  <a:cubicBezTo>
                    <a:pt x="2128" y="6718"/>
                    <a:pt x="4985" y="16627"/>
                    <a:pt x="6323" y="25259"/>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7"/>
            <p:cNvSpPr/>
            <p:nvPr/>
          </p:nvSpPr>
          <p:spPr>
            <a:xfrm>
              <a:off x="7919267" y="2930274"/>
              <a:ext cx="16438" cy="50446"/>
            </a:xfrm>
            <a:custGeom>
              <a:rect b="b" l="l" r="r" t="t"/>
              <a:pathLst>
                <a:path extrusionOk="0" fill="none" h="4014" w="1308">
                  <a:moveTo>
                    <a:pt x="0" y="1"/>
                  </a:moveTo>
                  <a:cubicBezTo>
                    <a:pt x="395" y="1156"/>
                    <a:pt x="821" y="2493"/>
                    <a:pt x="1307" y="4013"/>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7"/>
            <p:cNvSpPr/>
            <p:nvPr/>
          </p:nvSpPr>
          <p:spPr>
            <a:xfrm>
              <a:off x="7902452" y="2882153"/>
              <a:ext cx="12241" cy="34774"/>
            </a:xfrm>
            <a:custGeom>
              <a:rect b="b" l="l" r="r" t="t"/>
              <a:pathLst>
                <a:path extrusionOk="0" fill="none" h="2767" w="974">
                  <a:moveTo>
                    <a:pt x="1" y="0"/>
                  </a:moveTo>
                  <a:cubicBezTo>
                    <a:pt x="1" y="0"/>
                    <a:pt x="396" y="1003"/>
                    <a:pt x="973" y="2766"/>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7"/>
            <p:cNvSpPr/>
            <p:nvPr/>
          </p:nvSpPr>
          <p:spPr>
            <a:xfrm>
              <a:off x="8039978" y="3169785"/>
              <a:ext cx="95513" cy="94759"/>
            </a:xfrm>
            <a:custGeom>
              <a:rect b="b" l="l" r="r" t="t"/>
              <a:pathLst>
                <a:path extrusionOk="0" fill="none" h="7540" w="7600">
                  <a:moveTo>
                    <a:pt x="7599" y="1"/>
                  </a:moveTo>
                  <a:cubicBezTo>
                    <a:pt x="4955" y="1034"/>
                    <a:pt x="1307" y="3861"/>
                    <a:pt x="0" y="7539"/>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7"/>
            <p:cNvSpPr/>
            <p:nvPr/>
          </p:nvSpPr>
          <p:spPr>
            <a:xfrm>
              <a:off x="8135479" y="3157180"/>
              <a:ext cx="62272" cy="12618"/>
            </a:xfrm>
            <a:custGeom>
              <a:rect b="b" l="l" r="r" t="t"/>
              <a:pathLst>
                <a:path extrusionOk="0" fill="none" h="1004" w="4955">
                  <a:moveTo>
                    <a:pt x="4955" y="1"/>
                  </a:moveTo>
                  <a:cubicBezTo>
                    <a:pt x="3253" y="92"/>
                    <a:pt x="1581" y="426"/>
                    <a:pt x="0" y="1004"/>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7"/>
            <p:cNvSpPr/>
            <p:nvPr/>
          </p:nvSpPr>
          <p:spPr>
            <a:xfrm>
              <a:off x="8221805" y="3157180"/>
              <a:ext cx="16061" cy="1169"/>
            </a:xfrm>
            <a:custGeom>
              <a:rect b="b" l="l" r="r" t="t"/>
              <a:pathLst>
                <a:path extrusionOk="0" fill="none" h="93" w="1278">
                  <a:moveTo>
                    <a:pt x="1277" y="92"/>
                  </a:moveTo>
                  <a:cubicBezTo>
                    <a:pt x="1277" y="92"/>
                    <a:pt x="791" y="31"/>
                    <a:pt x="1" y="1"/>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7"/>
            <p:cNvSpPr/>
            <p:nvPr/>
          </p:nvSpPr>
          <p:spPr>
            <a:xfrm>
              <a:off x="8057548" y="3303076"/>
              <a:ext cx="182606" cy="104788"/>
            </a:xfrm>
            <a:custGeom>
              <a:rect b="b" l="l" r="r" t="t"/>
              <a:pathLst>
                <a:path extrusionOk="0" h="8338" w="14530">
                  <a:moveTo>
                    <a:pt x="3388" y="0"/>
                  </a:moveTo>
                  <a:cubicBezTo>
                    <a:pt x="2062" y="0"/>
                    <a:pt x="1078" y="374"/>
                    <a:pt x="730" y="1128"/>
                  </a:cubicBezTo>
                  <a:cubicBezTo>
                    <a:pt x="0" y="2678"/>
                    <a:pt x="2341" y="5322"/>
                    <a:pt x="5958" y="7024"/>
                  </a:cubicBezTo>
                  <a:cubicBezTo>
                    <a:pt x="7827" y="7895"/>
                    <a:pt x="9679" y="8337"/>
                    <a:pt x="11128" y="8337"/>
                  </a:cubicBezTo>
                  <a:cubicBezTo>
                    <a:pt x="12460" y="8337"/>
                    <a:pt x="13451" y="7964"/>
                    <a:pt x="13800" y="7207"/>
                  </a:cubicBezTo>
                  <a:cubicBezTo>
                    <a:pt x="14530" y="5657"/>
                    <a:pt x="12189" y="3012"/>
                    <a:pt x="8602" y="1340"/>
                  </a:cubicBezTo>
                  <a:cubicBezTo>
                    <a:pt x="6710" y="450"/>
                    <a:pt x="4843" y="0"/>
                    <a:pt x="3388" y="0"/>
                  </a:cubicBezTo>
                  <a:close/>
                </a:path>
              </a:pathLst>
            </a:custGeom>
            <a:solidFill>
              <a:schemeClr val="dk2"/>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7"/>
            <p:cNvSpPr/>
            <p:nvPr/>
          </p:nvSpPr>
          <p:spPr>
            <a:xfrm>
              <a:off x="8038445" y="3303114"/>
              <a:ext cx="95136" cy="200552"/>
            </a:xfrm>
            <a:custGeom>
              <a:rect b="b" l="l" r="r" t="t"/>
              <a:pathLst>
                <a:path extrusionOk="0" fill="none" h="15958" w="7570">
                  <a:moveTo>
                    <a:pt x="7569" y="2432"/>
                  </a:moveTo>
                  <a:cubicBezTo>
                    <a:pt x="6141" y="1550"/>
                    <a:pt x="4590" y="881"/>
                    <a:pt x="2949" y="456"/>
                  </a:cubicBezTo>
                  <a:cubicBezTo>
                    <a:pt x="2189" y="0"/>
                    <a:pt x="1216" y="0"/>
                    <a:pt x="487" y="517"/>
                  </a:cubicBezTo>
                  <a:cubicBezTo>
                    <a:pt x="1" y="851"/>
                    <a:pt x="153" y="3283"/>
                    <a:pt x="153" y="3283"/>
                  </a:cubicBezTo>
                  <a:lnTo>
                    <a:pt x="153" y="15958"/>
                  </a:ln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7"/>
            <p:cNvSpPr/>
            <p:nvPr/>
          </p:nvSpPr>
          <p:spPr>
            <a:xfrm>
              <a:off x="8153815" y="3347414"/>
              <a:ext cx="12228" cy="9953"/>
            </a:xfrm>
            <a:custGeom>
              <a:rect b="b" l="l" r="r" t="t"/>
              <a:pathLst>
                <a:path extrusionOk="0" fill="none" h="792" w="973">
                  <a:moveTo>
                    <a:pt x="973" y="791"/>
                  </a:moveTo>
                  <a:cubicBezTo>
                    <a:pt x="973" y="791"/>
                    <a:pt x="638" y="487"/>
                    <a:pt x="0" y="1"/>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7"/>
            <p:cNvSpPr/>
            <p:nvPr/>
          </p:nvSpPr>
          <p:spPr>
            <a:xfrm>
              <a:off x="7720625" y="3124731"/>
              <a:ext cx="186049" cy="83473"/>
            </a:xfrm>
            <a:custGeom>
              <a:rect b="b" l="l" r="r" t="t"/>
              <a:pathLst>
                <a:path extrusionOk="0" h="6642" w="14804">
                  <a:moveTo>
                    <a:pt x="5390" y="0"/>
                  </a:moveTo>
                  <a:cubicBezTo>
                    <a:pt x="2626" y="0"/>
                    <a:pt x="516" y="808"/>
                    <a:pt x="304" y="2127"/>
                  </a:cubicBezTo>
                  <a:cubicBezTo>
                    <a:pt x="0" y="3829"/>
                    <a:pt x="2949" y="5744"/>
                    <a:pt x="6870" y="6413"/>
                  </a:cubicBezTo>
                  <a:cubicBezTo>
                    <a:pt x="7779" y="6568"/>
                    <a:pt x="8660" y="6641"/>
                    <a:pt x="9481" y="6641"/>
                  </a:cubicBezTo>
                  <a:cubicBezTo>
                    <a:pt x="12203" y="6641"/>
                    <a:pt x="14266" y="5836"/>
                    <a:pt x="14499" y="4528"/>
                  </a:cubicBezTo>
                  <a:cubicBezTo>
                    <a:pt x="14803" y="2826"/>
                    <a:pt x="11855" y="881"/>
                    <a:pt x="7934" y="212"/>
                  </a:cubicBezTo>
                  <a:cubicBezTo>
                    <a:pt x="7051" y="68"/>
                    <a:pt x="6193" y="0"/>
                    <a:pt x="5390" y="0"/>
                  </a:cubicBezTo>
                  <a:close/>
                </a:path>
              </a:pathLst>
            </a:custGeom>
            <a:solidFill>
              <a:schemeClr val="dk2"/>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7"/>
            <p:cNvSpPr/>
            <p:nvPr/>
          </p:nvSpPr>
          <p:spPr>
            <a:xfrm>
              <a:off x="7899398" y="3169408"/>
              <a:ext cx="83674" cy="328150"/>
            </a:xfrm>
            <a:custGeom>
              <a:rect b="b" l="l" r="r" t="t"/>
              <a:pathLst>
                <a:path extrusionOk="0" fill="none" h="26111" w="6658">
                  <a:moveTo>
                    <a:pt x="1" y="1"/>
                  </a:moveTo>
                  <a:cubicBezTo>
                    <a:pt x="457" y="183"/>
                    <a:pt x="943" y="396"/>
                    <a:pt x="1399" y="639"/>
                  </a:cubicBezTo>
                  <a:cubicBezTo>
                    <a:pt x="4621" y="2341"/>
                    <a:pt x="6657" y="5715"/>
                    <a:pt x="6627" y="9362"/>
                  </a:cubicBezTo>
                  <a:lnTo>
                    <a:pt x="6627" y="26110"/>
                  </a:ln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7"/>
            <p:cNvSpPr/>
            <p:nvPr/>
          </p:nvSpPr>
          <p:spPr>
            <a:xfrm>
              <a:off x="7833318" y="3157180"/>
              <a:ext cx="66092" cy="12241"/>
            </a:xfrm>
            <a:custGeom>
              <a:rect b="b" l="l" r="r" t="t"/>
              <a:pathLst>
                <a:path extrusionOk="0" fill="none" h="974" w="5259">
                  <a:moveTo>
                    <a:pt x="0" y="1"/>
                  </a:moveTo>
                  <a:cubicBezTo>
                    <a:pt x="1794" y="62"/>
                    <a:pt x="3556" y="396"/>
                    <a:pt x="5259" y="974"/>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7"/>
            <p:cNvSpPr/>
            <p:nvPr/>
          </p:nvSpPr>
          <p:spPr>
            <a:xfrm>
              <a:off x="7798167" y="3157570"/>
              <a:ext cx="10708" cy="779"/>
            </a:xfrm>
            <a:custGeom>
              <a:rect b="b" l="l" r="r" t="t"/>
              <a:pathLst>
                <a:path extrusionOk="0" fill="none" h="62" w="852">
                  <a:moveTo>
                    <a:pt x="1" y="61"/>
                  </a:moveTo>
                  <a:cubicBezTo>
                    <a:pt x="1" y="61"/>
                    <a:pt x="335" y="31"/>
                    <a:pt x="852" y="0"/>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7"/>
            <p:cNvSpPr/>
            <p:nvPr/>
          </p:nvSpPr>
          <p:spPr>
            <a:xfrm>
              <a:off x="7747369" y="3258914"/>
              <a:ext cx="178785" cy="113233"/>
            </a:xfrm>
            <a:custGeom>
              <a:rect b="b" l="l" r="r" t="t"/>
              <a:pathLst>
                <a:path extrusionOk="0" h="9010" w="14226">
                  <a:moveTo>
                    <a:pt x="11160" y="0"/>
                  </a:moveTo>
                  <a:cubicBezTo>
                    <a:pt x="9646" y="0"/>
                    <a:pt x="7594" y="616"/>
                    <a:pt x="5563" y="1784"/>
                  </a:cubicBezTo>
                  <a:cubicBezTo>
                    <a:pt x="2097" y="3791"/>
                    <a:pt x="0" y="6617"/>
                    <a:pt x="882" y="8107"/>
                  </a:cubicBezTo>
                  <a:cubicBezTo>
                    <a:pt x="1229" y="8715"/>
                    <a:pt x="2019" y="9009"/>
                    <a:pt x="3067" y="9009"/>
                  </a:cubicBezTo>
                  <a:cubicBezTo>
                    <a:pt x="4584" y="9009"/>
                    <a:pt x="6644" y="8394"/>
                    <a:pt x="8693" y="7225"/>
                  </a:cubicBezTo>
                  <a:cubicBezTo>
                    <a:pt x="12128" y="5250"/>
                    <a:pt x="14225" y="2423"/>
                    <a:pt x="13344" y="903"/>
                  </a:cubicBezTo>
                  <a:cubicBezTo>
                    <a:pt x="12996" y="294"/>
                    <a:pt x="12207" y="0"/>
                    <a:pt x="11160" y="0"/>
                  </a:cubicBezTo>
                  <a:close/>
                </a:path>
              </a:pathLst>
            </a:custGeom>
            <a:solidFill>
              <a:schemeClr val="dk2"/>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7"/>
            <p:cNvSpPr/>
            <p:nvPr/>
          </p:nvSpPr>
          <p:spPr>
            <a:xfrm>
              <a:off x="7845923" y="3254214"/>
              <a:ext cx="124921" cy="41649"/>
            </a:xfrm>
            <a:custGeom>
              <a:rect b="b" l="l" r="r" t="t"/>
              <a:pathLst>
                <a:path extrusionOk="0" fill="none" h="3314" w="9940">
                  <a:moveTo>
                    <a:pt x="0" y="3313"/>
                  </a:moveTo>
                  <a:cubicBezTo>
                    <a:pt x="1429" y="2189"/>
                    <a:pt x="3009" y="1338"/>
                    <a:pt x="4681" y="730"/>
                  </a:cubicBezTo>
                  <a:cubicBezTo>
                    <a:pt x="4681" y="730"/>
                    <a:pt x="8967" y="0"/>
                    <a:pt x="9940" y="2766"/>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7"/>
            <p:cNvSpPr/>
            <p:nvPr/>
          </p:nvSpPr>
          <p:spPr>
            <a:xfrm>
              <a:off x="7819946" y="3311509"/>
              <a:ext cx="7654" cy="7654"/>
            </a:xfrm>
            <a:custGeom>
              <a:rect b="b" l="l" r="r" t="t"/>
              <a:pathLst>
                <a:path extrusionOk="0" fill="none" h="609" w="609">
                  <a:moveTo>
                    <a:pt x="0" y="609"/>
                  </a:moveTo>
                  <a:cubicBezTo>
                    <a:pt x="0" y="609"/>
                    <a:pt x="213" y="365"/>
                    <a:pt x="608" y="1"/>
                  </a:cubicBez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7"/>
            <p:cNvSpPr/>
            <p:nvPr/>
          </p:nvSpPr>
          <p:spPr>
            <a:xfrm>
              <a:off x="7872654" y="3289654"/>
              <a:ext cx="153198" cy="196644"/>
            </a:xfrm>
            <a:custGeom>
              <a:rect b="b" l="l" r="r" t="t"/>
              <a:pathLst>
                <a:path extrusionOk="0" h="15647" w="12190">
                  <a:moveTo>
                    <a:pt x="8682" y="0"/>
                  </a:moveTo>
                  <a:cubicBezTo>
                    <a:pt x="7837" y="0"/>
                    <a:pt x="7174" y="129"/>
                    <a:pt x="7174" y="129"/>
                  </a:cubicBezTo>
                  <a:cubicBezTo>
                    <a:pt x="2129" y="1740"/>
                    <a:pt x="1" y="8913"/>
                    <a:pt x="1460" y="12804"/>
                  </a:cubicBezTo>
                  <a:cubicBezTo>
                    <a:pt x="2190" y="14711"/>
                    <a:pt x="3220" y="15647"/>
                    <a:pt x="4255" y="15647"/>
                  </a:cubicBezTo>
                  <a:cubicBezTo>
                    <a:pt x="5332" y="15647"/>
                    <a:pt x="6415" y="14635"/>
                    <a:pt x="7174" y="12652"/>
                  </a:cubicBezTo>
                  <a:cubicBezTo>
                    <a:pt x="8633" y="8731"/>
                    <a:pt x="12190" y="5965"/>
                    <a:pt x="12190" y="2560"/>
                  </a:cubicBezTo>
                  <a:cubicBezTo>
                    <a:pt x="12190" y="394"/>
                    <a:pt x="10159" y="0"/>
                    <a:pt x="8682" y="0"/>
                  </a:cubicBezTo>
                  <a:close/>
                </a:path>
              </a:pathLst>
            </a:custGeom>
            <a:solidFill>
              <a:schemeClr val="dk2"/>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7"/>
            <p:cNvSpPr/>
            <p:nvPr/>
          </p:nvSpPr>
          <p:spPr>
            <a:xfrm>
              <a:off x="7934160" y="3293173"/>
              <a:ext cx="71446" cy="93992"/>
            </a:xfrm>
            <a:custGeom>
              <a:rect b="b" l="l" r="r" t="t"/>
              <a:pathLst>
                <a:path extrusionOk="0" h="7479" w="5685">
                  <a:moveTo>
                    <a:pt x="5685" y="1"/>
                  </a:moveTo>
                  <a:cubicBezTo>
                    <a:pt x="5684" y="1"/>
                    <a:pt x="1308" y="1794"/>
                    <a:pt x="1" y="7478"/>
                  </a:cubicBezTo>
                  <a:lnTo>
                    <a:pt x="1" y="7478"/>
                  </a:lnTo>
                  <a:lnTo>
                    <a:pt x="5685" y="1"/>
                  </a:ln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7"/>
            <p:cNvSpPr/>
            <p:nvPr/>
          </p:nvSpPr>
          <p:spPr>
            <a:xfrm>
              <a:off x="7934160" y="3293173"/>
              <a:ext cx="71446" cy="93992"/>
            </a:xfrm>
            <a:custGeom>
              <a:rect b="b" l="l" r="r" t="t"/>
              <a:pathLst>
                <a:path extrusionOk="0" fill="none" h="7479" w="5685">
                  <a:moveTo>
                    <a:pt x="5685" y="1"/>
                  </a:moveTo>
                  <a:cubicBezTo>
                    <a:pt x="5685" y="1"/>
                    <a:pt x="1308" y="1794"/>
                    <a:pt x="1" y="7478"/>
                  </a:cubicBezTo>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7"/>
            <p:cNvSpPr/>
            <p:nvPr/>
          </p:nvSpPr>
          <p:spPr>
            <a:xfrm>
              <a:off x="8001396" y="3387153"/>
              <a:ext cx="13" cy="116513"/>
            </a:xfrm>
            <a:custGeom>
              <a:rect b="b" l="l" r="r" t="t"/>
              <a:pathLst>
                <a:path extrusionOk="0" fill="none" h="9271" w="1">
                  <a:moveTo>
                    <a:pt x="0" y="0"/>
                  </a:moveTo>
                  <a:lnTo>
                    <a:pt x="0" y="9271"/>
                  </a:lnTo>
                </a:path>
              </a:pathLst>
            </a:custGeom>
            <a:noFill/>
            <a:ln cap="rnd"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7"/>
            <p:cNvSpPr/>
            <p:nvPr/>
          </p:nvSpPr>
          <p:spPr>
            <a:xfrm>
              <a:off x="7876865" y="3490282"/>
              <a:ext cx="276573" cy="240291"/>
            </a:xfrm>
            <a:custGeom>
              <a:rect b="b" l="l" r="r" t="t"/>
              <a:pathLst>
                <a:path extrusionOk="0" h="19120" w="22007">
                  <a:moveTo>
                    <a:pt x="760" y="1"/>
                  </a:moveTo>
                  <a:cubicBezTo>
                    <a:pt x="274" y="2372"/>
                    <a:pt x="0" y="4803"/>
                    <a:pt x="31" y="7235"/>
                  </a:cubicBezTo>
                  <a:cubicBezTo>
                    <a:pt x="31" y="11278"/>
                    <a:pt x="639" y="15259"/>
                    <a:pt x="1854" y="19120"/>
                  </a:cubicBezTo>
                  <a:lnTo>
                    <a:pt x="20183" y="19120"/>
                  </a:lnTo>
                  <a:cubicBezTo>
                    <a:pt x="21368" y="15259"/>
                    <a:pt x="22007" y="11278"/>
                    <a:pt x="22007" y="7235"/>
                  </a:cubicBezTo>
                  <a:cubicBezTo>
                    <a:pt x="22007" y="4803"/>
                    <a:pt x="21764" y="2372"/>
                    <a:pt x="21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7"/>
            <p:cNvSpPr/>
            <p:nvPr/>
          </p:nvSpPr>
          <p:spPr>
            <a:xfrm>
              <a:off x="7878008" y="3532684"/>
              <a:ext cx="274663" cy="21402"/>
            </a:xfrm>
            <a:custGeom>
              <a:rect b="b" l="l" r="r" t="t"/>
              <a:pathLst>
                <a:path extrusionOk="0" h="1703" w="21855">
                  <a:moveTo>
                    <a:pt x="122" y="1"/>
                  </a:moveTo>
                  <a:cubicBezTo>
                    <a:pt x="61" y="578"/>
                    <a:pt x="31" y="1125"/>
                    <a:pt x="0" y="1703"/>
                  </a:cubicBezTo>
                  <a:lnTo>
                    <a:pt x="21855" y="1703"/>
                  </a:lnTo>
                  <a:cubicBezTo>
                    <a:pt x="21825" y="1156"/>
                    <a:pt x="21794" y="578"/>
                    <a:pt x="2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7"/>
            <p:cNvSpPr/>
            <p:nvPr/>
          </p:nvSpPr>
          <p:spPr>
            <a:xfrm>
              <a:off x="7878775" y="3620544"/>
              <a:ext cx="273142" cy="21025"/>
            </a:xfrm>
            <a:custGeom>
              <a:rect b="b" l="l" r="r" t="t"/>
              <a:pathLst>
                <a:path extrusionOk="0" h="1673" w="21734">
                  <a:moveTo>
                    <a:pt x="0" y="1"/>
                  </a:moveTo>
                  <a:cubicBezTo>
                    <a:pt x="31" y="548"/>
                    <a:pt x="91" y="1125"/>
                    <a:pt x="183" y="1672"/>
                  </a:cubicBezTo>
                  <a:lnTo>
                    <a:pt x="21551" y="1672"/>
                  </a:lnTo>
                  <a:cubicBezTo>
                    <a:pt x="21642" y="1125"/>
                    <a:pt x="21703" y="548"/>
                    <a:pt x="2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7"/>
            <p:cNvSpPr/>
            <p:nvPr/>
          </p:nvSpPr>
          <p:spPr>
            <a:xfrm>
              <a:off x="8119933" y="3571656"/>
              <a:ext cx="26254" cy="22458"/>
            </a:xfrm>
            <a:custGeom>
              <a:rect b="b" l="l" r="r" t="t"/>
              <a:pathLst>
                <a:path extrusionOk="0" h="1787" w="2089">
                  <a:moveTo>
                    <a:pt x="903" y="0"/>
                  </a:moveTo>
                  <a:cubicBezTo>
                    <a:pt x="417" y="0"/>
                    <a:pt x="21" y="395"/>
                    <a:pt x="21" y="851"/>
                  </a:cubicBezTo>
                  <a:cubicBezTo>
                    <a:pt x="1" y="1410"/>
                    <a:pt x="431" y="1786"/>
                    <a:pt x="891" y="1786"/>
                  </a:cubicBezTo>
                  <a:cubicBezTo>
                    <a:pt x="1106" y="1786"/>
                    <a:pt x="1327" y="1704"/>
                    <a:pt x="1511" y="1520"/>
                  </a:cubicBezTo>
                  <a:cubicBezTo>
                    <a:pt x="2088" y="973"/>
                    <a:pt x="1693" y="0"/>
                    <a:pt x="9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7"/>
            <p:cNvSpPr/>
            <p:nvPr/>
          </p:nvSpPr>
          <p:spPr>
            <a:xfrm>
              <a:off x="8064158" y="3571656"/>
              <a:ext cx="26631" cy="22458"/>
            </a:xfrm>
            <a:custGeom>
              <a:rect b="b" l="l" r="r" t="t"/>
              <a:pathLst>
                <a:path extrusionOk="0" h="1787" w="2119">
                  <a:moveTo>
                    <a:pt x="903" y="0"/>
                  </a:moveTo>
                  <a:cubicBezTo>
                    <a:pt x="447" y="0"/>
                    <a:pt x="52" y="395"/>
                    <a:pt x="22" y="851"/>
                  </a:cubicBezTo>
                  <a:cubicBezTo>
                    <a:pt x="1" y="1410"/>
                    <a:pt x="446" y="1786"/>
                    <a:pt x="914" y="1786"/>
                  </a:cubicBezTo>
                  <a:cubicBezTo>
                    <a:pt x="1133" y="1786"/>
                    <a:pt x="1357" y="1704"/>
                    <a:pt x="1541" y="1520"/>
                  </a:cubicBezTo>
                  <a:cubicBezTo>
                    <a:pt x="2119" y="973"/>
                    <a:pt x="1724" y="0"/>
                    <a:pt x="9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7"/>
            <p:cNvSpPr/>
            <p:nvPr/>
          </p:nvSpPr>
          <p:spPr>
            <a:xfrm>
              <a:off x="8008773" y="3571656"/>
              <a:ext cx="26254" cy="22458"/>
            </a:xfrm>
            <a:custGeom>
              <a:rect b="b" l="l" r="r" t="t"/>
              <a:pathLst>
                <a:path extrusionOk="0" h="1787" w="2089">
                  <a:moveTo>
                    <a:pt x="903" y="0"/>
                  </a:moveTo>
                  <a:cubicBezTo>
                    <a:pt x="416" y="0"/>
                    <a:pt x="21" y="395"/>
                    <a:pt x="21" y="851"/>
                  </a:cubicBezTo>
                  <a:cubicBezTo>
                    <a:pt x="0" y="1410"/>
                    <a:pt x="431" y="1786"/>
                    <a:pt x="891" y="1786"/>
                  </a:cubicBezTo>
                  <a:cubicBezTo>
                    <a:pt x="1106" y="1786"/>
                    <a:pt x="1327" y="1704"/>
                    <a:pt x="1511" y="1520"/>
                  </a:cubicBezTo>
                  <a:cubicBezTo>
                    <a:pt x="2088" y="973"/>
                    <a:pt x="1693" y="0"/>
                    <a:pt x="9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7"/>
            <p:cNvSpPr/>
            <p:nvPr/>
          </p:nvSpPr>
          <p:spPr>
            <a:xfrm>
              <a:off x="7952999" y="3571656"/>
              <a:ext cx="26254" cy="22458"/>
            </a:xfrm>
            <a:custGeom>
              <a:rect b="b" l="l" r="r" t="t"/>
              <a:pathLst>
                <a:path extrusionOk="0" h="1787" w="2089">
                  <a:moveTo>
                    <a:pt x="903" y="0"/>
                  </a:moveTo>
                  <a:cubicBezTo>
                    <a:pt x="447" y="0"/>
                    <a:pt x="52" y="395"/>
                    <a:pt x="21" y="851"/>
                  </a:cubicBezTo>
                  <a:cubicBezTo>
                    <a:pt x="1" y="1410"/>
                    <a:pt x="446" y="1786"/>
                    <a:pt x="914" y="1786"/>
                  </a:cubicBezTo>
                  <a:cubicBezTo>
                    <a:pt x="1133" y="1786"/>
                    <a:pt x="1357" y="1704"/>
                    <a:pt x="1541" y="1520"/>
                  </a:cubicBezTo>
                  <a:cubicBezTo>
                    <a:pt x="2088" y="973"/>
                    <a:pt x="1724" y="0"/>
                    <a:pt x="9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7"/>
            <p:cNvSpPr/>
            <p:nvPr/>
          </p:nvSpPr>
          <p:spPr>
            <a:xfrm>
              <a:off x="7897614" y="3571656"/>
              <a:ext cx="26241" cy="22458"/>
            </a:xfrm>
            <a:custGeom>
              <a:rect b="b" l="l" r="r" t="t"/>
              <a:pathLst>
                <a:path extrusionOk="0" h="1787" w="2088">
                  <a:moveTo>
                    <a:pt x="903" y="0"/>
                  </a:moveTo>
                  <a:cubicBezTo>
                    <a:pt x="416" y="0"/>
                    <a:pt x="21" y="395"/>
                    <a:pt x="21" y="851"/>
                  </a:cubicBezTo>
                  <a:cubicBezTo>
                    <a:pt x="0" y="1410"/>
                    <a:pt x="431" y="1786"/>
                    <a:pt x="891" y="1786"/>
                  </a:cubicBezTo>
                  <a:cubicBezTo>
                    <a:pt x="1105" y="1786"/>
                    <a:pt x="1326" y="1704"/>
                    <a:pt x="1510" y="1520"/>
                  </a:cubicBezTo>
                  <a:cubicBezTo>
                    <a:pt x="2088" y="973"/>
                    <a:pt x="1693" y="0"/>
                    <a:pt x="9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a:off x="7339767" y="2579402"/>
              <a:ext cx="112328" cy="123224"/>
            </a:xfrm>
            <a:custGeom>
              <a:rect b="b" l="l" r="r" t="t"/>
              <a:pathLst>
                <a:path extrusionOk="0" h="9805" w="8938">
                  <a:moveTo>
                    <a:pt x="4583" y="0"/>
                  </a:moveTo>
                  <a:cubicBezTo>
                    <a:pt x="4415" y="0"/>
                    <a:pt x="4299" y="107"/>
                    <a:pt x="4256" y="321"/>
                  </a:cubicBezTo>
                  <a:cubicBezTo>
                    <a:pt x="4196" y="777"/>
                    <a:pt x="4348" y="1476"/>
                    <a:pt x="4560" y="1628"/>
                  </a:cubicBezTo>
                  <a:cubicBezTo>
                    <a:pt x="4773" y="1749"/>
                    <a:pt x="5533" y="2448"/>
                    <a:pt x="5533" y="2448"/>
                  </a:cubicBezTo>
                  <a:cubicBezTo>
                    <a:pt x="5533" y="2448"/>
                    <a:pt x="3861" y="1385"/>
                    <a:pt x="3405" y="1020"/>
                  </a:cubicBezTo>
                  <a:cubicBezTo>
                    <a:pt x="3018" y="684"/>
                    <a:pt x="1776" y="42"/>
                    <a:pt x="1280" y="42"/>
                  </a:cubicBezTo>
                  <a:cubicBezTo>
                    <a:pt x="1192" y="42"/>
                    <a:pt x="1127" y="62"/>
                    <a:pt x="1095" y="108"/>
                  </a:cubicBezTo>
                  <a:cubicBezTo>
                    <a:pt x="852" y="412"/>
                    <a:pt x="1156" y="1081"/>
                    <a:pt x="1156" y="1081"/>
                  </a:cubicBezTo>
                  <a:cubicBezTo>
                    <a:pt x="1156" y="1081"/>
                    <a:pt x="1017" y="1050"/>
                    <a:pt x="844" y="1050"/>
                  </a:cubicBezTo>
                  <a:cubicBezTo>
                    <a:pt x="559" y="1050"/>
                    <a:pt x="183" y="1132"/>
                    <a:pt x="183" y="1567"/>
                  </a:cubicBezTo>
                  <a:cubicBezTo>
                    <a:pt x="153" y="1901"/>
                    <a:pt x="335" y="2266"/>
                    <a:pt x="639" y="2448"/>
                  </a:cubicBezTo>
                  <a:cubicBezTo>
                    <a:pt x="639" y="2448"/>
                    <a:pt x="1" y="2692"/>
                    <a:pt x="153" y="3208"/>
                  </a:cubicBezTo>
                  <a:cubicBezTo>
                    <a:pt x="305" y="3755"/>
                    <a:pt x="1186" y="4181"/>
                    <a:pt x="1186" y="4181"/>
                  </a:cubicBezTo>
                  <a:cubicBezTo>
                    <a:pt x="1186" y="4181"/>
                    <a:pt x="305" y="4303"/>
                    <a:pt x="761" y="4941"/>
                  </a:cubicBezTo>
                  <a:cubicBezTo>
                    <a:pt x="1217" y="5549"/>
                    <a:pt x="3132" y="6795"/>
                    <a:pt x="4104" y="7251"/>
                  </a:cubicBezTo>
                  <a:cubicBezTo>
                    <a:pt x="4834" y="7555"/>
                    <a:pt x="5563" y="7828"/>
                    <a:pt x="6293" y="8072"/>
                  </a:cubicBezTo>
                  <a:lnTo>
                    <a:pt x="8724" y="9804"/>
                  </a:lnTo>
                  <a:lnTo>
                    <a:pt x="8937" y="6917"/>
                  </a:lnTo>
                  <a:lnTo>
                    <a:pt x="8269" y="4576"/>
                  </a:lnTo>
                  <a:cubicBezTo>
                    <a:pt x="8269" y="4576"/>
                    <a:pt x="8025" y="2600"/>
                    <a:pt x="7661" y="2144"/>
                  </a:cubicBezTo>
                  <a:cubicBezTo>
                    <a:pt x="7296" y="1689"/>
                    <a:pt x="5837" y="929"/>
                    <a:pt x="5320" y="412"/>
                  </a:cubicBezTo>
                  <a:cubicBezTo>
                    <a:pt x="5030" y="137"/>
                    <a:pt x="4773" y="0"/>
                    <a:pt x="4583"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7354283" y="2592975"/>
              <a:ext cx="36308" cy="26756"/>
            </a:xfrm>
            <a:custGeom>
              <a:rect b="b" l="l" r="r" t="t"/>
              <a:pathLst>
                <a:path extrusionOk="0" fill="none" h="2129" w="2889">
                  <a:moveTo>
                    <a:pt x="1" y="1"/>
                  </a:moveTo>
                  <a:cubicBezTo>
                    <a:pt x="1" y="1"/>
                    <a:pt x="1430" y="1064"/>
                    <a:pt x="1734" y="1368"/>
                  </a:cubicBezTo>
                  <a:cubicBezTo>
                    <a:pt x="2098" y="1642"/>
                    <a:pt x="2463" y="1916"/>
                    <a:pt x="2889" y="2128"/>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7348175" y="2611311"/>
              <a:ext cx="34774" cy="21025"/>
            </a:xfrm>
            <a:custGeom>
              <a:rect b="b" l="l" r="r" t="t"/>
              <a:pathLst>
                <a:path extrusionOk="0" fill="none" h="1673" w="2767">
                  <a:moveTo>
                    <a:pt x="1" y="1"/>
                  </a:moveTo>
                  <a:lnTo>
                    <a:pt x="2432" y="1429"/>
                  </a:lnTo>
                  <a:lnTo>
                    <a:pt x="2767" y="1672"/>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7409291" y="2610167"/>
              <a:ext cx="3833" cy="16061"/>
            </a:xfrm>
            <a:custGeom>
              <a:rect b="b" l="l" r="r" t="t"/>
              <a:pathLst>
                <a:path extrusionOk="0" fill="none" h="1278" w="305">
                  <a:moveTo>
                    <a:pt x="1" y="0"/>
                  </a:moveTo>
                  <a:lnTo>
                    <a:pt x="305" y="1277"/>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7437945" y="2666319"/>
              <a:ext cx="95890" cy="115759"/>
            </a:xfrm>
            <a:custGeom>
              <a:rect b="b" l="l" r="r" t="t"/>
              <a:pathLst>
                <a:path extrusionOk="0" h="9211" w="7630">
                  <a:moveTo>
                    <a:pt x="1125" y="1"/>
                  </a:moveTo>
                  <a:lnTo>
                    <a:pt x="1" y="3071"/>
                  </a:lnTo>
                  <a:lnTo>
                    <a:pt x="6718" y="9210"/>
                  </a:lnTo>
                  <a:lnTo>
                    <a:pt x="7630" y="3526"/>
                  </a:lnTo>
                  <a:lnTo>
                    <a:pt x="1125" y="1"/>
                  </a:lnTo>
                  <a:close/>
                </a:path>
              </a:pathLst>
            </a:custGeom>
            <a:solidFill>
              <a:schemeClr val="dk2"/>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7"/>
            <p:cNvSpPr/>
            <p:nvPr/>
          </p:nvSpPr>
          <p:spPr>
            <a:xfrm>
              <a:off x="7506701" y="2512895"/>
              <a:ext cx="121490" cy="383020"/>
            </a:xfrm>
            <a:custGeom>
              <a:rect b="b" l="l" r="r" t="t"/>
              <a:pathLst>
                <a:path extrusionOk="0" h="30477" w="9667">
                  <a:moveTo>
                    <a:pt x="8398" y="1"/>
                  </a:moveTo>
                  <a:cubicBezTo>
                    <a:pt x="7949" y="1"/>
                    <a:pt x="7504" y="77"/>
                    <a:pt x="7083" y="233"/>
                  </a:cubicBezTo>
                  <a:cubicBezTo>
                    <a:pt x="7083" y="233"/>
                    <a:pt x="1369" y="6099"/>
                    <a:pt x="852" y="9443"/>
                  </a:cubicBezTo>
                  <a:cubicBezTo>
                    <a:pt x="305" y="12756"/>
                    <a:pt x="1" y="29808"/>
                    <a:pt x="1" y="29808"/>
                  </a:cubicBezTo>
                  <a:cubicBezTo>
                    <a:pt x="1" y="29808"/>
                    <a:pt x="3983" y="30476"/>
                    <a:pt x="4378" y="30476"/>
                  </a:cubicBezTo>
                  <a:lnTo>
                    <a:pt x="6779" y="30476"/>
                  </a:lnTo>
                  <a:cubicBezTo>
                    <a:pt x="6779" y="30476"/>
                    <a:pt x="5806" y="15309"/>
                    <a:pt x="6475" y="10081"/>
                  </a:cubicBezTo>
                  <a:cubicBezTo>
                    <a:pt x="7174" y="4883"/>
                    <a:pt x="9667" y="202"/>
                    <a:pt x="9667" y="202"/>
                  </a:cubicBezTo>
                  <a:cubicBezTo>
                    <a:pt x="9252" y="69"/>
                    <a:pt x="8824" y="1"/>
                    <a:pt x="8398" y="1"/>
                  </a:cubicBezTo>
                  <a:close/>
                </a:path>
              </a:pathLst>
            </a:custGeom>
            <a:solidFill>
              <a:schemeClr val="dk2"/>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a:off x="7484658" y="2863540"/>
              <a:ext cx="214590" cy="858448"/>
            </a:xfrm>
            <a:custGeom>
              <a:rect b="b" l="l" r="r" t="t"/>
              <a:pathLst>
                <a:path extrusionOk="0" h="68307" w="17075">
                  <a:moveTo>
                    <a:pt x="15485" y="1"/>
                  </a:moveTo>
                  <a:cubicBezTo>
                    <a:pt x="12823" y="1"/>
                    <a:pt x="4673" y="873"/>
                    <a:pt x="4673" y="873"/>
                  </a:cubicBezTo>
                  <a:lnTo>
                    <a:pt x="5038" y="11025"/>
                  </a:lnTo>
                  <a:cubicBezTo>
                    <a:pt x="5038" y="11025"/>
                    <a:pt x="2758" y="18229"/>
                    <a:pt x="4399" y="26102"/>
                  </a:cubicBezTo>
                  <a:cubicBezTo>
                    <a:pt x="5402" y="30843"/>
                    <a:pt x="5980" y="35646"/>
                    <a:pt x="6193" y="40448"/>
                  </a:cubicBezTo>
                  <a:cubicBezTo>
                    <a:pt x="6193" y="40448"/>
                    <a:pt x="6953" y="46041"/>
                    <a:pt x="6953" y="48716"/>
                  </a:cubicBezTo>
                  <a:cubicBezTo>
                    <a:pt x="6953" y="51360"/>
                    <a:pt x="6041" y="62029"/>
                    <a:pt x="6041" y="62029"/>
                  </a:cubicBezTo>
                  <a:cubicBezTo>
                    <a:pt x="6041" y="62029"/>
                    <a:pt x="5159" y="63306"/>
                    <a:pt x="4156" y="64582"/>
                  </a:cubicBezTo>
                  <a:cubicBezTo>
                    <a:pt x="3153" y="65829"/>
                    <a:pt x="600" y="66588"/>
                    <a:pt x="205" y="67622"/>
                  </a:cubicBezTo>
                  <a:cubicBezTo>
                    <a:pt x="1" y="68183"/>
                    <a:pt x="500" y="68307"/>
                    <a:pt x="1246" y="68307"/>
                  </a:cubicBezTo>
                  <a:cubicBezTo>
                    <a:pt x="1834" y="68307"/>
                    <a:pt x="2575" y="68230"/>
                    <a:pt x="3244" y="68230"/>
                  </a:cubicBezTo>
                  <a:cubicBezTo>
                    <a:pt x="4946" y="68169"/>
                    <a:pt x="6618" y="67835"/>
                    <a:pt x="8199" y="67227"/>
                  </a:cubicBezTo>
                  <a:cubicBezTo>
                    <a:pt x="8959" y="66862"/>
                    <a:pt x="10600" y="67105"/>
                    <a:pt x="10995" y="66862"/>
                  </a:cubicBezTo>
                  <a:cubicBezTo>
                    <a:pt x="11360" y="66588"/>
                    <a:pt x="11877" y="65069"/>
                    <a:pt x="11755" y="63944"/>
                  </a:cubicBezTo>
                  <a:cubicBezTo>
                    <a:pt x="11633" y="62789"/>
                    <a:pt x="12758" y="52758"/>
                    <a:pt x="13518" y="48837"/>
                  </a:cubicBezTo>
                  <a:cubicBezTo>
                    <a:pt x="14278" y="44886"/>
                    <a:pt x="13153" y="37287"/>
                    <a:pt x="13153" y="37287"/>
                  </a:cubicBezTo>
                  <a:cubicBezTo>
                    <a:pt x="13153" y="37287"/>
                    <a:pt x="15433" y="16709"/>
                    <a:pt x="15554" y="15463"/>
                  </a:cubicBezTo>
                  <a:cubicBezTo>
                    <a:pt x="15676" y="14186"/>
                    <a:pt x="17074" y="8350"/>
                    <a:pt x="16831" y="6192"/>
                  </a:cubicBezTo>
                  <a:cubicBezTo>
                    <a:pt x="16558" y="4034"/>
                    <a:pt x="16314" y="600"/>
                    <a:pt x="16314" y="113"/>
                  </a:cubicBezTo>
                  <a:cubicBezTo>
                    <a:pt x="16314" y="34"/>
                    <a:pt x="16004" y="1"/>
                    <a:pt x="15485" y="1"/>
                  </a:cubicBezTo>
                  <a:close/>
                </a:path>
              </a:pathLst>
            </a:custGeom>
            <a:solidFill>
              <a:schemeClr val="dk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7"/>
            <p:cNvSpPr/>
            <p:nvPr/>
          </p:nvSpPr>
          <p:spPr>
            <a:xfrm>
              <a:off x="7572027" y="2869774"/>
              <a:ext cx="197511" cy="883495"/>
            </a:xfrm>
            <a:custGeom>
              <a:rect b="b" l="l" r="r" t="t"/>
              <a:pathLst>
                <a:path extrusionOk="0" h="70300" w="15716">
                  <a:moveTo>
                    <a:pt x="11749" y="0"/>
                  </a:moveTo>
                  <a:cubicBezTo>
                    <a:pt x="9389" y="0"/>
                    <a:pt x="1490" y="833"/>
                    <a:pt x="1490" y="833"/>
                  </a:cubicBezTo>
                  <a:lnTo>
                    <a:pt x="3405" y="12049"/>
                  </a:lnTo>
                  <a:cubicBezTo>
                    <a:pt x="3405" y="12049"/>
                    <a:pt x="2159" y="25119"/>
                    <a:pt x="2645" y="31198"/>
                  </a:cubicBezTo>
                  <a:cubicBezTo>
                    <a:pt x="3162" y="37308"/>
                    <a:pt x="4043" y="44147"/>
                    <a:pt x="4681" y="45788"/>
                  </a:cubicBezTo>
                  <a:cubicBezTo>
                    <a:pt x="5320" y="47460"/>
                    <a:pt x="6080" y="56092"/>
                    <a:pt x="6080" y="58494"/>
                  </a:cubicBezTo>
                  <a:cubicBezTo>
                    <a:pt x="6080" y="60895"/>
                    <a:pt x="6201" y="64937"/>
                    <a:pt x="6201" y="64937"/>
                  </a:cubicBezTo>
                  <a:cubicBezTo>
                    <a:pt x="6201" y="64937"/>
                    <a:pt x="3922" y="67217"/>
                    <a:pt x="2280" y="67977"/>
                  </a:cubicBezTo>
                  <a:cubicBezTo>
                    <a:pt x="608" y="68737"/>
                    <a:pt x="1" y="69375"/>
                    <a:pt x="882" y="69770"/>
                  </a:cubicBezTo>
                  <a:cubicBezTo>
                    <a:pt x="1503" y="70027"/>
                    <a:pt x="2517" y="70299"/>
                    <a:pt x="4029" y="70299"/>
                  </a:cubicBezTo>
                  <a:cubicBezTo>
                    <a:pt x="4663" y="70299"/>
                    <a:pt x="5385" y="70252"/>
                    <a:pt x="6201" y="70135"/>
                  </a:cubicBezTo>
                  <a:cubicBezTo>
                    <a:pt x="8998" y="69770"/>
                    <a:pt x="11399" y="69770"/>
                    <a:pt x="11794" y="68737"/>
                  </a:cubicBezTo>
                  <a:cubicBezTo>
                    <a:pt x="12159" y="67734"/>
                    <a:pt x="12037" y="65059"/>
                    <a:pt x="12037" y="65059"/>
                  </a:cubicBezTo>
                  <a:cubicBezTo>
                    <a:pt x="12037" y="65059"/>
                    <a:pt x="12676" y="52870"/>
                    <a:pt x="12676" y="47034"/>
                  </a:cubicBezTo>
                  <a:cubicBezTo>
                    <a:pt x="12676" y="41198"/>
                    <a:pt x="10882" y="34481"/>
                    <a:pt x="10882" y="34481"/>
                  </a:cubicBezTo>
                  <a:lnTo>
                    <a:pt x="12402" y="23569"/>
                  </a:lnTo>
                  <a:cubicBezTo>
                    <a:pt x="12402" y="23569"/>
                    <a:pt x="15442" y="17733"/>
                    <a:pt x="15594" y="12262"/>
                  </a:cubicBezTo>
                  <a:cubicBezTo>
                    <a:pt x="15715" y="6821"/>
                    <a:pt x="12676" y="468"/>
                    <a:pt x="12402" y="73"/>
                  </a:cubicBezTo>
                  <a:cubicBezTo>
                    <a:pt x="12368" y="22"/>
                    <a:pt x="12131" y="0"/>
                    <a:pt x="117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7"/>
            <p:cNvSpPr/>
            <p:nvPr/>
          </p:nvSpPr>
          <p:spPr>
            <a:xfrm>
              <a:off x="7572027" y="2866104"/>
              <a:ext cx="197511" cy="890068"/>
            </a:xfrm>
            <a:custGeom>
              <a:rect b="b" l="l" r="r" t="t"/>
              <a:pathLst>
                <a:path extrusionOk="0" fill="none" h="70823" w="15716">
                  <a:moveTo>
                    <a:pt x="3405" y="12341"/>
                  </a:moveTo>
                  <a:cubicBezTo>
                    <a:pt x="3405" y="12341"/>
                    <a:pt x="2159" y="25411"/>
                    <a:pt x="2645" y="31490"/>
                  </a:cubicBezTo>
                  <a:cubicBezTo>
                    <a:pt x="3162" y="37600"/>
                    <a:pt x="4043" y="44439"/>
                    <a:pt x="4681" y="46080"/>
                  </a:cubicBezTo>
                  <a:cubicBezTo>
                    <a:pt x="5320" y="47752"/>
                    <a:pt x="6080" y="56384"/>
                    <a:pt x="6080" y="58786"/>
                  </a:cubicBezTo>
                  <a:cubicBezTo>
                    <a:pt x="6080" y="61187"/>
                    <a:pt x="6201" y="65229"/>
                    <a:pt x="6201" y="65229"/>
                  </a:cubicBezTo>
                  <a:cubicBezTo>
                    <a:pt x="6201" y="65229"/>
                    <a:pt x="3922" y="67509"/>
                    <a:pt x="2280" y="68269"/>
                  </a:cubicBezTo>
                  <a:cubicBezTo>
                    <a:pt x="608" y="69029"/>
                    <a:pt x="1" y="69667"/>
                    <a:pt x="882" y="70062"/>
                  </a:cubicBezTo>
                  <a:cubicBezTo>
                    <a:pt x="1763" y="70427"/>
                    <a:pt x="3435" y="70822"/>
                    <a:pt x="6201" y="70427"/>
                  </a:cubicBezTo>
                  <a:cubicBezTo>
                    <a:pt x="8998" y="70062"/>
                    <a:pt x="11399" y="70062"/>
                    <a:pt x="11794" y="69029"/>
                  </a:cubicBezTo>
                  <a:cubicBezTo>
                    <a:pt x="12159" y="68026"/>
                    <a:pt x="12037" y="65351"/>
                    <a:pt x="12037" y="65351"/>
                  </a:cubicBezTo>
                  <a:cubicBezTo>
                    <a:pt x="12037" y="65351"/>
                    <a:pt x="12676" y="53162"/>
                    <a:pt x="12676" y="47326"/>
                  </a:cubicBezTo>
                  <a:cubicBezTo>
                    <a:pt x="12676" y="41490"/>
                    <a:pt x="10882" y="34773"/>
                    <a:pt x="10882" y="34773"/>
                  </a:cubicBezTo>
                  <a:lnTo>
                    <a:pt x="12402" y="23861"/>
                  </a:lnTo>
                  <a:cubicBezTo>
                    <a:pt x="12402" y="23861"/>
                    <a:pt x="15442" y="18025"/>
                    <a:pt x="15594" y="12554"/>
                  </a:cubicBezTo>
                  <a:cubicBezTo>
                    <a:pt x="15715" y="7113"/>
                    <a:pt x="12676" y="760"/>
                    <a:pt x="12402" y="365"/>
                  </a:cubicBezTo>
                  <a:cubicBezTo>
                    <a:pt x="12159" y="0"/>
                    <a:pt x="1490" y="1125"/>
                    <a:pt x="1490" y="1125"/>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a:off x="7570117" y="3016223"/>
              <a:ext cx="27133" cy="30577"/>
            </a:xfrm>
            <a:custGeom>
              <a:rect b="b" l="l" r="r" t="t"/>
              <a:pathLst>
                <a:path extrusionOk="0" fill="none" h="2433" w="2159">
                  <a:moveTo>
                    <a:pt x="1" y="1"/>
                  </a:moveTo>
                  <a:cubicBezTo>
                    <a:pt x="365" y="1065"/>
                    <a:pt x="1156" y="1946"/>
                    <a:pt x="2159" y="2433"/>
                  </a:cubicBezTo>
                </a:path>
              </a:pathLst>
            </a:custGeom>
            <a:noFill/>
            <a:ln cap="rnd" cmpd="sng" w="98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7"/>
            <p:cNvSpPr/>
            <p:nvPr/>
          </p:nvSpPr>
          <p:spPr>
            <a:xfrm>
              <a:off x="7484834" y="3643090"/>
              <a:ext cx="149088" cy="78899"/>
            </a:xfrm>
            <a:custGeom>
              <a:rect b="b" l="l" r="r" t="t"/>
              <a:pathLst>
                <a:path extrusionOk="0" h="6278" w="11863">
                  <a:moveTo>
                    <a:pt x="6057" y="0"/>
                  </a:moveTo>
                  <a:cubicBezTo>
                    <a:pt x="6057" y="0"/>
                    <a:pt x="5145" y="1277"/>
                    <a:pt x="4142" y="2553"/>
                  </a:cubicBezTo>
                  <a:cubicBezTo>
                    <a:pt x="3139" y="3800"/>
                    <a:pt x="586" y="4559"/>
                    <a:pt x="221" y="5593"/>
                  </a:cubicBezTo>
                  <a:cubicBezTo>
                    <a:pt x="0" y="6154"/>
                    <a:pt x="502" y="6278"/>
                    <a:pt x="1253" y="6278"/>
                  </a:cubicBezTo>
                  <a:cubicBezTo>
                    <a:pt x="1844" y="6278"/>
                    <a:pt x="2591" y="6201"/>
                    <a:pt x="3261" y="6201"/>
                  </a:cubicBezTo>
                  <a:cubicBezTo>
                    <a:pt x="4932" y="6140"/>
                    <a:pt x="6604" y="5806"/>
                    <a:pt x="8185" y="5198"/>
                  </a:cubicBezTo>
                  <a:cubicBezTo>
                    <a:pt x="8945" y="4833"/>
                    <a:pt x="10616" y="5076"/>
                    <a:pt x="10981" y="4833"/>
                  </a:cubicBezTo>
                  <a:cubicBezTo>
                    <a:pt x="11376" y="4559"/>
                    <a:pt x="11863" y="3040"/>
                    <a:pt x="11741" y="1915"/>
                  </a:cubicBezTo>
                  <a:cubicBezTo>
                    <a:pt x="11741" y="1885"/>
                    <a:pt x="11741" y="1854"/>
                    <a:pt x="11741" y="1824"/>
                  </a:cubicBezTo>
                  <a:cubicBezTo>
                    <a:pt x="10747" y="2257"/>
                    <a:pt x="9679" y="2487"/>
                    <a:pt x="8605" y="2487"/>
                  </a:cubicBezTo>
                  <a:cubicBezTo>
                    <a:pt x="7872" y="2487"/>
                    <a:pt x="7137" y="2380"/>
                    <a:pt x="6422" y="2158"/>
                  </a:cubicBezTo>
                  <a:lnTo>
                    <a:pt x="6422" y="1641"/>
                  </a:lnTo>
                  <a:cubicBezTo>
                    <a:pt x="6361" y="1094"/>
                    <a:pt x="6239" y="547"/>
                    <a:pt x="6057"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7"/>
            <p:cNvSpPr/>
            <p:nvPr/>
          </p:nvSpPr>
          <p:spPr>
            <a:xfrm>
              <a:off x="7572027" y="3684362"/>
              <a:ext cx="152042" cy="68908"/>
            </a:xfrm>
            <a:custGeom>
              <a:rect b="b" l="l" r="r" t="t"/>
              <a:pathLst>
                <a:path extrusionOk="0" h="5483" w="12098">
                  <a:moveTo>
                    <a:pt x="6769" y="0"/>
                  </a:moveTo>
                  <a:cubicBezTo>
                    <a:pt x="6467" y="0"/>
                    <a:pt x="6201" y="151"/>
                    <a:pt x="6201" y="151"/>
                  </a:cubicBezTo>
                  <a:cubicBezTo>
                    <a:pt x="6201" y="151"/>
                    <a:pt x="3922" y="2430"/>
                    <a:pt x="2280" y="3190"/>
                  </a:cubicBezTo>
                  <a:cubicBezTo>
                    <a:pt x="608" y="3950"/>
                    <a:pt x="1" y="4558"/>
                    <a:pt x="882" y="4953"/>
                  </a:cubicBezTo>
                  <a:cubicBezTo>
                    <a:pt x="1503" y="5210"/>
                    <a:pt x="2502" y="5482"/>
                    <a:pt x="4016" y="5482"/>
                  </a:cubicBezTo>
                  <a:cubicBezTo>
                    <a:pt x="4651" y="5482"/>
                    <a:pt x="5376" y="5435"/>
                    <a:pt x="6201" y="5318"/>
                  </a:cubicBezTo>
                  <a:cubicBezTo>
                    <a:pt x="8967" y="4953"/>
                    <a:pt x="11399" y="4953"/>
                    <a:pt x="11794" y="3950"/>
                  </a:cubicBezTo>
                  <a:cubicBezTo>
                    <a:pt x="12098" y="3160"/>
                    <a:pt x="12068" y="1427"/>
                    <a:pt x="12068" y="637"/>
                  </a:cubicBezTo>
                  <a:lnTo>
                    <a:pt x="12068" y="637"/>
                  </a:lnTo>
                  <a:cubicBezTo>
                    <a:pt x="10669" y="1002"/>
                    <a:pt x="9271" y="1245"/>
                    <a:pt x="7873" y="1397"/>
                  </a:cubicBezTo>
                  <a:lnTo>
                    <a:pt x="7478" y="516"/>
                  </a:lnTo>
                  <a:cubicBezTo>
                    <a:pt x="7310" y="110"/>
                    <a:pt x="7026" y="0"/>
                    <a:pt x="6769"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7"/>
            <p:cNvSpPr/>
            <p:nvPr/>
          </p:nvSpPr>
          <p:spPr>
            <a:xfrm>
              <a:off x="7520840" y="2500176"/>
              <a:ext cx="155498" cy="395738"/>
            </a:xfrm>
            <a:custGeom>
              <a:rect b="b" l="l" r="r" t="t"/>
              <a:pathLst>
                <a:path extrusionOk="0" h="31489" w="12373">
                  <a:moveTo>
                    <a:pt x="10187" y="1"/>
                  </a:moveTo>
                  <a:cubicBezTo>
                    <a:pt x="9875" y="1"/>
                    <a:pt x="9597" y="37"/>
                    <a:pt x="9423" y="90"/>
                  </a:cubicBezTo>
                  <a:cubicBezTo>
                    <a:pt x="8754" y="333"/>
                    <a:pt x="5806" y="2886"/>
                    <a:pt x="5806" y="2886"/>
                  </a:cubicBezTo>
                  <a:cubicBezTo>
                    <a:pt x="5806" y="2886"/>
                    <a:pt x="304" y="9604"/>
                    <a:pt x="152" y="11184"/>
                  </a:cubicBezTo>
                  <a:cubicBezTo>
                    <a:pt x="0" y="12795"/>
                    <a:pt x="1368" y="30516"/>
                    <a:pt x="1581" y="30668"/>
                  </a:cubicBezTo>
                  <a:cubicBezTo>
                    <a:pt x="2918" y="31093"/>
                    <a:pt x="4286" y="31367"/>
                    <a:pt x="5654" y="31488"/>
                  </a:cubicBezTo>
                  <a:cubicBezTo>
                    <a:pt x="6718" y="31488"/>
                    <a:pt x="7995" y="31336"/>
                    <a:pt x="7995" y="31336"/>
                  </a:cubicBezTo>
                  <a:cubicBezTo>
                    <a:pt x="7995" y="31336"/>
                    <a:pt x="7387" y="13828"/>
                    <a:pt x="7843" y="10120"/>
                  </a:cubicBezTo>
                  <a:cubicBezTo>
                    <a:pt x="8299" y="6442"/>
                    <a:pt x="11308" y="3099"/>
                    <a:pt x="11916" y="1518"/>
                  </a:cubicBezTo>
                  <a:cubicBezTo>
                    <a:pt x="12373" y="330"/>
                    <a:pt x="11129" y="1"/>
                    <a:pt x="10187" y="1"/>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7"/>
            <p:cNvSpPr/>
            <p:nvPr/>
          </p:nvSpPr>
          <p:spPr>
            <a:xfrm>
              <a:off x="7504037" y="2274602"/>
              <a:ext cx="185660" cy="288977"/>
            </a:xfrm>
            <a:custGeom>
              <a:rect b="b" l="l" r="r" t="t"/>
              <a:pathLst>
                <a:path extrusionOk="0" h="22994" w="14773">
                  <a:moveTo>
                    <a:pt x="7337" y="1"/>
                  </a:moveTo>
                  <a:cubicBezTo>
                    <a:pt x="6146" y="1"/>
                    <a:pt x="5144" y="468"/>
                    <a:pt x="4286" y="1078"/>
                  </a:cubicBezTo>
                  <a:cubicBezTo>
                    <a:pt x="4286" y="1078"/>
                    <a:pt x="1793" y="4543"/>
                    <a:pt x="1945" y="5546"/>
                  </a:cubicBezTo>
                  <a:cubicBezTo>
                    <a:pt x="2097" y="6519"/>
                    <a:pt x="2249" y="7279"/>
                    <a:pt x="1945" y="7795"/>
                  </a:cubicBezTo>
                  <a:cubicBezTo>
                    <a:pt x="1641" y="8312"/>
                    <a:pt x="0" y="8859"/>
                    <a:pt x="122" y="9710"/>
                  </a:cubicBezTo>
                  <a:cubicBezTo>
                    <a:pt x="274" y="10531"/>
                    <a:pt x="1641" y="11230"/>
                    <a:pt x="1641" y="11230"/>
                  </a:cubicBezTo>
                  <a:cubicBezTo>
                    <a:pt x="1641" y="11230"/>
                    <a:pt x="2401" y="15455"/>
                    <a:pt x="3252" y="15881"/>
                  </a:cubicBezTo>
                  <a:cubicBezTo>
                    <a:pt x="3476" y="16005"/>
                    <a:pt x="3802" y="16050"/>
                    <a:pt x="4157" y="16050"/>
                  </a:cubicBezTo>
                  <a:cubicBezTo>
                    <a:pt x="5104" y="16050"/>
                    <a:pt x="6262" y="15729"/>
                    <a:pt x="6262" y="15729"/>
                  </a:cubicBezTo>
                  <a:lnTo>
                    <a:pt x="6778" y="19680"/>
                  </a:lnTo>
                  <a:cubicBezTo>
                    <a:pt x="6778" y="19680"/>
                    <a:pt x="4681" y="22902"/>
                    <a:pt x="6110" y="22993"/>
                  </a:cubicBezTo>
                  <a:cubicBezTo>
                    <a:pt x="6118" y="22994"/>
                    <a:pt x="6127" y="22994"/>
                    <a:pt x="6135" y="22994"/>
                  </a:cubicBezTo>
                  <a:cubicBezTo>
                    <a:pt x="7613" y="22994"/>
                    <a:pt x="13891" y="17917"/>
                    <a:pt x="13891" y="17917"/>
                  </a:cubicBezTo>
                  <a:lnTo>
                    <a:pt x="13283" y="15637"/>
                  </a:lnTo>
                  <a:cubicBezTo>
                    <a:pt x="13283" y="15637"/>
                    <a:pt x="14620" y="12628"/>
                    <a:pt x="14712" y="9619"/>
                  </a:cubicBezTo>
                  <a:cubicBezTo>
                    <a:pt x="14772" y="6610"/>
                    <a:pt x="11915" y="1625"/>
                    <a:pt x="9666" y="561"/>
                  </a:cubicBezTo>
                  <a:cubicBezTo>
                    <a:pt x="8817" y="165"/>
                    <a:pt x="8044" y="1"/>
                    <a:pt x="7337" y="1"/>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7582345" y="2466533"/>
              <a:ext cx="25600" cy="33254"/>
            </a:xfrm>
            <a:custGeom>
              <a:rect b="b" l="l" r="r" t="t"/>
              <a:pathLst>
                <a:path extrusionOk="0" h="2646" w="2037">
                  <a:moveTo>
                    <a:pt x="2037" y="1"/>
                  </a:moveTo>
                  <a:lnTo>
                    <a:pt x="0" y="457"/>
                  </a:lnTo>
                  <a:lnTo>
                    <a:pt x="395" y="2645"/>
                  </a:lnTo>
                  <a:lnTo>
                    <a:pt x="2037" y="1"/>
                  </a:lnTo>
                  <a:close/>
                </a:path>
              </a:pathLst>
            </a:custGeom>
            <a:solidFill>
              <a:schemeClr val="dk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7"/>
            <p:cNvSpPr/>
            <p:nvPr/>
          </p:nvSpPr>
          <p:spPr>
            <a:xfrm>
              <a:off x="7540709" y="2403884"/>
              <a:ext cx="29421" cy="17972"/>
            </a:xfrm>
            <a:custGeom>
              <a:rect b="b" l="l" r="r" t="t"/>
              <a:pathLst>
                <a:path extrusionOk="0" fill="none" h="1430" w="2341">
                  <a:moveTo>
                    <a:pt x="0" y="973"/>
                  </a:moveTo>
                  <a:cubicBezTo>
                    <a:pt x="0" y="973"/>
                    <a:pt x="1277" y="1429"/>
                    <a:pt x="2341" y="1"/>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7"/>
            <p:cNvSpPr/>
            <p:nvPr/>
          </p:nvSpPr>
          <p:spPr>
            <a:xfrm>
              <a:off x="7551014" y="2356517"/>
              <a:ext cx="10708" cy="19115"/>
            </a:xfrm>
            <a:custGeom>
              <a:rect b="b" l="l" r="r" t="t"/>
              <a:pathLst>
                <a:path extrusionOk="0" h="1521" w="852">
                  <a:moveTo>
                    <a:pt x="426" y="1"/>
                  </a:moveTo>
                  <a:cubicBezTo>
                    <a:pt x="214" y="1"/>
                    <a:pt x="1" y="335"/>
                    <a:pt x="1" y="761"/>
                  </a:cubicBezTo>
                  <a:cubicBezTo>
                    <a:pt x="1" y="1186"/>
                    <a:pt x="214" y="1521"/>
                    <a:pt x="426" y="1521"/>
                  </a:cubicBezTo>
                  <a:cubicBezTo>
                    <a:pt x="669" y="1521"/>
                    <a:pt x="852" y="1156"/>
                    <a:pt x="852" y="761"/>
                  </a:cubicBezTo>
                  <a:cubicBezTo>
                    <a:pt x="852" y="366"/>
                    <a:pt x="669" y="1"/>
                    <a:pt x="4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7"/>
            <p:cNvSpPr/>
            <p:nvPr/>
          </p:nvSpPr>
          <p:spPr>
            <a:xfrm>
              <a:off x="7544530" y="2329786"/>
              <a:ext cx="24833" cy="16438"/>
            </a:xfrm>
            <a:custGeom>
              <a:rect b="b" l="l" r="r" t="t"/>
              <a:pathLst>
                <a:path extrusionOk="0" fill="none" h="1308" w="1976">
                  <a:moveTo>
                    <a:pt x="0" y="1064"/>
                  </a:moveTo>
                  <a:cubicBezTo>
                    <a:pt x="0" y="1064"/>
                    <a:pt x="1277" y="0"/>
                    <a:pt x="1976" y="1307"/>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7"/>
            <p:cNvSpPr/>
            <p:nvPr/>
          </p:nvSpPr>
          <p:spPr>
            <a:xfrm>
              <a:off x="7516253" y="2221882"/>
              <a:ext cx="260537" cy="250596"/>
            </a:xfrm>
            <a:custGeom>
              <a:rect b="b" l="l" r="r" t="t"/>
              <a:pathLst>
                <a:path extrusionOk="0" h="19940" w="20731">
                  <a:moveTo>
                    <a:pt x="9128" y="1"/>
                  </a:moveTo>
                  <a:cubicBezTo>
                    <a:pt x="5873" y="1"/>
                    <a:pt x="1034" y="1122"/>
                    <a:pt x="548" y="3236"/>
                  </a:cubicBezTo>
                  <a:cubicBezTo>
                    <a:pt x="1" y="5516"/>
                    <a:pt x="2128" y="7188"/>
                    <a:pt x="2128" y="7188"/>
                  </a:cubicBezTo>
                  <a:lnTo>
                    <a:pt x="3922" y="5364"/>
                  </a:lnTo>
                  <a:cubicBezTo>
                    <a:pt x="3922" y="5364"/>
                    <a:pt x="5867" y="8373"/>
                    <a:pt x="7326" y="10258"/>
                  </a:cubicBezTo>
                  <a:cubicBezTo>
                    <a:pt x="8755" y="12173"/>
                    <a:pt x="10244" y="14726"/>
                    <a:pt x="9788" y="16094"/>
                  </a:cubicBezTo>
                  <a:cubicBezTo>
                    <a:pt x="9363" y="17431"/>
                    <a:pt x="7752" y="16914"/>
                    <a:pt x="8208" y="17826"/>
                  </a:cubicBezTo>
                  <a:cubicBezTo>
                    <a:pt x="8636" y="18655"/>
                    <a:pt x="10998" y="19940"/>
                    <a:pt x="12669" y="19940"/>
                  </a:cubicBezTo>
                  <a:cubicBezTo>
                    <a:pt x="12775" y="19940"/>
                    <a:pt x="12879" y="19935"/>
                    <a:pt x="12980" y="19924"/>
                  </a:cubicBezTo>
                  <a:cubicBezTo>
                    <a:pt x="14621" y="19772"/>
                    <a:pt x="16293" y="17826"/>
                    <a:pt x="17569" y="15942"/>
                  </a:cubicBezTo>
                  <a:cubicBezTo>
                    <a:pt x="18846" y="14027"/>
                    <a:pt x="20731" y="10562"/>
                    <a:pt x="18481" y="6337"/>
                  </a:cubicBezTo>
                  <a:cubicBezTo>
                    <a:pt x="16202" y="2112"/>
                    <a:pt x="12980" y="167"/>
                    <a:pt x="9727" y="15"/>
                  </a:cubicBezTo>
                  <a:cubicBezTo>
                    <a:pt x="9535" y="5"/>
                    <a:pt x="9335" y="1"/>
                    <a:pt x="9128" y="1"/>
                  </a:cubicBezTo>
                  <a:close/>
                </a:path>
              </a:pathLst>
            </a:custGeom>
            <a:solidFill>
              <a:schemeClr val="dk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7549494" y="2498618"/>
              <a:ext cx="212403" cy="405893"/>
            </a:xfrm>
            <a:custGeom>
              <a:rect b="b" l="l" r="r" t="t"/>
              <a:pathLst>
                <a:path extrusionOk="0" h="32297" w="16901">
                  <a:moveTo>
                    <a:pt x="9575" y="1"/>
                  </a:moveTo>
                  <a:cubicBezTo>
                    <a:pt x="9332" y="1"/>
                    <a:pt x="7903" y="974"/>
                    <a:pt x="6626" y="2341"/>
                  </a:cubicBezTo>
                  <a:cubicBezTo>
                    <a:pt x="6626" y="2341"/>
                    <a:pt x="578" y="11035"/>
                    <a:pt x="304" y="13375"/>
                  </a:cubicBezTo>
                  <a:cubicBezTo>
                    <a:pt x="0" y="15715"/>
                    <a:pt x="1733" y="32068"/>
                    <a:pt x="1733" y="32068"/>
                  </a:cubicBezTo>
                  <a:cubicBezTo>
                    <a:pt x="3009" y="32220"/>
                    <a:pt x="4294" y="32296"/>
                    <a:pt x="5578" y="32296"/>
                  </a:cubicBezTo>
                  <a:cubicBezTo>
                    <a:pt x="6862" y="32296"/>
                    <a:pt x="8146" y="32220"/>
                    <a:pt x="9423" y="32068"/>
                  </a:cubicBezTo>
                  <a:cubicBezTo>
                    <a:pt x="12006" y="31643"/>
                    <a:pt x="14499" y="30852"/>
                    <a:pt x="16900" y="29728"/>
                  </a:cubicBezTo>
                  <a:cubicBezTo>
                    <a:pt x="16900" y="29728"/>
                    <a:pt x="14772" y="20913"/>
                    <a:pt x="14772" y="19545"/>
                  </a:cubicBezTo>
                  <a:cubicBezTo>
                    <a:pt x="14772" y="18177"/>
                    <a:pt x="15289" y="8907"/>
                    <a:pt x="13952" y="5958"/>
                  </a:cubicBezTo>
                  <a:cubicBezTo>
                    <a:pt x="12918" y="3892"/>
                    <a:pt x="11672" y="1916"/>
                    <a:pt x="10244" y="92"/>
                  </a:cubicBezTo>
                  <a:cubicBezTo>
                    <a:pt x="10031" y="31"/>
                    <a:pt x="9788" y="31"/>
                    <a:pt x="9575" y="1"/>
                  </a:cubicBezTo>
                  <a:close/>
                </a:path>
              </a:pathLst>
            </a:custGeom>
            <a:solidFill>
              <a:schemeClr val="dk2"/>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7300205" y="2632562"/>
              <a:ext cx="159142" cy="87244"/>
            </a:xfrm>
            <a:custGeom>
              <a:rect b="b" l="l" r="r" t="t"/>
              <a:pathLst>
                <a:path extrusionOk="0" h="6942" w="12663">
                  <a:moveTo>
                    <a:pt x="4542" y="1"/>
                  </a:moveTo>
                  <a:cubicBezTo>
                    <a:pt x="4101" y="1"/>
                    <a:pt x="3956" y="341"/>
                    <a:pt x="4182" y="680"/>
                  </a:cubicBezTo>
                  <a:cubicBezTo>
                    <a:pt x="4456" y="1045"/>
                    <a:pt x="4790" y="1380"/>
                    <a:pt x="5155" y="1653"/>
                  </a:cubicBezTo>
                  <a:cubicBezTo>
                    <a:pt x="5155" y="1653"/>
                    <a:pt x="1690" y="1805"/>
                    <a:pt x="1447" y="1805"/>
                  </a:cubicBezTo>
                  <a:cubicBezTo>
                    <a:pt x="1353" y="1805"/>
                    <a:pt x="1035" y="1728"/>
                    <a:pt x="734" y="1728"/>
                  </a:cubicBezTo>
                  <a:cubicBezTo>
                    <a:pt x="353" y="1728"/>
                    <a:pt x="0" y="1852"/>
                    <a:pt x="170" y="2413"/>
                  </a:cubicBezTo>
                  <a:cubicBezTo>
                    <a:pt x="474" y="3386"/>
                    <a:pt x="3058" y="5118"/>
                    <a:pt x="4334" y="5361"/>
                  </a:cubicBezTo>
                  <a:cubicBezTo>
                    <a:pt x="4860" y="5449"/>
                    <a:pt x="5731" y="5475"/>
                    <a:pt x="6574" y="5475"/>
                  </a:cubicBezTo>
                  <a:cubicBezTo>
                    <a:pt x="7778" y="5475"/>
                    <a:pt x="8924" y="5422"/>
                    <a:pt x="8924" y="5422"/>
                  </a:cubicBezTo>
                  <a:lnTo>
                    <a:pt x="10900" y="6942"/>
                  </a:lnTo>
                  <a:lnTo>
                    <a:pt x="12663" y="4875"/>
                  </a:lnTo>
                  <a:lnTo>
                    <a:pt x="10687" y="3842"/>
                  </a:lnTo>
                  <a:cubicBezTo>
                    <a:pt x="10414" y="2930"/>
                    <a:pt x="10049" y="2048"/>
                    <a:pt x="9654" y="1197"/>
                  </a:cubicBezTo>
                  <a:cubicBezTo>
                    <a:pt x="9423" y="842"/>
                    <a:pt x="8963" y="746"/>
                    <a:pt x="8530" y="746"/>
                  </a:cubicBezTo>
                  <a:cubicBezTo>
                    <a:pt x="8223" y="746"/>
                    <a:pt x="7928" y="795"/>
                    <a:pt x="7739" y="832"/>
                  </a:cubicBezTo>
                  <a:cubicBezTo>
                    <a:pt x="7705" y="837"/>
                    <a:pt x="7666" y="839"/>
                    <a:pt x="7623" y="839"/>
                  </a:cubicBezTo>
                  <a:cubicBezTo>
                    <a:pt x="7083" y="839"/>
                    <a:pt x="5854" y="499"/>
                    <a:pt x="5094" y="133"/>
                  </a:cubicBezTo>
                  <a:cubicBezTo>
                    <a:pt x="4878" y="40"/>
                    <a:pt x="4692" y="1"/>
                    <a:pt x="4542" y="1"/>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7"/>
            <p:cNvSpPr/>
            <p:nvPr/>
          </p:nvSpPr>
          <p:spPr>
            <a:xfrm>
              <a:off x="7365367" y="2653336"/>
              <a:ext cx="35918" cy="11085"/>
            </a:xfrm>
            <a:custGeom>
              <a:rect b="b" l="l" r="r" t="t"/>
              <a:pathLst>
                <a:path extrusionOk="0" fill="none" h="882" w="2858">
                  <a:moveTo>
                    <a:pt x="0" y="0"/>
                  </a:moveTo>
                  <a:lnTo>
                    <a:pt x="1885" y="608"/>
                  </a:lnTo>
                  <a:lnTo>
                    <a:pt x="2858" y="882"/>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a:off x="7304629" y="2657157"/>
              <a:ext cx="61128" cy="19492"/>
            </a:xfrm>
            <a:custGeom>
              <a:rect b="b" l="l" r="r" t="t"/>
              <a:pathLst>
                <a:path extrusionOk="0" fill="none" h="1551" w="4864">
                  <a:moveTo>
                    <a:pt x="1" y="0"/>
                  </a:moveTo>
                  <a:cubicBezTo>
                    <a:pt x="1" y="0"/>
                    <a:pt x="1611" y="1034"/>
                    <a:pt x="1946" y="1186"/>
                  </a:cubicBezTo>
                  <a:cubicBezTo>
                    <a:pt x="2280" y="1368"/>
                    <a:pt x="4864" y="1550"/>
                    <a:pt x="4864" y="1550"/>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7"/>
            <p:cNvSpPr/>
            <p:nvPr/>
          </p:nvSpPr>
          <p:spPr>
            <a:xfrm>
              <a:off x="7311893" y="2674726"/>
              <a:ext cx="56164" cy="12995"/>
            </a:xfrm>
            <a:custGeom>
              <a:rect b="b" l="l" r="r" t="t"/>
              <a:pathLst>
                <a:path extrusionOk="0" fill="none" h="1034" w="4469">
                  <a:moveTo>
                    <a:pt x="0" y="0"/>
                  </a:moveTo>
                  <a:cubicBezTo>
                    <a:pt x="0" y="0"/>
                    <a:pt x="2675" y="1034"/>
                    <a:pt x="2918" y="1034"/>
                  </a:cubicBezTo>
                  <a:cubicBezTo>
                    <a:pt x="3192" y="1034"/>
                    <a:pt x="4468" y="973"/>
                    <a:pt x="4468" y="973"/>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7"/>
            <p:cNvSpPr/>
            <p:nvPr/>
          </p:nvSpPr>
          <p:spPr>
            <a:xfrm>
              <a:off x="7426106" y="2589544"/>
              <a:ext cx="288035" cy="261366"/>
            </a:xfrm>
            <a:custGeom>
              <a:rect b="b" l="l" r="r" t="t"/>
              <a:pathLst>
                <a:path extrusionOk="0" h="20797" w="22919">
                  <a:moveTo>
                    <a:pt x="16961" y="0"/>
                  </a:moveTo>
                  <a:lnTo>
                    <a:pt x="11855" y="12918"/>
                  </a:lnTo>
                  <a:lnTo>
                    <a:pt x="2645" y="8328"/>
                  </a:lnTo>
                  <a:lnTo>
                    <a:pt x="0" y="11642"/>
                  </a:lnTo>
                  <a:cubicBezTo>
                    <a:pt x="0" y="11642"/>
                    <a:pt x="10852" y="20000"/>
                    <a:pt x="11703" y="20396"/>
                  </a:cubicBezTo>
                  <a:cubicBezTo>
                    <a:pt x="12267" y="20646"/>
                    <a:pt x="13149" y="20797"/>
                    <a:pt x="13752" y="20797"/>
                  </a:cubicBezTo>
                  <a:cubicBezTo>
                    <a:pt x="14026" y="20797"/>
                    <a:pt x="14243" y="20766"/>
                    <a:pt x="14347" y="20699"/>
                  </a:cubicBezTo>
                  <a:cubicBezTo>
                    <a:pt x="14651" y="20456"/>
                    <a:pt x="22919" y="6566"/>
                    <a:pt x="22919" y="6566"/>
                  </a:cubicBezTo>
                  <a:lnTo>
                    <a:pt x="169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a:off x="7426106" y="2589544"/>
              <a:ext cx="288035" cy="262824"/>
            </a:xfrm>
            <a:custGeom>
              <a:rect b="b" l="l" r="r" t="t"/>
              <a:pathLst>
                <a:path extrusionOk="0" fill="none" h="20913" w="22919">
                  <a:moveTo>
                    <a:pt x="16961" y="0"/>
                  </a:moveTo>
                  <a:lnTo>
                    <a:pt x="11855" y="12918"/>
                  </a:lnTo>
                  <a:lnTo>
                    <a:pt x="2645" y="8328"/>
                  </a:lnTo>
                  <a:lnTo>
                    <a:pt x="0" y="11642"/>
                  </a:lnTo>
                  <a:cubicBezTo>
                    <a:pt x="0" y="11642"/>
                    <a:pt x="10852" y="20000"/>
                    <a:pt x="11703" y="20396"/>
                  </a:cubicBezTo>
                  <a:cubicBezTo>
                    <a:pt x="12523" y="20760"/>
                    <a:pt x="14013" y="20912"/>
                    <a:pt x="14347" y="20699"/>
                  </a:cubicBezTo>
                  <a:cubicBezTo>
                    <a:pt x="14651" y="20456"/>
                    <a:pt x="22919" y="6566"/>
                    <a:pt x="22919" y="6566"/>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7"/>
            <p:cNvSpPr/>
            <p:nvPr/>
          </p:nvSpPr>
          <p:spPr>
            <a:xfrm>
              <a:off x="7602591" y="3052895"/>
              <a:ext cx="36295" cy="427094"/>
            </a:xfrm>
            <a:custGeom>
              <a:rect b="b" l="l" r="r" t="t"/>
              <a:pathLst>
                <a:path extrusionOk="0" fill="none" h="33984" w="2888">
                  <a:moveTo>
                    <a:pt x="760" y="1"/>
                  </a:moveTo>
                  <a:cubicBezTo>
                    <a:pt x="760" y="1"/>
                    <a:pt x="0" y="14500"/>
                    <a:pt x="760" y="20062"/>
                  </a:cubicBezTo>
                  <a:cubicBezTo>
                    <a:pt x="1520" y="25624"/>
                    <a:pt x="2888" y="33983"/>
                    <a:pt x="2888" y="33983"/>
                  </a:cubicBezTo>
                </a:path>
              </a:pathLst>
            </a:custGeom>
            <a:noFill/>
            <a:ln cap="rnd" cmpd="sng" w="98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6900470" y="2881763"/>
              <a:ext cx="358714" cy="856689"/>
            </a:xfrm>
            <a:custGeom>
              <a:rect b="b" l="l" r="r" t="t"/>
              <a:pathLst>
                <a:path extrusionOk="0" h="68167" w="28543">
                  <a:moveTo>
                    <a:pt x="25199" y="1"/>
                  </a:moveTo>
                  <a:lnTo>
                    <a:pt x="5077" y="973"/>
                  </a:lnTo>
                  <a:cubicBezTo>
                    <a:pt x="5077" y="973"/>
                    <a:pt x="4165" y="17174"/>
                    <a:pt x="3983" y="20214"/>
                  </a:cubicBezTo>
                  <a:cubicBezTo>
                    <a:pt x="3800" y="23253"/>
                    <a:pt x="4165" y="38877"/>
                    <a:pt x="5199" y="40427"/>
                  </a:cubicBezTo>
                  <a:cubicBezTo>
                    <a:pt x="6232" y="42007"/>
                    <a:pt x="7478" y="57388"/>
                    <a:pt x="7478" y="57388"/>
                  </a:cubicBezTo>
                  <a:cubicBezTo>
                    <a:pt x="7478" y="57388"/>
                    <a:pt x="6536" y="57722"/>
                    <a:pt x="6506" y="58299"/>
                  </a:cubicBezTo>
                  <a:cubicBezTo>
                    <a:pt x="6475" y="58847"/>
                    <a:pt x="6506" y="60427"/>
                    <a:pt x="6506" y="60427"/>
                  </a:cubicBezTo>
                  <a:cubicBezTo>
                    <a:pt x="6506" y="60427"/>
                    <a:pt x="3466" y="62889"/>
                    <a:pt x="1733" y="63588"/>
                  </a:cubicBezTo>
                  <a:cubicBezTo>
                    <a:pt x="1" y="64257"/>
                    <a:pt x="92" y="65017"/>
                    <a:pt x="1065" y="65260"/>
                  </a:cubicBezTo>
                  <a:cubicBezTo>
                    <a:pt x="1797" y="65415"/>
                    <a:pt x="3486" y="65765"/>
                    <a:pt x="5136" y="65765"/>
                  </a:cubicBezTo>
                  <a:cubicBezTo>
                    <a:pt x="5746" y="65765"/>
                    <a:pt x="6351" y="65717"/>
                    <a:pt x="6901" y="65594"/>
                  </a:cubicBezTo>
                  <a:cubicBezTo>
                    <a:pt x="8937" y="65138"/>
                    <a:pt x="11035" y="64135"/>
                    <a:pt x="11946" y="63923"/>
                  </a:cubicBezTo>
                  <a:cubicBezTo>
                    <a:pt x="12858" y="63679"/>
                    <a:pt x="14074" y="63923"/>
                    <a:pt x="14682" y="63223"/>
                  </a:cubicBezTo>
                  <a:cubicBezTo>
                    <a:pt x="15260" y="62555"/>
                    <a:pt x="14956" y="60427"/>
                    <a:pt x="14956" y="60427"/>
                  </a:cubicBezTo>
                  <a:cubicBezTo>
                    <a:pt x="14956" y="60427"/>
                    <a:pt x="15320" y="59880"/>
                    <a:pt x="14986" y="57843"/>
                  </a:cubicBezTo>
                  <a:cubicBezTo>
                    <a:pt x="14621" y="55837"/>
                    <a:pt x="14256" y="54804"/>
                    <a:pt x="14287" y="54257"/>
                  </a:cubicBezTo>
                  <a:cubicBezTo>
                    <a:pt x="14317" y="53710"/>
                    <a:pt x="14226" y="35594"/>
                    <a:pt x="14226" y="35594"/>
                  </a:cubicBezTo>
                  <a:lnTo>
                    <a:pt x="14256" y="15290"/>
                  </a:lnTo>
                  <a:cubicBezTo>
                    <a:pt x="14256" y="15290"/>
                    <a:pt x="15928" y="35168"/>
                    <a:pt x="16323" y="36171"/>
                  </a:cubicBezTo>
                  <a:cubicBezTo>
                    <a:pt x="16719" y="37205"/>
                    <a:pt x="19636" y="52919"/>
                    <a:pt x="19819" y="53710"/>
                  </a:cubicBezTo>
                  <a:cubicBezTo>
                    <a:pt x="20001" y="54470"/>
                    <a:pt x="20032" y="57752"/>
                    <a:pt x="20032" y="57752"/>
                  </a:cubicBezTo>
                  <a:cubicBezTo>
                    <a:pt x="20032" y="57752"/>
                    <a:pt x="19181" y="58968"/>
                    <a:pt x="19150" y="59302"/>
                  </a:cubicBezTo>
                  <a:cubicBezTo>
                    <a:pt x="19150" y="59637"/>
                    <a:pt x="19576" y="62129"/>
                    <a:pt x="19576" y="62129"/>
                  </a:cubicBezTo>
                  <a:cubicBezTo>
                    <a:pt x="19576" y="62129"/>
                    <a:pt x="16810" y="65260"/>
                    <a:pt x="15290" y="66050"/>
                  </a:cubicBezTo>
                  <a:cubicBezTo>
                    <a:pt x="13801" y="66841"/>
                    <a:pt x="15533" y="67965"/>
                    <a:pt x="16992" y="68087"/>
                  </a:cubicBezTo>
                  <a:cubicBezTo>
                    <a:pt x="17483" y="68129"/>
                    <a:pt x="18007" y="68167"/>
                    <a:pt x="18567" y="68167"/>
                  </a:cubicBezTo>
                  <a:cubicBezTo>
                    <a:pt x="19635" y="68167"/>
                    <a:pt x="20834" y="68028"/>
                    <a:pt x="22190" y="67509"/>
                  </a:cubicBezTo>
                  <a:cubicBezTo>
                    <a:pt x="24257" y="66719"/>
                    <a:pt x="26992" y="63923"/>
                    <a:pt x="27600" y="63254"/>
                  </a:cubicBezTo>
                  <a:cubicBezTo>
                    <a:pt x="28178" y="62555"/>
                    <a:pt x="27783" y="61552"/>
                    <a:pt x="27600" y="61005"/>
                  </a:cubicBezTo>
                  <a:cubicBezTo>
                    <a:pt x="27387" y="60427"/>
                    <a:pt x="27083" y="59971"/>
                    <a:pt x="27205" y="59546"/>
                  </a:cubicBezTo>
                  <a:cubicBezTo>
                    <a:pt x="27661" y="57752"/>
                    <a:pt x="27995" y="55959"/>
                    <a:pt x="28178" y="54135"/>
                  </a:cubicBezTo>
                  <a:cubicBezTo>
                    <a:pt x="28269" y="52555"/>
                    <a:pt x="28360" y="51096"/>
                    <a:pt x="28360" y="51096"/>
                  </a:cubicBezTo>
                  <a:cubicBezTo>
                    <a:pt x="28360" y="51096"/>
                    <a:pt x="28542" y="42007"/>
                    <a:pt x="27995" y="38178"/>
                  </a:cubicBezTo>
                  <a:cubicBezTo>
                    <a:pt x="27418" y="34348"/>
                    <a:pt x="26111" y="27387"/>
                    <a:pt x="26111" y="27387"/>
                  </a:cubicBezTo>
                  <a:cubicBezTo>
                    <a:pt x="26111" y="27387"/>
                    <a:pt x="25077" y="10335"/>
                    <a:pt x="25229" y="9545"/>
                  </a:cubicBezTo>
                  <a:cubicBezTo>
                    <a:pt x="25381" y="8755"/>
                    <a:pt x="26020" y="6080"/>
                    <a:pt x="25776" y="3709"/>
                  </a:cubicBezTo>
                  <a:cubicBezTo>
                    <a:pt x="25685" y="2463"/>
                    <a:pt x="25503" y="1217"/>
                    <a:pt x="25199" y="1"/>
                  </a:cubicBezTo>
                  <a:close/>
                </a:path>
              </a:pathLst>
            </a:custGeom>
            <a:solidFill>
              <a:schemeClr val="accent2"/>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7"/>
            <p:cNvSpPr/>
            <p:nvPr/>
          </p:nvSpPr>
          <p:spPr>
            <a:xfrm>
              <a:off x="6796952" y="2476851"/>
              <a:ext cx="505779" cy="434270"/>
            </a:xfrm>
            <a:custGeom>
              <a:rect b="b" l="l" r="r" t="t"/>
              <a:pathLst>
                <a:path extrusionOk="0" h="34555" w="40245">
                  <a:moveTo>
                    <a:pt x="30913" y="0"/>
                  </a:moveTo>
                  <a:lnTo>
                    <a:pt x="22007" y="1794"/>
                  </a:lnTo>
                  <a:cubicBezTo>
                    <a:pt x="22007" y="1794"/>
                    <a:pt x="13101" y="4681"/>
                    <a:pt x="13101" y="5380"/>
                  </a:cubicBezTo>
                  <a:cubicBezTo>
                    <a:pt x="13071" y="6049"/>
                    <a:pt x="10882" y="20305"/>
                    <a:pt x="10882" y="20305"/>
                  </a:cubicBezTo>
                  <a:lnTo>
                    <a:pt x="1" y="27752"/>
                  </a:lnTo>
                  <a:cubicBezTo>
                    <a:pt x="1" y="27752"/>
                    <a:pt x="1520" y="28815"/>
                    <a:pt x="1824" y="29788"/>
                  </a:cubicBezTo>
                  <a:lnTo>
                    <a:pt x="2098" y="30730"/>
                  </a:lnTo>
                  <a:lnTo>
                    <a:pt x="13496" y="27083"/>
                  </a:lnTo>
                  <a:lnTo>
                    <a:pt x="13496" y="27083"/>
                  </a:lnTo>
                  <a:cubicBezTo>
                    <a:pt x="13496" y="27083"/>
                    <a:pt x="12919" y="32736"/>
                    <a:pt x="13192" y="33192"/>
                  </a:cubicBezTo>
                  <a:cubicBezTo>
                    <a:pt x="13496" y="33618"/>
                    <a:pt x="15198" y="34074"/>
                    <a:pt x="15198" y="34074"/>
                  </a:cubicBezTo>
                  <a:cubicBezTo>
                    <a:pt x="15198" y="34074"/>
                    <a:pt x="23220" y="34554"/>
                    <a:pt x="27372" y="34554"/>
                  </a:cubicBezTo>
                  <a:cubicBezTo>
                    <a:pt x="27891" y="34554"/>
                    <a:pt x="28350" y="34547"/>
                    <a:pt x="28725" y="34530"/>
                  </a:cubicBezTo>
                  <a:cubicBezTo>
                    <a:pt x="32068" y="34378"/>
                    <a:pt x="33497" y="34135"/>
                    <a:pt x="33709" y="33557"/>
                  </a:cubicBezTo>
                  <a:cubicBezTo>
                    <a:pt x="33953" y="32980"/>
                    <a:pt x="34105" y="33192"/>
                    <a:pt x="34135" y="32280"/>
                  </a:cubicBezTo>
                  <a:cubicBezTo>
                    <a:pt x="34135" y="31399"/>
                    <a:pt x="40245" y="4469"/>
                    <a:pt x="40245" y="4013"/>
                  </a:cubicBezTo>
                  <a:cubicBezTo>
                    <a:pt x="40245" y="3435"/>
                    <a:pt x="39910" y="2888"/>
                    <a:pt x="39393" y="2614"/>
                  </a:cubicBezTo>
                  <a:cubicBezTo>
                    <a:pt x="38816" y="2310"/>
                    <a:pt x="30913" y="0"/>
                    <a:pt x="30913"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7"/>
            <p:cNvSpPr/>
            <p:nvPr/>
          </p:nvSpPr>
          <p:spPr>
            <a:xfrm>
              <a:off x="7017750" y="2500528"/>
              <a:ext cx="106975" cy="397673"/>
            </a:xfrm>
            <a:custGeom>
              <a:rect b="b" l="l" r="r" t="t"/>
              <a:pathLst>
                <a:path extrusionOk="0" h="31643" w="8512">
                  <a:moveTo>
                    <a:pt x="7083" y="1"/>
                  </a:moveTo>
                  <a:lnTo>
                    <a:pt x="3040" y="3101"/>
                  </a:lnTo>
                  <a:lnTo>
                    <a:pt x="3830" y="7083"/>
                  </a:lnTo>
                  <a:lnTo>
                    <a:pt x="0" y="26263"/>
                  </a:lnTo>
                  <a:lnTo>
                    <a:pt x="1338" y="31643"/>
                  </a:lnTo>
                  <a:lnTo>
                    <a:pt x="5380" y="25776"/>
                  </a:lnTo>
                  <a:lnTo>
                    <a:pt x="5320" y="6931"/>
                  </a:lnTo>
                  <a:lnTo>
                    <a:pt x="8511" y="2524"/>
                  </a:lnTo>
                  <a:lnTo>
                    <a:pt x="7083" y="1"/>
                  </a:lnTo>
                  <a:close/>
                </a:path>
              </a:pathLst>
            </a:custGeom>
            <a:solidFill>
              <a:schemeClr val="dk2"/>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7"/>
            <p:cNvSpPr/>
            <p:nvPr/>
          </p:nvSpPr>
          <p:spPr>
            <a:xfrm>
              <a:off x="7021571" y="2776335"/>
              <a:ext cx="63805" cy="68003"/>
            </a:xfrm>
            <a:custGeom>
              <a:rect b="b" l="l" r="r" t="t"/>
              <a:pathLst>
                <a:path extrusionOk="0" h="5411" w="5077">
                  <a:moveTo>
                    <a:pt x="578" y="1"/>
                  </a:moveTo>
                  <a:lnTo>
                    <a:pt x="0" y="2797"/>
                  </a:lnTo>
                  <a:lnTo>
                    <a:pt x="3982" y="5411"/>
                  </a:lnTo>
                  <a:lnTo>
                    <a:pt x="5076" y="3830"/>
                  </a:lnTo>
                  <a:lnTo>
                    <a:pt x="5076" y="2949"/>
                  </a:lnTo>
                  <a:lnTo>
                    <a:pt x="5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7"/>
            <p:cNvSpPr/>
            <p:nvPr/>
          </p:nvSpPr>
          <p:spPr>
            <a:xfrm>
              <a:off x="7042584" y="2668996"/>
              <a:ext cx="42403" cy="76410"/>
            </a:xfrm>
            <a:custGeom>
              <a:rect b="b" l="l" r="r" t="t"/>
              <a:pathLst>
                <a:path extrusionOk="0" h="6080" w="3374">
                  <a:moveTo>
                    <a:pt x="608" y="0"/>
                  </a:moveTo>
                  <a:lnTo>
                    <a:pt x="0" y="3040"/>
                  </a:lnTo>
                  <a:lnTo>
                    <a:pt x="3374" y="6079"/>
                  </a:lnTo>
                  <a:lnTo>
                    <a:pt x="3374" y="2493"/>
                  </a:lnTo>
                  <a:lnTo>
                    <a:pt x="6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7059763" y="2557836"/>
              <a:ext cx="27900" cy="67236"/>
            </a:xfrm>
            <a:custGeom>
              <a:rect b="b" l="l" r="r" t="t"/>
              <a:pathLst>
                <a:path extrusionOk="0" h="5350" w="2220">
                  <a:moveTo>
                    <a:pt x="1" y="0"/>
                  </a:moveTo>
                  <a:lnTo>
                    <a:pt x="487" y="2523"/>
                  </a:lnTo>
                  <a:lnTo>
                    <a:pt x="244" y="3800"/>
                  </a:lnTo>
                  <a:lnTo>
                    <a:pt x="1977" y="5350"/>
                  </a:lnTo>
                  <a:lnTo>
                    <a:pt x="1977" y="2371"/>
                  </a:lnTo>
                  <a:lnTo>
                    <a:pt x="2220" y="2006"/>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6985665" y="2604813"/>
              <a:ext cx="2300" cy="21792"/>
            </a:xfrm>
            <a:custGeom>
              <a:rect b="b" l="l" r="r" t="t"/>
              <a:pathLst>
                <a:path extrusionOk="0" h="1734" w="183">
                  <a:moveTo>
                    <a:pt x="0" y="1733"/>
                  </a:moveTo>
                  <a:lnTo>
                    <a:pt x="182"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7"/>
            <p:cNvSpPr/>
            <p:nvPr/>
          </p:nvSpPr>
          <p:spPr>
            <a:xfrm>
              <a:off x="6985665" y="2604813"/>
              <a:ext cx="2300" cy="21792"/>
            </a:xfrm>
            <a:custGeom>
              <a:rect b="b" l="l" r="r" t="t"/>
              <a:pathLst>
                <a:path extrusionOk="0" fill="none" h="1734" w="183">
                  <a:moveTo>
                    <a:pt x="0" y="1733"/>
                  </a:moveTo>
                  <a:lnTo>
                    <a:pt x="182" y="1"/>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7"/>
            <p:cNvSpPr/>
            <p:nvPr/>
          </p:nvSpPr>
          <p:spPr>
            <a:xfrm>
              <a:off x="6966940" y="2651037"/>
              <a:ext cx="16061" cy="152054"/>
            </a:xfrm>
            <a:custGeom>
              <a:rect b="b" l="l" r="r" t="t"/>
              <a:pathLst>
                <a:path extrusionOk="0" h="12099" w="1278">
                  <a:moveTo>
                    <a:pt x="1" y="12098"/>
                  </a:moveTo>
                  <a:lnTo>
                    <a:pt x="1277"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7"/>
            <p:cNvSpPr/>
            <p:nvPr/>
          </p:nvSpPr>
          <p:spPr>
            <a:xfrm>
              <a:off x="6966940" y="2651037"/>
              <a:ext cx="16061" cy="152054"/>
            </a:xfrm>
            <a:custGeom>
              <a:rect b="b" l="l" r="r" t="t"/>
              <a:pathLst>
                <a:path extrusionOk="0" fill="none" h="12099" w="1278">
                  <a:moveTo>
                    <a:pt x="1" y="12098"/>
                  </a:moveTo>
                  <a:lnTo>
                    <a:pt x="1277" y="1"/>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7039140" y="2473031"/>
              <a:ext cx="39738" cy="92836"/>
            </a:xfrm>
            <a:custGeom>
              <a:rect b="b" l="l" r="r" t="t"/>
              <a:pathLst>
                <a:path extrusionOk="0" h="7387" w="3162">
                  <a:moveTo>
                    <a:pt x="3162" y="0"/>
                  </a:moveTo>
                  <a:lnTo>
                    <a:pt x="1" y="2007"/>
                  </a:lnTo>
                  <a:lnTo>
                    <a:pt x="2402" y="7387"/>
                  </a:lnTo>
                  <a:lnTo>
                    <a:pt x="3162" y="0"/>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7"/>
            <p:cNvSpPr/>
            <p:nvPr/>
          </p:nvSpPr>
          <p:spPr>
            <a:xfrm>
              <a:off x="7027679" y="2498241"/>
              <a:ext cx="28277" cy="55398"/>
            </a:xfrm>
            <a:custGeom>
              <a:rect b="b" l="l" r="r" t="t"/>
              <a:pathLst>
                <a:path extrusionOk="0" h="4408" w="2250">
                  <a:moveTo>
                    <a:pt x="913" y="1"/>
                  </a:moveTo>
                  <a:lnTo>
                    <a:pt x="1" y="4408"/>
                  </a:lnTo>
                  <a:lnTo>
                    <a:pt x="2250" y="3283"/>
                  </a:lnTo>
                  <a:lnTo>
                    <a:pt x="913" y="1"/>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7"/>
            <p:cNvSpPr/>
            <p:nvPr/>
          </p:nvSpPr>
          <p:spPr>
            <a:xfrm>
              <a:off x="7036086" y="2171637"/>
              <a:ext cx="218901" cy="394230"/>
            </a:xfrm>
            <a:custGeom>
              <a:rect b="b" l="l" r="r" t="t"/>
              <a:pathLst>
                <a:path extrusionOk="0" h="31369" w="17418">
                  <a:moveTo>
                    <a:pt x="8359" y="0"/>
                  </a:moveTo>
                  <a:cubicBezTo>
                    <a:pt x="3648" y="0"/>
                    <a:pt x="426" y="2857"/>
                    <a:pt x="2918" y="5836"/>
                  </a:cubicBezTo>
                  <a:cubicBezTo>
                    <a:pt x="2918" y="5836"/>
                    <a:pt x="365" y="14408"/>
                    <a:pt x="183" y="17994"/>
                  </a:cubicBezTo>
                  <a:cubicBezTo>
                    <a:pt x="0" y="21551"/>
                    <a:pt x="1095" y="23101"/>
                    <a:pt x="2006" y="23405"/>
                  </a:cubicBezTo>
                  <a:lnTo>
                    <a:pt x="2827" y="23709"/>
                  </a:lnTo>
                  <a:lnTo>
                    <a:pt x="2645" y="31369"/>
                  </a:lnTo>
                  <a:lnTo>
                    <a:pt x="5411" y="27478"/>
                  </a:lnTo>
                  <a:lnTo>
                    <a:pt x="5624" y="26171"/>
                  </a:lnTo>
                  <a:lnTo>
                    <a:pt x="10943" y="20943"/>
                  </a:lnTo>
                  <a:lnTo>
                    <a:pt x="12159" y="17569"/>
                  </a:lnTo>
                  <a:cubicBezTo>
                    <a:pt x="12159" y="17569"/>
                    <a:pt x="12360" y="17611"/>
                    <a:pt x="12656" y="17611"/>
                  </a:cubicBezTo>
                  <a:cubicBezTo>
                    <a:pt x="13302" y="17611"/>
                    <a:pt x="14396" y="17411"/>
                    <a:pt x="14833" y="16140"/>
                  </a:cubicBezTo>
                  <a:cubicBezTo>
                    <a:pt x="15502" y="14317"/>
                    <a:pt x="14712" y="13283"/>
                    <a:pt x="14712" y="13283"/>
                  </a:cubicBezTo>
                  <a:cubicBezTo>
                    <a:pt x="14712" y="13283"/>
                    <a:pt x="17417" y="10426"/>
                    <a:pt x="16475" y="6931"/>
                  </a:cubicBezTo>
                  <a:cubicBezTo>
                    <a:pt x="15533" y="3465"/>
                    <a:pt x="13070" y="0"/>
                    <a:pt x="8359"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7020440" y="2171637"/>
              <a:ext cx="234547" cy="297975"/>
            </a:xfrm>
            <a:custGeom>
              <a:rect b="b" l="l" r="r" t="t"/>
              <a:pathLst>
                <a:path extrusionOk="0" h="23710" w="18663">
                  <a:moveTo>
                    <a:pt x="9604" y="0"/>
                  </a:moveTo>
                  <a:cubicBezTo>
                    <a:pt x="4893" y="0"/>
                    <a:pt x="1671" y="2857"/>
                    <a:pt x="4163" y="5836"/>
                  </a:cubicBezTo>
                  <a:cubicBezTo>
                    <a:pt x="4163" y="5836"/>
                    <a:pt x="5571" y="6978"/>
                    <a:pt x="6673" y="6978"/>
                  </a:cubicBezTo>
                  <a:cubicBezTo>
                    <a:pt x="6750" y="6978"/>
                    <a:pt x="6826" y="6973"/>
                    <a:pt x="6899" y="6961"/>
                  </a:cubicBezTo>
                  <a:cubicBezTo>
                    <a:pt x="7614" y="6845"/>
                    <a:pt x="8170" y="6458"/>
                    <a:pt x="8972" y="6458"/>
                  </a:cubicBezTo>
                  <a:cubicBezTo>
                    <a:pt x="9431" y="6458"/>
                    <a:pt x="9971" y="6585"/>
                    <a:pt x="10668" y="6961"/>
                  </a:cubicBezTo>
                  <a:cubicBezTo>
                    <a:pt x="12613" y="7994"/>
                    <a:pt x="12796" y="8815"/>
                    <a:pt x="12157" y="10122"/>
                  </a:cubicBezTo>
                  <a:cubicBezTo>
                    <a:pt x="11489" y="11459"/>
                    <a:pt x="11580" y="12067"/>
                    <a:pt x="11884" y="12584"/>
                  </a:cubicBezTo>
                  <a:cubicBezTo>
                    <a:pt x="11914" y="12645"/>
                    <a:pt x="11945" y="12706"/>
                    <a:pt x="11975" y="12766"/>
                  </a:cubicBezTo>
                  <a:lnTo>
                    <a:pt x="10151" y="17387"/>
                  </a:lnTo>
                  <a:cubicBezTo>
                    <a:pt x="10151" y="17387"/>
                    <a:pt x="9543" y="16171"/>
                    <a:pt x="7112" y="15137"/>
                  </a:cubicBezTo>
                  <a:cubicBezTo>
                    <a:pt x="6504" y="14879"/>
                    <a:pt x="5867" y="14782"/>
                    <a:pt x="5255" y="14782"/>
                  </a:cubicBezTo>
                  <a:cubicBezTo>
                    <a:pt x="3417" y="14782"/>
                    <a:pt x="1792" y="15654"/>
                    <a:pt x="1792" y="15654"/>
                  </a:cubicBezTo>
                  <a:cubicBezTo>
                    <a:pt x="0" y="23517"/>
                    <a:pt x="3679" y="23709"/>
                    <a:pt x="4043" y="23709"/>
                  </a:cubicBezTo>
                  <a:cubicBezTo>
                    <a:pt x="4062" y="23709"/>
                    <a:pt x="4072" y="23709"/>
                    <a:pt x="4072" y="23709"/>
                  </a:cubicBezTo>
                  <a:cubicBezTo>
                    <a:pt x="4072" y="23709"/>
                    <a:pt x="9027" y="22797"/>
                    <a:pt x="10486" y="21490"/>
                  </a:cubicBezTo>
                  <a:cubicBezTo>
                    <a:pt x="11914" y="20153"/>
                    <a:pt x="12157" y="19241"/>
                    <a:pt x="12279" y="17782"/>
                  </a:cubicBezTo>
                  <a:cubicBezTo>
                    <a:pt x="12370" y="16961"/>
                    <a:pt x="12370" y="15046"/>
                    <a:pt x="12340" y="13648"/>
                  </a:cubicBezTo>
                  <a:lnTo>
                    <a:pt x="12340" y="13648"/>
                  </a:lnTo>
                  <a:cubicBezTo>
                    <a:pt x="12492" y="14043"/>
                    <a:pt x="12583" y="14317"/>
                    <a:pt x="12583" y="14317"/>
                  </a:cubicBezTo>
                  <a:cubicBezTo>
                    <a:pt x="12887" y="13739"/>
                    <a:pt x="13404" y="13283"/>
                    <a:pt x="14042" y="13101"/>
                  </a:cubicBezTo>
                  <a:cubicBezTo>
                    <a:pt x="14276" y="13034"/>
                    <a:pt x="14518" y="13000"/>
                    <a:pt x="14759" y="13000"/>
                  </a:cubicBezTo>
                  <a:cubicBezTo>
                    <a:pt x="15176" y="13000"/>
                    <a:pt x="15591" y="13102"/>
                    <a:pt x="15957" y="13314"/>
                  </a:cubicBezTo>
                  <a:cubicBezTo>
                    <a:pt x="15957" y="13314"/>
                    <a:pt x="18662" y="10426"/>
                    <a:pt x="17720" y="6931"/>
                  </a:cubicBezTo>
                  <a:cubicBezTo>
                    <a:pt x="16778" y="3465"/>
                    <a:pt x="14315" y="0"/>
                    <a:pt x="9604" y="0"/>
                  </a:cubicBezTo>
                  <a:close/>
                </a:path>
              </a:pathLst>
            </a:custGeom>
            <a:solidFill>
              <a:schemeClr val="dk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7049458" y="2299989"/>
              <a:ext cx="47757" cy="59218"/>
            </a:xfrm>
            <a:custGeom>
              <a:rect b="b" l="l" r="r" t="t"/>
              <a:pathLst>
                <a:path extrusionOk="0" fill="none" h="4712" w="3800">
                  <a:moveTo>
                    <a:pt x="3800" y="0"/>
                  </a:moveTo>
                  <a:lnTo>
                    <a:pt x="2918" y="2553"/>
                  </a:lnTo>
                  <a:cubicBezTo>
                    <a:pt x="2918" y="2553"/>
                    <a:pt x="0" y="4286"/>
                    <a:pt x="639" y="4499"/>
                  </a:cubicBezTo>
                  <a:cubicBezTo>
                    <a:pt x="1246" y="4712"/>
                    <a:pt x="3283" y="4104"/>
                    <a:pt x="3283" y="4104"/>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7056710" y="2383638"/>
              <a:ext cx="43949" cy="19115"/>
            </a:xfrm>
            <a:custGeom>
              <a:rect b="b" l="l" r="r" t="t"/>
              <a:pathLst>
                <a:path extrusionOk="0" fill="none" h="1521" w="3497">
                  <a:moveTo>
                    <a:pt x="1" y="305"/>
                  </a:moveTo>
                  <a:cubicBezTo>
                    <a:pt x="1" y="305"/>
                    <a:pt x="1217" y="1521"/>
                    <a:pt x="3496" y="1"/>
                  </a:cubicBezTo>
                </a:path>
              </a:pathLst>
            </a:custGeom>
            <a:noFill/>
            <a:ln cap="rnd" cmpd="sng" w="98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7110197" y="2319431"/>
              <a:ext cx="12618" cy="16200"/>
            </a:xfrm>
            <a:custGeom>
              <a:rect b="b" l="l" r="r" t="t"/>
              <a:pathLst>
                <a:path extrusionOk="0" h="1289" w="1004">
                  <a:moveTo>
                    <a:pt x="598" y="1"/>
                  </a:moveTo>
                  <a:cubicBezTo>
                    <a:pt x="372" y="1"/>
                    <a:pt x="177" y="237"/>
                    <a:pt x="91" y="581"/>
                  </a:cubicBezTo>
                  <a:cubicBezTo>
                    <a:pt x="0" y="946"/>
                    <a:pt x="152" y="1250"/>
                    <a:pt x="395" y="1280"/>
                  </a:cubicBezTo>
                  <a:cubicBezTo>
                    <a:pt x="415" y="1286"/>
                    <a:pt x="436" y="1289"/>
                    <a:pt x="456" y="1289"/>
                  </a:cubicBezTo>
                  <a:cubicBezTo>
                    <a:pt x="653" y="1289"/>
                    <a:pt x="860" y="1036"/>
                    <a:pt x="942" y="733"/>
                  </a:cubicBezTo>
                  <a:cubicBezTo>
                    <a:pt x="1003" y="368"/>
                    <a:pt x="882" y="34"/>
                    <a:pt x="638" y="3"/>
                  </a:cubicBezTo>
                  <a:cubicBezTo>
                    <a:pt x="625" y="2"/>
                    <a:pt x="611" y="1"/>
                    <a:pt x="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7065117" y="2313247"/>
              <a:ext cx="12241" cy="16200"/>
            </a:xfrm>
            <a:custGeom>
              <a:rect b="b" l="l" r="r" t="t"/>
              <a:pathLst>
                <a:path extrusionOk="0" h="1289" w="974">
                  <a:moveTo>
                    <a:pt x="547" y="1"/>
                  </a:moveTo>
                  <a:cubicBezTo>
                    <a:pt x="351" y="1"/>
                    <a:pt x="147" y="253"/>
                    <a:pt x="92" y="556"/>
                  </a:cubicBezTo>
                  <a:cubicBezTo>
                    <a:pt x="0" y="921"/>
                    <a:pt x="152" y="1225"/>
                    <a:pt x="365" y="1286"/>
                  </a:cubicBezTo>
                  <a:cubicBezTo>
                    <a:pt x="379" y="1287"/>
                    <a:pt x="393" y="1288"/>
                    <a:pt x="406" y="1288"/>
                  </a:cubicBezTo>
                  <a:cubicBezTo>
                    <a:pt x="635" y="1288"/>
                    <a:pt x="855" y="1052"/>
                    <a:pt x="912" y="708"/>
                  </a:cubicBezTo>
                  <a:cubicBezTo>
                    <a:pt x="973" y="374"/>
                    <a:pt x="851" y="39"/>
                    <a:pt x="608" y="9"/>
                  </a:cubicBezTo>
                  <a:cubicBezTo>
                    <a:pt x="588" y="3"/>
                    <a:pt x="568" y="1"/>
                    <a:pt x="5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7066261" y="2291958"/>
              <a:ext cx="23313" cy="3456"/>
            </a:xfrm>
            <a:custGeom>
              <a:rect b="b" l="l" r="r" t="t"/>
              <a:pathLst>
                <a:path extrusionOk="0" fill="none" h="275" w="1855">
                  <a:moveTo>
                    <a:pt x="1" y="274"/>
                  </a:moveTo>
                  <a:cubicBezTo>
                    <a:pt x="578" y="1"/>
                    <a:pt x="1277" y="1"/>
                    <a:pt x="1855" y="274"/>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7114771" y="2298078"/>
              <a:ext cx="26379" cy="11851"/>
            </a:xfrm>
            <a:custGeom>
              <a:rect b="b" l="l" r="r" t="t"/>
              <a:pathLst>
                <a:path extrusionOk="0" fill="none" h="943" w="2099">
                  <a:moveTo>
                    <a:pt x="1" y="31"/>
                  </a:moveTo>
                  <a:cubicBezTo>
                    <a:pt x="791" y="0"/>
                    <a:pt x="1581" y="335"/>
                    <a:pt x="2098" y="943"/>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7104076" y="2434825"/>
              <a:ext cx="94746" cy="120723"/>
            </a:xfrm>
            <a:custGeom>
              <a:rect b="b" l="l" r="r" t="t"/>
              <a:pathLst>
                <a:path extrusionOk="0" h="9606" w="7539">
                  <a:moveTo>
                    <a:pt x="5563" y="1"/>
                  </a:moveTo>
                  <a:lnTo>
                    <a:pt x="214" y="5229"/>
                  </a:lnTo>
                  <a:lnTo>
                    <a:pt x="1" y="6536"/>
                  </a:lnTo>
                  <a:lnTo>
                    <a:pt x="913" y="9606"/>
                  </a:lnTo>
                  <a:lnTo>
                    <a:pt x="7539" y="2828"/>
                  </a:lnTo>
                  <a:lnTo>
                    <a:pt x="5563" y="1"/>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6849673" y="2876787"/>
              <a:ext cx="61505" cy="26618"/>
            </a:xfrm>
            <a:custGeom>
              <a:rect b="b" l="l" r="r" t="t"/>
              <a:pathLst>
                <a:path extrusionOk="0" h="2118" w="4894">
                  <a:moveTo>
                    <a:pt x="1703" y="1"/>
                  </a:moveTo>
                  <a:cubicBezTo>
                    <a:pt x="1074" y="1"/>
                    <a:pt x="2402" y="974"/>
                    <a:pt x="2402" y="974"/>
                  </a:cubicBezTo>
                  <a:cubicBezTo>
                    <a:pt x="2402" y="974"/>
                    <a:pt x="1484" y="627"/>
                    <a:pt x="836" y="627"/>
                  </a:cubicBezTo>
                  <a:cubicBezTo>
                    <a:pt x="767" y="627"/>
                    <a:pt x="700" y="631"/>
                    <a:pt x="639" y="640"/>
                  </a:cubicBezTo>
                  <a:cubicBezTo>
                    <a:pt x="0" y="761"/>
                    <a:pt x="1429" y="1521"/>
                    <a:pt x="1429" y="1521"/>
                  </a:cubicBezTo>
                  <a:cubicBezTo>
                    <a:pt x="1429" y="1521"/>
                    <a:pt x="2158" y="1886"/>
                    <a:pt x="2584" y="2038"/>
                  </a:cubicBezTo>
                  <a:cubicBezTo>
                    <a:pt x="2743" y="2095"/>
                    <a:pt x="2817" y="2118"/>
                    <a:pt x="2882" y="2118"/>
                  </a:cubicBezTo>
                  <a:cubicBezTo>
                    <a:pt x="2992" y="2118"/>
                    <a:pt x="3077" y="2053"/>
                    <a:pt x="3496" y="1977"/>
                  </a:cubicBezTo>
                  <a:cubicBezTo>
                    <a:pt x="4134" y="1886"/>
                    <a:pt x="4894" y="974"/>
                    <a:pt x="4894" y="974"/>
                  </a:cubicBezTo>
                  <a:cubicBezTo>
                    <a:pt x="4620" y="670"/>
                    <a:pt x="4256" y="427"/>
                    <a:pt x="3860" y="275"/>
                  </a:cubicBezTo>
                  <a:cubicBezTo>
                    <a:pt x="3769" y="239"/>
                    <a:pt x="3696" y="224"/>
                    <a:pt x="3638" y="224"/>
                  </a:cubicBezTo>
                  <a:cubicBezTo>
                    <a:pt x="3250" y="224"/>
                    <a:pt x="3526" y="913"/>
                    <a:pt x="3526" y="913"/>
                  </a:cubicBezTo>
                  <a:cubicBezTo>
                    <a:pt x="3526" y="913"/>
                    <a:pt x="2432" y="62"/>
                    <a:pt x="1733" y="2"/>
                  </a:cubicBezTo>
                  <a:cubicBezTo>
                    <a:pt x="1722" y="1"/>
                    <a:pt x="1712" y="1"/>
                    <a:pt x="1703" y="1"/>
                  </a:cubicBezTo>
                  <a:close/>
                </a:path>
              </a:pathLst>
            </a:custGeom>
            <a:solidFill>
              <a:srgbClr val="FFFFFF"/>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6848529" y="2835930"/>
              <a:ext cx="146688" cy="79087"/>
            </a:xfrm>
            <a:custGeom>
              <a:rect b="b" l="l" r="r" t="t"/>
              <a:pathLst>
                <a:path extrusionOk="0" h="6293" w="11672">
                  <a:moveTo>
                    <a:pt x="11277" y="0"/>
                  </a:moveTo>
                  <a:cubicBezTo>
                    <a:pt x="11277" y="0"/>
                    <a:pt x="7629" y="0"/>
                    <a:pt x="7113" y="426"/>
                  </a:cubicBezTo>
                  <a:cubicBezTo>
                    <a:pt x="6596" y="882"/>
                    <a:pt x="5836" y="2006"/>
                    <a:pt x="5593" y="2189"/>
                  </a:cubicBezTo>
                  <a:cubicBezTo>
                    <a:pt x="5319" y="2371"/>
                    <a:pt x="2432" y="2462"/>
                    <a:pt x="2493" y="3070"/>
                  </a:cubicBezTo>
                  <a:cubicBezTo>
                    <a:pt x="2584" y="3678"/>
                    <a:pt x="4316" y="3769"/>
                    <a:pt x="4316" y="3769"/>
                  </a:cubicBezTo>
                  <a:lnTo>
                    <a:pt x="3070" y="5076"/>
                  </a:lnTo>
                  <a:cubicBezTo>
                    <a:pt x="3070" y="5076"/>
                    <a:pt x="1422" y="4484"/>
                    <a:pt x="612" y="4484"/>
                  </a:cubicBezTo>
                  <a:cubicBezTo>
                    <a:pt x="384" y="4484"/>
                    <a:pt x="222" y="4531"/>
                    <a:pt x="182" y="4651"/>
                  </a:cubicBezTo>
                  <a:cubicBezTo>
                    <a:pt x="0" y="5167"/>
                    <a:pt x="3040" y="6292"/>
                    <a:pt x="3739" y="6292"/>
                  </a:cubicBezTo>
                  <a:cubicBezTo>
                    <a:pt x="4438" y="6292"/>
                    <a:pt x="5836" y="5867"/>
                    <a:pt x="6110" y="5593"/>
                  </a:cubicBezTo>
                  <a:cubicBezTo>
                    <a:pt x="6383" y="5350"/>
                    <a:pt x="9271" y="2736"/>
                    <a:pt x="9271" y="2736"/>
                  </a:cubicBezTo>
                  <a:cubicBezTo>
                    <a:pt x="9296" y="2792"/>
                    <a:pt x="9405" y="2816"/>
                    <a:pt x="9564" y="2816"/>
                  </a:cubicBezTo>
                  <a:cubicBezTo>
                    <a:pt x="10173" y="2816"/>
                    <a:pt x="11508" y="2460"/>
                    <a:pt x="11581" y="2219"/>
                  </a:cubicBezTo>
                  <a:cubicBezTo>
                    <a:pt x="11672" y="1915"/>
                    <a:pt x="11277" y="0"/>
                    <a:pt x="11277"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7"/>
            <p:cNvSpPr/>
            <p:nvPr/>
          </p:nvSpPr>
          <p:spPr>
            <a:xfrm>
              <a:off x="6902770" y="2871068"/>
              <a:ext cx="45846" cy="13384"/>
            </a:xfrm>
            <a:custGeom>
              <a:rect b="b" l="l" r="r" t="t"/>
              <a:pathLst>
                <a:path extrusionOk="0" fill="none" h="1065" w="3648">
                  <a:moveTo>
                    <a:pt x="0" y="973"/>
                  </a:moveTo>
                  <a:cubicBezTo>
                    <a:pt x="730" y="1034"/>
                    <a:pt x="1490" y="1064"/>
                    <a:pt x="2250" y="1004"/>
                  </a:cubicBezTo>
                  <a:cubicBezTo>
                    <a:pt x="2888" y="912"/>
                    <a:pt x="3648" y="1"/>
                    <a:pt x="3648" y="1"/>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7"/>
            <p:cNvSpPr/>
            <p:nvPr/>
          </p:nvSpPr>
          <p:spPr>
            <a:xfrm>
              <a:off x="6990240" y="2496331"/>
              <a:ext cx="323575" cy="378948"/>
            </a:xfrm>
            <a:custGeom>
              <a:rect b="b" l="l" r="r" t="t"/>
              <a:pathLst>
                <a:path extrusionOk="0" h="30153" w="25747">
                  <a:moveTo>
                    <a:pt x="19971" y="1"/>
                  </a:moveTo>
                  <a:lnTo>
                    <a:pt x="17813" y="6566"/>
                  </a:lnTo>
                  <a:lnTo>
                    <a:pt x="14287" y="20852"/>
                  </a:lnTo>
                  <a:lnTo>
                    <a:pt x="1" y="27022"/>
                  </a:lnTo>
                  <a:lnTo>
                    <a:pt x="396" y="30153"/>
                  </a:lnTo>
                  <a:cubicBezTo>
                    <a:pt x="396" y="30153"/>
                    <a:pt x="12645" y="28755"/>
                    <a:pt x="15655" y="27995"/>
                  </a:cubicBezTo>
                  <a:cubicBezTo>
                    <a:pt x="18633" y="27265"/>
                    <a:pt x="22342" y="25168"/>
                    <a:pt x="22828" y="23527"/>
                  </a:cubicBezTo>
                  <a:cubicBezTo>
                    <a:pt x="23314" y="21885"/>
                    <a:pt x="25746" y="4408"/>
                    <a:pt x="25685" y="3071"/>
                  </a:cubicBezTo>
                  <a:cubicBezTo>
                    <a:pt x="25655" y="1733"/>
                    <a:pt x="25503" y="1581"/>
                    <a:pt x="24925" y="1216"/>
                  </a:cubicBezTo>
                  <a:cubicBezTo>
                    <a:pt x="24378" y="821"/>
                    <a:pt x="19971" y="1"/>
                    <a:pt x="199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7"/>
            <p:cNvSpPr/>
            <p:nvPr/>
          </p:nvSpPr>
          <p:spPr>
            <a:xfrm>
              <a:off x="6990240" y="2496331"/>
              <a:ext cx="323575" cy="378948"/>
            </a:xfrm>
            <a:custGeom>
              <a:rect b="b" l="l" r="r" t="t"/>
              <a:pathLst>
                <a:path extrusionOk="0" fill="none" h="30153" w="25747">
                  <a:moveTo>
                    <a:pt x="17813" y="6566"/>
                  </a:moveTo>
                  <a:lnTo>
                    <a:pt x="14287" y="20852"/>
                  </a:lnTo>
                  <a:lnTo>
                    <a:pt x="1" y="27022"/>
                  </a:lnTo>
                  <a:lnTo>
                    <a:pt x="396" y="30153"/>
                  </a:lnTo>
                  <a:cubicBezTo>
                    <a:pt x="396" y="30153"/>
                    <a:pt x="12645" y="28755"/>
                    <a:pt x="15655" y="27995"/>
                  </a:cubicBezTo>
                  <a:cubicBezTo>
                    <a:pt x="18633" y="27265"/>
                    <a:pt x="22342" y="25168"/>
                    <a:pt x="22828" y="23527"/>
                  </a:cubicBezTo>
                  <a:cubicBezTo>
                    <a:pt x="23314" y="21885"/>
                    <a:pt x="25746" y="4408"/>
                    <a:pt x="25685" y="3071"/>
                  </a:cubicBezTo>
                  <a:cubicBezTo>
                    <a:pt x="25655" y="1733"/>
                    <a:pt x="25503" y="1581"/>
                    <a:pt x="24925" y="1216"/>
                  </a:cubicBezTo>
                  <a:cubicBezTo>
                    <a:pt x="24378" y="821"/>
                    <a:pt x="19971" y="1"/>
                    <a:pt x="19971" y="1"/>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7"/>
            <p:cNvSpPr/>
            <p:nvPr/>
          </p:nvSpPr>
          <p:spPr>
            <a:xfrm>
              <a:off x="7017750" y="2825612"/>
              <a:ext cx="6510" cy="40128"/>
            </a:xfrm>
            <a:custGeom>
              <a:rect b="b" l="l" r="r" t="t"/>
              <a:pathLst>
                <a:path extrusionOk="0" fill="none" h="3193" w="518">
                  <a:moveTo>
                    <a:pt x="0" y="1"/>
                  </a:moveTo>
                  <a:lnTo>
                    <a:pt x="517" y="3192"/>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6814911" y="2814540"/>
              <a:ext cx="29043" cy="36685"/>
            </a:xfrm>
            <a:custGeom>
              <a:rect b="b" l="l" r="r" t="t"/>
              <a:pathLst>
                <a:path extrusionOk="0" fill="none" h="2919" w="2311">
                  <a:moveTo>
                    <a:pt x="0" y="0"/>
                  </a:moveTo>
                  <a:cubicBezTo>
                    <a:pt x="1368" y="213"/>
                    <a:pt x="2310" y="1520"/>
                    <a:pt x="2098" y="2918"/>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6667456" y="2820258"/>
              <a:ext cx="155862" cy="104687"/>
            </a:xfrm>
            <a:custGeom>
              <a:rect b="b" l="l" r="r" t="t"/>
              <a:pathLst>
                <a:path extrusionOk="0" fill="none" h="8330" w="12402">
                  <a:moveTo>
                    <a:pt x="10305" y="427"/>
                  </a:moveTo>
                  <a:lnTo>
                    <a:pt x="8299" y="1399"/>
                  </a:lnTo>
                  <a:cubicBezTo>
                    <a:pt x="7751" y="1247"/>
                    <a:pt x="7204" y="1126"/>
                    <a:pt x="6627" y="1065"/>
                  </a:cubicBezTo>
                  <a:cubicBezTo>
                    <a:pt x="6292" y="1065"/>
                    <a:pt x="5836" y="1490"/>
                    <a:pt x="4803" y="1065"/>
                  </a:cubicBezTo>
                  <a:cubicBezTo>
                    <a:pt x="3739" y="609"/>
                    <a:pt x="2888" y="1"/>
                    <a:pt x="2858" y="791"/>
                  </a:cubicBezTo>
                  <a:cubicBezTo>
                    <a:pt x="2827" y="1460"/>
                    <a:pt x="3253" y="2098"/>
                    <a:pt x="3891" y="2372"/>
                  </a:cubicBezTo>
                  <a:cubicBezTo>
                    <a:pt x="4408" y="2554"/>
                    <a:pt x="5016" y="2797"/>
                    <a:pt x="5016" y="2797"/>
                  </a:cubicBezTo>
                  <a:lnTo>
                    <a:pt x="1703" y="6141"/>
                  </a:lnTo>
                  <a:cubicBezTo>
                    <a:pt x="1703" y="6141"/>
                    <a:pt x="0" y="7782"/>
                    <a:pt x="426" y="8056"/>
                  </a:cubicBezTo>
                  <a:cubicBezTo>
                    <a:pt x="852" y="8329"/>
                    <a:pt x="4742" y="7448"/>
                    <a:pt x="5381" y="7266"/>
                  </a:cubicBezTo>
                  <a:cubicBezTo>
                    <a:pt x="6019" y="7083"/>
                    <a:pt x="9514" y="5685"/>
                    <a:pt x="10061" y="4986"/>
                  </a:cubicBezTo>
                  <a:cubicBezTo>
                    <a:pt x="10609" y="4287"/>
                    <a:pt x="10882" y="3861"/>
                    <a:pt x="10882" y="3861"/>
                  </a:cubicBezTo>
                  <a:lnTo>
                    <a:pt x="12402" y="3405"/>
                  </a:lnTo>
                  <a:cubicBezTo>
                    <a:pt x="12402" y="3405"/>
                    <a:pt x="12007" y="1217"/>
                    <a:pt x="10305" y="427"/>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6690757" y="2867637"/>
              <a:ext cx="87872" cy="43936"/>
            </a:xfrm>
            <a:custGeom>
              <a:rect b="b" l="l" r="r" t="t"/>
              <a:pathLst>
                <a:path extrusionOk="0" fill="none" h="3496" w="6992">
                  <a:moveTo>
                    <a:pt x="6992" y="274"/>
                  </a:moveTo>
                  <a:cubicBezTo>
                    <a:pt x="6992" y="274"/>
                    <a:pt x="5259" y="0"/>
                    <a:pt x="4530" y="334"/>
                  </a:cubicBezTo>
                  <a:cubicBezTo>
                    <a:pt x="3830" y="699"/>
                    <a:pt x="2827" y="2280"/>
                    <a:pt x="2827" y="2280"/>
                  </a:cubicBezTo>
                  <a:cubicBezTo>
                    <a:pt x="2827" y="2280"/>
                    <a:pt x="548" y="2979"/>
                    <a:pt x="1" y="3496"/>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6126928" y="2953964"/>
              <a:ext cx="124544" cy="46613"/>
            </a:xfrm>
            <a:custGeom>
              <a:rect b="b" l="l" r="r" t="t"/>
              <a:pathLst>
                <a:path extrusionOk="0" h="3709" w="9910">
                  <a:moveTo>
                    <a:pt x="1" y="0"/>
                  </a:moveTo>
                  <a:lnTo>
                    <a:pt x="1" y="3709"/>
                  </a:lnTo>
                  <a:lnTo>
                    <a:pt x="9910" y="3709"/>
                  </a:lnTo>
                  <a:lnTo>
                    <a:pt x="9910" y="0"/>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7"/>
            <p:cNvSpPr/>
            <p:nvPr/>
          </p:nvSpPr>
          <p:spPr>
            <a:xfrm>
              <a:off x="5928676" y="2599083"/>
              <a:ext cx="521049" cy="376284"/>
            </a:xfrm>
            <a:custGeom>
              <a:rect b="b" l="l" r="r" t="t"/>
              <a:pathLst>
                <a:path extrusionOk="0" h="29941" w="41460">
                  <a:moveTo>
                    <a:pt x="1581" y="1"/>
                  </a:moveTo>
                  <a:cubicBezTo>
                    <a:pt x="699" y="1"/>
                    <a:pt x="0" y="700"/>
                    <a:pt x="0" y="1582"/>
                  </a:cubicBezTo>
                  <a:lnTo>
                    <a:pt x="0" y="28390"/>
                  </a:lnTo>
                  <a:cubicBezTo>
                    <a:pt x="0" y="29242"/>
                    <a:pt x="699" y="29941"/>
                    <a:pt x="1581" y="29941"/>
                  </a:cubicBezTo>
                  <a:lnTo>
                    <a:pt x="39879" y="29941"/>
                  </a:lnTo>
                  <a:cubicBezTo>
                    <a:pt x="40761" y="29941"/>
                    <a:pt x="41460" y="29242"/>
                    <a:pt x="41460" y="28390"/>
                  </a:cubicBezTo>
                  <a:lnTo>
                    <a:pt x="41460" y="1582"/>
                  </a:lnTo>
                  <a:cubicBezTo>
                    <a:pt x="41460" y="700"/>
                    <a:pt x="40761" y="1"/>
                    <a:pt x="39879" y="1"/>
                  </a:cubicBezTo>
                  <a:close/>
                </a:path>
              </a:pathLst>
            </a:custGeom>
            <a:solidFill>
              <a:schemeClr val="accent2"/>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7"/>
            <p:cNvSpPr/>
            <p:nvPr/>
          </p:nvSpPr>
          <p:spPr>
            <a:xfrm>
              <a:off x="5928676" y="2915004"/>
              <a:ext cx="521049" cy="60362"/>
            </a:xfrm>
            <a:custGeom>
              <a:rect b="b" l="l" r="r" t="t"/>
              <a:pathLst>
                <a:path extrusionOk="0" h="4803" w="41460">
                  <a:moveTo>
                    <a:pt x="0" y="0"/>
                  </a:moveTo>
                  <a:lnTo>
                    <a:pt x="0" y="3252"/>
                  </a:lnTo>
                  <a:cubicBezTo>
                    <a:pt x="0" y="4104"/>
                    <a:pt x="699" y="4803"/>
                    <a:pt x="1581" y="4803"/>
                  </a:cubicBezTo>
                  <a:lnTo>
                    <a:pt x="39879" y="4803"/>
                  </a:lnTo>
                  <a:cubicBezTo>
                    <a:pt x="40761" y="4803"/>
                    <a:pt x="41460" y="4104"/>
                    <a:pt x="41460" y="3252"/>
                  </a:cubicBezTo>
                  <a:lnTo>
                    <a:pt x="41460" y="0"/>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6479899" y="2600880"/>
              <a:ext cx="324706" cy="738265"/>
            </a:xfrm>
            <a:custGeom>
              <a:rect b="b" l="l" r="r" t="t"/>
              <a:pathLst>
                <a:path extrusionOk="0" h="58744" w="25837">
                  <a:moveTo>
                    <a:pt x="24392" y="0"/>
                  </a:moveTo>
                  <a:cubicBezTo>
                    <a:pt x="24308" y="0"/>
                    <a:pt x="24256" y="10"/>
                    <a:pt x="24256" y="10"/>
                  </a:cubicBezTo>
                  <a:lnTo>
                    <a:pt x="11520" y="132"/>
                  </a:lnTo>
                  <a:cubicBezTo>
                    <a:pt x="11520" y="132"/>
                    <a:pt x="11458" y="122"/>
                    <a:pt x="11363" y="122"/>
                  </a:cubicBezTo>
                  <a:cubicBezTo>
                    <a:pt x="11114" y="122"/>
                    <a:pt x="10641" y="186"/>
                    <a:pt x="10487" y="648"/>
                  </a:cubicBezTo>
                  <a:cubicBezTo>
                    <a:pt x="10487" y="648"/>
                    <a:pt x="8268" y="6211"/>
                    <a:pt x="8177" y="8217"/>
                  </a:cubicBezTo>
                  <a:cubicBezTo>
                    <a:pt x="8055" y="10192"/>
                    <a:pt x="8572" y="9888"/>
                    <a:pt x="7751" y="12533"/>
                  </a:cubicBezTo>
                  <a:cubicBezTo>
                    <a:pt x="6900" y="15147"/>
                    <a:pt x="4499" y="21348"/>
                    <a:pt x="3131" y="26393"/>
                  </a:cubicBezTo>
                  <a:cubicBezTo>
                    <a:pt x="1277" y="33172"/>
                    <a:pt x="790" y="40375"/>
                    <a:pt x="699" y="47366"/>
                  </a:cubicBezTo>
                  <a:cubicBezTo>
                    <a:pt x="669" y="48491"/>
                    <a:pt x="0" y="58157"/>
                    <a:pt x="1733" y="58157"/>
                  </a:cubicBezTo>
                  <a:cubicBezTo>
                    <a:pt x="2575" y="58157"/>
                    <a:pt x="7385" y="58744"/>
                    <a:pt x="11338" y="58744"/>
                  </a:cubicBezTo>
                  <a:cubicBezTo>
                    <a:pt x="14235" y="58744"/>
                    <a:pt x="16671" y="58429"/>
                    <a:pt x="16748" y="57336"/>
                  </a:cubicBezTo>
                  <a:cubicBezTo>
                    <a:pt x="17387" y="47062"/>
                    <a:pt x="15532" y="37032"/>
                    <a:pt x="19089" y="27032"/>
                  </a:cubicBezTo>
                  <a:cubicBezTo>
                    <a:pt x="20487" y="23141"/>
                    <a:pt x="22067" y="19038"/>
                    <a:pt x="23253" y="14965"/>
                  </a:cubicBezTo>
                  <a:cubicBezTo>
                    <a:pt x="24408" y="10892"/>
                    <a:pt x="24621" y="6697"/>
                    <a:pt x="25411" y="2533"/>
                  </a:cubicBezTo>
                  <a:cubicBezTo>
                    <a:pt x="25836" y="206"/>
                    <a:pt x="24779" y="0"/>
                    <a:pt x="24392" y="0"/>
                  </a:cubicBezTo>
                  <a:close/>
                </a:path>
              </a:pathLst>
            </a:custGeom>
            <a:solidFill>
              <a:schemeClr val="dk1"/>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6582274" y="2600867"/>
              <a:ext cx="218134" cy="177177"/>
            </a:xfrm>
            <a:custGeom>
              <a:rect b="b" l="l" r="r" t="t"/>
              <a:pathLst>
                <a:path extrusionOk="0" h="14098" w="17357">
                  <a:moveTo>
                    <a:pt x="16250" y="0"/>
                  </a:moveTo>
                  <a:cubicBezTo>
                    <a:pt x="16164" y="0"/>
                    <a:pt x="16110" y="11"/>
                    <a:pt x="16110" y="11"/>
                  </a:cubicBezTo>
                  <a:lnTo>
                    <a:pt x="3374" y="133"/>
                  </a:lnTo>
                  <a:cubicBezTo>
                    <a:pt x="3374" y="133"/>
                    <a:pt x="3312" y="123"/>
                    <a:pt x="3217" y="123"/>
                  </a:cubicBezTo>
                  <a:cubicBezTo>
                    <a:pt x="2968" y="123"/>
                    <a:pt x="2495" y="187"/>
                    <a:pt x="2341" y="649"/>
                  </a:cubicBezTo>
                  <a:cubicBezTo>
                    <a:pt x="2341" y="649"/>
                    <a:pt x="122" y="6212"/>
                    <a:pt x="31" y="8218"/>
                  </a:cubicBezTo>
                  <a:cubicBezTo>
                    <a:pt x="0" y="8734"/>
                    <a:pt x="0" y="9282"/>
                    <a:pt x="61" y="9798"/>
                  </a:cubicBezTo>
                  <a:lnTo>
                    <a:pt x="335" y="10193"/>
                  </a:lnTo>
                  <a:cubicBezTo>
                    <a:pt x="335" y="10193"/>
                    <a:pt x="760" y="13902"/>
                    <a:pt x="5806" y="14084"/>
                  </a:cubicBezTo>
                  <a:cubicBezTo>
                    <a:pt x="6024" y="14093"/>
                    <a:pt x="6237" y="14098"/>
                    <a:pt x="6447" y="14098"/>
                  </a:cubicBezTo>
                  <a:cubicBezTo>
                    <a:pt x="11092" y="14098"/>
                    <a:pt x="13724" y="11892"/>
                    <a:pt x="14742" y="9798"/>
                  </a:cubicBezTo>
                  <a:cubicBezTo>
                    <a:pt x="15806" y="7579"/>
                    <a:pt x="16201" y="3993"/>
                    <a:pt x="17052" y="1895"/>
                  </a:cubicBezTo>
                  <a:cubicBezTo>
                    <a:pt x="17143" y="1683"/>
                    <a:pt x="17235" y="1470"/>
                    <a:pt x="17356" y="1288"/>
                  </a:cubicBezTo>
                  <a:cubicBezTo>
                    <a:pt x="17238" y="129"/>
                    <a:pt x="16550" y="0"/>
                    <a:pt x="16250" y="0"/>
                  </a:cubicBezTo>
                  <a:close/>
                </a:path>
              </a:pathLst>
            </a:custGeom>
            <a:solidFill>
              <a:schemeClr val="accent3"/>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6668600" y="2601759"/>
              <a:ext cx="134472" cy="731542"/>
            </a:xfrm>
            <a:custGeom>
              <a:rect b="b" l="l" r="r" t="t"/>
              <a:pathLst>
                <a:path extrusionOk="0" h="58209" w="10700">
                  <a:moveTo>
                    <a:pt x="9758" y="1"/>
                  </a:moveTo>
                  <a:lnTo>
                    <a:pt x="9758" y="31"/>
                  </a:lnTo>
                  <a:cubicBezTo>
                    <a:pt x="8785" y="1672"/>
                    <a:pt x="8056" y="3466"/>
                    <a:pt x="7539" y="5320"/>
                  </a:cubicBezTo>
                  <a:cubicBezTo>
                    <a:pt x="6688" y="8390"/>
                    <a:pt x="7174" y="9241"/>
                    <a:pt x="6323" y="14530"/>
                  </a:cubicBezTo>
                  <a:cubicBezTo>
                    <a:pt x="5472" y="19819"/>
                    <a:pt x="2402" y="25776"/>
                    <a:pt x="1217" y="31247"/>
                  </a:cubicBezTo>
                  <a:cubicBezTo>
                    <a:pt x="1" y="36688"/>
                    <a:pt x="517" y="55959"/>
                    <a:pt x="700" y="56840"/>
                  </a:cubicBezTo>
                  <a:cubicBezTo>
                    <a:pt x="761" y="57266"/>
                    <a:pt x="791" y="57722"/>
                    <a:pt x="791" y="58208"/>
                  </a:cubicBezTo>
                  <a:cubicBezTo>
                    <a:pt x="1338" y="57995"/>
                    <a:pt x="1703" y="57692"/>
                    <a:pt x="1733" y="57296"/>
                  </a:cubicBezTo>
                  <a:cubicBezTo>
                    <a:pt x="2372" y="46992"/>
                    <a:pt x="517" y="36962"/>
                    <a:pt x="4074" y="26962"/>
                  </a:cubicBezTo>
                  <a:cubicBezTo>
                    <a:pt x="5472" y="23071"/>
                    <a:pt x="7052" y="18968"/>
                    <a:pt x="8238" y="14925"/>
                  </a:cubicBezTo>
                  <a:cubicBezTo>
                    <a:pt x="9393" y="10852"/>
                    <a:pt x="9606" y="6627"/>
                    <a:pt x="10396" y="2463"/>
                  </a:cubicBezTo>
                  <a:cubicBezTo>
                    <a:pt x="10700" y="730"/>
                    <a:pt x="10214" y="183"/>
                    <a:pt x="9758" y="1"/>
                  </a:cubicBezTo>
                  <a:close/>
                </a:path>
              </a:pathLst>
            </a:custGeom>
            <a:solidFill>
              <a:schemeClr val="accent3"/>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6227393" y="3399368"/>
              <a:ext cx="422117" cy="338556"/>
            </a:xfrm>
            <a:custGeom>
              <a:rect b="b" l="l" r="r" t="t"/>
              <a:pathLst>
                <a:path extrusionOk="0" h="26939" w="33588">
                  <a:moveTo>
                    <a:pt x="13375" y="1"/>
                  </a:moveTo>
                  <a:lnTo>
                    <a:pt x="13375" y="7508"/>
                  </a:lnTo>
                  <a:lnTo>
                    <a:pt x="15077" y="7508"/>
                  </a:lnTo>
                  <a:lnTo>
                    <a:pt x="15077" y="19575"/>
                  </a:lnTo>
                  <a:lnTo>
                    <a:pt x="1" y="24378"/>
                  </a:lnTo>
                  <a:lnTo>
                    <a:pt x="1" y="25594"/>
                  </a:lnTo>
                  <a:cubicBezTo>
                    <a:pt x="1" y="26490"/>
                    <a:pt x="677" y="26939"/>
                    <a:pt x="1353" y="26939"/>
                  </a:cubicBezTo>
                  <a:cubicBezTo>
                    <a:pt x="2030" y="26939"/>
                    <a:pt x="2706" y="26490"/>
                    <a:pt x="2706" y="25594"/>
                  </a:cubicBezTo>
                  <a:lnTo>
                    <a:pt x="2706" y="25411"/>
                  </a:lnTo>
                  <a:lnTo>
                    <a:pt x="15350" y="23952"/>
                  </a:lnTo>
                  <a:lnTo>
                    <a:pt x="15350" y="25746"/>
                  </a:lnTo>
                  <a:cubicBezTo>
                    <a:pt x="15381" y="26506"/>
                    <a:pt x="15951" y="26886"/>
                    <a:pt x="16525" y="26886"/>
                  </a:cubicBezTo>
                  <a:cubicBezTo>
                    <a:pt x="17098" y="26886"/>
                    <a:pt x="17676" y="26506"/>
                    <a:pt x="17721" y="25746"/>
                  </a:cubicBezTo>
                  <a:lnTo>
                    <a:pt x="17721" y="23892"/>
                  </a:lnTo>
                  <a:lnTo>
                    <a:pt x="30852" y="25411"/>
                  </a:lnTo>
                  <a:lnTo>
                    <a:pt x="30852" y="25563"/>
                  </a:lnTo>
                  <a:cubicBezTo>
                    <a:pt x="30852" y="26475"/>
                    <a:pt x="31536" y="26931"/>
                    <a:pt x="32220" y="26931"/>
                  </a:cubicBezTo>
                  <a:cubicBezTo>
                    <a:pt x="32904" y="26931"/>
                    <a:pt x="33588" y="26475"/>
                    <a:pt x="33588" y="25563"/>
                  </a:cubicBezTo>
                  <a:lnTo>
                    <a:pt x="33588" y="24378"/>
                  </a:lnTo>
                  <a:lnTo>
                    <a:pt x="18086" y="19454"/>
                  </a:lnTo>
                  <a:lnTo>
                    <a:pt x="17995" y="19393"/>
                  </a:lnTo>
                  <a:lnTo>
                    <a:pt x="17995" y="7508"/>
                  </a:lnTo>
                  <a:lnTo>
                    <a:pt x="19697" y="7508"/>
                  </a:lnTo>
                  <a:lnTo>
                    <a:pt x="19697" y="1"/>
                  </a:lnTo>
                  <a:close/>
                </a:path>
              </a:pathLst>
            </a:custGeom>
            <a:solidFill>
              <a:schemeClr val="dk1"/>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6187667" y="3307311"/>
              <a:ext cx="514564" cy="109639"/>
            </a:xfrm>
            <a:custGeom>
              <a:rect b="b" l="l" r="r" t="t"/>
              <a:pathLst>
                <a:path extrusionOk="0" h="8724" w="40944">
                  <a:moveTo>
                    <a:pt x="1520" y="0"/>
                  </a:moveTo>
                  <a:cubicBezTo>
                    <a:pt x="700" y="0"/>
                    <a:pt x="0" y="699"/>
                    <a:pt x="0" y="1520"/>
                  </a:cubicBezTo>
                  <a:lnTo>
                    <a:pt x="0" y="7204"/>
                  </a:lnTo>
                  <a:cubicBezTo>
                    <a:pt x="0" y="8025"/>
                    <a:pt x="700" y="8724"/>
                    <a:pt x="1520" y="8724"/>
                  </a:cubicBezTo>
                  <a:lnTo>
                    <a:pt x="39424" y="8724"/>
                  </a:lnTo>
                  <a:cubicBezTo>
                    <a:pt x="40275" y="8724"/>
                    <a:pt x="40944" y="8025"/>
                    <a:pt x="40944" y="7204"/>
                  </a:cubicBezTo>
                  <a:lnTo>
                    <a:pt x="40944" y="1520"/>
                  </a:lnTo>
                  <a:cubicBezTo>
                    <a:pt x="40944" y="699"/>
                    <a:pt x="40275" y="0"/>
                    <a:pt x="39424" y="0"/>
                  </a:cubicBezTo>
                  <a:close/>
                </a:path>
              </a:pathLst>
            </a:custGeom>
            <a:solidFill>
              <a:schemeClr val="dk1"/>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5943568" y="3107526"/>
              <a:ext cx="53877" cy="623046"/>
            </a:xfrm>
            <a:custGeom>
              <a:rect b="b" l="l" r="r" t="t"/>
              <a:pathLst>
                <a:path extrusionOk="0" h="49576" w="4287">
                  <a:moveTo>
                    <a:pt x="1" y="0"/>
                  </a:moveTo>
                  <a:lnTo>
                    <a:pt x="1095" y="49576"/>
                  </a:lnTo>
                  <a:lnTo>
                    <a:pt x="2797" y="49576"/>
                  </a:lnTo>
                  <a:lnTo>
                    <a:pt x="4286" y="0"/>
                  </a:lnTo>
                  <a:close/>
                </a:path>
              </a:pathLst>
            </a:custGeom>
            <a:solidFill>
              <a:schemeClr val="dk1"/>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7000181" y="3107526"/>
              <a:ext cx="53864" cy="623046"/>
            </a:xfrm>
            <a:custGeom>
              <a:rect b="b" l="l" r="r" t="t"/>
              <a:pathLst>
                <a:path extrusionOk="0" h="49576" w="4286">
                  <a:moveTo>
                    <a:pt x="0" y="0"/>
                  </a:moveTo>
                  <a:lnTo>
                    <a:pt x="1094" y="49576"/>
                  </a:lnTo>
                  <a:lnTo>
                    <a:pt x="2797" y="49576"/>
                  </a:lnTo>
                  <a:lnTo>
                    <a:pt x="4286" y="0"/>
                  </a:lnTo>
                  <a:close/>
                </a:path>
              </a:pathLst>
            </a:custGeom>
            <a:solidFill>
              <a:schemeClr val="dk1"/>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5833552" y="3010882"/>
              <a:ext cx="1363750" cy="741470"/>
            </a:xfrm>
            <a:custGeom>
              <a:rect b="b" l="l" r="r" t="t"/>
              <a:pathLst>
                <a:path extrusionOk="0" h="58999" w="108514">
                  <a:moveTo>
                    <a:pt x="1" y="0"/>
                  </a:moveTo>
                  <a:lnTo>
                    <a:pt x="1460" y="58998"/>
                  </a:lnTo>
                  <a:lnTo>
                    <a:pt x="3223" y="58998"/>
                  </a:lnTo>
                  <a:lnTo>
                    <a:pt x="4682" y="10092"/>
                  </a:lnTo>
                  <a:lnTo>
                    <a:pt x="103984" y="10092"/>
                  </a:lnTo>
                  <a:lnTo>
                    <a:pt x="105261" y="58998"/>
                  </a:lnTo>
                  <a:lnTo>
                    <a:pt x="107936" y="58998"/>
                  </a:lnTo>
                  <a:lnTo>
                    <a:pt x="108513" y="0"/>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7"/>
            <p:cNvSpPr/>
            <p:nvPr/>
          </p:nvSpPr>
          <p:spPr>
            <a:xfrm>
              <a:off x="5834319" y="3028828"/>
              <a:ext cx="1361839" cy="20648"/>
            </a:xfrm>
            <a:custGeom>
              <a:rect b="b" l="l" r="r" t="t"/>
              <a:pathLst>
                <a:path extrusionOk="0" h="1643" w="108362">
                  <a:moveTo>
                    <a:pt x="0" y="1"/>
                  </a:moveTo>
                  <a:lnTo>
                    <a:pt x="0" y="1642"/>
                  </a:lnTo>
                  <a:lnTo>
                    <a:pt x="108361" y="1642"/>
                  </a:lnTo>
                  <a:lnTo>
                    <a:pt x="108361" y="1"/>
                  </a:lnTo>
                  <a:close/>
                </a:path>
              </a:pathLst>
            </a:custGeom>
            <a:solidFill>
              <a:schemeClr val="dk1"/>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5804899" y="2998654"/>
              <a:ext cx="1401955" cy="32487"/>
            </a:xfrm>
            <a:custGeom>
              <a:rect b="b" l="l" r="r" t="t"/>
              <a:pathLst>
                <a:path extrusionOk="0" h="2585" w="111554">
                  <a:moveTo>
                    <a:pt x="1" y="1"/>
                  </a:moveTo>
                  <a:lnTo>
                    <a:pt x="1" y="2584"/>
                  </a:lnTo>
                  <a:lnTo>
                    <a:pt x="111553" y="2584"/>
                  </a:lnTo>
                  <a:lnTo>
                    <a:pt x="111553" y="1"/>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5681134" y="2994833"/>
              <a:ext cx="51590" cy="117670"/>
            </a:xfrm>
            <a:custGeom>
              <a:rect b="b" l="l" r="r" t="t"/>
              <a:pathLst>
                <a:path extrusionOk="0" h="9363" w="4105">
                  <a:moveTo>
                    <a:pt x="2706" y="1"/>
                  </a:moveTo>
                  <a:lnTo>
                    <a:pt x="1" y="426"/>
                  </a:lnTo>
                  <a:lnTo>
                    <a:pt x="92" y="9363"/>
                  </a:lnTo>
                  <a:cubicBezTo>
                    <a:pt x="92" y="9363"/>
                    <a:pt x="3284" y="7934"/>
                    <a:pt x="3679" y="7235"/>
                  </a:cubicBezTo>
                  <a:cubicBezTo>
                    <a:pt x="4104" y="6536"/>
                    <a:pt x="3800" y="5533"/>
                    <a:pt x="3496" y="4834"/>
                  </a:cubicBezTo>
                  <a:cubicBezTo>
                    <a:pt x="3192" y="4135"/>
                    <a:pt x="2858" y="1855"/>
                    <a:pt x="2858" y="1855"/>
                  </a:cubicBezTo>
                  <a:lnTo>
                    <a:pt x="2706" y="1"/>
                  </a:lnTo>
                  <a:close/>
                </a:path>
              </a:pathLst>
            </a:custGeom>
            <a:solidFill>
              <a:srgbClr val="A16134"/>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7"/>
            <p:cNvSpPr/>
            <p:nvPr/>
          </p:nvSpPr>
          <p:spPr>
            <a:xfrm>
              <a:off x="5685344" y="3044500"/>
              <a:ext cx="21779" cy="55775"/>
            </a:xfrm>
            <a:custGeom>
              <a:rect b="b" l="l" r="r" t="t"/>
              <a:pathLst>
                <a:path extrusionOk="0" fill="none" h="4438" w="1733">
                  <a:moveTo>
                    <a:pt x="1733" y="0"/>
                  </a:moveTo>
                  <a:cubicBezTo>
                    <a:pt x="1733" y="0"/>
                    <a:pt x="1642" y="973"/>
                    <a:pt x="1429" y="2067"/>
                  </a:cubicBezTo>
                  <a:cubicBezTo>
                    <a:pt x="1246" y="3161"/>
                    <a:pt x="1216" y="4438"/>
                    <a:pt x="0" y="4347"/>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a:off x="5654403" y="2522685"/>
              <a:ext cx="63039" cy="484012"/>
            </a:xfrm>
            <a:custGeom>
              <a:rect b="b" l="l" r="r" t="t"/>
              <a:pathLst>
                <a:path extrusionOk="0" h="38513" w="5016">
                  <a:moveTo>
                    <a:pt x="1611" y="1"/>
                  </a:moveTo>
                  <a:lnTo>
                    <a:pt x="0" y="23740"/>
                  </a:lnTo>
                  <a:lnTo>
                    <a:pt x="1702" y="38512"/>
                  </a:lnTo>
                  <a:lnTo>
                    <a:pt x="5015" y="38390"/>
                  </a:lnTo>
                  <a:lnTo>
                    <a:pt x="3617" y="21855"/>
                  </a:lnTo>
                  <a:lnTo>
                    <a:pt x="1611" y="1"/>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7"/>
            <p:cNvSpPr/>
            <p:nvPr/>
          </p:nvSpPr>
          <p:spPr>
            <a:xfrm>
              <a:off x="5380884" y="2845858"/>
              <a:ext cx="308293" cy="892393"/>
            </a:xfrm>
            <a:custGeom>
              <a:rect b="b" l="l" r="r" t="t"/>
              <a:pathLst>
                <a:path extrusionOk="0" h="71008" w="24531">
                  <a:moveTo>
                    <a:pt x="2068" y="1"/>
                  </a:moveTo>
                  <a:cubicBezTo>
                    <a:pt x="2068" y="1"/>
                    <a:pt x="1095" y="8511"/>
                    <a:pt x="1308" y="9606"/>
                  </a:cubicBezTo>
                  <a:cubicBezTo>
                    <a:pt x="1521" y="10700"/>
                    <a:pt x="2189" y="35290"/>
                    <a:pt x="2189" y="35290"/>
                  </a:cubicBezTo>
                  <a:cubicBezTo>
                    <a:pt x="2189" y="35290"/>
                    <a:pt x="730" y="43922"/>
                    <a:pt x="761" y="45503"/>
                  </a:cubicBezTo>
                  <a:cubicBezTo>
                    <a:pt x="821" y="47083"/>
                    <a:pt x="1308" y="64470"/>
                    <a:pt x="1308" y="64470"/>
                  </a:cubicBezTo>
                  <a:cubicBezTo>
                    <a:pt x="1308" y="64470"/>
                    <a:pt x="305" y="67752"/>
                    <a:pt x="153" y="68482"/>
                  </a:cubicBezTo>
                  <a:cubicBezTo>
                    <a:pt x="1" y="69211"/>
                    <a:pt x="183" y="70305"/>
                    <a:pt x="669" y="70549"/>
                  </a:cubicBezTo>
                  <a:cubicBezTo>
                    <a:pt x="1053" y="70740"/>
                    <a:pt x="3082" y="71008"/>
                    <a:pt x="4593" y="71008"/>
                  </a:cubicBezTo>
                  <a:cubicBezTo>
                    <a:pt x="4998" y="71008"/>
                    <a:pt x="5365" y="70989"/>
                    <a:pt x="5654" y="70944"/>
                  </a:cubicBezTo>
                  <a:cubicBezTo>
                    <a:pt x="6992" y="70701"/>
                    <a:pt x="8572" y="70457"/>
                    <a:pt x="8907" y="68755"/>
                  </a:cubicBezTo>
                  <a:cubicBezTo>
                    <a:pt x="9211" y="67053"/>
                    <a:pt x="8238" y="64621"/>
                    <a:pt x="8390" y="63892"/>
                  </a:cubicBezTo>
                  <a:cubicBezTo>
                    <a:pt x="8572" y="62919"/>
                    <a:pt x="8694" y="61947"/>
                    <a:pt x="8755" y="60974"/>
                  </a:cubicBezTo>
                  <a:lnTo>
                    <a:pt x="8816" y="59393"/>
                  </a:lnTo>
                  <a:cubicBezTo>
                    <a:pt x="8816" y="59393"/>
                    <a:pt x="11338" y="43314"/>
                    <a:pt x="11338" y="42828"/>
                  </a:cubicBezTo>
                  <a:cubicBezTo>
                    <a:pt x="11369" y="42342"/>
                    <a:pt x="12858" y="27145"/>
                    <a:pt x="12858" y="27144"/>
                  </a:cubicBezTo>
                  <a:lnTo>
                    <a:pt x="12858" y="27144"/>
                  </a:lnTo>
                  <a:cubicBezTo>
                    <a:pt x="12858" y="27145"/>
                    <a:pt x="12706" y="48542"/>
                    <a:pt x="12554" y="51947"/>
                  </a:cubicBezTo>
                  <a:cubicBezTo>
                    <a:pt x="12402" y="55351"/>
                    <a:pt x="11885" y="59120"/>
                    <a:pt x="11855" y="59606"/>
                  </a:cubicBezTo>
                  <a:cubicBezTo>
                    <a:pt x="11855" y="60123"/>
                    <a:pt x="11338" y="66080"/>
                    <a:pt x="11460" y="66567"/>
                  </a:cubicBezTo>
                  <a:cubicBezTo>
                    <a:pt x="11551" y="67023"/>
                    <a:pt x="12402" y="67418"/>
                    <a:pt x="13101" y="67539"/>
                  </a:cubicBezTo>
                  <a:cubicBezTo>
                    <a:pt x="13344" y="67580"/>
                    <a:pt x="13723" y="67594"/>
                    <a:pt x="14133" y="67594"/>
                  </a:cubicBezTo>
                  <a:cubicBezTo>
                    <a:pt x="14952" y="67594"/>
                    <a:pt x="15898" y="67539"/>
                    <a:pt x="16141" y="67539"/>
                  </a:cubicBezTo>
                  <a:cubicBezTo>
                    <a:pt x="16506" y="67539"/>
                    <a:pt x="19150" y="68147"/>
                    <a:pt x="20883" y="68147"/>
                  </a:cubicBezTo>
                  <a:cubicBezTo>
                    <a:pt x="22585" y="68147"/>
                    <a:pt x="24530" y="67904"/>
                    <a:pt x="24196" y="66810"/>
                  </a:cubicBezTo>
                  <a:cubicBezTo>
                    <a:pt x="23892" y="65716"/>
                    <a:pt x="21126" y="64621"/>
                    <a:pt x="20305" y="64135"/>
                  </a:cubicBezTo>
                  <a:cubicBezTo>
                    <a:pt x="19484" y="63679"/>
                    <a:pt x="18390" y="60731"/>
                    <a:pt x="18390" y="60731"/>
                  </a:cubicBezTo>
                  <a:cubicBezTo>
                    <a:pt x="18390" y="60731"/>
                    <a:pt x="19211" y="58421"/>
                    <a:pt x="19272" y="57205"/>
                  </a:cubicBezTo>
                  <a:cubicBezTo>
                    <a:pt x="19302" y="55989"/>
                    <a:pt x="22980" y="38086"/>
                    <a:pt x="23557" y="33101"/>
                  </a:cubicBezTo>
                  <a:cubicBezTo>
                    <a:pt x="24135" y="28116"/>
                    <a:pt x="23618" y="5381"/>
                    <a:pt x="23618" y="5381"/>
                  </a:cubicBezTo>
                  <a:lnTo>
                    <a:pt x="24105" y="122"/>
                  </a:lnTo>
                  <a:lnTo>
                    <a:pt x="24105" y="122"/>
                  </a:lnTo>
                  <a:cubicBezTo>
                    <a:pt x="24104" y="122"/>
                    <a:pt x="17917" y="1276"/>
                    <a:pt x="11491" y="1276"/>
                  </a:cubicBezTo>
                  <a:cubicBezTo>
                    <a:pt x="8132" y="1276"/>
                    <a:pt x="4708" y="960"/>
                    <a:pt x="2068" y="1"/>
                  </a:cubicBezTo>
                  <a:close/>
                </a:path>
              </a:pathLst>
            </a:custGeom>
            <a:solidFill>
              <a:schemeClr val="dk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7"/>
            <p:cNvSpPr/>
            <p:nvPr/>
          </p:nvSpPr>
          <p:spPr>
            <a:xfrm>
              <a:off x="5270868" y="2434071"/>
              <a:ext cx="419830" cy="597446"/>
            </a:xfrm>
            <a:custGeom>
              <a:rect b="b" l="l" r="r" t="t"/>
              <a:pathLst>
                <a:path extrusionOk="0" h="47539" w="33406">
                  <a:moveTo>
                    <a:pt x="17422" y="0"/>
                  </a:moveTo>
                  <a:cubicBezTo>
                    <a:pt x="16387" y="0"/>
                    <a:pt x="15362" y="149"/>
                    <a:pt x="14560" y="578"/>
                  </a:cubicBezTo>
                  <a:cubicBezTo>
                    <a:pt x="14560" y="578"/>
                    <a:pt x="9788" y="4468"/>
                    <a:pt x="7600" y="5654"/>
                  </a:cubicBezTo>
                  <a:cubicBezTo>
                    <a:pt x="5381" y="6839"/>
                    <a:pt x="2888" y="8450"/>
                    <a:pt x="2888" y="8450"/>
                  </a:cubicBezTo>
                  <a:cubicBezTo>
                    <a:pt x="2888" y="8450"/>
                    <a:pt x="1" y="32888"/>
                    <a:pt x="305" y="33800"/>
                  </a:cubicBezTo>
                  <a:cubicBezTo>
                    <a:pt x="609" y="34681"/>
                    <a:pt x="1794" y="47539"/>
                    <a:pt x="1794" y="47539"/>
                  </a:cubicBezTo>
                  <a:lnTo>
                    <a:pt x="6202" y="47387"/>
                  </a:lnTo>
                  <a:lnTo>
                    <a:pt x="7296" y="31703"/>
                  </a:lnTo>
                  <a:lnTo>
                    <a:pt x="9575" y="24104"/>
                  </a:lnTo>
                  <a:lnTo>
                    <a:pt x="9879" y="33101"/>
                  </a:lnTo>
                  <a:cubicBezTo>
                    <a:pt x="9879" y="33101"/>
                    <a:pt x="9667" y="34377"/>
                    <a:pt x="10761" y="34894"/>
                  </a:cubicBezTo>
                  <a:cubicBezTo>
                    <a:pt x="11704" y="35313"/>
                    <a:pt x="18974" y="36049"/>
                    <a:pt x="24019" y="36049"/>
                  </a:cubicBezTo>
                  <a:cubicBezTo>
                    <a:pt x="24825" y="36049"/>
                    <a:pt x="25575" y="36030"/>
                    <a:pt x="26232" y="35988"/>
                  </a:cubicBezTo>
                  <a:cubicBezTo>
                    <a:pt x="31035" y="35684"/>
                    <a:pt x="32524" y="33891"/>
                    <a:pt x="32737" y="32888"/>
                  </a:cubicBezTo>
                  <a:cubicBezTo>
                    <a:pt x="32919" y="31885"/>
                    <a:pt x="33223" y="14377"/>
                    <a:pt x="33314" y="12462"/>
                  </a:cubicBezTo>
                  <a:cubicBezTo>
                    <a:pt x="33406" y="10578"/>
                    <a:pt x="32433" y="5623"/>
                    <a:pt x="30062" y="2857"/>
                  </a:cubicBezTo>
                  <a:cubicBezTo>
                    <a:pt x="29424" y="2097"/>
                    <a:pt x="22159" y="760"/>
                    <a:pt x="22159" y="760"/>
                  </a:cubicBezTo>
                  <a:cubicBezTo>
                    <a:pt x="22159" y="760"/>
                    <a:pt x="19763" y="0"/>
                    <a:pt x="17422" y="0"/>
                  </a:cubicBez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a:off x="5532536" y="2459659"/>
              <a:ext cx="87872" cy="406559"/>
            </a:xfrm>
            <a:custGeom>
              <a:rect b="b" l="l" r="r" t="t"/>
              <a:pathLst>
                <a:path extrusionOk="0" h="32350" w="6992">
                  <a:moveTo>
                    <a:pt x="943" y="1"/>
                  </a:moveTo>
                  <a:lnTo>
                    <a:pt x="1" y="3192"/>
                  </a:lnTo>
                  <a:lnTo>
                    <a:pt x="2706" y="6870"/>
                  </a:lnTo>
                  <a:lnTo>
                    <a:pt x="1733" y="29120"/>
                  </a:lnTo>
                  <a:cubicBezTo>
                    <a:pt x="1733" y="29120"/>
                    <a:pt x="3800" y="31825"/>
                    <a:pt x="4135" y="32311"/>
                  </a:cubicBezTo>
                  <a:cubicBezTo>
                    <a:pt x="4151" y="32337"/>
                    <a:pt x="4174" y="32350"/>
                    <a:pt x="4202" y="32350"/>
                  </a:cubicBezTo>
                  <a:cubicBezTo>
                    <a:pt x="4705" y="32350"/>
                    <a:pt x="6992" y="28512"/>
                    <a:pt x="6992" y="28512"/>
                  </a:cubicBezTo>
                  <a:lnTo>
                    <a:pt x="3952" y="7174"/>
                  </a:lnTo>
                  <a:lnTo>
                    <a:pt x="5229" y="3344"/>
                  </a:lnTo>
                  <a:lnTo>
                    <a:pt x="4499" y="1125"/>
                  </a:lnTo>
                  <a:lnTo>
                    <a:pt x="943" y="1"/>
                  </a:lnTo>
                  <a:close/>
                </a:path>
              </a:pathLst>
            </a:custGeom>
            <a:solidFill>
              <a:schemeClr val="dk2"/>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7"/>
            <p:cNvSpPr/>
            <p:nvPr/>
          </p:nvSpPr>
          <p:spPr>
            <a:xfrm>
              <a:off x="5561567" y="2598328"/>
              <a:ext cx="33631" cy="62272"/>
            </a:xfrm>
            <a:custGeom>
              <a:rect b="b" l="l" r="r" t="t"/>
              <a:pathLst>
                <a:path extrusionOk="0" h="4955" w="2676">
                  <a:moveTo>
                    <a:pt x="2220" y="0"/>
                  </a:moveTo>
                  <a:lnTo>
                    <a:pt x="153" y="1307"/>
                  </a:lnTo>
                  <a:lnTo>
                    <a:pt x="1" y="4955"/>
                  </a:lnTo>
                  <a:lnTo>
                    <a:pt x="1" y="4955"/>
                  </a:lnTo>
                  <a:lnTo>
                    <a:pt x="2676" y="3252"/>
                  </a:lnTo>
                  <a:lnTo>
                    <a:pt x="22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7"/>
            <p:cNvSpPr/>
            <p:nvPr/>
          </p:nvSpPr>
          <p:spPr>
            <a:xfrm>
              <a:off x="5552028" y="2496708"/>
              <a:ext cx="46223" cy="65715"/>
            </a:xfrm>
            <a:custGeom>
              <a:rect b="b" l="l" r="r" t="t"/>
              <a:pathLst>
                <a:path extrusionOk="0" h="5229" w="3678">
                  <a:moveTo>
                    <a:pt x="3556" y="1"/>
                  </a:moveTo>
                  <a:lnTo>
                    <a:pt x="0" y="2372"/>
                  </a:lnTo>
                  <a:lnTo>
                    <a:pt x="1155" y="3922"/>
                  </a:lnTo>
                  <a:lnTo>
                    <a:pt x="1094" y="5229"/>
                  </a:lnTo>
                  <a:lnTo>
                    <a:pt x="1094" y="5229"/>
                  </a:lnTo>
                  <a:lnTo>
                    <a:pt x="2432" y="4348"/>
                  </a:lnTo>
                  <a:lnTo>
                    <a:pt x="2432" y="4226"/>
                  </a:lnTo>
                  <a:lnTo>
                    <a:pt x="3678" y="396"/>
                  </a:lnTo>
                  <a:lnTo>
                    <a:pt x="35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5554315" y="2785509"/>
              <a:ext cx="66092" cy="63039"/>
            </a:xfrm>
            <a:custGeom>
              <a:rect b="b" l="l" r="r" t="t"/>
              <a:pathLst>
                <a:path extrusionOk="0" h="5016" w="5259">
                  <a:moveTo>
                    <a:pt x="4894" y="0"/>
                  </a:moveTo>
                  <a:lnTo>
                    <a:pt x="31" y="2371"/>
                  </a:lnTo>
                  <a:lnTo>
                    <a:pt x="0" y="3192"/>
                  </a:lnTo>
                  <a:cubicBezTo>
                    <a:pt x="0" y="3192"/>
                    <a:pt x="700" y="4134"/>
                    <a:pt x="1368" y="5015"/>
                  </a:cubicBezTo>
                  <a:lnTo>
                    <a:pt x="4773" y="3374"/>
                  </a:lnTo>
                  <a:cubicBezTo>
                    <a:pt x="5076" y="2888"/>
                    <a:pt x="5259" y="2584"/>
                    <a:pt x="5259" y="2584"/>
                  </a:cubicBezTo>
                  <a:lnTo>
                    <a:pt x="48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7"/>
            <p:cNvSpPr/>
            <p:nvPr/>
          </p:nvSpPr>
          <p:spPr>
            <a:xfrm>
              <a:off x="5556992" y="2690008"/>
              <a:ext cx="51200" cy="74877"/>
            </a:xfrm>
            <a:custGeom>
              <a:rect b="b" l="l" r="r" t="t"/>
              <a:pathLst>
                <a:path extrusionOk="0" h="5958" w="4074">
                  <a:moveTo>
                    <a:pt x="3617" y="0"/>
                  </a:moveTo>
                  <a:lnTo>
                    <a:pt x="152" y="2280"/>
                  </a:lnTo>
                  <a:lnTo>
                    <a:pt x="0" y="5958"/>
                  </a:lnTo>
                  <a:lnTo>
                    <a:pt x="4073" y="3252"/>
                  </a:lnTo>
                  <a:lnTo>
                    <a:pt x="36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7"/>
            <p:cNvSpPr/>
            <p:nvPr/>
          </p:nvSpPr>
          <p:spPr>
            <a:xfrm>
              <a:off x="5391202" y="2634234"/>
              <a:ext cx="46613" cy="102764"/>
            </a:xfrm>
            <a:custGeom>
              <a:rect b="b" l="l" r="r" t="t"/>
              <a:pathLst>
                <a:path extrusionOk="0" fill="none" h="8177" w="3709">
                  <a:moveTo>
                    <a:pt x="0" y="8177"/>
                  </a:moveTo>
                  <a:lnTo>
                    <a:pt x="3709" y="0"/>
                  </a:lnTo>
                </a:path>
              </a:pathLst>
            </a:custGeom>
            <a:noFill/>
            <a:ln cap="rnd" cmpd="sng" w="98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7"/>
            <p:cNvSpPr/>
            <p:nvPr/>
          </p:nvSpPr>
          <p:spPr>
            <a:xfrm>
              <a:off x="5566154" y="2424520"/>
              <a:ext cx="33631" cy="92070"/>
            </a:xfrm>
            <a:custGeom>
              <a:rect b="b" l="l" r="r" t="t"/>
              <a:pathLst>
                <a:path extrusionOk="0" h="7326" w="2676">
                  <a:moveTo>
                    <a:pt x="1" y="0"/>
                  </a:moveTo>
                  <a:lnTo>
                    <a:pt x="669" y="7326"/>
                  </a:lnTo>
                  <a:lnTo>
                    <a:pt x="2675" y="1338"/>
                  </a:lnTo>
                  <a:lnTo>
                    <a:pt x="1" y="0"/>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5589454" y="2441323"/>
              <a:ext cx="43949" cy="40882"/>
            </a:xfrm>
            <a:custGeom>
              <a:rect b="b" l="l" r="r" t="t"/>
              <a:pathLst>
                <a:path extrusionOk="0" h="3253" w="3497">
                  <a:moveTo>
                    <a:pt x="821" y="1"/>
                  </a:moveTo>
                  <a:lnTo>
                    <a:pt x="1" y="2584"/>
                  </a:lnTo>
                  <a:lnTo>
                    <a:pt x="3496" y="3253"/>
                  </a:lnTo>
                  <a:lnTo>
                    <a:pt x="3496" y="3253"/>
                  </a:lnTo>
                  <a:lnTo>
                    <a:pt x="821" y="1"/>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7"/>
            <p:cNvSpPr/>
            <p:nvPr/>
          </p:nvSpPr>
          <p:spPr>
            <a:xfrm>
              <a:off x="5393489" y="2183664"/>
              <a:ext cx="207062" cy="332926"/>
            </a:xfrm>
            <a:custGeom>
              <a:rect b="b" l="l" r="r" t="t"/>
              <a:pathLst>
                <a:path extrusionOk="0" h="26491" w="16476">
                  <a:moveTo>
                    <a:pt x="8277" y="0"/>
                  </a:moveTo>
                  <a:cubicBezTo>
                    <a:pt x="6060" y="0"/>
                    <a:pt x="3724" y="636"/>
                    <a:pt x="2463" y="2113"/>
                  </a:cubicBezTo>
                  <a:cubicBezTo>
                    <a:pt x="1" y="5031"/>
                    <a:pt x="1885" y="7372"/>
                    <a:pt x="1885" y="7372"/>
                  </a:cubicBezTo>
                  <a:lnTo>
                    <a:pt x="5563" y="17159"/>
                  </a:lnTo>
                  <a:lnTo>
                    <a:pt x="12311" y="23573"/>
                  </a:lnTo>
                  <a:lnTo>
                    <a:pt x="14378" y="26491"/>
                  </a:lnTo>
                  <a:lnTo>
                    <a:pt x="13466" y="17645"/>
                  </a:lnTo>
                  <a:cubicBezTo>
                    <a:pt x="14104" y="17524"/>
                    <a:pt x="14712" y="17372"/>
                    <a:pt x="15320" y="17129"/>
                  </a:cubicBezTo>
                  <a:cubicBezTo>
                    <a:pt x="15807" y="16886"/>
                    <a:pt x="15807" y="15882"/>
                    <a:pt x="16141" y="13633"/>
                  </a:cubicBezTo>
                  <a:cubicBezTo>
                    <a:pt x="16475" y="11384"/>
                    <a:pt x="16202" y="9955"/>
                    <a:pt x="15229" y="7706"/>
                  </a:cubicBezTo>
                  <a:cubicBezTo>
                    <a:pt x="14226" y="5457"/>
                    <a:pt x="13314" y="1627"/>
                    <a:pt x="13314" y="1627"/>
                  </a:cubicBezTo>
                  <a:cubicBezTo>
                    <a:pt x="12488" y="606"/>
                    <a:pt x="10439" y="0"/>
                    <a:pt x="8277" y="0"/>
                  </a:cubicBezTo>
                  <a:close/>
                </a:path>
              </a:pathLst>
            </a:custGeom>
            <a:solidFill>
              <a:srgbClr val="A16134"/>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a:off x="5377453" y="2139791"/>
              <a:ext cx="221188" cy="173582"/>
            </a:xfrm>
            <a:custGeom>
              <a:rect b="b" l="l" r="r" t="t"/>
              <a:pathLst>
                <a:path extrusionOk="0" h="13812" w="17600">
                  <a:moveTo>
                    <a:pt x="11575" y="1"/>
                  </a:moveTo>
                  <a:cubicBezTo>
                    <a:pt x="8255" y="1"/>
                    <a:pt x="3998" y="1081"/>
                    <a:pt x="2401" y="2777"/>
                  </a:cubicBezTo>
                  <a:cubicBezTo>
                    <a:pt x="0" y="5361"/>
                    <a:pt x="517" y="7458"/>
                    <a:pt x="1246" y="8857"/>
                  </a:cubicBezTo>
                  <a:cubicBezTo>
                    <a:pt x="1976" y="10255"/>
                    <a:pt x="3344" y="13629"/>
                    <a:pt x="3344" y="13629"/>
                  </a:cubicBezTo>
                  <a:lnTo>
                    <a:pt x="4073" y="13811"/>
                  </a:lnTo>
                  <a:lnTo>
                    <a:pt x="5259" y="13294"/>
                  </a:lnTo>
                  <a:cubicBezTo>
                    <a:pt x="4651" y="12778"/>
                    <a:pt x="4408" y="11987"/>
                    <a:pt x="4590" y="11197"/>
                  </a:cubicBezTo>
                  <a:cubicBezTo>
                    <a:pt x="4924" y="9951"/>
                    <a:pt x="8329" y="9191"/>
                    <a:pt x="7933" y="8218"/>
                  </a:cubicBezTo>
                  <a:cubicBezTo>
                    <a:pt x="7508" y="7215"/>
                    <a:pt x="3587" y="7033"/>
                    <a:pt x="6171" y="5878"/>
                  </a:cubicBezTo>
                  <a:cubicBezTo>
                    <a:pt x="6864" y="5559"/>
                    <a:pt x="7703" y="5441"/>
                    <a:pt x="8588" y="5441"/>
                  </a:cubicBezTo>
                  <a:cubicBezTo>
                    <a:pt x="10996" y="5441"/>
                    <a:pt x="13744" y="6322"/>
                    <a:pt x="14833" y="6455"/>
                  </a:cubicBezTo>
                  <a:cubicBezTo>
                    <a:pt x="14868" y="6459"/>
                    <a:pt x="14901" y="6461"/>
                    <a:pt x="14933" y="6461"/>
                  </a:cubicBezTo>
                  <a:cubicBezTo>
                    <a:pt x="16289" y="6461"/>
                    <a:pt x="14924" y="3355"/>
                    <a:pt x="14924" y="3355"/>
                  </a:cubicBezTo>
                  <a:cubicBezTo>
                    <a:pt x="14924" y="3355"/>
                    <a:pt x="17599" y="2869"/>
                    <a:pt x="15502" y="954"/>
                  </a:cubicBezTo>
                  <a:cubicBezTo>
                    <a:pt x="14792" y="296"/>
                    <a:pt x="13312" y="1"/>
                    <a:pt x="11575" y="1"/>
                  </a:cubicBezTo>
                  <a:close/>
                </a:path>
              </a:pathLst>
            </a:custGeom>
            <a:solidFill>
              <a:schemeClr val="dk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7"/>
            <p:cNvSpPr/>
            <p:nvPr/>
          </p:nvSpPr>
          <p:spPr>
            <a:xfrm>
              <a:off x="5399220" y="2305091"/>
              <a:ext cx="56931" cy="52708"/>
            </a:xfrm>
            <a:custGeom>
              <a:rect b="b" l="l" r="r" t="t"/>
              <a:pathLst>
                <a:path extrusionOk="0" h="4194" w="4530">
                  <a:moveTo>
                    <a:pt x="1543" y="0"/>
                  </a:moveTo>
                  <a:cubicBezTo>
                    <a:pt x="1326" y="0"/>
                    <a:pt x="1120" y="67"/>
                    <a:pt x="943" y="233"/>
                  </a:cubicBezTo>
                  <a:cubicBezTo>
                    <a:pt x="1" y="1053"/>
                    <a:pt x="1338" y="3151"/>
                    <a:pt x="2463" y="3910"/>
                  </a:cubicBezTo>
                  <a:cubicBezTo>
                    <a:pt x="2775" y="4119"/>
                    <a:pt x="3078" y="4193"/>
                    <a:pt x="3351" y="4193"/>
                  </a:cubicBezTo>
                  <a:cubicBezTo>
                    <a:pt x="4033" y="4193"/>
                    <a:pt x="4530" y="3728"/>
                    <a:pt x="4530" y="3728"/>
                  </a:cubicBezTo>
                  <a:lnTo>
                    <a:pt x="3527" y="1144"/>
                  </a:lnTo>
                  <a:cubicBezTo>
                    <a:pt x="3527" y="1144"/>
                    <a:pt x="2442" y="0"/>
                    <a:pt x="1543" y="0"/>
                  </a:cubicBezTo>
                  <a:close/>
                </a:path>
              </a:pathLst>
            </a:custGeom>
            <a:solidFill>
              <a:srgbClr val="A1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p:nvPr/>
          </p:nvSpPr>
          <p:spPr>
            <a:xfrm>
              <a:off x="5399220" y="2297312"/>
              <a:ext cx="56931" cy="66092"/>
            </a:xfrm>
            <a:custGeom>
              <a:rect b="b" l="l" r="r" t="t"/>
              <a:pathLst>
                <a:path extrusionOk="0" fill="none" h="5259" w="4530">
                  <a:moveTo>
                    <a:pt x="3527" y="1763"/>
                  </a:moveTo>
                  <a:cubicBezTo>
                    <a:pt x="3527" y="1763"/>
                    <a:pt x="1855" y="0"/>
                    <a:pt x="943" y="852"/>
                  </a:cubicBezTo>
                  <a:cubicBezTo>
                    <a:pt x="1" y="1672"/>
                    <a:pt x="1338" y="3770"/>
                    <a:pt x="2463" y="4529"/>
                  </a:cubicBezTo>
                  <a:cubicBezTo>
                    <a:pt x="3557" y="5259"/>
                    <a:pt x="4530" y="4347"/>
                    <a:pt x="4530" y="4347"/>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7"/>
            <p:cNvSpPr/>
            <p:nvPr/>
          </p:nvSpPr>
          <p:spPr>
            <a:xfrm>
              <a:off x="5541320" y="2235806"/>
              <a:ext cx="35164" cy="93226"/>
            </a:xfrm>
            <a:custGeom>
              <a:rect b="b" l="l" r="r" t="t"/>
              <a:pathLst>
                <a:path extrusionOk="0" fill="none" h="7418" w="2798">
                  <a:moveTo>
                    <a:pt x="1551" y="639"/>
                  </a:moveTo>
                  <a:cubicBezTo>
                    <a:pt x="1551" y="639"/>
                    <a:pt x="730" y="1"/>
                    <a:pt x="305" y="913"/>
                  </a:cubicBezTo>
                  <a:cubicBezTo>
                    <a:pt x="62" y="1521"/>
                    <a:pt x="1" y="2189"/>
                    <a:pt x="153" y="2828"/>
                  </a:cubicBezTo>
                  <a:lnTo>
                    <a:pt x="2797" y="6840"/>
                  </a:lnTo>
                  <a:lnTo>
                    <a:pt x="214" y="7417"/>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7"/>
            <p:cNvSpPr/>
            <p:nvPr/>
          </p:nvSpPr>
          <p:spPr>
            <a:xfrm>
              <a:off x="5511535" y="2340481"/>
              <a:ext cx="43936" cy="13761"/>
            </a:xfrm>
            <a:custGeom>
              <a:rect b="b" l="l" r="r" t="t"/>
              <a:pathLst>
                <a:path extrusionOk="0" fill="none" h="1095" w="3496">
                  <a:moveTo>
                    <a:pt x="3496" y="669"/>
                  </a:moveTo>
                  <a:cubicBezTo>
                    <a:pt x="2310" y="1094"/>
                    <a:pt x="973" y="821"/>
                    <a:pt x="0" y="0"/>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7"/>
            <p:cNvSpPr/>
            <p:nvPr/>
          </p:nvSpPr>
          <p:spPr>
            <a:xfrm>
              <a:off x="5476007" y="2243070"/>
              <a:ext cx="40882" cy="25223"/>
            </a:xfrm>
            <a:custGeom>
              <a:rect b="b" l="l" r="r" t="t"/>
              <a:pathLst>
                <a:path extrusionOk="0" fill="none" h="2007" w="3253">
                  <a:moveTo>
                    <a:pt x="3253" y="821"/>
                  </a:moveTo>
                  <a:cubicBezTo>
                    <a:pt x="3253" y="821"/>
                    <a:pt x="1095" y="0"/>
                    <a:pt x="0" y="2006"/>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5507325" y="2276688"/>
              <a:ext cx="13761" cy="21013"/>
            </a:xfrm>
            <a:custGeom>
              <a:rect b="b" l="l" r="r" t="t"/>
              <a:pathLst>
                <a:path extrusionOk="0" h="1672" w="1095">
                  <a:moveTo>
                    <a:pt x="548" y="0"/>
                  </a:moveTo>
                  <a:cubicBezTo>
                    <a:pt x="244" y="0"/>
                    <a:pt x="1" y="365"/>
                    <a:pt x="1" y="821"/>
                  </a:cubicBezTo>
                  <a:cubicBezTo>
                    <a:pt x="1" y="1277"/>
                    <a:pt x="244" y="1672"/>
                    <a:pt x="548" y="1672"/>
                  </a:cubicBezTo>
                  <a:cubicBezTo>
                    <a:pt x="852" y="1672"/>
                    <a:pt x="1095" y="1277"/>
                    <a:pt x="1095" y="821"/>
                  </a:cubicBezTo>
                  <a:cubicBezTo>
                    <a:pt x="1095" y="365"/>
                    <a:pt x="852" y="0"/>
                    <a:pt x="5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a:off x="5560046" y="2262927"/>
              <a:ext cx="13384" cy="21025"/>
            </a:xfrm>
            <a:custGeom>
              <a:rect b="b" l="l" r="r" t="t"/>
              <a:pathLst>
                <a:path extrusionOk="0" h="1673" w="1065">
                  <a:moveTo>
                    <a:pt x="517" y="1"/>
                  </a:moveTo>
                  <a:cubicBezTo>
                    <a:pt x="244" y="1"/>
                    <a:pt x="0" y="366"/>
                    <a:pt x="0" y="822"/>
                  </a:cubicBezTo>
                  <a:cubicBezTo>
                    <a:pt x="0" y="1277"/>
                    <a:pt x="244" y="1673"/>
                    <a:pt x="517" y="1673"/>
                  </a:cubicBezTo>
                  <a:cubicBezTo>
                    <a:pt x="821" y="1673"/>
                    <a:pt x="1064" y="1308"/>
                    <a:pt x="1064" y="822"/>
                  </a:cubicBezTo>
                  <a:cubicBezTo>
                    <a:pt x="1064" y="366"/>
                    <a:pt x="821" y="1"/>
                    <a:pt x="5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7"/>
            <p:cNvSpPr/>
            <p:nvPr/>
          </p:nvSpPr>
          <p:spPr>
            <a:xfrm>
              <a:off x="5514966" y="2401220"/>
              <a:ext cx="53500" cy="69146"/>
            </a:xfrm>
            <a:custGeom>
              <a:rect b="b" l="l" r="r" t="t"/>
              <a:pathLst>
                <a:path extrusionOk="0" h="5502" w="4257">
                  <a:moveTo>
                    <a:pt x="1" y="0"/>
                  </a:moveTo>
                  <a:lnTo>
                    <a:pt x="4256" y="5502"/>
                  </a:lnTo>
                  <a:lnTo>
                    <a:pt x="4256" y="5502"/>
                  </a:lnTo>
                  <a:lnTo>
                    <a:pt x="3831" y="334"/>
                  </a:lnTo>
                  <a:lnTo>
                    <a:pt x="1" y="0"/>
                  </a:lnTo>
                  <a:close/>
                </a:path>
              </a:pathLst>
            </a:custGeom>
            <a:solidFill>
              <a:schemeClr val="dk1"/>
            </a:solid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7"/>
            <p:cNvSpPr/>
            <p:nvPr/>
          </p:nvSpPr>
          <p:spPr>
            <a:xfrm>
              <a:off x="5441245" y="2399310"/>
              <a:ext cx="106975" cy="138293"/>
            </a:xfrm>
            <a:custGeom>
              <a:rect b="b" l="l" r="r" t="t"/>
              <a:pathLst>
                <a:path extrusionOk="0" h="11004" w="8512">
                  <a:moveTo>
                    <a:pt x="1763" y="0"/>
                  </a:moveTo>
                  <a:lnTo>
                    <a:pt x="0" y="3070"/>
                  </a:lnTo>
                  <a:lnTo>
                    <a:pt x="5532" y="11003"/>
                  </a:lnTo>
                  <a:lnTo>
                    <a:pt x="8511" y="6414"/>
                  </a:lnTo>
                  <a:lnTo>
                    <a:pt x="1763" y="0"/>
                  </a:lnTo>
                  <a:close/>
                </a:path>
              </a:pathLst>
            </a:custGeom>
            <a:solidFill>
              <a:schemeClr val="lt1"/>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7"/>
            <p:cNvSpPr/>
            <p:nvPr/>
          </p:nvSpPr>
          <p:spPr>
            <a:xfrm>
              <a:off x="5275078" y="3085369"/>
              <a:ext cx="112693" cy="68392"/>
            </a:xfrm>
            <a:custGeom>
              <a:rect b="b" l="l" r="r" t="t"/>
              <a:pathLst>
                <a:path extrusionOk="0" fill="none" h="5442" w="8967">
                  <a:moveTo>
                    <a:pt x="1642" y="1"/>
                  </a:moveTo>
                  <a:lnTo>
                    <a:pt x="7326" y="1"/>
                  </a:lnTo>
                  <a:cubicBezTo>
                    <a:pt x="8207" y="1"/>
                    <a:pt x="8967" y="730"/>
                    <a:pt x="8967" y="1642"/>
                  </a:cubicBezTo>
                  <a:lnTo>
                    <a:pt x="8967" y="5441"/>
                  </a:lnTo>
                  <a:lnTo>
                    <a:pt x="31" y="5441"/>
                  </a:lnTo>
                  <a:lnTo>
                    <a:pt x="31" y="1642"/>
                  </a:lnTo>
                  <a:cubicBezTo>
                    <a:pt x="0" y="730"/>
                    <a:pt x="760" y="1"/>
                    <a:pt x="1642" y="1"/>
                  </a:cubicBezTo>
                  <a:close/>
                </a:path>
              </a:pathLst>
            </a:custGeom>
            <a:solidFill>
              <a:schemeClr val="accent3"/>
            </a:solidFill>
            <a:ln cap="rnd" cmpd="sng" w="380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7"/>
            <p:cNvSpPr/>
            <p:nvPr/>
          </p:nvSpPr>
          <p:spPr>
            <a:xfrm>
              <a:off x="5161241" y="3139611"/>
              <a:ext cx="337312" cy="225398"/>
            </a:xfrm>
            <a:custGeom>
              <a:rect b="b" l="l" r="r" t="t"/>
              <a:pathLst>
                <a:path extrusionOk="0" h="17935" w="26840">
                  <a:moveTo>
                    <a:pt x="2189" y="1"/>
                  </a:moveTo>
                  <a:cubicBezTo>
                    <a:pt x="973" y="1"/>
                    <a:pt x="0" y="973"/>
                    <a:pt x="0" y="2189"/>
                  </a:cubicBezTo>
                  <a:lnTo>
                    <a:pt x="0" y="15746"/>
                  </a:lnTo>
                  <a:cubicBezTo>
                    <a:pt x="0" y="16961"/>
                    <a:pt x="973" y="17934"/>
                    <a:pt x="2189" y="17934"/>
                  </a:cubicBezTo>
                  <a:lnTo>
                    <a:pt x="24651" y="17934"/>
                  </a:lnTo>
                  <a:cubicBezTo>
                    <a:pt x="25867" y="17934"/>
                    <a:pt x="26840" y="16961"/>
                    <a:pt x="26840" y="15746"/>
                  </a:cubicBezTo>
                  <a:lnTo>
                    <a:pt x="26840" y="2189"/>
                  </a:lnTo>
                  <a:cubicBezTo>
                    <a:pt x="26840" y="973"/>
                    <a:pt x="25867" y="1"/>
                    <a:pt x="24651" y="1"/>
                  </a:cubicBezTo>
                  <a:close/>
                </a:path>
              </a:pathLst>
            </a:custGeom>
            <a:solidFill>
              <a:schemeClr val="accent2"/>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7"/>
            <p:cNvSpPr/>
            <p:nvPr/>
          </p:nvSpPr>
          <p:spPr>
            <a:xfrm>
              <a:off x="5281186" y="3029595"/>
              <a:ext cx="110028" cy="93037"/>
            </a:xfrm>
            <a:custGeom>
              <a:rect b="b" l="l" r="r" t="t"/>
              <a:pathLst>
                <a:path extrusionOk="0" h="7403" w="8755">
                  <a:moveTo>
                    <a:pt x="5381" y="1"/>
                  </a:moveTo>
                  <a:lnTo>
                    <a:pt x="1004" y="183"/>
                  </a:lnTo>
                  <a:cubicBezTo>
                    <a:pt x="1004" y="183"/>
                    <a:pt x="183" y="2676"/>
                    <a:pt x="92" y="3983"/>
                  </a:cubicBezTo>
                  <a:cubicBezTo>
                    <a:pt x="0" y="5259"/>
                    <a:pt x="608" y="5776"/>
                    <a:pt x="1095" y="6080"/>
                  </a:cubicBezTo>
                  <a:cubicBezTo>
                    <a:pt x="1581" y="6353"/>
                    <a:pt x="3283" y="6353"/>
                    <a:pt x="3283" y="6353"/>
                  </a:cubicBezTo>
                  <a:cubicBezTo>
                    <a:pt x="3405" y="6657"/>
                    <a:pt x="3526" y="6901"/>
                    <a:pt x="3678" y="7174"/>
                  </a:cubicBezTo>
                  <a:cubicBezTo>
                    <a:pt x="3785" y="7326"/>
                    <a:pt x="4089" y="7402"/>
                    <a:pt x="4450" y="7402"/>
                  </a:cubicBezTo>
                  <a:cubicBezTo>
                    <a:pt x="4811" y="7402"/>
                    <a:pt x="5229" y="7326"/>
                    <a:pt x="5563" y="7174"/>
                  </a:cubicBezTo>
                  <a:cubicBezTo>
                    <a:pt x="6262" y="6870"/>
                    <a:pt x="5867" y="5958"/>
                    <a:pt x="5867" y="5958"/>
                  </a:cubicBezTo>
                  <a:lnTo>
                    <a:pt x="5563" y="3375"/>
                  </a:lnTo>
                  <a:lnTo>
                    <a:pt x="5563" y="3375"/>
                  </a:lnTo>
                  <a:cubicBezTo>
                    <a:pt x="5563" y="3375"/>
                    <a:pt x="7174" y="4682"/>
                    <a:pt x="7569" y="4773"/>
                  </a:cubicBezTo>
                  <a:cubicBezTo>
                    <a:pt x="7627" y="4784"/>
                    <a:pt x="7685" y="4789"/>
                    <a:pt x="7742" y="4789"/>
                  </a:cubicBezTo>
                  <a:cubicBezTo>
                    <a:pt x="8166" y="4789"/>
                    <a:pt x="8556" y="4502"/>
                    <a:pt x="8663" y="4074"/>
                  </a:cubicBezTo>
                  <a:cubicBezTo>
                    <a:pt x="8754" y="3587"/>
                    <a:pt x="7447" y="3071"/>
                    <a:pt x="6779" y="2068"/>
                  </a:cubicBezTo>
                  <a:cubicBezTo>
                    <a:pt x="6080" y="1095"/>
                    <a:pt x="5381" y="1"/>
                    <a:pt x="5381" y="1"/>
                  </a:cubicBezTo>
                  <a:close/>
                </a:path>
              </a:pathLst>
            </a:custGeom>
            <a:solidFill>
              <a:srgbClr val="A16134"/>
            </a:solid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2" name="Shape 1452"/>
        <p:cNvGrpSpPr/>
        <p:nvPr/>
      </p:nvGrpSpPr>
      <p:grpSpPr>
        <a:xfrm>
          <a:off x="0" y="0"/>
          <a:ext cx="0" cy="0"/>
          <a:chOff x="0" y="0"/>
          <a:chExt cx="0" cy="0"/>
        </a:xfrm>
      </p:grpSpPr>
      <p:sp>
        <p:nvSpPr>
          <p:cNvPr id="1453" name="Google Shape;1453;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1454" name="Google Shape;1454;p48"/>
          <p:cNvGrpSpPr/>
          <p:nvPr/>
        </p:nvGrpSpPr>
        <p:grpSpPr>
          <a:xfrm>
            <a:off x="7932909" y="4017172"/>
            <a:ext cx="304904" cy="415568"/>
            <a:chOff x="7932909" y="4017172"/>
            <a:chExt cx="304904" cy="415568"/>
          </a:xfrm>
        </p:grpSpPr>
        <p:sp>
          <p:nvSpPr>
            <p:cNvPr id="1455" name="Google Shape;1455;p48"/>
            <p:cNvSpPr/>
            <p:nvPr/>
          </p:nvSpPr>
          <p:spPr>
            <a:xfrm>
              <a:off x="7932909" y="4017172"/>
              <a:ext cx="304904" cy="415568"/>
            </a:xfrm>
            <a:custGeom>
              <a:rect b="b" l="l" r="r" t="t"/>
              <a:pathLst>
                <a:path extrusionOk="0" h="721" w="529">
                  <a:moveTo>
                    <a:pt x="400" y="37"/>
                  </a:moveTo>
                  <a:lnTo>
                    <a:pt x="491" y="127"/>
                  </a:lnTo>
                  <a:lnTo>
                    <a:pt x="400" y="127"/>
                  </a:lnTo>
                  <a:lnTo>
                    <a:pt x="400" y="37"/>
                  </a:lnTo>
                  <a:close/>
                  <a:moveTo>
                    <a:pt x="381" y="23"/>
                  </a:moveTo>
                  <a:lnTo>
                    <a:pt x="381" y="148"/>
                  </a:lnTo>
                  <a:lnTo>
                    <a:pt x="507" y="148"/>
                  </a:lnTo>
                  <a:lnTo>
                    <a:pt x="507" y="700"/>
                  </a:lnTo>
                  <a:lnTo>
                    <a:pt x="22" y="700"/>
                  </a:lnTo>
                  <a:lnTo>
                    <a:pt x="22" y="23"/>
                  </a:lnTo>
                  <a:close/>
                  <a:moveTo>
                    <a:pt x="0" y="1"/>
                  </a:moveTo>
                  <a:lnTo>
                    <a:pt x="0" y="720"/>
                  </a:lnTo>
                  <a:lnTo>
                    <a:pt x="529" y="720"/>
                  </a:lnTo>
                  <a:lnTo>
                    <a:pt x="529" y="134"/>
                  </a:lnTo>
                  <a:lnTo>
                    <a:pt x="3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8"/>
            <p:cNvSpPr/>
            <p:nvPr/>
          </p:nvSpPr>
          <p:spPr>
            <a:xfrm>
              <a:off x="7957693" y="4077115"/>
              <a:ext cx="109512" cy="147553"/>
            </a:xfrm>
            <a:custGeom>
              <a:rect b="b" l="l" r="r" t="t"/>
              <a:pathLst>
                <a:path extrusionOk="0" h="256" w="190">
                  <a:moveTo>
                    <a:pt x="125" y="21"/>
                  </a:moveTo>
                  <a:lnTo>
                    <a:pt x="120" y="36"/>
                  </a:lnTo>
                  <a:lnTo>
                    <a:pt x="71" y="36"/>
                  </a:lnTo>
                  <a:lnTo>
                    <a:pt x="71" y="34"/>
                  </a:lnTo>
                  <a:lnTo>
                    <a:pt x="68" y="34"/>
                  </a:lnTo>
                  <a:cubicBezTo>
                    <a:pt x="68" y="27"/>
                    <a:pt x="74" y="21"/>
                    <a:pt x="81" y="21"/>
                  </a:cubicBezTo>
                  <a:close/>
                  <a:moveTo>
                    <a:pt x="117" y="57"/>
                  </a:moveTo>
                  <a:lnTo>
                    <a:pt x="117" y="82"/>
                  </a:lnTo>
                  <a:cubicBezTo>
                    <a:pt x="117" y="88"/>
                    <a:pt x="116" y="93"/>
                    <a:pt x="112" y="99"/>
                  </a:cubicBezTo>
                  <a:cubicBezTo>
                    <a:pt x="109" y="102"/>
                    <a:pt x="103" y="106"/>
                    <a:pt x="97" y="108"/>
                  </a:cubicBezTo>
                  <a:lnTo>
                    <a:pt x="89" y="108"/>
                  </a:lnTo>
                  <a:cubicBezTo>
                    <a:pt x="83" y="106"/>
                    <a:pt x="80" y="103"/>
                    <a:pt x="77" y="101"/>
                  </a:cubicBezTo>
                  <a:cubicBezTo>
                    <a:pt x="74" y="96"/>
                    <a:pt x="73" y="92"/>
                    <a:pt x="73" y="85"/>
                  </a:cubicBezTo>
                  <a:lnTo>
                    <a:pt x="73" y="57"/>
                  </a:lnTo>
                  <a:close/>
                  <a:moveTo>
                    <a:pt x="119" y="116"/>
                  </a:moveTo>
                  <a:cubicBezTo>
                    <a:pt x="136" y="124"/>
                    <a:pt x="148" y="137"/>
                    <a:pt x="155" y="151"/>
                  </a:cubicBezTo>
                  <a:lnTo>
                    <a:pt x="24" y="151"/>
                  </a:lnTo>
                  <a:cubicBezTo>
                    <a:pt x="35" y="137"/>
                    <a:pt x="47" y="124"/>
                    <a:pt x="64" y="116"/>
                  </a:cubicBezTo>
                  <a:cubicBezTo>
                    <a:pt x="68" y="122"/>
                    <a:pt x="76" y="127"/>
                    <a:pt x="81" y="128"/>
                  </a:cubicBezTo>
                  <a:lnTo>
                    <a:pt x="96" y="128"/>
                  </a:lnTo>
                  <a:cubicBezTo>
                    <a:pt x="104" y="127"/>
                    <a:pt x="112" y="122"/>
                    <a:pt x="119" y="116"/>
                  </a:cubicBezTo>
                  <a:close/>
                  <a:moveTo>
                    <a:pt x="168" y="171"/>
                  </a:moveTo>
                  <a:cubicBezTo>
                    <a:pt x="168" y="174"/>
                    <a:pt x="169" y="179"/>
                    <a:pt x="169" y="183"/>
                  </a:cubicBezTo>
                  <a:lnTo>
                    <a:pt x="169" y="193"/>
                  </a:lnTo>
                  <a:lnTo>
                    <a:pt x="19" y="193"/>
                  </a:lnTo>
                  <a:lnTo>
                    <a:pt x="19" y="183"/>
                  </a:lnTo>
                  <a:cubicBezTo>
                    <a:pt x="19" y="180"/>
                    <a:pt x="19" y="177"/>
                    <a:pt x="22" y="171"/>
                  </a:cubicBezTo>
                  <a:close/>
                  <a:moveTo>
                    <a:pt x="168" y="215"/>
                  </a:moveTo>
                  <a:lnTo>
                    <a:pt x="168" y="236"/>
                  </a:lnTo>
                  <a:lnTo>
                    <a:pt x="19" y="236"/>
                  </a:lnTo>
                  <a:lnTo>
                    <a:pt x="19" y="215"/>
                  </a:lnTo>
                  <a:close/>
                  <a:moveTo>
                    <a:pt x="81" y="1"/>
                  </a:moveTo>
                  <a:cubicBezTo>
                    <a:pt x="64" y="1"/>
                    <a:pt x="50" y="15"/>
                    <a:pt x="50" y="34"/>
                  </a:cubicBezTo>
                  <a:lnTo>
                    <a:pt x="50" y="83"/>
                  </a:lnTo>
                  <a:cubicBezTo>
                    <a:pt x="50" y="88"/>
                    <a:pt x="51" y="93"/>
                    <a:pt x="52" y="99"/>
                  </a:cubicBezTo>
                  <a:cubicBezTo>
                    <a:pt x="22" y="115"/>
                    <a:pt x="0" y="147"/>
                    <a:pt x="0" y="183"/>
                  </a:cubicBezTo>
                  <a:lnTo>
                    <a:pt x="0" y="255"/>
                  </a:lnTo>
                  <a:lnTo>
                    <a:pt x="190" y="255"/>
                  </a:lnTo>
                  <a:lnTo>
                    <a:pt x="190" y="183"/>
                  </a:lnTo>
                  <a:cubicBezTo>
                    <a:pt x="190" y="147"/>
                    <a:pt x="168" y="115"/>
                    <a:pt x="136" y="99"/>
                  </a:cubicBezTo>
                  <a:cubicBezTo>
                    <a:pt x="138" y="93"/>
                    <a:pt x="139" y="88"/>
                    <a:pt x="139" y="83"/>
                  </a:cubicBezTo>
                  <a:lnTo>
                    <a:pt x="139" y="49"/>
                  </a:lnTo>
                  <a:lnTo>
                    <a:pt x="1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8"/>
            <p:cNvSpPr/>
            <p:nvPr/>
          </p:nvSpPr>
          <p:spPr>
            <a:xfrm>
              <a:off x="7956540" y="4271354"/>
              <a:ext cx="110664" cy="96255"/>
            </a:xfrm>
            <a:custGeom>
              <a:rect b="b" l="l" r="r" t="t"/>
              <a:pathLst>
                <a:path extrusionOk="0" h="167" w="192">
                  <a:moveTo>
                    <a:pt x="96" y="0"/>
                  </a:moveTo>
                  <a:cubicBezTo>
                    <a:pt x="44" y="0"/>
                    <a:pt x="1" y="44"/>
                    <a:pt x="1" y="96"/>
                  </a:cubicBezTo>
                  <a:lnTo>
                    <a:pt x="1" y="167"/>
                  </a:lnTo>
                  <a:lnTo>
                    <a:pt x="23" y="167"/>
                  </a:lnTo>
                  <a:lnTo>
                    <a:pt x="23" y="96"/>
                  </a:lnTo>
                  <a:cubicBezTo>
                    <a:pt x="23" y="54"/>
                    <a:pt x="54" y="22"/>
                    <a:pt x="96" y="22"/>
                  </a:cubicBezTo>
                  <a:cubicBezTo>
                    <a:pt x="138" y="22"/>
                    <a:pt x="170" y="54"/>
                    <a:pt x="170" y="96"/>
                  </a:cubicBezTo>
                  <a:lnTo>
                    <a:pt x="170" y="167"/>
                  </a:lnTo>
                  <a:lnTo>
                    <a:pt x="192" y="167"/>
                  </a:lnTo>
                  <a:lnTo>
                    <a:pt x="192" y="96"/>
                  </a:lnTo>
                  <a:cubicBezTo>
                    <a:pt x="192" y="42"/>
                    <a:pt x="148" y="0"/>
                    <a:pt x="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8"/>
            <p:cNvSpPr/>
            <p:nvPr/>
          </p:nvSpPr>
          <p:spPr>
            <a:xfrm>
              <a:off x="8081614" y="4156655"/>
              <a:ext cx="130261" cy="12680"/>
            </a:xfrm>
            <a:custGeom>
              <a:rect b="b" l="l" r="r" t="t"/>
              <a:pathLst>
                <a:path extrusionOk="0" h="22" w="226">
                  <a:moveTo>
                    <a:pt x="1" y="0"/>
                  </a:moveTo>
                  <a:lnTo>
                    <a:pt x="1" y="22"/>
                  </a:lnTo>
                  <a:lnTo>
                    <a:pt x="226" y="22"/>
                  </a:lnTo>
                  <a:lnTo>
                    <a:pt x="2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8"/>
            <p:cNvSpPr/>
            <p:nvPr/>
          </p:nvSpPr>
          <p:spPr>
            <a:xfrm>
              <a:off x="8081614" y="4180286"/>
              <a:ext cx="130261" cy="13257"/>
            </a:xfrm>
            <a:custGeom>
              <a:rect b="b" l="l" r="r" t="t"/>
              <a:pathLst>
                <a:path extrusionOk="0" h="23" w="226">
                  <a:moveTo>
                    <a:pt x="1" y="1"/>
                  </a:moveTo>
                  <a:lnTo>
                    <a:pt x="1" y="23"/>
                  </a:lnTo>
                  <a:lnTo>
                    <a:pt x="226" y="23"/>
                  </a:lnTo>
                  <a:lnTo>
                    <a:pt x="2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8"/>
            <p:cNvSpPr/>
            <p:nvPr/>
          </p:nvSpPr>
          <p:spPr>
            <a:xfrm>
              <a:off x="8081614" y="4281153"/>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8"/>
            <p:cNvSpPr/>
            <p:nvPr/>
          </p:nvSpPr>
          <p:spPr>
            <a:xfrm>
              <a:off x="8105246" y="4281153"/>
              <a:ext cx="90491" cy="13257"/>
            </a:xfrm>
            <a:custGeom>
              <a:rect b="b" l="l" r="r" t="t"/>
              <a:pathLst>
                <a:path extrusionOk="0" h="23" w="157">
                  <a:moveTo>
                    <a:pt x="0" y="1"/>
                  </a:moveTo>
                  <a:lnTo>
                    <a:pt x="0" y="22"/>
                  </a:lnTo>
                  <a:lnTo>
                    <a:pt x="156" y="22"/>
                  </a:lnTo>
                  <a:lnTo>
                    <a:pt x="1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8"/>
            <p:cNvSpPr/>
            <p:nvPr/>
          </p:nvSpPr>
          <p:spPr>
            <a:xfrm>
              <a:off x="8081614" y="4305360"/>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8"/>
            <p:cNvSpPr/>
            <p:nvPr/>
          </p:nvSpPr>
          <p:spPr>
            <a:xfrm>
              <a:off x="8105246" y="4305360"/>
              <a:ext cx="49568" cy="13257"/>
            </a:xfrm>
            <a:custGeom>
              <a:rect b="b" l="l" r="r" t="t"/>
              <a:pathLst>
                <a:path extrusionOk="0" h="23" w="86">
                  <a:moveTo>
                    <a:pt x="0" y="1"/>
                  </a:moveTo>
                  <a:lnTo>
                    <a:pt x="0" y="22"/>
                  </a:lnTo>
                  <a:lnTo>
                    <a:pt x="85" y="22"/>
                  </a:lnTo>
                  <a:lnTo>
                    <a:pt x="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8"/>
            <p:cNvSpPr/>
            <p:nvPr/>
          </p:nvSpPr>
          <p:spPr>
            <a:xfrm>
              <a:off x="8081614" y="4330145"/>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8"/>
            <p:cNvSpPr/>
            <p:nvPr/>
          </p:nvSpPr>
          <p:spPr>
            <a:xfrm>
              <a:off x="8105246" y="4330145"/>
              <a:ext cx="65131" cy="13257"/>
            </a:xfrm>
            <a:custGeom>
              <a:rect b="b" l="l" r="r" t="t"/>
              <a:pathLst>
                <a:path extrusionOk="0" h="23" w="113">
                  <a:moveTo>
                    <a:pt x="0" y="1"/>
                  </a:moveTo>
                  <a:lnTo>
                    <a:pt x="0" y="23"/>
                  </a:lnTo>
                  <a:lnTo>
                    <a:pt x="113" y="23"/>
                  </a:lnTo>
                  <a:lnTo>
                    <a:pt x="1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8"/>
            <p:cNvSpPr/>
            <p:nvPr/>
          </p:nvSpPr>
          <p:spPr>
            <a:xfrm>
              <a:off x="8105246" y="4354352"/>
              <a:ext cx="106053" cy="13257"/>
            </a:xfrm>
            <a:custGeom>
              <a:rect b="b" l="l" r="r" t="t"/>
              <a:pathLst>
                <a:path extrusionOk="0" h="23" w="184">
                  <a:moveTo>
                    <a:pt x="0" y="1"/>
                  </a:moveTo>
                  <a:lnTo>
                    <a:pt x="0" y="23"/>
                  </a:lnTo>
                  <a:lnTo>
                    <a:pt x="184" y="23"/>
                  </a:lnTo>
                  <a:lnTo>
                    <a:pt x="1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8"/>
            <p:cNvSpPr/>
            <p:nvPr/>
          </p:nvSpPr>
          <p:spPr>
            <a:xfrm>
              <a:off x="8081614" y="4354352"/>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8"/>
            <p:cNvSpPr/>
            <p:nvPr/>
          </p:nvSpPr>
          <p:spPr>
            <a:xfrm>
              <a:off x="8081614" y="4205647"/>
              <a:ext cx="89915" cy="12680"/>
            </a:xfrm>
            <a:custGeom>
              <a:rect b="b" l="l" r="r" t="t"/>
              <a:pathLst>
                <a:path extrusionOk="0" h="22" w="156">
                  <a:moveTo>
                    <a:pt x="1" y="0"/>
                  </a:moveTo>
                  <a:lnTo>
                    <a:pt x="1" y="22"/>
                  </a:lnTo>
                  <a:lnTo>
                    <a:pt x="155" y="22"/>
                  </a:lnTo>
                  <a:lnTo>
                    <a:pt x="1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8"/>
            <p:cNvSpPr/>
            <p:nvPr/>
          </p:nvSpPr>
          <p:spPr>
            <a:xfrm>
              <a:off x="7956540" y="4243688"/>
              <a:ext cx="13257" cy="24784"/>
            </a:xfrm>
            <a:custGeom>
              <a:rect b="b" l="l" r="r" t="t"/>
              <a:pathLst>
                <a:path extrusionOk="0" h="43" w="23">
                  <a:moveTo>
                    <a:pt x="1" y="1"/>
                  </a:moveTo>
                  <a:lnTo>
                    <a:pt x="1" y="43"/>
                  </a:lnTo>
                  <a:lnTo>
                    <a:pt x="23" y="43"/>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8"/>
            <p:cNvSpPr/>
            <p:nvPr/>
          </p:nvSpPr>
          <p:spPr>
            <a:xfrm>
              <a:off x="8030893" y="4396428"/>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8"/>
            <p:cNvSpPr/>
            <p:nvPr/>
          </p:nvSpPr>
          <p:spPr>
            <a:xfrm>
              <a:off x="7970950" y="4396428"/>
              <a:ext cx="49568" cy="12680"/>
            </a:xfrm>
            <a:custGeom>
              <a:rect b="b" l="l" r="r" t="t"/>
              <a:pathLst>
                <a:path extrusionOk="0" h="22" w="86">
                  <a:moveTo>
                    <a:pt x="1" y="0"/>
                  </a:moveTo>
                  <a:lnTo>
                    <a:pt x="1" y="22"/>
                  </a:lnTo>
                  <a:lnTo>
                    <a:pt x="86" y="22"/>
                  </a:lnTo>
                  <a:lnTo>
                    <a:pt x="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8"/>
            <p:cNvSpPr/>
            <p:nvPr/>
          </p:nvSpPr>
          <p:spPr>
            <a:xfrm>
              <a:off x="8056830" y="4396428"/>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8"/>
            <p:cNvSpPr/>
            <p:nvPr/>
          </p:nvSpPr>
          <p:spPr>
            <a:xfrm>
              <a:off x="8100635" y="4042532"/>
              <a:ext cx="33430" cy="12680"/>
            </a:xfrm>
            <a:custGeom>
              <a:rect b="b" l="l" r="r" t="t"/>
              <a:pathLst>
                <a:path extrusionOk="0" h="22" w="58">
                  <a:moveTo>
                    <a:pt x="1" y="0"/>
                  </a:moveTo>
                  <a:lnTo>
                    <a:pt x="1" y="22"/>
                  </a:lnTo>
                  <a:lnTo>
                    <a:pt x="57" y="22"/>
                  </a:lnTo>
                  <a:lnTo>
                    <a:pt x="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8"/>
            <p:cNvSpPr/>
            <p:nvPr/>
          </p:nvSpPr>
          <p:spPr>
            <a:xfrm>
              <a:off x="8030316" y="4333603"/>
              <a:ext cx="12680" cy="32277"/>
            </a:xfrm>
            <a:custGeom>
              <a:rect b="b" l="l" r="r" t="t"/>
              <a:pathLst>
                <a:path extrusionOk="0" h="56" w="22">
                  <a:moveTo>
                    <a:pt x="0" y="1"/>
                  </a:moveTo>
                  <a:lnTo>
                    <a:pt x="0" y="56"/>
                  </a:lnTo>
                  <a:lnTo>
                    <a:pt x="22" y="56"/>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8"/>
            <p:cNvSpPr/>
            <p:nvPr/>
          </p:nvSpPr>
          <p:spPr>
            <a:xfrm>
              <a:off x="7981901" y="4294409"/>
              <a:ext cx="38617" cy="43805"/>
            </a:xfrm>
            <a:custGeom>
              <a:rect b="b" l="l" r="r" t="t"/>
              <a:pathLst>
                <a:path extrusionOk="0" h="76" w="67">
                  <a:moveTo>
                    <a:pt x="67" y="1"/>
                  </a:moveTo>
                  <a:lnTo>
                    <a:pt x="52" y="2"/>
                  </a:lnTo>
                  <a:cubicBezTo>
                    <a:pt x="23" y="2"/>
                    <a:pt x="0" y="25"/>
                    <a:pt x="0" y="54"/>
                  </a:cubicBezTo>
                  <a:lnTo>
                    <a:pt x="0" y="76"/>
                  </a:lnTo>
                  <a:lnTo>
                    <a:pt x="22" y="76"/>
                  </a:lnTo>
                  <a:lnTo>
                    <a:pt x="22" y="54"/>
                  </a:lnTo>
                  <a:cubicBezTo>
                    <a:pt x="22" y="36"/>
                    <a:pt x="36" y="21"/>
                    <a:pt x="54" y="21"/>
                  </a:cubicBezTo>
                  <a:lnTo>
                    <a:pt x="61" y="21"/>
                  </a:lnTo>
                  <a:lnTo>
                    <a:pt x="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8"/>
            <p:cNvSpPr/>
            <p:nvPr/>
          </p:nvSpPr>
          <p:spPr>
            <a:xfrm>
              <a:off x="8023976" y="4303631"/>
              <a:ext cx="19020" cy="19597"/>
            </a:xfrm>
            <a:custGeom>
              <a:rect b="b" l="l" r="r" t="t"/>
              <a:pathLst>
                <a:path extrusionOk="0" h="34" w="33">
                  <a:moveTo>
                    <a:pt x="15" y="1"/>
                  </a:moveTo>
                  <a:lnTo>
                    <a:pt x="1" y="17"/>
                  </a:lnTo>
                  <a:cubicBezTo>
                    <a:pt x="7" y="22"/>
                    <a:pt x="10" y="27"/>
                    <a:pt x="11" y="34"/>
                  </a:cubicBezTo>
                  <a:lnTo>
                    <a:pt x="33" y="31"/>
                  </a:lnTo>
                  <a:cubicBezTo>
                    <a:pt x="30" y="18"/>
                    <a:pt x="23" y="7"/>
                    <a:pt x="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8"/>
            <p:cNvSpPr/>
            <p:nvPr/>
          </p:nvSpPr>
          <p:spPr>
            <a:xfrm>
              <a:off x="7980748" y="4350318"/>
              <a:ext cx="13257" cy="16715"/>
            </a:xfrm>
            <a:custGeom>
              <a:rect b="b" l="l" r="r" t="t"/>
              <a:pathLst>
                <a:path extrusionOk="0" h="29" w="23">
                  <a:moveTo>
                    <a:pt x="1" y="1"/>
                  </a:moveTo>
                  <a:lnTo>
                    <a:pt x="1" y="28"/>
                  </a:lnTo>
                  <a:lnTo>
                    <a:pt x="23" y="28"/>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8"/>
            <p:cNvSpPr/>
            <p:nvPr/>
          </p:nvSpPr>
          <p:spPr>
            <a:xfrm>
              <a:off x="8004956" y="4354352"/>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8"/>
            <p:cNvSpPr/>
            <p:nvPr/>
          </p:nvSpPr>
          <p:spPr>
            <a:xfrm>
              <a:off x="8004956" y="4325534"/>
              <a:ext cx="13257" cy="17291"/>
            </a:xfrm>
            <a:custGeom>
              <a:rect b="b" l="l" r="r" t="t"/>
              <a:pathLst>
                <a:path extrusionOk="0" h="30" w="23">
                  <a:moveTo>
                    <a:pt x="1" y="0"/>
                  </a:moveTo>
                  <a:lnTo>
                    <a:pt x="1" y="29"/>
                  </a:lnTo>
                  <a:lnTo>
                    <a:pt x="22" y="29"/>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8"/>
            <p:cNvSpPr/>
            <p:nvPr/>
          </p:nvSpPr>
          <p:spPr>
            <a:xfrm>
              <a:off x="8165189" y="4123801"/>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8"/>
            <p:cNvSpPr/>
            <p:nvPr/>
          </p:nvSpPr>
          <p:spPr>
            <a:xfrm>
              <a:off x="8115620" y="4123801"/>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8"/>
            <p:cNvSpPr/>
            <p:nvPr/>
          </p:nvSpPr>
          <p:spPr>
            <a:xfrm>
              <a:off x="8140981" y="4123801"/>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8"/>
            <p:cNvSpPr/>
            <p:nvPr/>
          </p:nvSpPr>
          <p:spPr>
            <a:xfrm>
              <a:off x="8165189" y="4248875"/>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8"/>
            <p:cNvSpPr/>
            <p:nvPr/>
          </p:nvSpPr>
          <p:spPr>
            <a:xfrm>
              <a:off x="8140981" y="4248875"/>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8"/>
            <p:cNvSpPr/>
            <p:nvPr/>
          </p:nvSpPr>
          <p:spPr>
            <a:xfrm>
              <a:off x="8115620" y="4248875"/>
              <a:ext cx="13257" cy="13257"/>
            </a:xfrm>
            <a:custGeom>
              <a:rect b="b" l="l" r="r" t="t"/>
              <a:pathLst>
                <a:path extrusionOk="0" h="23"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8"/>
            <p:cNvSpPr/>
            <p:nvPr/>
          </p:nvSpPr>
          <p:spPr>
            <a:xfrm>
              <a:off x="8012449" y="4042532"/>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8"/>
            <p:cNvSpPr/>
            <p:nvPr/>
          </p:nvSpPr>
          <p:spPr>
            <a:xfrm>
              <a:off x="7956540" y="4042532"/>
              <a:ext cx="44381" cy="35159"/>
            </a:xfrm>
            <a:custGeom>
              <a:rect b="b" l="l" r="r" t="t"/>
              <a:pathLst>
                <a:path extrusionOk="0" h="61" w="77">
                  <a:moveTo>
                    <a:pt x="1" y="0"/>
                  </a:moveTo>
                  <a:lnTo>
                    <a:pt x="1" y="61"/>
                  </a:lnTo>
                  <a:lnTo>
                    <a:pt x="23" y="61"/>
                  </a:lnTo>
                  <a:lnTo>
                    <a:pt x="23" y="22"/>
                  </a:lnTo>
                  <a:lnTo>
                    <a:pt x="76" y="22"/>
                  </a:lnTo>
                  <a:lnTo>
                    <a:pt x="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8"/>
            <p:cNvSpPr/>
            <p:nvPr/>
          </p:nvSpPr>
          <p:spPr>
            <a:xfrm>
              <a:off x="8036657" y="4042532"/>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8"/>
            <p:cNvSpPr/>
            <p:nvPr/>
          </p:nvSpPr>
          <p:spPr>
            <a:xfrm>
              <a:off x="8160578" y="4383748"/>
              <a:ext cx="52450" cy="25361"/>
            </a:xfrm>
            <a:custGeom>
              <a:rect b="b" l="l" r="r" t="t"/>
              <a:pathLst>
                <a:path extrusionOk="0" h="44" w="91">
                  <a:moveTo>
                    <a:pt x="69" y="0"/>
                  </a:moveTo>
                  <a:lnTo>
                    <a:pt x="69" y="22"/>
                  </a:lnTo>
                  <a:lnTo>
                    <a:pt x="1" y="22"/>
                  </a:lnTo>
                  <a:lnTo>
                    <a:pt x="1" y="44"/>
                  </a:lnTo>
                  <a:lnTo>
                    <a:pt x="90" y="44"/>
                  </a:lnTo>
                  <a:lnTo>
                    <a:pt x="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8"/>
            <p:cNvSpPr/>
            <p:nvPr/>
          </p:nvSpPr>
          <p:spPr>
            <a:xfrm>
              <a:off x="8136370" y="4396428"/>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 name="Google Shape;1491;p48"/>
          <p:cNvGrpSpPr/>
          <p:nvPr/>
        </p:nvGrpSpPr>
        <p:grpSpPr>
          <a:xfrm>
            <a:off x="7094279" y="4018324"/>
            <a:ext cx="417874" cy="416145"/>
            <a:chOff x="7094279" y="4018324"/>
            <a:chExt cx="417874" cy="416145"/>
          </a:xfrm>
        </p:grpSpPr>
        <p:sp>
          <p:nvSpPr>
            <p:cNvPr id="1492" name="Google Shape;1492;p48"/>
            <p:cNvSpPr/>
            <p:nvPr/>
          </p:nvSpPr>
          <p:spPr>
            <a:xfrm>
              <a:off x="7198604" y="4329568"/>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8"/>
            <p:cNvSpPr/>
            <p:nvPr/>
          </p:nvSpPr>
          <p:spPr>
            <a:xfrm>
              <a:off x="7198604" y="4305360"/>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8"/>
            <p:cNvSpPr/>
            <p:nvPr/>
          </p:nvSpPr>
          <p:spPr>
            <a:xfrm>
              <a:off x="7198604" y="4254639"/>
              <a:ext cx="12680" cy="38617"/>
            </a:xfrm>
            <a:custGeom>
              <a:rect b="b" l="l" r="r" t="t"/>
              <a:pathLst>
                <a:path extrusionOk="0" h="67" w="22">
                  <a:moveTo>
                    <a:pt x="0" y="1"/>
                  </a:moveTo>
                  <a:lnTo>
                    <a:pt x="0" y="67"/>
                  </a:lnTo>
                  <a:lnTo>
                    <a:pt x="22" y="6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a:off x="7229728" y="4299597"/>
              <a:ext cx="13257" cy="34583"/>
            </a:xfrm>
            <a:custGeom>
              <a:rect b="b" l="l" r="r" t="t"/>
              <a:pathLst>
                <a:path extrusionOk="0" h="60" w="23">
                  <a:moveTo>
                    <a:pt x="1" y="1"/>
                  </a:moveTo>
                  <a:lnTo>
                    <a:pt x="1" y="60"/>
                  </a:lnTo>
                  <a:lnTo>
                    <a:pt x="23" y="60"/>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8"/>
            <p:cNvSpPr/>
            <p:nvPr/>
          </p:nvSpPr>
          <p:spPr>
            <a:xfrm>
              <a:off x="7229728" y="4274812"/>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8"/>
            <p:cNvSpPr/>
            <p:nvPr/>
          </p:nvSpPr>
          <p:spPr>
            <a:xfrm>
              <a:off x="7260853" y="4297291"/>
              <a:ext cx="12680" cy="45534"/>
            </a:xfrm>
            <a:custGeom>
              <a:rect b="b" l="l" r="r" t="t"/>
              <a:pathLst>
                <a:path extrusionOk="0" h="79" w="22">
                  <a:moveTo>
                    <a:pt x="0" y="0"/>
                  </a:moveTo>
                  <a:lnTo>
                    <a:pt x="0" y="78"/>
                  </a:lnTo>
                  <a:lnTo>
                    <a:pt x="22" y="78"/>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8"/>
            <p:cNvSpPr/>
            <p:nvPr/>
          </p:nvSpPr>
          <p:spPr>
            <a:xfrm>
              <a:off x="7298893" y="4095559"/>
              <a:ext cx="72624" cy="13257"/>
            </a:xfrm>
            <a:custGeom>
              <a:rect b="b" l="l" r="r" t="t"/>
              <a:pathLst>
                <a:path extrusionOk="0" h="23" w="126">
                  <a:moveTo>
                    <a:pt x="1" y="1"/>
                  </a:moveTo>
                  <a:lnTo>
                    <a:pt x="1" y="22"/>
                  </a:lnTo>
                  <a:lnTo>
                    <a:pt x="125" y="22"/>
                  </a:lnTo>
                  <a:lnTo>
                    <a:pt x="1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7406676" y="4095559"/>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7383045" y="4095559"/>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7340969" y="4123801"/>
              <a:ext cx="27090" cy="13257"/>
            </a:xfrm>
            <a:custGeom>
              <a:rect b="b" l="l" r="r" t="t"/>
              <a:pathLst>
                <a:path extrusionOk="0" h="23" w="47">
                  <a:moveTo>
                    <a:pt x="0" y="1"/>
                  </a:moveTo>
                  <a:lnTo>
                    <a:pt x="0" y="22"/>
                  </a:lnTo>
                  <a:lnTo>
                    <a:pt x="46" y="22"/>
                  </a:lnTo>
                  <a:lnTo>
                    <a:pt x="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7279873" y="4123801"/>
              <a:ext cx="49568" cy="13257"/>
            </a:xfrm>
            <a:custGeom>
              <a:rect b="b" l="l" r="r" t="t"/>
              <a:pathLst>
                <a:path extrusionOk="0" h="23" w="86">
                  <a:moveTo>
                    <a:pt x="1" y="1"/>
                  </a:moveTo>
                  <a:lnTo>
                    <a:pt x="1" y="22"/>
                  </a:lnTo>
                  <a:lnTo>
                    <a:pt x="86" y="22"/>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8"/>
            <p:cNvSpPr/>
            <p:nvPr/>
          </p:nvSpPr>
          <p:spPr>
            <a:xfrm>
              <a:off x="7180160" y="4099017"/>
              <a:ext cx="25937" cy="28242"/>
            </a:xfrm>
            <a:custGeom>
              <a:rect b="b" l="l" r="r" t="t"/>
              <a:pathLst>
                <a:path extrusionOk="0" h="49" w="45">
                  <a:moveTo>
                    <a:pt x="26" y="0"/>
                  </a:moveTo>
                  <a:cubicBezTo>
                    <a:pt x="26" y="16"/>
                    <a:pt x="15" y="26"/>
                    <a:pt x="0" y="26"/>
                  </a:cubicBezTo>
                  <a:lnTo>
                    <a:pt x="0" y="48"/>
                  </a:lnTo>
                  <a:cubicBezTo>
                    <a:pt x="26" y="48"/>
                    <a:pt x="45" y="28"/>
                    <a:pt x="45" y="3"/>
                  </a:cubicBezTo>
                  <a:lnTo>
                    <a:pt x="26" y="3"/>
                  </a:lnTo>
                  <a:lnTo>
                    <a:pt x="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7154223" y="4072504"/>
              <a:ext cx="27090" cy="27090"/>
            </a:xfrm>
            <a:custGeom>
              <a:rect b="b" l="l" r="r" t="t"/>
              <a:pathLst>
                <a:path extrusionOk="0" h="47" w="47">
                  <a:moveTo>
                    <a:pt x="47" y="0"/>
                  </a:moveTo>
                  <a:cubicBezTo>
                    <a:pt x="22" y="0"/>
                    <a:pt x="0" y="22"/>
                    <a:pt x="0" y="46"/>
                  </a:cubicBezTo>
                  <a:lnTo>
                    <a:pt x="22" y="46"/>
                  </a:lnTo>
                  <a:cubicBezTo>
                    <a:pt x="22" y="32"/>
                    <a:pt x="32" y="22"/>
                    <a:pt x="47" y="22"/>
                  </a:cubicBezTo>
                  <a:lnTo>
                    <a:pt x="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7474689" y="4108239"/>
              <a:ext cx="13257" cy="40346"/>
            </a:xfrm>
            <a:custGeom>
              <a:rect b="b" l="l" r="r" t="t"/>
              <a:pathLst>
                <a:path extrusionOk="0" h="70" w="23">
                  <a:moveTo>
                    <a:pt x="1" y="0"/>
                  </a:moveTo>
                  <a:lnTo>
                    <a:pt x="1" y="70"/>
                  </a:lnTo>
                  <a:lnTo>
                    <a:pt x="22" y="70"/>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7474689" y="4184898"/>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8"/>
            <p:cNvSpPr/>
            <p:nvPr/>
          </p:nvSpPr>
          <p:spPr>
            <a:xfrm>
              <a:off x="7474689" y="4160690"/>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8"/>
            <p:cNvSpPr/>
            <p:nvPr/>
          </p:nvSpPr>
          <p:spPr>
            <a:xfrm>
              <a:off x="7129438" y="4048296"/>
              <a:ext cx="102019" cy="102595"/>
            </a:xfrm>
            <a:custGeom>
              <a:rect b="b" l="l" r="r" t="t"/>
              <a:pathLst>
                <a:path extrusionOk="0" h="178" w="177">
                  <a:moveTo>
                    <a:pt x="88" y="21"/>
                  </a:moveTo>
                  <a:cubicBezTo>
                    <a:pt x="124" y="21"/>
                    <a:pt x="155" y="51"/>
                    <a:pt x="155" y="87"/>
                  </a:cubicBezTo>
                  <a:cubicBezTo>
                    <a:pt x="155" y="125"/>
                    <a:pt x="126" y="155"/>
                    <a:pt x="88" y="155"/>
                  </a:cubicBezTo>
                  <a:cubicBezTo>
                    <a:pt x="52" y="155"/>
                    <a:pt x="22" y="123"/>
                    <a:pt x="22" y="87"/>
                  </a:cubicBezTo>
                  <a:cubicBezTo>
                    <a:pt x="22" y="51"/>
                    <a:pt x="52" y="21"/>
                    <a:pt x="88" y="21"/>
                  </a:cubicBezTo>
                  <a:close/>
                  <a:moveTo>
                    <a:pt x="88" y="0"/>
                  </a:moveTo>
                  <a:cubicBezTo>
                    <a:pt x="39" y="0"/>
                    <a:pt x="0" y="41"/>
                    <a:pt x="0" y="88"/>
                  </a:cubicBezTo>
                  <a:cubicBezTo>
                    <a:pt x="0" y="138"/>
                    <a:pt x="39" y="178"/>
                    <a:pt x="88" y="178"/>
                  </a:cubicBezTo>
                  <a:cubicBezTo>
                    <a:pt x="137" y="178"/>
                    <a:pt x="176" y="138"/>
                    <a:pt x="176" y="88"/>
                  </a:cubicBezTo>
                  <a:cubicBezTo>
                    <a:pt x="176" y="41"/>
                    <a:pt x="137" y="0"/>
                    <a:pt x="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a:off x="7094279" y="4018324"/>
              <a:ext cx="417874" cy="416145"/>
            </a:xfrm>
            <a:custGeom>
              <a:rect b="b" l="l" r="r" t="t"/>
              <a:pathLst>
                <a:path extrusionOk="0" h="722" w="725">
                  <a:moveTo>
                    <a:pt x="190" y="25"/>
                  </a:moveTo>
                  <a:lnTo>
                    <a:pt x="214" y="54"/>
                  </a:lnTo>
                  <a:lnTo>
                    <a:pt x="250" y="68"/>
                  </a:lnTo>
                  <a:lnTo>
                    <a:pt x="255" y="109"/>
                  </a:lnTo>
                  <a:lnTo>
                    <a:pt x="273" y="140"/>
                  </a:lnTo>
                  <a:lnTo>
                    <a:pt x="255" y="174"/>
                  </a:lnTo>
                  <a:lnTo>
                    <a:pt x="250" y="213"/>
                  </a:lnTo>
                  <a:lnTo>
                    <a:pt x="214" y="229"/>
                  </a:lnTo>
                  <a:lnTo>
                    <a:pt x="190" y="257"/>
                  </a:lnTo>
                  <a:lnTo>
                    <a:pt x="151" y="247"/>
                  </a:lnTo>
                  <a:lnTo>
                    <a:pt x="113" y="257"/>
                  </a:lnTo>
                  <a:lnTo>
                    <a:pt x="89" y="229"/>
                  </a:lnTo>
                  <a:lnTo>
                    <a:pt x="52" y="213"/>
                  </a:lnTo>
                  <a:lnTo>
                    <a:pt x="48" y="174"/>
                  </a:lnTo>
                  <a:lnTo>
                    <a:pt x="28" y="140"/>
                  </a:lnTo>
                  <a:lnTo>
                    <a:pt x="48" y="109"/>
                  </a:lnTo>
                  <a:lnTo>
                    <a:pt x="52" y="68"/>
                  </a:lnTo>
                  <a:lnTo>
                    <a:pt x="89" y="54"/>
                  </a:lnTo>
                  <a:lnTo>
                    <a:pt x="113" y="25"/>
                  </a:lnTo>
                  <a:lnTo>
                    <a:pt x="151" y="35"/>
                  </a:lnTo>
                  <a:lnTo>
                    <a:pt x="190" y="25"/>
                  </a:lnTo>
                  <a:close/>
                  <a:moveTo>
                    <a:pt x="242" y="237"/>
                  </a:moveTo>
                  <a:lnTo>
                    <a:pt x="262" y="321"/>
                  </a:lnTo>
                  <a:lnTo>
                    <a:pt x="223" y="312"/>
                  </a:lnTo>
                  <a:lnTo>
                    <a:pt x="194" y="338"/>
                  </a:lnTo>
                  <a:lnTo>
                    <a:pt x="178" y="275"/>
                  </a:lnTo>
                  <a:lnTo>
                    <a:pt x="197" y="278"/>
                  </a:lnTo>
                  <a:lnTo>
                    <a:pt x="227" y="242"/>
                  </a:lnTo>
                  <a:lnTo>
                    <a:pt x="242" y="237"/>
                  </a:lnTo>
                  <a:close/>
                  <a:moveTo>
                    <a:pt x="658" y="114"/>
                  </a:moveTo>
                  <a:cubicBezTo>
                    <a:pt x="682" y="114"/>
                    <a:pt x="700" y="132"/>
                    <a:pt x="700" y="156"/>
                  </a:cubicBezTo>
                  <a:lnTo>
                    <a:pt x="700" y="344"/>
                  </a:lnTo>
                  <a:lnTo>
                    <a:pt x="617" y="344"/>
                  </a:lnTo>
                  <a:lnTo>
                    <a:pt x="617" y="156"/>
                  </a:lnTo>
                  <a:cubicBezTo>
                    <a:pt x="617" y="132"/>
                    <a:pt x="635" y="114"/>
                    <a:pt x="658" y="114"/>
                  </a:cubicBezTo>
                  <a:close/>
                  <a:moveTo>
                    <a:pt x="454" y="270"/>
                  </a:moveTo>
                  <a:lnTo>
                    <a:pt x="528" y="346"/>
                  </a:lnTo>
                  <a:lnTo>
                    <a:pt x="515" y="360"/>
                  </a:lnTo>
                  <a:lnTo>
                    <a:pt x="440" y="285"/>
                  </a:lnTo>
                  <a:lnTo>
                    <a:pt x="454" y="270"/>
                  </a:lnTo>
                  <a:close/>
                  <a:moveTo>
                    <a:pt x="63" y="240"/>
                  </a:moveTo>
                  <a:lnTo>
                    <a:pt x="76" y="246"/>
                  </a:lnTo>
                  <a:lnTo>
                    <a:pt x="106" y="282"/>
                  </a:lnTo>
                  <a:lnTo>
                    <a:pt x="126" y="276"/>
                  </a:lnTo>
                  <a:lnTo>
                    <a:pt x="104" y="361"/>
                  </a:lnTo>
                  <a:lnTo>
                    <a:pt x="76" y="333"/>
                  </a:lnTo>
                  <a:lnTo>
                    <a:pt x="35" y="346"/>
                  </a:lnTo>
                  <a:lnTo>
                    <a:pt x="35" y="346"/>
                  </a:lnTo>
                  <a:lnTo>
                    <a:pt x="63" y="240"/>
                  </a:lnTo>
                  <a:close/>
                  <a:moveTo>
                    <a:pt x="424" y="301"/>
                  </a:moveTo>
                  <a:lnTo>
                    <a:pt x="497" y="374"/>
                  </a:lnTo>
                  <a:lnTo>
                    <a:pt x="422" y="450"/>
                  </a:lnTo>
                  <a:lnTo>
                    <a:pt x="347" y="376"/>
                  </a:lnTo>
                  <a:lnTo>
                    <a:pt x="424" y="301"/>
                  </a:lnTo>
                  <a:close/>
                  <a:moveTo>
                    <a:pt x="334" y="392"/>
                  </a:moveTo>
                  <a:lnTo>
                    <a:pt x="408" y="465"/>
                  </a:lnTo>
                  <a:lnTo>
                    <a:pt x="393" y="481"/>
                  </a:lnTo>
                  <a:lnTo>
                    <a:pt x="320" y="406"/>
                  </a:lnTo>
                  <a:lnTo>
                    <a:pt x="334" y="392"/>
                  </a:lnTo>
                  <a:close/>
                  <a:moveTo>
                    <a:pt x="483" y="421"/>
                  </a:moveTo>
                  <a:lnTo>
                    <a:pt x="697" y="634"/>
                  </a:lnTo>
                  <a:cubicBezTo>
                    <a:pt x="698" y="636"/>
                    <a:pt x="700" y="640"/>
                    <a:pt x="700" y="642"/>
                  </a:cubicBezTo>
                  <a:cubicBezTo>
                    <a:pt x="700" y="643"/>
                    <a:pt x="698" y="646"/>
                    <a:pt x="697" y="649"/>
                  </a:cubicBezTo>
                  <a:cubicBezTo>
                    <a:pt x="695" y="650"/>
                    <a:pt x="691" y="652"/>
                    <a:pt x="689" y="652"/>
                  </a:cubicBezTo>
                  <a:cubicBezTo>
                    <a:pt x="685" y="652"/>
                    <a:pt x="684" y="650"/>
                    <a:pt x="682" y="649"/>
                  </a:cubicBezTo>
                  <a:lnTo>
                    <a:pt x="468" y="435"/>
                  </a:lnTo>
                  <a:lnTo>
                    <a:pt x="483" y="421"/>
                  </a:lnTo>
                  <a:close/>
                  <a:moveTo>
                    <a:pt x="613" y="114"/>
                  </a:moveTo>
                  <a:cubicBezTo>
                    <a:pt x="603" y="125"/>
                    <a:pt x="597" y="139"/>
                    <a:pt x="597" y="156"/>
                  </a:cubicBezTo>
                  <a:lnTo>
                    <a:pt x="597" y="504"/>
                  </a:lnTo>
                  <a:lnTo>
                    <a:pt x="500" y="406"/>
                  </a:lnTo>
                  <a:lnTo>
                    <a:pt x="545" y="361"/>
                  </a:lnTo>
                  <a:lnTo>
                    <a:pt x="558" y="374"/>
                  </a:lnTo>
                  <a:lnTo>
                    <a:pt x="572" y="360"/>
                  </a:lnTo>
                  <a:lnTo>
                    <a:pt x="444" y="231"/>
                  </a:lnTo>
                  <a:lnTo>
                    <a:pt x="429" y="246"/>
                  </a:lnTo>
                  <a:lnTo>
                    <a:pt x="442" y="259"/>
                  </a:lnTo>
                  <a:lnTo>
                    <a:pt x="307" y="393"/>
                  </a:lnTo>
                  <a:lnTo>
                    <a:pt x="294" y="382"/>
                  </a:lnTo>
                  <a:lnTo>
                    <a:pt x="279" y="396"/>
                  </a:lnTo>
                  <a:lnTo>
                    <a:pt x="408" y="525"/>
                  </a:lnTo>
                  <a:lnTo>
                    <a:pt x="422" y="510"/>
                  </a:lnTo>
                  <a:lnTo>
                    <a:pt x="409" y="497"/>
                  </a:lnTo>
                  <a:lnTo>
                    <a:pt x="454" y="452"/>
                  </a:lnTo>
                  <a:lnTo>
                    <a:pt x="597" y="594"/>
                  </a:lnTo>
                  <a:lnTo>
                    <a:pt x="597" y="698"/>
                  </a:lnTo>
                  <a:lnTo>
                    <a:pt x="162" y="698"/>
                  </a:lnTo>
                  <a:lnTo>
                    <a:pt x="162" y="296"/>
                  </a:lnTo>
                  <a:lnTo>
                    <a:pt x="182" y="377"/>
                  </a:lnTo>
                  <a:lnTo>
                    <a:pt x="229" y="337"/>
                  </a:lnTo>
                  <a:lnTo>
                    <a:pt x="291" y="351"/>
                  </a:lnTo>
                  <a:lnTo>
                    <a:pt x="259" y="231"/>
                  </a:lnTo>
                  <a:lnTo>
                    <a:pt x="269" y="229"/>
                  </a:lnTo>
                  <a:lnTo>
                    <a:pt x="272" y="181"/>
                  </a:lnTo>
                  <a:lnTo>
                    <a:pt x="298" y="140"/>
                  </a:lnTo>
                  <a:lnTo>
                    <a:pt x="281" y="114"/>
                  </a:lnTo>
                  <a:close/>
                  <a:moveTo>
                    <a:pt x="104" y="0"/>
                  </a:moveTo>
                  <a:lnTo>
                    <a:pt x="73" y="36"/>
                  </a:lnTo>
                  <a:lnTo>
                    <a:pt x="29" y="54"/>
                  </a:lnTo>
                  <a:lnTo>
                    <a:pt x="26" y="101"/>
                  </a:lnTo>
                  <a:lnTo>
                    <a:pt x="0" y="140"/>
                  </a:lnTo>
                  <a:lnTo>
                    <a:pt x="26" y="181"/>
                  </a:lnTo>
                  <a:lnTo>
                    <a:pt x="29" y="229"/>
                  </a:lnTo>
                  <a:lnTo>
                    <a:pt x="41" y="233"/>
                  </a:lnTo>
                  <a:lnTo>
                    <a:pt x="5" y="377"/>
                  </a:lnTo>
                  <a:lnTo>
                    <a:pt x="68" y="357"/>
                  </a:lnTo>
                  <a:lnTo>
                    <a:pt x="113" y="405"/>
                  </a:lnTo>
                  <a:lnTo>
                    <a:pt x="138" y="304"/>
                  </a:lnTo>
                  <a:lnTo>
                    <a:pt x="138" y="721"/>
                  </a:lnTo>
                  <a:lnTo>
                    <a:pt x="614" y="721"/>
                  </a:lnTo>
                  <a:lnTo>
                    <a:pt x="614" y="616"/>
                  </a:lnTo>
                  <a:lnTo>
                    <a:pt x="665" y="666"/>
                  </a:lnTo>
                  <a:cubicBezTo>
                    <a:pt x="671" y="672"/>
                    <a:pt x="679" y="676"/>
                    <a:pt x="687" y="676"/>
                  </a:cubicBezTo>
                  <a:cubicBezTo>
                    <a:pt x="697" y="676"/>
                    <a:pt x="704" y="672"/>
                    <a:pt x="708" y="666"/>
                  </a:cubicBezTo>
                  <a:cubicBezTo>
                    <a:pt x="714" y="662"/>
                    <a:pt x="718" y="652"/>
                    <a:pt x="718" y="645"/>
                  </a:cubicBezTo>
                  <a:cubicBezTo>
                    <a:pt x="718" y="637"/>
                    <a:pt x="714" y="629"/>
                    <a:pt x="708" y="623"/>
                  </a:cubicBezTo>
                  <a:lnTo>
                    <a:pt x="614" y="529"/>
                  </a:lnTo>
                  <a:lnTo>
                    <a:pt x="614" y="370"/>
                  </a:lnTo>
                  <a:lnTo>
                    <a:pt x="720" y="370"/>
                  </a:lnTo>
                  <a:lnTo>
                    <a:pt x="720" y="161"/>
                  </a:lnTo>
                  <a:cubicBezTo>
                    <a:pt x="724" y="122"/>
                    <a:pt x="695" y="93"/>
                    <a:pt x="661" y="93"/>
                  </a:cubicBezTo>
                  <a:lnTo>
                    <a:pt x="272" y="93"/>
                  </a:lnTo>
                  <a:lnTo>
                    <a:pt x="269" y="54"/>
                  </a:lnTo>
                  <a:lnTo>
                    <a:pt x="226" y="36"/>
                  </a:lnTo>
                  <a:lnTo>
                    <a:pt x="194" y="0"/>
                  </a:lnTo>
                  <a:lnTo>
                    <a:pt x="149" y="12"/>
                  </a:lnTo>
                  <a:lnTo>
                    <a:pt x="1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7208979" y="4360116"/>
              <a:ext cx="210378" cy="42652"/>
            </a:xfrm>
            <a:custGeom>
              <a:rect b="b" l="l" r="r" t="t"/>
              <a:pathLst>
                <a:path extrusionOk="0" h="74" w="365">
                  <a:moveTo>
                    <a:pt x="298" y="23"/>
                  </a:moveTo>
                  <a:lnTo>
                    <a:pt x="298" y="52"/>
                  </a:lnTo>
                  <a:lnTo>
                    <a:pt x="67" y="52"/>
                  </a:lnTo>
                  <a:lnTo>
                    <a:pt x="67" y="23"/>
                  </a:lnTo>
                  <a:close/>
                  <a:moveTo>
                    <a:pt x="46" y="1"/>
                  </a:moveTo>
                  <a:lnTo>
                    <a:pt x="46" y="52"/>
                  </a:lnTo>
                  <a:lnTo>
                    <a:pt x="1" y="52"/>
                  </a:lnTo>
                  <a:lnTo>
                    <a:pt x="1" y="73"/>
                  </a:lnTo>
                  <a:lnTo>
                    <a:pt x="365" y="73"/>
                  </a:lnTo>
                  <a:lnTo>
                    <a:pt x="365" y="52"/>
                  </a:lnTo>
                  <a:lnTo>
                    <a:pt x="320" y="52"/>
                  </a:lnTo>
                  <a:lnTo>
                    <a:pt x="3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48"/>
          <p:cNvGrpSpPr/>
          <p:nvPr/>
        </p:nvGrpSpPr>
        <p:grpSpPr>
          <a:xfrm>
            <a:off x="6313864" y="4007950"/>
            <a:ext cx="416145" cy="414415"/>
            <a:chOff x="6313864" y="4007950"/>
            <a:chExt cx="416145" cy="414415"/>
          </a:xfrm>
        </p:grpSpPr>
        <p:sp>
          <p:nvSpPr>
            <p:cNvPr id="1512" name="Google Shape;1512;p48"/>
            <p:cNvSpPr/>
            <p:nvPr/>
          </p:nvSpPr>
          <p:spPr>
            <a:xfrm>
              <a:off x="6516173" y="4035039"/>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8"/>
            <p:cNvSpPr/>
            <p:nvPr/>
          </p:nvSpPr>
          <p:spPr>
            <a:xfrm>
              <a:off x="6384182" y="4035039"/>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8"/>
            <p:cNvSpPr/>
            <p:nvPr/>
          </p:nvSpPr>
          <p:spPr>
            <a:xfrm>
              <a:off x="6427411" y="4035039"/>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8"/>
            <p:cNvSpPr/>
            <p:nvPr/>
          </p:nvSpPr>
          <p:spPr>
            <a:xfrm>
              <a:off x="6339225" y="4035039"/>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8"/>
            <p:cNvSpPr/>
            <p:nvPr/>
          </p:nvSpPr>
          <p:spPr>
            <a:xfrm>
              <a:off x="6472368" y="4035039"/>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6693121" y="4035039"/>
              <a:ext cx="12104" cy="12680"/>
            </a:xfrm>
            <a:custGeom>
              <a:rect b="b" l="l" r="r" t="t"/>
              <a:pathLst>
                <a:path extrusionOk="0" h="22" w="21">
                  <a:moveTo>
                    <a:pt x="0" y="0"/>
                  </a:moveTo>
                  <a:lnTo>
                    <a:pt x="0" y="22"/>
                  </a:lnTo>
                  <a:lnTo>
                    <a:pt x="20" y="22"/>
                  </a:lnTo>
                  <a:lnTo>
                    <a:pt x="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6648163" y="4035039"/>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6604935" y="4035039"/>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8"/>
            <p:cNvSpPr/>
            <p:nvPr/>
          </p:nvSpPr>
          <p:spPr>
            <a:xfrm>
              <a:off x="6559977" y="4035039"/>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8"/>
            <p:cNvSpPr/>
            <p:nvPr/>
          </p:nvSpPr>
          <p:spPr>
            <a:xfrm>
              <a:off x="6604935" y="438144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6516173" y="4381442"/>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8"/>
            <p:cNvSpPr/>
            <p:nvPr/>
          </p:nvSpPr>
          <p:spPr>
            <a:xfrm>
              <a:off x="6427411" y="4381442"/>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8"/>
            <p:cNvSpPr/>
            <p:nvPr/>
          </p:nvSpPr>
          <p:spPr>
            <a:xfrm>
              <a:off x="6384182" y="438144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8"/>
            <p:cNvSpPr/>
            <p:nvPr/>
          </p:nvSpPr>
          <p:spPr>
            <a:xfrm>
              <a:off x="6339225" y="438144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8"/>
            <p:cNvSpPr/>
            <p:nvPr/>
          </p:nvSpPr>
          <p:spPr>
            <a:xfrm>
              <a:off x="6559977" y="438144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a:off x="6472368" y="4381442"/>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8"/>
            <p:cNvSpPr/>
            <p:nvPr/>
          </p:nvSpPr>
          <p:spPr>
            <a:xfrm>
              <a:off x="6693121" y="4381442"/>
              <a:ext cx="12104" cy="12680"/>
            </a:xfrm>
            <a:custGeom>
              <a:rect b="b" l="l" r="r" t="t"/>
              <a:pathLst>
                <a:path extrusionOk="0" h="22" w="21">
                  <a:moveTo>
                    <a:pt x="0" y="0"/>
                  </a:moveTo>
                  <a:lnTo>
                    <a:pt x="0" y="22"/>
                  </a:lnTo>
                  <a:lnTo>
                    <a:pt x="20" y="22"/>
                  </a:lnTo>
                  <a:lnTo>
                    <a:pt x="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8"/>
            <p:cNvSpPr/>
            <p:nvPr/>
          </p:nvSpPr>
          <p:spPr>
            <a:xfrm>
              <a:off x="6648163" y="438144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6405508" y="4185474"/>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8"/>
            <p:cNvSpPr/>
            <p:nvPr/>
          </p:nvSpPr>
          <p:spPr>
            <a:xfrm>
              <a:off x="6405508" y="4209682"/>
              <a:ext cx="13257" cy="41499"/>
            </a:xfrm>
            <a:custGeom>
              <a:rect b="b" l="l" r="r" t="t"/>
              <a:pathLst>
                <a:path extrusionOk="0" h="72" w="23">
                  <a:moveTo>
                    <a:pt x="1" y="1"/>
                  </a:moveTo>
                  <a:lnTo>
                    <a:pt x="1" y="71"/>
                  </a:lnTo>
                  <a:lnTo>
                    <a:pt x="22" y="7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8"/>
            <p:cNvSpPr/>
            <p:nvPr/>
          </p:nvSpPr>
          <p:spPr>
            <a:xfrm>
              <a:off x="6627414" y="4185474"/>
              <a:ext cx="12680" cy="41499"/>
            </a:xfrm>
            <a:custGeom>
              <a:rect b="b" l="l" r="r" t="t"/>
              <a:pathLst>
                <a:path extrusionOk="0" h="72" w="22">
                  <a:moveTo>
                    <a:pt x="0" y="1"/>
                  </a:moveTo>
                  <a:lnTo>
                    <a:pt x="0" y="71"/>
                  </a:lnTo>
                  <a:lnTo>
                    <a:pt x="22" y="7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8"/>
            <p:cNvSpPr/>
            <p:nvPr/>
          </p:nvSpPr>
          <p:spPr>
            <a:xfrm>
              <a:off x="6627414" y="423792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8"/>
            <p:cNvSpPr/>
            <p:nvPr/>
          </p:nvSpPr>
          <p:spPr>
            <a:xfrm>
              <a:off x="6313864" y="4007950"/>
              <a:ext cx="416145" cy="414415"/>
            </a:xfrm>
            <a:custGeom>
              <a:rect b="b" l="l" r="r" t="t"/>
              <a:pathLst>
                <a:path extrusionOk="0" h="719" w="722">
                  <a:moveTo>
                    <a:pt x="700" y="20"/>
                  </a:moveTo>
                  <a:lnTo>
                    <a:pt x="700" y="96"/>
                  </a:lnTo>
                  <a:lnTo>
                    <a:pt x="23" y="96"/>
                  </a:lnTo>
                  <a:lnTo>
                    <a:pt x="23" y="20"/>
                  </a:lnTo>
                  <a:close/>
                  <a:moveTo>
                    <a:pt x="223" y="117"/>
                  </a:moveTo>
                  <a:lnTo>
                    <a:pt x="223" y="255"/>
                  </a:lnTo>
                  <a:lnTo>
                    <a:pt x="202" y="255"/>
                  </a:lnTo>
                  <a:lnTo>
                    <a:pt x="202" y="117"/>
                  </a:lnTo>
                  <a:close/>
                  <a:moveTo>
                    <a:pt x="521" y="117"/>
                  </a:moveTo>
                  <a:lnTo>
                    <a:pt x="521" y="255"/>
                  </a:lnTo>
                  <a:lnTo>
                    <a:pt x="499" y="255"/>
                  </a:lnTo>
                  <a:lnTo>
                    <a:pt x="499" y="117"/>
                  </a:lnTo>
                  <a:close/>
                  <a:moveTo>
                    <a:pt x="556" y="273"/>
                  </a:moveTo>
                  <a:lnTo>
                    <a:pt x="556" y="277"/>
                  </a:lnTo>
                  <a:cubicBezTo>
                    <a:pt x="573" y="277"/>
                    <a:pt x="587" y="291"/>
                    <a:pt x="587" y="309"/>
                  </a:cubicBezTo>
                  <a:lnTo>
                    <a:pt x="587" y="421"/>
                  </a:lnTo>
                  <a:cubicBezTo>
                    <a:pt x="587" y="439"/>
                    <a:pt x="573" y="453"/>
                    <a:pt x="556" y="453"/>
                  </a:cubicBezTo>
                  <a:lnTo>
                    <a:pt x="456" y="453"/>
                  </a:lnTo>
                  <a:cubicBezTo>
                    <a:pt x="447" y="453"/>
                    <a:pt x="437" y="446"/>
                    <a:pt x="437" y="436"/>
                  </a:cubicBezTo>
                  <a:lnTo>
                    <a:pt x="437" y="424"/>
                  </a:lnTo>
                  <a:lnTo>
                    <a:pt x="496" y="424"/>
                  </a:lnTo>
                  <a:lnTo>
                    <a:pt x="496" y="403"/>
                  </a:lnTo>
                  <a:lnTo>
                    <a:pt x="437" y="403"/>
                  </a:lnTo>
                  <a:lnTo>
                    <a:pt x="437" y="374"/>
                  </a:lnTo>
                  <a:lnTo>
                    <a:pt x="496" y="374"/>
                  </a:lnTo>
                  <a:lnTo>
                    <a:pt x="496" y="352"/>
                  </a:lnTo>
                  <a:lnTo>
                    <a:pt x="437" y="352"/>
                  </a:lnTo>
                  <a:lnTo>
                    <a:pt x="437" y="323"/>
                  </a:lnTo>
                  <a:lnTo>
                    <a:pt x="496" y="323"/>
                  </a:lnTo>
                  <a:lnTo>
                    <a:pt x="496" y="301"/>
                  </a:lnTo>
                  <a:lnTo>
                    <a:pt x="437" y="301"/>
                  </a:lnTo>
                  <a:lnTo>
                    <a:pt x="437" y="291"/>
                  </a:lnTo>
                  <a:cubicBezTo>
                    <a:pt x="437" y="281"/>
                    <a:pt x="444" y="273"/>
                    <a:pt x="456" y="273"/>
                  </a:cubicBezTo>
                  <a:close/>
                  <a:moveTo>
                    <a:pt x="268" y="277"/>
                  </a:moveTo>
                  <a:cubicBezTo>
                    <a:pt x="277" y="277"/>
                    <a:pt x="287" y="284"/>
                    <a:pt x="287" y="294"/>
                  </a:cubicBezTo>
                  <a:lnTo>
                    <a:pt x="287" y="306"/>
                  </a:lnTo>
                  <a:lnTo>
                    <a:pt x="228" y="306"/>
                  </a:lnTo>
                  <a:lnTo>
                    <a:pt x="228" y="327"/>
                  </a:lnTo>
                  <a:lnTo>
                    <a:pt x="287" y="327"/>
                  </a:lnTo>
                  <a:lnTo>
                    <a:pt x="287" y="356"/>
                  </a:lnTo>
                  <a:lnTo>
                    <a:pt x="228" y="356"/>
                  </a:lnTo>
                  <a:lnTo>
                    <a:pt x="228" y="378"/>
                  </a:lnTo>
                  <a:lnTo>
                    <a:pt x="287" y="378"/>
                  </a:lnTo>
                  <a:lnTo>
                    <a:pt x="287" y="407"/>
                  </a:lnTo>
                  <a:lnTo>
                    <a:pt x="228" y="407"/>
                  </a:lnTo>
                  <a:lnTo>
                    <a:pt x="228" y="429"/>
                  </a:lnTo>
                  <a:lnTo>
                    <a:pt x="287" y="429"/>
                  </a:lnTo>
                  <a:lnTo>
                    <a:pt x="287" y="439"/>
                  </a:lnTo>
                  <a:cubicBezTo>
                    <a:pt x="287" y="449"/>
                    <a:pt x="280" y="457"/>
                    <a:pt x="268" y="457"/>
                  </a:cubicBezTo>
                  <a:lnTo>
                    <a:pt x="168" y="457"/>
                  </a:lnTo>
                  <a:cubicBezTo>
                    <a:pt x="151" y="457"/>
                    <a:pt x="137" y="443"/>
                    <a:pt x="137" y="424"/>
                  </a:cubicBezTo>
                  <a:lnTo>
                    <a:pt x="137" y="313"/>
                  </a:lnTo>
                  <a:cubicBezTo>
                    <a:pt x="137" y="294"/>
                    <a:pt x="151" y="280"/>
                    <a:pt x="168" y="280"/>
                  </a:cubicBezTo>
                  <a:lnTo>
                    <a:pt x="268" y="280"/>
                  </a:lnTo>
                  <a:lnTo>
                    <a:pt x="268" y="277"/>
                  </a:lnTo>
                  <a:close/>
                  <a:moveTo>
                    <a:pt x="180" y="114"/>
                  </a:moveTo>
                  <a:lnTo>
                    <a:pt x="180" y="255"/>
                  </a:lnTo>
                  <a:lnTo>
                    <a:pt x="168" y="255"/>
                  </a:lnTo>
                  <a:cubicBezTo>
                    <a:pt x="140" y="255"/>
                    <a:pt x="116" y="278"/>
                    <a:pt x="116" y="307"/>
                  </a:cubicBezTo>
                  <a:lnTo>
                    <a:pt x="116" y="418"/>
                  </a:lnTo>
                  <a:cubicBezTo>
                    <a:pt x="116" y="447"/>
                    <a:pt x="140" y="472"/>
                    <a:pt x="168" y="472"/>
                  </a:cubicBezTo>
                  <a:lnTo>
                    <a:pt x="180" y="472"/>
                  </a:lnTo>
                  <a:lnTo>
                    <a:pt x="180" y="598"/>
                  </a:lnTo>
                  <a:lnTo>
                    <a:pt x="93" y="598"/>
                  </a:lnTo>
                  <a:lnTo>
                    <a:pt x="93" y="114"/>
                  </a:lnTo>
                  <a:close/>
                  <a:moveTo>
                    <a:pt x="479" y="114"/>
                  </a:moveTo>
                  <a:lnTo>
                    <a:pt x="479" y="255"/>
                  </a:lnTo>
                  <a:lnTo>
                    <a:pt x="457" y="255"/>
                  </a:lnTo>
                  <a:cubicBezTo>
                    <a:pt x="436" y="255"/>
                    <a:pt x="420" y="273"/>
                    <a:pt x="420" y="293"/>
                  </a:cubicBezTo>
                  <a:lnTo>
                    <a:pt x="420" y="434"/>
                  </a:lnTo>
                  <a:cubicBezTo>
                    <a:pt x="420" y="456"/>
                    <a:pt x="437" y="472"/>
                    <a:pt x="457" y="472"/>
                  </a:cubicBezTo>
                  <a:lnTo>
                    <a:pt x="479" y="472"/>
                  </a:lnTo>
                  <a:lnTo>
                    <a:pt x="479" y="598"/>
                  </a:lnTo>
                  <a:lnTo>
                    <a:pt x="392" y="598"/>
                  </a:lnTo>
                  <a:lnTo>
                    <a:pt x="392" y="114"/>
                  </a:lnTo>
                  <a:close/>
                  <a:moveTo>
                    <a:pt x="223" y="473"/>
                  </a:moveTo>
                  <a:lnTo>
                    <a:pt x="223" y="600"/>
                  </a:lnTo>
                  <a:lnTo>
                    <a:pt x="202" y="600"/>
                  </a:lnTo>
                  <a:lnTo>
                    <a:pt x="202" y="473"/>
                  </a:lnTo>
                  <a:close/>
                  <a:moveTo>
                    <a:pt x="329" y="117"/>
                  </a:moveTo>
                  <a:lnTo>
                    <a:pt x="329" y="600"/>
                  </a:lnTo>
                  <a:lnTo>
                    <a:pt x="244" y="600"/>
                  </a:lnTo>
                  <a:lnTo>
                    <a:pt x="244" y="473"/>
                  </a:lnTo>
                  <a:lnTo>
                    <a:pt x="268" y="473"/>
                  </a:lnTo>
                  <a:cubicBezTo>
                    <a:pt x="290" y="473"/>
                    <a:pt x="306" y="456"/>
                    <a:pt x="306" y="436"/>
                  </a:cubicBezTo>
                  <a:lnTo>
                    <a:pt x="306" y="294"/>
                  </a:lnTo>
                  <a:cubicBezTo>
                    <a:pt x="306" y="273"/>
                    <a:pt x="290" y="255"/>
                    <a:pt x="268" y="255"/>
                  </a:cubicBezTo>
                  <a:lnTo>
                    <a:pt x="244" y="255"/>
                  </a:lnTo>
                  <a:lnTo>
                    <a:pt x="244" y="117"/>
                  </a:lnTo>
                  <a:close/>
                  <a:moveTo>
                    <a:pt x="521" y="473"/>
                  </a:moveTo>
                  <a:lnTo>
                    <a:pt x="521" y="600"/>
                  </a:lnTo>
                  <a:lnTo>
                    <a:pt x="499" y="600"/>
                  </a:lnTo>
                  <a:lnTo>
                    <a:pt x="499" y="473"/>
                  </a:lnTo>
                  <a:close/>
                  <a:moveTo>
                    <a:pt x="629" y="117"/>
                  </a:moveTo>
                  <a:lnTo>
                    <a:pt x="629" y="600"/>
                  </a:lnTo>
                  <a:lnTo>
                    <a:pt x="543" y="600"/>
                  </a:lnTo>
                  <a:lnTo>
                    <a:pt x="543" y="473"/>
                  </a:lnTo>
                  <a:lnTo>
                    <a:pt x="556" y="473"/>
                  </a:lnTo>
                  <a:cubicBezTo>
                    <a:pt x="585" y="473"/>
                    <a:pt x="608" y="450"/>
                    <a:pt x="608" y="421"/>
                  </a:cubicBezTo>
                  <a:lnTo>
                    <a:pt x="608" y="309"/>
                  </a:lnTo>
                  <a:cubicBezTo>
                    <a:pt x="608" y="280"/>
                    <a:pt x="585" y="255"/>
                    <a:pt x="556" y="255"/>
                  </a:cubicBezTo>
                  <a:lnTo>
                    <a:pt x="543" y="255"/>
                  </a:lnTo>
                  <a:lnTo>
                    <a:pt x="543" y="117"/>
                  </a:lnTo>
                  <a:close/>
                  <a:moveTo>
                    <a:pt x="73" y="118"/>
                  </a:moveTo>
                  <a:lnTo>
                    <a:pt x="73" y="602"/>
                  </a:lnTo>
                  <a:lnTo>
                    <a:pt x="51" y="602"/>
                  </a:lnTo>
                  <a:lnTo>
                    <a:pt x="51" y="118"/>
                  </a:lnTo>
                  <a:close/>
                  <a:moveTo>
                    <a:pt x="374" y="118"/>
                  </a:moveTo>
                  <a:lnTo>
                    <a:pt x="374" y="602"/>
                  </a:lnTo>
                  <a:lnTo>
                    <a:pt x="352" y="602"/>
                  </a:lnTo>
                  <a:lnTo>
                    <a:pt x="352" y="118"/>
                  </a:lnTo>
                  <a:close/>
                  <a:moveTo>
                    <a:pt x="671" y="118"/>
                  </a:moveTo>
                  <a:lnTo>
                    <a:pt x="671" y="602"/>
                  </a:lnTo>
                  <a:lnTo>
                    <a:pt x="650" y="602"/>
                  </a:lnTo>
                  <a:lnTo>
                    <a:pt x="650" y="118"/>
                  </a:lnTo>
                  <a:close/>
                  <a:moveTo>
                    <a:pt x="700" y="622"/>
                  </a:moveTo>
                  <a:lnTo>
                    <a:pt x="700" y="697"/>
                  </a:lnTo>
                  <a:lnTo>
                    <a:pt x="23" y="697"/>
                  </a:lnTo>
                  <a:lnTo>
                    <a:pt x="23" y="622"/>
                  </a:lnTo>
                  <a:close/>
                  <a:moveTo>
                    <a:pt x="1" y="1"/>
                  </a:moveTo>
                  <a:lnTo>
                    <a:pt x="1" y="118"/>
                  </a:lnTo>
                  <a:lnTo>
                    <a:pt x="30" y="118"/>
                  </a:lnTo>
                  <a:lnTo>
                    <a:pt x="30" y="602"/>
                  </a:lnTo>
                  <a:lnTo>
                    <a:pt x="1" y="602"/>
                  </a:lnTo>
                  <a:lnTo>
                    <a:pt x="1" y="719"/>
                  </a:lnTo>
                  <a:lnTo>
                    <a:pt x="722" y="719"/>
                  </a:lnTo>
                  <a:lnTo>
                    <a:pt x="722" y="602"/>
                  </a:lnTo>
                  <a:lnTo>
                    <a:pt x="693" y="602"/>
                  </a:lnTo>
                  <a:lnTo>
                    <a:pt x="693" y="118"/>
                  </a:lnTo>
                  <a:lnTo>
                    <a:pt x="722" y="118"/>
                  </a:lnTo>
                  <a:lnTo>
                    <a:pt x="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48"/>
          <p:cNvGrpSpPr/>
          <p:nvPr/>
        </p:nvGrpSpPr>
        <p:grpSpPr>
          <a:xfrm>
            <a:off x="7923687" y="3329553"/>
            <a:ext cx="325077" cy="414415"/>
            <a:chOff x="7923687" y="3329553"/>
            <a:chExt cx="325077" cy="414415"/>
          </a:xfrm>
        </p:grpSpPr>
        <p:sp>
          <p:nvSpPr>
            <p:cNvPr id="1536" name="Google Shape;1536;p48"/>
            <p:cNvSpPr/>
            <p:nvPr/>
          </p:nvSpPr>
          <p:spPr>
            <a:xfrm>
              <a:off x="7980172" y="3591805"/>
              <a:ext cx="29395" cy="42076"/>
            </a:xfrm>
            <a:custGeom>
              <a:rect b="b" l="l" r="r" t="t"/>
              <a:pathLst>
                <a:path extrusionOk="0" h="73" w="51">
                  <a:moveTo>
                    <a:pt x="21" y="1"/>
                  </a:moveTo>
                  <a:lnTo>
                    <a:pt x="0" y="5"/>
                  </a:lnTo>
                  <a:cubicBezTo>
                    <a:pt x="6" y="25"/>
                    <a:pt x="15" y="44"/>
                    <a:pt x="26" y="60"/>
                  </a:cubicBezTo>
                  <a:cubicBezTo>
                    <a:pt x="29" y="63"/>
                    <a:pt x="31" y="69"/>
                    <a:pt x="35" y="73"/>
                  </a:cubicBezTo>
                  <a:lnTo>
                    <a:pt x="51" y="60"/>
                  </a:lnTo>
                  <a:cubicBezTo>
                    <a:pt x="48" y="56"/>
                    <a:pt x="47" y="53"/>
                    <a:pt x="42" y="48"/>
                  </a:cubicBezTo>
                  <a:cubicBezTo>
                    <a:pt x="32" y="34"/>
                    <a:pt x="25" y="18"/>
                    <a:pt x="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8"/>
            <p:cNvSpPr/>
            <p:nvPr/>
          </p:nvSpPr>
          <p:spPr>
            <a:xfrm>
              <a:off x="7976137" y="3564715"/>
              <a:ext cx="14409" cy="19597"/>
            </a:xfrm>
            <a:custGeom>
              <a:rect b="b" l="l" r="r" t="t"/>
              <a:pathLst>
                <a:path extrusionOk="0" h="34" w="25">
                  <a:moveTo>
                    <a:pt x="0" y="0"/>
                  </a:moveTo>
                  <a:lnTo>
                    <a:pt x="0" y="1"/>
                  </a:lnTo>
                  <a:cubicBezTo>
                    <a:pt x="0" y="13"/>
                    <a:pt x="0" y="22"/>
                    <a:pt x="3" y="33"/>
                  </a:cubicBezTo>
                  <a:lnTo>
                    <a:pt x="25" y="29"/>
                  </a:lnTo>
                  <a:cubicBezTo>
                    <a:pt x="22" y="20"/>
                    <a:pt x="22" y="12"/>
                    <a:pt x="22" y="1"/>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8"/>
            <p:cNvSpPr/>
            <p:nvPr/>
          </p:nvSpPr>
          <p:spPr>
            <a:xfrm>
              <a:off x="8008414" y="3634457"/>
              <a:ext cx="41499" cy="31124"/>
            </a:xfrm>
            <a:custGeom>
              <a:rect b="b" l="l" r="r" t="t"/>
              <a:pathLst>
                <a:path extrusionOk="0" h="54" w="72">
                  <a:moveTo>
                    <a:pt x="15" y="0"/>
                  </a:moveTo>
                  <a:lnTo>
                    <a:pt x="1" y="15"/>
                  </a:lnTo>
                  <a:cubicBezTo>
                    <a:pt x="19" y="32"/>
                    <a:pt x="41" y="45"/>
                    <a:pt x="64" y="54"/>
                  </a:cubicBezTo>
                  <a:lnTo>
                    <a:pt x="71" y="34"/>
                  </a:lnTo>
                  <a:cubicBezTo>
                    <a:pt x="50" y="29"/>
                    <a:pt x="31" y="16"/>
                    <a:pt x="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8"/>
            <p:cNvSpPr/>
            <p:nvPr/>
          </p:nvSpPr>
          <p:spPr>
            <a:xfrm>
              <a:off x="8081614" y="3658665"/>
              <a:ext cx="34583" cy="24784"/>
            </a:xfrm>
            <a:custGeom>
              <a:rect b="b" l="l" r="r" t="t"/>
              <a:pathLst>
                <a:path extrusionOk="0" h="43" w="60">
                  <a:moveTo>
                    <a:pt x="53" y="0"/>
                  </a:moveTo>
                  <a:cubicBezTo>
                    <a:pt x="34" y="6"/>
                    <a:pt x="17" y="16"/>
                    <a:pt x="1" y="25"/>
                  </a:cubicBezTo>
                  <a:lnTo>
                    <a:pt x="11" y="42"/>
                  </a:lnTo>
                  <a:cubicBezTo>
                    <a:pt x="27" y="33"/>
                    <a:pt x="43" y="25"/>
                    <a:pt x="60" y="19"/>
                  </a:cubicBez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8"/>
            <p:cNvSpPr/>
            <p:nvPr/>
          </p:nvSpPr>
          <p:spPr>
            <a:xfrm>
              <a:off x="8153085" y="3623506"/>
              <a:ext cx="17291" cy="17291"/>
            </a:xfrm>
            <a:custGeom>
              <a:rect b="b" l="l" r="r" t="t"/>
              <a:pathLst>
                <a:path extrusionOk="0" h="30" w="30">
                  <a:moveTo>
                    <a:pt x="14" y="1"/>
                  </a:moveTo>
                  <a:cubicBezTo>
                    <a:pt x="10" y="6"/>
                    <a:pt x="4" y="12"/>
                    <a:pt x="1" y="15"/>
                  </a:cubicBezTo>
                  <a:lnTo>
                    <a:pt x="15" y="29"/>
                  </a:lnTo>
                  <a:cubicBezTo>
                    <a:pt x="20" y="25"/>
                    <a:pt x="25" y="19"/>
                    <a:pt x="30" y="14"/>
                  </a:cubicBezTo>
                  <a:lnTo>
                    <a:pt x="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8"/>
            <p:cNvSpPr/>
            <p:nvPr/>
          </p:nvSpPr>
          <p:spPr>
            <a:xfrm>
              <a:off x="8166342" y="3565292"/>
              <a:ext cx="25937" cy="56485"/>
            </a:xfrm>
            <a:custGeom>
              <a:rect b="b" l="l" r="r" t="t"/>
              <a:pathLst>
                <a:path extrusionOk="0" h="98" w="45">
                  <a:moveTo>
                    <a:pt x="24" y="0"/>
                  </a:moveTo>
                  <a:cubicBezTo>
                    <a:pt x="24" y="32"/>
                    <a:pt x="17" y="61"/>
                    <a:pt x="1" y="86"/>
                  </a:cubicBezTo>
                  <a:lnTo>
                    <a:pt x="20" y="97"/>
                  </a:lnTo>
                  <a:cubicBezTo>
                    <a:pt x="36" y="68"/>
                    <a:pt x="44" y="35"/>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8135794" y="3640221"/>
              <a:ext cx="17291" cy="17291"/>
            </a:xfrm>
            <a:custGeom>
              <a:rect b="b" l="l" r="r" t="t"/>
              <a:pathLst>
                <a:path extrusionOk="0" h="30" w="30">
                  <a:moveTo>
                    <a:pt x="16" y="0"/>
                  </a:moveTo>
                  <a:lnTo>
                    <a:pt x="1" y="12"/>
                  </a:lnTo>
                  <a:lnTo>
                    <a:pt x="11" y="29"/>
                  </a:lnTo>
                  <a:cubicBezTo>
                    <a:pt x="16" y="26"/>
                    <a:pt x="24" y="21"/>
                    <a:pt x="29" y="18"/>
                  </a:cubicBez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8"/>
            <p:cNvSpPr/>
            <p:nvPr/>
          </p:nvSpPr>
          <p:spPr>
            <a:xfrm>
              <a:off x="8170953" y="3415434"/>
              <a:ext cx="17868" cy="53603"/>
            </a:xfrm>
            <a:custGeom>
              <a:rect b="b" l="l" r="r" t="t"/>
              <a:pathLst>
                <a:path extrusionOk="0" h="93" w="31">
                  <a:moveTo>
                    <a:pt x="9" y="0"/>
                  </a:moveTo>
                  <a:cubicBezTo>
                    <a:pt x="5" y="31"/>
                    <a:pt x="0" y="63"/>
                    <a:pt x="0" y="93"/>
                  </a:cubicBezTo>
                  <a:lnTo>
                    <a:pt x="22" y="93"/>
                  </a:lnTo>
                  <a:cubicBezTo>
                    <a:pt x="22" y="63"/>
                    <a:pt x="26" y="34"/>
                    <a:pt x="31" y="5"/>
                  </a:cubicBezTo>
                  <a:lnTo>
                    <a:pt x="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8"/>
            <p:cNvSpPr/>
            <p:nvPr/>
          </p:nvSpPr>
          <p:spPr>
            <a:xfrm>
              <a:off x="7995734" y="3396989"/>
              <a:ext cx="70894" cy="27090"/>
            </a:xfrm>
            <a:custGeom>
              <a:rect b="b" l="l" r="r" t="t"/>
              <a:pathLst>
                <a:path extrusionOk="0" h="47" w="123">
                  <a:moveTo>
                    <a:pt x="114" y="1"/>
                  </a:moveTo>
                  <a:cubicBezTo>
                    <a:pt x="79" y="17"/>
                    <a:pt x="38" y="25"/>
                    <a:pt x="1" y="25"/>
                  </a:cubicBezTo>
                  <a:lnTo>
                    <a:pt x="1" y="47"/>
                  </a:lnTo>
                  <a:cubicBezTo>
                    <a:pt x="43" y="47"/>
                    <a:pt x="83" y="38"/>
                    <a:pt x="122" y="19"/>
                  </a:cubicBezTo>
                  <a:lnTo>
                    <a:pt x="1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8"/>
            <p:cNvSpPr/>
            <p:nvPr/>
          </p:nvSpPr>
          <p:spPr>
            <a:xfrm>
              <a:off x="8070663" y="3385462"/>
              <a:ext cx="17291" cy="17291"/>
            </a:xfrm>
            <a:custGeom>
              <a:rect b="b" l="l" r="r" t="t"/>
              <a:pathLst>
                <a:path extrusionOk="0" h="30" w="30">
                  <a:moveTo>
                    <a:pt x="20" y="0"/>
                  </a:moveTo>
                  <a:cubicBezTo>
                    <a:pt x="14" y="5"/>
                    <a:pt x="8" y="8"/>
                    <a:pt x="1" y="12"/>
                  </a:cubicBezTo>
                  <a:lnTo>
                    <a:pt x="12" y="29"/>
                  </a:lnTo>
                  <a:cubicBezTo>
                    <a:pt x="20" y="26"/>
                    <a:pt x="24" y="22"/>
                    <a:pt x="30" y="19"/>
                  </a:cubicBezTo>
                  <a:lnTo>
                    <a:pt x="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8"/>
            <p:cNvSpPr/>
            <p:nvPr/>
          </p:nvSpPr>
          <p:spPr>
            <a:xfrm>
              <a:off x="8078156" y="3519758"/>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8"/>
            <p:cNvSpPr/>
            <p:nvPr/>
          </p:nvSpPr>
          <p:spPr>
            <a:xfrm>
              <a:off x="7923687" y="3329553"/>
              <a:ext cx="325077" cy="414415"/>
            </a:xfrm>
            <a:custGeom>
              <a:rect b="b" l="l" r="r" t="t"/>
              <a:pathLst>
                <a:path extrusionOk="0" h="719" w="564">
                  <a:moveTo>
                    <a:pt x="299" y="25"/>
                  </a:moveTo>
                  <a:lnTo>
                    <a:pt x="314" y="35"/>
                  </a:lnTo>
                  <a:cubicBezTo>
                    <a:pt x="341" y="57"/>
                    <a:pt x="376" y="71"/>
                    <a:pt x="409" y="77"/>
                  </a:cubicBezTo>
                  <a:cubicBezTo>
                    <a:pt x="420" y="79"/>
                    <a:pt x="431" y="80"/>
                    <a:pt x="442" y="80"/>
                  </a:cubicBezTo>
                  <a:cubicBezTo>
                    <a:pt x="465" y="80"/>
                    <a:pt x="487" y="76"/>
                    <a:pt x="507" y="69"/>
                  </a:cubicBezTo>
                  <a:lnTo>
                    <a:pt x="540" y="102"/>
                  </a:lnTo>
                  <a:cubicBezTo>
                    <a:pt x="513" y="184"/>
                    <a:pt x="507" y="275"/>
                    <a:pt x="525" y="363"/>
                  </a:cubicBezTo>
                  <a:cubicBezTo>
                    <a:pt x="529" y="383"/>
                    <a:pt x="530" y="399"/>
                    <a:pt x="530" y="412"/>
                  </a:cubicBezTo>
                  <a:cubicBezTo>
                    <a:pt x="530" y="516"/>
                    <a:pt x="467" y="607"/>
                    <a:pt x="371" y="646"/>
                  </a:cubicBezTo>
                  <a:lnTo>
                    <a:pt x="357" y="652"/>
                  </a:lnTo>
                  <a:cubicBezTo>
                    <a:pt x="332" y="662"/>
                    <a:pt x="308" y="675"/>
                    <a:pt x="286" y="691"/>
                  </a:cubicBezTo>
                  <a:lnTo>
                    <a:pt x="279" y="697"/>
                  </a:lnTo>
                  <a:lnTo>
                    <a:pt x="272" y="691"/>
                  </a:lnTo>
                  <a:cubicBezTo>
                    <a:pt x="250" y="675"/>
                    <a:pt x="227" y="661"/>
                    <a:pt x="202" y="652"/>
                  </a:cubicBezTo>
                  <a:lnTo>
                    <a:pt x="188" y="646"/>
                  </a:lnTo>
                  <a:cubicBezTo>
                    <a:pt x="91" y="609"/>
                    <a:pt x="29" y="516"/>
                    <a:pt x="29" y="412"/>
                  </a:cubicBezTo>
                  <a:lnTo>
                    <a:pt x="29" y="409"/>
                  </a:lnTo>
                  <a:cubicBezTo>
                    <a:pt x="29" y="396"/>
                    <a:pt x="31" y="379"/>
                    <a:pt x="36" y="357"/>
                  </a:cubicBezTo>
                  <a:cubicBezTo>
                    <a:pt x="54" y="274"/>
                    <a:pt x="51" y="186"/>
                    <a:pt x="25" y="103"/>
                  </a:cubicBezTo>
                  <a:lnTo>
                    <a:pt x="23" y="96"/>
                  </a:lnTo>
                  <a:lnTo>
                    <a:pt x="55" y="67"/>
                  </a:lnTo>
                  <a:lnTo>
                    <a:pt x="58" y="67"/>
                  </a:lnTo>
                  <a:cubicBezTo>
                    <a:pt x="80" y="75"/>
                    <a:pt x="105" y="80"/>
                    <a:pt x="130" y="80"/>
                  </a:cubicBezTo>
                  <a:cubicBezTo>
                    <a:pt x="140" y="80"/>
                    <a:pt x="151" y="79"/>
                    <a:pt x="162" y="77"/>
                  </a:cubicBezTo>
                  <a:cubicBezTo>
                    <a:pt x="197" y="71"/>
                    <a:pt x="231" y="57"/>
                    <a:pt x="257" y="35"/>
                  </a:cubicBezTo>
                  <a:lnTo>
                    <a:pt x="270" y="25"/>
                  </a:lnTo>
                  <a:close/>
                  <a:moveTo>
                    <a:pt x="262" y="1"/>
                  </a:moveTo>
                  <a:lnTo>
                    <a:pt x="243" y="15"/>
                  </a:lnTo>
                  <a:cubicBezTo>
                    <a:pt x="210" y="40"/>
                    <a:pt x="170" y="54"/>
                    <a:pt x="130" y="54"/>
                  </a:cubicBezTo>
                  <a:cubicBezTo>
                    <a:pt x="107" y="54"/>
                    <a:pt x="84" y="50"/>
                    <a:pt x="62" y="41"/>
                  </a:cubicBezTo>
                  <a:lnTo>
                    <a:pt x="51" y="37"/>
                  </a:lnTo>
                  <a:lnTo>
                    <a:pt x="0" y="83"/>
                  </a:lnTo>
                  <a:lnTo>
                    <a:pt x="5" y="103"/>
                  </a:lnTo>
                  <a:cubicBezTo>
                    <a:pt x="28" y="183"/>
                    <a:pt x="33" y="268"/>
                    <a:pt x="16" y="347"/>
                  </a:cubicBezTo>
                  <a:cubicBezTo>
                    <a:pt x="10" y="370"/>
                    <a:pt x="9" y="388"/>
                    <a:pt x="9" y="405"/>
                  </a:cubicBezTo>
                  <a:lnTo>
                    <a:pt x="9" y="407"/>
                  </a:lnTo>
                  <a:cubicBezTo>
                    <a:pt x="9" y="460"/>
                    <a:pt x="25" y="515"/>
                    <a:pt x="55" y="560"/>
                  </a:cubicBezTo>
                  <a:cubicBezTo>
                    <a:pt x="87" y="604"/>
                    <a:pt x="130" y="639"/>
                    <a:pt x="181" y="661"/>
                  </a:cubicBezTo>
                  <a:lnTo>
                    <a:pt x="195" y="667"/>
                  </a:lnTo>
                  <a:cubicBezTo>
                    <a:pt x="218" y="675"/>
                    <a:pt x="240" y="688"/>
                    <a:pt x="260" y="704"/>
                  </a:cubicBezTo>
                  <a:lnTo>
                    <a:pt x="279" y="719"/>
                  </a:lnTo>
                  <a:lnTo>
                    <a:pt x="299" y="704"/>
                  </a:lnTo>
                  <a:cubicBezTo>
                    <a:pt x="319" y="690"/>
                    <a:pt x="341" y="677"/>
                    <a:pt x="364" y="667"/>
                  </a:cubicBezTo>
                  <a:lnTo>
                    <a:pt x="379" y="661"/>
                  </a:lnTo>
                  <a:cubicBezTo>
                    <a:pt x="429" y="641"/>
                    <a:pt x="473" y="607"/>
                    <a:pt x="503" y="560"/>
                  </a:cubicBezTo>
                  <a:cubicBezTo>
                    <a:pt x="533" y="513"/>
                    <a:pt x="551" y="460"/>
                    <a:pt x="551" y="407"/>
                  </a:cubicBezTo>
                  <a:cubicBezTo>
                    <a:pt x="551" y="392"/>
                    <a:pt x="549" y="376"/>
                    <a:pt x="543" y="355"/>
                  </a:cubicBezTo>
                  <a:cubicBezTo>
                    <a:pt x="525" y="268"/>
                    <a:pt x="530" y="181"/>
                    <a:pt x="558" y="97"/>
                  </a:cubicBezTo>
                  <a:lnTo>
                    <a:pt x="564" y="95"/>
                  </a:lnTo>
                  <a:lnTo>
                    <a:pt x="514" y="47"/>
                  </a:lnTo>
                  <a:lnTo>
                    <a:pt x="509" y="41"/>
                  </a:lnTo>
                  <a:lnTo>
                    <a:pt x="503" y="44"/>
                  </a:lnTo>
                  <a:cubicBezTo>
                    <a:pt x="482" y="52"/>
                    <a:pt x="461" y="56"/>
                    <a:pt x="439" y="56"/>
                  </a:cubicBezTo>
                  <a:cubicBezTo>
                    <a:pt x="399" y="56"/>
                    <a:pt x="358" y="42"/>
                    <a:pt x="325" y="17"/>
                  </a:cubicBezTo>
                  <a:lnTo>
                    <a:pt x="3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8"/>
            <p:cNvSpPr/>
            <p:nvPr/>
          </p:nvSpPr>
          <p:spPr>
            <a:xfrm>
              <a:off x="7949047" y="3355490"/>
              <a:ext cx="271474" cy="359660"/>
            </a:xfrm>
            <a:custGeom>
              <a:rect b="b" l="l" r="r" t="t"/>
              <a:pathLst>
                <a:path extrusionOk="0" h="624" w="471">
                  <a:moveTo>
                    <a:pt x="238" y="22"/>
                  </a:moveTo>
                  <a:lnTo>
                    <a:pt x="239" y="24"/>
                  </a:lnTo>
                  <a:cubicBezTo>
                    <a:pt x="283" y="58"/>
                    <a:pt x="336" y="76"/>
                    <a:pt x="392" y="76"/>
                  </a:cubicBezTo>
                  <a:cubicBezTo>
                    <a:pt x="411" y="76"/>
                    <a:pt x="429" y="74"/>
                    <a:pt x="444" y="70"/>
                  </a:cubicBezTo>
                  <a:lnTo>
                    <a:pt x="444" y="70"/>
                  </a:lnTo>
                  <a:cubicBezTo>
                    <a:pt x="426" y="152"/>
                    <a:pt x="423" y="240"/>
                    <a:pt x="440" y="325"/>
                  </a:cubicBezTo>
                  <a:cubicBezTo>
                    <a:pt x="443" y="346"/>
                    <a:pt x="444" y="357"/>
                    <a:pt x="444" y="364"/>
                  </a:cubicBezTo>
                  <a:cubicBezTo>
                    <a:pt x="444" y="406"/>
                    <a:pt x="431" y="448"/>
                    <a:pt x="408" y="481"/>
                  </a:cubicBezTo>
                  <a:cubicBezTo>
                    <a:pt x="385" y="516"/>
                    <a:pt x="352" y="544"/>
                    <a:pt x="313" y="559"/>
                  </a:cubicBezTo>
                  <a:lnTo>
                    <a:pt x="299" y="565"/>
                  </a:lnTo>
                  <a:cubicBezTo>
                    <a:pt x="277" y="574"/>
                    <a:pt x="255" y="585"/>
                    <a:pt x="235" y="598"/>
                  </a:cubicBezTo>
                  <a:cubicBezTo>
                    <a:pt x="216" y="585"/>
                    <a:pt x="196" y="574"/>
                    <a:pt x="173" y="565"/>
                  </a:cubicBezTo>
                  <a:lnTo>
                    <a:pt x="158" y="559"/>
                  </a:lnTo>
                  <a:cubicBezTo>
                    <a:pt x="118" y="544"/>
                    <a:pt x="86" y="518"/>
                    <a:pt x="62" y="481"/>
                  </a:cubicBezTo>
                  <a:cubicBezTo>
                    <a:pt x="39" y="448"/>
                    <a:pt x="26" y="406"/>
                    <a:pt x="26" y="364"/>
                  </a:cubicBezTo>
                  <a:lnTo>
                    <a:pt x="26" y="363"/>
                  </a:lnTo>
                  <a:cubicBezTo>
                    <a:pt x="26" y="356"/>
                    <a:pt x="28" y="343"/>
                    <a:pt x="31" y="320"/>
                  </a:cubicBezTo>
                  <a:cubicBezTo>
                    <a:pt x="50" y="239"/>
                    <a:pt x="47" y="152"/>
                    <a:pt x="26" y="68"/>
                  </a:cubicBezTo>
                  <a:lnTo>
                    <a:pt x="26" y="68"/>
                  </a:lnTo>
                  <a:cubicBezTo>
                    <a:pt x="44" y="73"/>
                    <a:pt x="65" y="76"/>
                    <a:pt x="82" y="76"/>
                  </a:cubicBezTo>
                  <a:cubicBezTo>
                    <a:pt x="138" y="76"/>
                    <a:pt x="192" y="58"/>
                    <a:pt x="235" y="24"/>
                  </a:cubicBezTo>
                  <a:lnTo>
                    <a:pt x="238" y="22"/>
                  </a:lnTo>
                  <a:close/>
                  <a:moveTo>
                    <a:pt x="231" y="0"/>
                  </a:moveTo>
                  <a:lnTo>
                    <a:pt x="223" y="6"/>
                  </a:lnTo>
                  <a:cubicBezTo>
                    <a:pt x="183" y="37"/>
                    <a:pt x="132" y="54"/>
                    <a:pt x="82" y="54"/>
                  </a:cubicBezTo>
                  <a:cubicBezTo>
                    <a:pt x="60" y="54"/>
                    <a:pt x="39" y="51"/>
                    <a:pt x="18" y="45"/>
                  </a:cubicBezTo>
                  <a:lnTo>
                    <a:pt x="14" y="44"/>
                  </a:lnTo>
                  <a:lnTo>
                    <a:pt x="1" y="54"/>
                  </a:lnTo>
                  <a:lnTo>
                    <a:pt x="2" y="60"/>
                  </a:lnTo>
                  <a:cubicBezTo>
                    <a:pt x="26" y="143"/>
                    <a:pt x="30" y="232"/>
                    <a:pt x="11" y="314"/>
                  </a:cubicBezTo>
                  <a:cubicBezTo>
                    <a:pt x="7" y="340"/>
                    <a:pt x="4" y="354"/>
                    <a:pt x="4" y="363"/>
                  </a:cubicBezTo>
                  <a:lnTo>
                    <a:pt x="4" y="364"/>
                  </a:lnTo>
                  <a:cubicBezTo>
                    <a:pt x="4" y="412"/>
                    <a:pt x="18" y="455"/>
                    <a:pt x="44" y="494"/>
                  </a:cubicBezTo>
                  <a:cubicBezTo>
                    <a:pt x="69" y="533"/>
                    <a:pt x="108" y="562"/>
                    <a:pt x="151" y="580"/>
                  </a:cubicBezTo>
                  <a:lnTo>
                    <a:pt x="166" y="585"/>
                  </a:lnTo>
                  <a:cubicBezTo>
                    <a:pt x="187" y="594"/>
                    <a:pt x="209" y="606"/>
                    <a:pt x="228" y="620"/>
                  </a:cubicBezTo>
                  <a:lnTo>
                    <a:pt x="234" y="623"/>
                  </a:lnTo>
                  <a:lnTo>
                    <a:pt x="239" y="620"/>
                  </a:lnTo>
                  <a:cubicBezTo>
                    <a:pt x="260" y="606"/>
                    <a:pt x="281" y="594"/>
                    <a:pt x="303" y="585"/>
                  </a:cubicBezTo>
                  <a:lnTo>
                    <a:pt x="317" y="580"/>
                  </a:lnTo>
                  <a:cubicBezTo>
                    <a:pt x="361" y="564"/>
                    <a:pt x="397" y="533"/>
                    <a:pt x="423" y="494"/>
                  </a:cubicBezTo>
                  <a:cubicBezTo>
                    <a:pt x="449" y="457"/>
                    <a:pt x="463" y="412"/>
                    <a:pt x="463" y="364"/>
                  </a:cubicBezTo>
                  <a:cubicBezTo>
                    <a:pt x="463" y="357"/>
                    <a:pt x="462" y="343"/>
                    <a:pt x="457" y="321"/>
                  </a:cubicBezTo>
                  <a:cubicBezTo>
                    <a:pt x="440" y="237"/>
                    <a:pt x="443" y="148"/>
                    <a:pt x="466" y="67"/>
                  </a:cubicBezTo>
                  <a:lnTo>
                    <a:pt x="470" y="61"/>
                  </a:lnTo>
                  <a:lnTo>
                    <a:pt x="455" y="47"/>
                  </a:lnTo>
                  <a:lnTo>
                    <a:pt x="449" y="50"/>
                  </a:lnTo>
                  <a:cubicBezTo>
                    <a:pt x="430" y="54"/>
                    <a:pt x="411" y="57"/>
                    <a:pt x="392" y="57"/>
                  </a:cubicBezTo>
                  <a:cubicBezTo>
                    <a:pt x="342" y="57"/>
                    <a:pt x="293" y="39"/>
                    <a:pt x="254" y="8"/>
                  </a:cubicBezTo>
                  <a:lnTo>
                    <a:pt x="2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8"/>
            <p:cNvSpPr/>
            <p:nvPr/>
          </p:nvSpPr>
          <p:spPr>
            <a:xfrm>
              <a:off x="7993428" y="3437912"/>
              <a:ext cx="184441" cy="175219"/>
            </a:xfrm>
            <a:custGeom>
              <a:rect b="b" l="l" r="r" t="t"/>
              <a:pathLst>
                <a:path extrusionOk="0" h="304" w="320">
                  <a:moveTo>
                    <a:pt x="158" y="47"/>
                  </a:moveTo>
                  <a:lnTo>
                    <a:pt x="194" y="119"/>
                  </a:lnTo>
                  <a:lnTo>
                    <a:pt x="274" y="130"/>
                  </a:lnTo>
                  <a:lnTo>
                    <a:pt x="216" y="185"/>
                  </a:lnTo>
                  <a:lnTo>
                    <a:pt x="229" y="265"/>
                  </a:lnTo>
                  <a:lnTo>
                    <a:pt x="229" y="265"/>
                  </a:lnTo>
                  <a:lnTo>
                    <a:pt x="158" y="227"/>
                  </a:lnTo>
                  <a:lnTo>
                    <a:pt x="89" y="265"/>
                  </a:lnTo>
                  <a:lnTo>
                    <a:pt x="100" y="185"/>
                  </a:lnTo>
                  <a:lnTo>
                    <a:pt x="42" y="130"/>
                  </a:lnTo>
                  <a:lnTo>
                    <a:pt x="122" y="119"/>
                  </a:lnTo>
                  <a:lnTo>
                    <a:pt x="158" y="47"/>
                  </a:lnTo>
                  <a:close/>
                  <a:moveTo>
                    <a:pt x="159" y="0"/>
                  </a:moveTo>
                  <a:lnTo>
                    <a:pt x="112" y="99"/>
                  </a:lnTo>
                  <a:lnTo>
                    <a:pt x="1" y="116"/>
                  </a:lnTo>
                  <a:lnTo>
                    <a:pt x="80" y="193"/>
                  </a:lnTo>
                  <a:lnTo>
                    <a:pt x="63" y="304"/>
                  </a:lnTo>
                  <a:lnTo>
                    <a:pt x="63" y="304"/>
                  </a:lnTo>
                  <a:lnTo>
                    <a:pt x="162" y="250"/>
                  </a:lnTo>
                  <a:lnTo>
                    <a:pt x="261" y="304"/>
                  </a:lnTo>
                  <a:lnTo>
                    <a:pt x="243" y="193"/>
                  </a:lnTo>
                  <a:lnTo>
                    <a:pt x="320" y="116"/>
                  </a:lnTo>
                  <a:lnTo>
                    <a:pt x="209" y="99"/>
                  </a:lnTo>
                  <a:lnTo>
                    <a:pt x="1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48"/>
          <p:cNvGrpSpPr/>
          <p:nvPr/>
        </p:nvGrpSpPr>
        <p:grpSpPr>
          <a:xfrm>
            <a:off x="7875847" y="2664414"/>
            <a:ext cx="416145" cy="416145"/>
            <a:chOff x="7875847" y="2664414"/>
            <a:chExt cx="416145" cy="416145"/>
          </a:xfrm>
        </p:grpSpPr>
        <p:sp>
          <p:nvSpPr>
            <p:cNvPr id="1551" name="Google Shape;1551;p48"/>
            <p:cNvSpPr/>
            <p:nvPr/>
          </p:nvSpPr>
          <p:spPr>
            <a:xfrm>
              <a:off x="7875847" y="2664414"/>
              <a:ext cx="416145" cy="414415"/>
            </a:xfrm>
            <a:custGeom>
              <a:rect b="b" l="l" r="r" t="t"/>
              <a:pathLst>
                <a:path extrusionOk="0" h="719" w="722">
                  <a:moveTo>
                    <a:pt x="362" y="22"/>
                  </a:moveTo>
                  <a:cubicBezTo>
                    <a:pt x="439" y="22"/>
                    <a:pt x="499" y="83"/>
                    <a:pt x="499" y="159"/>
                  </a:cubicBezTo>
                  <a:cubicBezTo>
                    <a:pt x="499" y="235"/>
                    <a:pt x="439" y="297"/>
                    <a:pt x="362" y="297"/>
                  </a:cubicBezTo>
                  <a:cubicBezTo>
                    <a:pt x="287" y="297"/>
                    <a:pt x="225" y="235"/>
                    <a:pt x="225" y="159"/>
                  </a:cubicBezTo>
                  <a:cubicBezTo>
                    <a:pt x="225" y="83"/>
                    <a:pt x="287" y="22"/>
                    <a:pt x="362" y="22"/>
                  </a:cubicBezTo>
                  <a:close/>
                  <a:moveTo>
                    <a:pt x="112" y="172"/>
                  </a:moveTo>
                  <a:lnTo>
                    <a:pt x="196" y="339"/>
                  </a:lnTo>
                  <a:lnTo>
                    <a:pt x="27" y="339"/>
                  </a:lnTo>
                  <a:lnTo>
                    <a:pt x="112" y="172"/>
                  </a:lnTo>
                  <a:close/>
                  <a:moveTo>
                    <a:pt x="613" y="172"/>
                  </a:moveTo>
                  <a:lnTo>
                    <a:pt x="699" y="339"/>
                  </a:lnTo>
                  <a:lnTo>
                    <a:pt x="528" y="339"/>
                  </a:lnTo>
                  <a:lnTo>
                    <a:pt x="613" y="172"/>
                  </a:lnTo>
                  <a:close/>
                  <a:moveTo>
                    <a:pt x="382" y="315"/>
                  </a:moveTo>
                  <a:lnTo>
                    <a:pt x="382" y="399"/>
                  </a:lnTo>
                  <a:lnTo>
                    <a:pt x="346" y="399"/>
                  </a:lnTo>
                  <a:lnTo>
                    <a:pt x="346" y="318"/>
                  </a:lnTo>
                  <a:lnTo>
                    <a:pt x="362" y="318"/>
                  </a:lnTo>
                  <a:cubicBezTo>
                    <a:pt x="369" y="318"/>
                    <a:pt x="375" y="318"/>
                    <a:pt x="382" y="315"/>
                  </a:cubicBezTo>
                  <a:close/>
                  <a:moveTo>
                    <a:pt x="199" y="359"/>
                  </a:moveTo>
                  <a:lnTo>
                    <a:pt x="199" y="375"/>
                  </a:lnTo>
                  <a:lnTo>
                    <a:pt x="200" y="375"/>
                  </a:lnTo>
                  <a:cubicBezTo>
                    <a:pt x="200" y="422"/>
                    <a:pt x="160" y="463"/>
                    <a:pt x="112" y="463"/>
                  </a:cubicBezTo>
                  <a:cubicBezTo>
                    <a:pt x="63" y="463"/>
                    <a:pt x="23" y="422"/>
                    <a:pt x="23" y="375"/>
                  </a:cubicBezTo>
                  <a:lnTo>
                    <a:pt x="23" y="359"/>
                  </a:lnTo>
                  <a:close/>
                  <a:moveTo>
                    <a:pt x="700" y="359"/>
                  </a:moveTo>
                  <a:lnTo>
                    <a:pt x="700" y="375"/>
                  </a:lnTo>
                  <a:lnTo>
                    <a:pt x="701" y="375"/>
                  </a:lnTo>
                  <a:cubicBezTo>
                    <a:pt x="701" y="422"/>
                    <a:pt x="662" y="463"/>
                    <a:pt x="613" y="463"/>
                  </a:cubicBezTo>
                  <a:cubicBezTo>
                    <a:pt x="564" y="463"/>
                    <a:pt x="525" y="422"/>
                    <a:pt x="525" y="375"/>
                  </a:cubicBezTo>
                  <a:lnTo>
                    <a:pt x="525" y="359"/>
                  </a:lnTo>
                  <a:close/>
                  <a:moveTo>
                    <a:pt x="404" y="421"/>
                  </a:moveTo>
                  <a:lnTo>
                    <a:pt x="436" y="700"/>
                  </a:lnTo>
                  <a:lnTo>
                    <a:pt x="291" y="700"/>
                  </a:lnTo>
                  <a:lnTo>
                    <a:pt x="324" y="421"/>
                  </a:lnTo>
                  <a:close/>
                  <a:moveTo>
                    <a:pt x="361" y="0"/>
                  </a:moveTo>
                  <a:cubicBezTo>
                    <a:pt x="280" y="0"/>
                    <a:pt x="212" y="61"/>
                    <a:pt x="203" y="141"/>
                  </a:cubicBezTo>
                  <a:lnTo>
                    <a:pt x="102" y="141"/>
                  </a:lnTo>
                  <a:lnTo>
                    <a:pt x="1" y="339"/>
                  </a:lnTo>
                  <a:lnTo>
                    <a:pt x="1" y="375"/>
                  </a:lnTo>
                  <a:cubicBezTo>
                    <a:pt x="1" y="434"/>
                    <a:pt x="50" y="483"/>
                    <a:pt x="109" y="483"/>
                  </a:cubicBezTo>
                  <a:cubicBezTo>
                    <a:pt x="168" y="483"/>
                    <a:pt x="218" y="434"/>
                    <a:pt x="218" y="375"/>
                  </a:cubicBezTo>
                  <a:lnTo>
                    <a:pt x="218" y="339"/>
                  </a:lnTo>
                  <a:lnTo>
                    <a:pt x="128" y="162"/>
                  </a:lnTo>
                  <a:lnTo>
                    <a:pt x="202" y="162"/>
                  </a:lnTo>
                  <a:cubicBezTo>
                    <a:pt x="203" y="237"/>
                    <a:pt x="254" y="297"/>
                    <a:pt x="323" y="313"/>
                  </a:cubicBezTo>
                  <a:lnTo>
                    <a:pt x="323" y="399"/>
                  </a:lnTo>
                  <a:lnTo>
                    <a:pt x="303" y="399"/>
                  </a:lnTo>
                  <a:lnTo>
                    <a:pt x="268" y="697"/>
                  </a:lnTo>
                  <a:lnTo>
                    <a:pt x="222" y="697"/>
                  </a:lnTo>
                  <a:lnTo>
                    <a:pt x="222" y="718"/>
                  </a:lnTo>
                  <a:lnTo>
                    <a:pt x="504" y="718"/>
                  </a:lnTo>
                  <a:lnTo>
                    <a:pt x="504" y="697"/>
                  </a:lnTo>
                  <a:lnTo>
                    <a:pt x="456" y="697"/>
                  </a:lnTo>
                  <a:lnTo>
                    <a:pt x="421" y="399"/>
                  </a:lnTo>
                  <a:lnTo>
                    <a:pt x="402" y="399"/>
                  </a:lnTo>
                  <a:lnTo>
                    <a:pt x="402" y="311"/>
                  </a:lnTo>
                  <a:cubicBezTo>
                    <a:pt x="469" y="292"/>
                    <a:pt x="518" y="233"/>
                    <a:pt x="519" y="161"/>
                  </a:cubicBezTo>
                  <a:lnTo>
                    <a:pt x="593" y="161"/>
                  </a:lnTo>
                  <a:lnTo>
                    <a:pt x="504" y="336"/>
                  </a:lnTo>
                  <a:lnTo>
                    <a:pt x="504" y="372"/>
                  </a:lnTo>
                  <a:cubicBezTo>
                    <a:pt x="504" y="432"/>
                    <a:pt x="551" y="480"/>
                    <a:pt x="612" y="480"/>
                  </a:cubicBezTo>
                  <a:cubicBezTo>
                    <a:pt x="671" y="480"/>
                    <a:pt x="720" y="432"/>
                    <a:pt x="720" y="372"/>
                  </a:cubicBezTo>
                  <a:lnTo>
                    <a:pt x="722" y="339"/>
                  </a:lnTo>
                  <a:lnTo>
                    <a:pt x="621" y="141"/>
                  </a:lnTo>
                  <a:lnTo>
                    <a:pt x="518" y="141"/>
                  </a:lnTo>
                  <a:cubicBezTo>
                    <a:pt x="508" y="61"/>
                    <a:pt x="441" y="0"/>
                    <a:pt x="3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8"/>
            <p:cNvSpPr/>
            <p:nvPr/>
          </p:nvSpPr>
          <p:spPr>
            <a:xfrm>
              <a:off x="8134064" y="2731273"/>
              <a:ext cx="19597" cy="47839"/>
            </a:xfrm>
            <a:custGeom>
              <a:rect b="b" l="l" r="r" t="t"/>
              <a:pathLst>
                <a:path extrusionOk="0" h="83" w="34">
                  <a:moveTo>
                    <a:pt x="21" y="0"/>
                  </a:moveTo>
                  <a:lnTo>
                    <a:pt x="1" y="7"/>
                  </a:lnTo>
                  <a:cubicBezTo>
                    <a:pt x="11" y="29"/>
                    <a:pt x="11" y="54"/>
                    <a:pt x="4" y="75"/>
                  </a:cubicBezTo>
                  <a:lnTo>
                    <a:pt x="22" y="82"/>
                  </a:lnTo>
                  <a:cubicBezTo>
                    <a:pt x="34" y="56"/>
                    <a:pt x="32" y="25"/>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8"/>
            <p:cNvSpPr/>
            <p:nvPr/>
          </p:nvSpPr>
          <p:spPr>
            <a:xfrm>
              <a:off x="8014178" y="2731273"/>
              <a:ext cx="19597" cy="47839"/>
            </a:xfrm>
            <a:custGeom>
              <a:rect b="b" l="l" r="r" t="t"/>
              <a:pathLst>
                <a:path extrusionOk="0" h="83" w="34">
                  <a:moveTo>
                    <a:pt x="14" y="0"/>
                  </a:moveTo>
                  <a:cubicBezTo>
                    <a:pt x="4" y="28"/>
                    <a:pt x="1" y="56"/>
                    <a:pt x="12" y="82"/>
                  </a:cubicBezTo>
                  <a:lnTo>
                    <a:pt x="32" y="75"/>
                  </a:lnTo>
                  <a:cubicBezTo>
                    <a:pt x="25" y="54"/>
                    <a:pt x="25" y="29"/>
                    <a:pt x="34" y="7"/>
                  </a:cubicBezTo>
                  <a:lnTo>
                    <a:pt x="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8"/>
            <p:cNvSpPr/>
            <p:nvPr/>
          </p:nvSpPr>
          <p:spPr>
            <a:xfrm>
              <a:off x="7903513" y="2886895"/>
              <a:ext cx="36312" cy="32277"/>
            </a:xfrm>
            <a:custGeom>
              <a:rect b="b" l="l" r="r" t="t"/>
              <a:pathLst>
                <a:path extrusionOk="0" h="56" w="63">
                  <a:moveTo>
                    <a:pt x="21" y="0"/>
                  </a:moveTo>
                  <a:lnTo>
                    <a:pt x="1" y="7"/>
                  </a:lnTo>
                  <a:cubicBezTo>
                    <a:pt x="9" y="35"/>
                    <a:pt x="34" y="55"/>
                    <a:pt x="63" y="55"/>
                  </a:cubicBezTo>
                  <a:lnTo>
                    <a:pt x="63" y="33"/>
                  </a:lnTo>
                  <a:cubicBezTo>
                    <a:pt x="44" y="33"/>
                    <a:pt x="25" y="2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8"/>
            <p:cNvSpPr/>
            <p:nvPr/>
          </p:nvSpPr>
          <p:spPr>
            <a:xfrm>
              <a:off x="8229167" y="2886895"/>
              <a:ext cx="36888" cy="32277"/>
            </a:xfrm>
            <a:custGeom>
              <a:rect b="b" l="l" r="r" t="t"/>
              <a:pathLst>
                <a:path extrusionOk="0" h="56" w="64">
                  <a:moveTo>
                    <a:pt x="44" y="0"/>
                  </a:moveTo>
                  <a:cubicBezTo>
                    <a:pt x="38" y="20"/>
                    <a:pt x="21" y="33"/>
                    <a:pt x="0" y="33"/>
                  </a:cubicBezTo>
                  <a:lnTo>
                    <a:pt x="0" y="55"/>
                  </a:lnTo>
                  <a:cubicBezTo>
                    <a:pt x="29" y="55"/>
                    <a:pt x="55" y="36"/>
                    <a:pt x="64" y="7"/>
                  </a:cubicBezTo>
                  <a:lnTo>
                    <a:pt x="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8"/>
            <p:cNvSpPr/>
            <p:nvPr/>
          </p:nvSpPr>
          <p:spPr>
            <a:xfrm>
              <a:off x="8060864" y="2977387"/>
              <a:ext cx="17868" cy="49568"/>
            </a:xfrm>
            <a:custGeom>
              <a:rect b="b" l="l" r="r" t="t"/>
              <a:pathLst>
                <a:path extrusionOk="0" h="86" w="31">
                  <a:moveTo>
                    <a:pt x="9" y="1"/>
                  </a:moveTo>
                  <a:lnTo>
                    <a:pt x="1" y="84"/>
                  </a:lnTo>
                  <a:lnTo>
                    <a:pt x="22" y="86"/>
                  </a:lnTo>
                  <a:lnTo>
                    <a:pt x="31" y="2"/>
                  </a:lnTo>
                  <a:lnTo>
                    <a:pt x="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8"/>
            <p:cNvSpPr/>
            <p:nvPr/>
          </p:nvSpPr>
          <p:spPr>
            <a:xfrm>
              <a:off x="8058559" y="3036754"/>
              <a:ext cx="13833" cy="14409"/>
            </a:xfrm>
            <a:custGeom>
              <a:rect b="b" l="l" r="r" t="t"/>
              <a:pathLst>
                <a:path extrusionOk="0" h="25" w="24">
                  <a:moveTo>
                    <a:pt x="2" y="0"/>
                  </a:moveTo>
                  <a:lnTo>
                    <a:pt x="0" y="22"/>
                  </a:lnTo>
                  <a:lnTo>
                    <a:pt x="22" y="25"/>
                  </a:lnTo>
                  <a:lnTo>
                    <a:pt x="23" y="3"/>
                  </a:lnTo>
                  <a:lnTo>
                    <a:pt x="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8"/>
            <p:cNvSpPr/>
            <p:nvPr/>
          </p:nvSpPr>
          <p:spPr>
            <a:xfrm>
              <a:off x="8086801" y="2924360"/>
              <a:ext cx="17291" cy="36312"/>
            </a:xfrm>
            <a:custGeom>
              <a:rect b="b" l="l" r="r" t="t"/>
              <a:pathLst>
                <a:path extrusionOk="0" h="63" w="30">
                  <a:moveTo>
                    <a:pt x="22" y="0"/>
                  </a:moveTo>
                  <a:lnTo>
                    <a:pt x="0" y="3"/>
                  </a:lnTo>
                  <a:lnTo>
                    <a:pt x="8" y="62"/>
                  </a:lnTo>
                  <a:lnTo>
                    <a:pt x="29" y="6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8"/>
            <p:cNvSpPr/>
            <p:nvPr/>
          </p:nvSpPr>
          <p:spPr>
            <a:xfrm>
              <a:off x="7980172" y="3067302"/>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8"/>
            <p:cNvSpPr/>
            <p:nvPr/>
          </p:nvSpPr>
          <p:spPr>
            <a:xfrm>
              <a:off x="8178446" y="3067302"/>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8"/>
            <p:cNvSpPr/>
            <p:nvPr/>
          </p:nvSpPr>
          <p:spPr>
            <a:xfrm>
              <a:off x="8045879" y="2694385"/>
              <a:ext cx="77811" cy="122192"/>
            </a:xfrm>
            <a:custGeom>
              <a:rect b="b" l="l" r="r" t="t"/>
              <a:pathLst>
                <a:path extrusionOk="0" h="212" w="135">
                  <a:moveTo>
                    <a:pt x="55" y="1"/>
                  </a:moveTo>
                  <a:lnTo>
                    <a:pt x="55" y="38"/>
                  </a:lnTo>
                  <a:lnTo>
                    <a:pt x="38" y="38"/>
                  </a:lnTo>
                  <a:cubicBezTo>
                    <a:pt x="16" y="38"/>
                    <a:pt x="1" y="57"/>
                    <a:pt x="1" y="77"/>
                  </a:cubicBezTo>
                  <a:cubicBezTo>
                    <a:pt x="1" y="96"/>
                    <a:pt x="19" y="115"/>
                    <a:pt x="38" y="115"/>
                  </a:cubicBezTo>
                  <a:lnTo>
                    <a:pt x="94" y="115"/>
                  </a:lnTo>
                  <a:cubicBezTo>
                    <a:pt x="103" y="115"/>
                    <a:pt x="113" y="122"/>
                    <a:pt x="113" y="132"/>
                  </a:cubicBezTo>
                  <a:cubicBezTo>
                    <a:pt x="113" y="144"/>
                    <a:pt x="106" y="151"/>
                    <a:pt x="94" y="151"/>
                  </a:cubicBezTo>
                  <a:lnTo>
                    <a:pt x="9" y="151"/>
                  </a:lnTo>
                  <a:lnTo>
                    <a:pt x="9" y="172"/>
                  </a:lnTo>
                  <a:lnTo>
                    <a:pt x="55" y="172"/>
                  </a:lnTo>
                  <a:lnTo>
                    <a:pt x="55" y="211"/>
                  </a:lnTo>
                  <a:lnTo>
                    <a:pt x="77" y="211"/>
                  </a:lnTo>
                  <a:lnTo>
                    <a:pt x="77" y="172"/>
                  </a:lnTo>
                  <a:lnTo>
                    <a:pt x="96" y="172"/>
                  </a:lnTo>
                  <a:cubicBezTo>
                    <a:pt x="118" y="172"/>
                    <a:pt x="135" y="154"/>
                    <a:pt x="135" y="135"/>
                  </a:cubicBezTo>
                  <a:cubicBezTo>
                    <a:pt x="135" y="115"/>
                    <a:pt x="116" y="96"/>
                    <a:pt x="94" y="96"/>
                  </a:cubicBezTo>
                  <a:lnTo>
                    <a:pt x="38" y="96"/>
                  </a:lnTo>
                  <a:cubicBezTo>
                    <a:pt x="29" y="96"/>
                    <a:pt x="21" y="89"/>
                    <a:pt x="21" y="79"/>
                  </a:cubicBezTo>
                  <a:cubicBezTo>
                    <a:pt x="21" y="67"/>
                    <a:pt x="28" y="60"/>
                    <a:pt x="38" y="60"/>
                  </a:cubicBezTo>
                  <a:lnTo>
                    <a:pt x="123" y="60"/>
                  </a:lnTo>
                  <a:lnTo>
                    <a:pt x="123" y="38"/>
                  </a:lnTo>
                  <a:lnTo>
                    <a:pt x="77" y="38"/>
                  </a:lnTo>
                  <a:lnTo>
                    <a:pt x="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 name="Google Shape;1562;p48"/>
          <p:cNvGrpSpPr/>
          <p:nvPr/>
        </p:nvGrpSpPr>
        <p:grpSpPr>
          <a:xfrm>
            <a:off x="5530567" y="4005644"/>
            <a:ext cx="416721" cy="416145"/>
            <a:chOff x="5530567" y="4005644"/>
            <a:chExt cx="416721" cy="416145"/>
          </a:xfrm>
        </p:grpSpPr>
        <p:sp>
          <p:nvSpPr>
            <p:cNvPr id="1563" name="Google Shape;1563;p48"/>
            <p:cNvSpPr/>
            <p:nvPr/>
          </p:nvSpPr>
          <p:spPr>
            <a:xfrm>
              <a:off x="5530567" y="4005644"/>
              <a:ext cx="416721" cy="416145"/>
            </a:xfrm>
            <a:custGeom>
              <a:rect b="b" l="l" r="r" t="t"/>
              <a:pathLst>
                <a:path extrusionOk="0" h="722" w="723">
                  <a:moveTo>
                    <a:pt x="460" y="41"/>
                  </a:moveTo>
                  <a:lnTo>
                    <a:pt x="551" y="131"/>
                  </a:lnTo>
                  <a:lnTo>
                    <a:pt x="460" y="131"/>
                  </a:lnTo>
                  <a:lnTo>
                    <a:pt x="460" y="41"/>
                  </a:lnTo>
                  <a:close/>
                  <a:moveTo>
                    <a:pt x="71" y="28"/>
                  </a:moveTo>
                  <a:cubicBezTo>
                    <a:pt x="83" y="28"/>
                    <a:pt x="94" y="34"/>
                    <a:pt x="102" y="43"/>
                  </a:cubicBezTo>
                  <a:lnTo>
                    <a:pt x="187" y="142"/>
                  </a:lnTo>
                  <a:lnTo>
                    <a:pt x="139" y="187"/>
                  </a:lnTo>
                  <a:lnTo>
                    <a:pt x="40" y="102"/>
                  </a:lnTo>
                  <a:cubicBezTo>
                    <a:pt x="31" y="95"/>
                    <a:pt x="25" y="84"/>
                    <a:pt x="25" y="71"/>
                  </a:cubicBezTo>
                  <a:cubicBezTo>
                    <a:pt x="25" y="58"/>
                    <a:pt x="29" y="48"/>
                    <a:pt x="38" y="41"/>
                  </a:cubicBezTo>
                  <a:cubicBezTo>
                    <a:pt x="45" y="34"/>
                    <a:pt x="57" y="28"/>
                    <a:pt x="68" y="28"/>
                  </a:cubicBezTo>
                  <a:close/>
                  <a:moveTo>
                    <a:pt x="190" y="165"/>
                  </a:moveTo>
                  <a:lnTo>
                    <a:pt x="219" y="194"/>
                  </a:lnTo>
                  <a:lnTo>
                    <a:pt x="194" y="219"/>
                  </a:lnTo>
                  <a:lnTo>
                    <a:pt x="165" y="190"/>
                  </a:lnTo>
                  <a:lnTo>
                    <a:pt x="190" y="165"/>
                  </a:lnTo>
                  <a:close/>
                  <a:moveTo>
                    <a:pt x="284" y="162"/>
                  </a:moveTo>
                  <a:cubicBezTo>
                    <a:pt x="285" y="162"/>
                    <a:pt x="290" y="165"/>
                    <a:pt x="291" y="167"/>
                  </a:cubicBezTo>
                  <a:lnTo>
                    <a:pt x="298" y="174"/>
                  </a:lnTo>
                  <a:lnTo>
                    <a:pt x="174" y="298"/>
                  </a:lnTo>
                  <a:lnTo>
                    <a:pt x="167" y="291"/>
                  </a:lnTo>
                  <a:cubicBezTo>
                    <a:pt x="162" y="288"/>
                    <a:pt x="162" y="281"/>
                    <a:pt x="167" y="277"/>
                  </a:cubicBezTo>
                  <a:lnTo>
                    <a:pt x="277" y="167"/>
                  </a:lnTo>
                  <a:cubicBezTo>
                    <a:pt x="278" y="165"/>
                    <a:pt x="282" y="162"/>
                    <a:pt x="284" y="162"/>
                  </a:cubicBezTo>
                  <a:close/>
                  <a:moveTo>
                    <a:pt x="313" y="188"/>
                  </a:moveTo>
                  <a:lnTo>
                    <a:pt x="339" y="214"/>
                  </a:lnTo>
                  <a:lnTo>
                    <a:pt x="213" y="339"/>
                  </a:lnTo>
                  <a:lnTo>
                    <a:pt x="188" y="313"/>
                  </a:lnTo>
                  <a:lnTo>
                    <a:pt x="313" y="188"/>
                  </a:lnTo>
                  <a:close/>
                  <a:moveTo>
                    <a:pt x="437" y="24"/>
                  </a:moveTo>
                  <a:lnTo>
                    <a:pt x="437" y="151"/>
                  </a:lnTo>
                  <a:lnTo>
                    <a:pt x="564" y="151"/>
                  </a:lnTo>
                  <a:lnTo>
                    <a:pt x="564" y="565"/>
                  </a:lnTo>
                  <a:lnTo>
                    <a:pt x="165" y="565"/>
                  </a:lnTo>
                  <a:lnTo>
                    <a:pt x="165" y="320"/>
                  </a:lnTo>
                  <a:lnTo>
                    <a:pt x="213" y="369"/>
                  </a:lnTo>
                  <a:lnTo>
                    <a:pt x="368" y="216"/>
                  </a:lnTo>
                  <a:lnTo>
                    <a:pt x="304" y="152"/>
                  </a:lnTo>
                  <a:cubicBezTo>
                    <a:pt x="297" y="146"/>
                    <a:pt x="289" y="143"/>
                    <a:pt x="281" y="143"/>
                  </a:cubicBezTo>
                  <a:cubicBezTo>
                    <a:pt x="273" y="143"/>
                    <a:pt x="265" y="146"/>
                    <a:pt x="259" y="152"/>
                  </a:cubicBezTo>
                  <a:lnTo>
                    <a:pt x="232" y="180"/>
                  </a:lnTo>
                  <a:lnTo>
                    <a:pt x="203" y="151"/>
                  </a:lnTo>
                  <a:lnTo>
                    <a:pt x="212" y="141"/>
                  </a:lnTo>
                  <a:lnTo>
                    <a:pt x="162" y="83"/>
                  </a:lnTo>
                  <a:lnTo>
                    <a:pt x="162" y="24"/>
                  </a:lnTo>
                  <a:close/>
                  <a:moveTo>
                    <a:pt x="612" y="70"/>
                  </a:moveTo>
                  <a:lnTo>
                    <a:pt x="612" y="612"/>
                  </a:lnTo>
                  <a:lnTo>
                    <a:pt x="212" y="612"/>
                  </a:lnTo>
                  <a:lnTo>
                    <a:pt x="212" y="587"/>
                  </a:lnTo>
                  <a:lnTo>
                    <a:pt x="587" y="587"/>
                  </a:lnTo>
                  <a:lnTo>
                    <a:pt x="587" y="136"/>
                  </a:lnTo>
                  <a:lnTo>
                    <a:pt x="521" y="70"/>
                  </a:lnTo>
                  <a:close/>
                  <a:moveTo>
                    <a:pt x="658" y="116"/>
                  </a:moveTo>
                  <a:lnTo>
                    <a:pt x="658" y="658"/>
                  </a:lnTo>
                  <a:lnTo>
                    <a:pt x="256" y="658"/>
                  </a:lnTo>
                  <a:lnTo>
                    <a:pt x="256" y="633"/>
                  </a:lnTo>
                  <a:lnTo>
                    <a:pt x="635" y="633"/>
                  </a:lnTo>
                  <a:lnTo>
                    <a:pt x="635" y="116"/>
                  </a:lnTo>
                  <a:close/>
                  <a:moveTo>
                    <a:pt x="703" y="160"/>
                  </a:moveTo>
                  <a:lnTo>
                    <a:pt x="703" y="701"/>
                  </a:lnTo>
                  <a:lnTo>
                    <a:pt x="303" y="701"/>
                  </a:lnTo>
                  <a:lnTo>
                    <a:pt x="303" y="678"/>
                  </a:lnTo>
                  <a:lnTo>
                    <a:pt x="677" y="678"/>
                  </a:lnTo>
                  <a:lnTo>
                    <a:pt x="677" y="160"/>
                  </a:lnTo>
                  <a:close/>
                  <a:moveTo>
                    <a:pt x="141" y="1"/>
                  </a:moveTo>
                  <a:lnTo>
                    <a:pt x="141" y="57"/>
                  </a:lnTo>
                  <a:lnTo>
                    <a:pt x="112" y="24"/>
                  </a:lnTo>
                  <a:cubicBezTo>
                    <a:pt x="102" y="12"/>
                    <a:pt x="83" y="2"/>
                    <a:pt x="67" y="2"/>
                  </a:cubicBezTo>
                  <a:cubicBezTo>
                    <a:pt x="48" y="2"/>
                    <a:pt x="32" y="8"/>
                    <a:pt x="19" y="21"/>
                  </a:cubicBezTo>
                  <a:cubicBezTo>
                    <a:pt x="8" y="34"/>
                    <a:pt x="1" y="50"/>
                    <a:pt x="2" y="67"/>
                  </a:cubicBezTo>
                  <a:cubicBezTo>
                    <a:pt x="2" y="86"/>
                    <a:pt x="11" y="102"/>
                    <a:pt x="24" y="113"/>
                  </a:cubicBezTo>
                  <a:lnTo>
                    <a:pt x="138" y="212"/>
                  </a:lnTo>
                  <a:lnTo>
                    <a:pt x="147" y="203"/>
                  </a:lnTo>
                  <a:lnTo>
                    <a:pt x="175" y="232"/>
                  </a:lnTo>
                  <a:lnTo>
                    <a:pt x="148" y="259"/>
                  </a:lnTo>
                  <a:cubicBezTo>
                    <a:pt x="142" y="265"/>
                    <a:pt x="139" y="274"/>
                    <a:pt x="139" y="281"/>
                  </a:cubicBezTo>
                  <a:cubicBezTo>
                    <a:pt x="139" y="284"/>
                    <a:pt x="139" y="288"/>
                    <a:pt x="141" y="291"/>
                  </a:cubicBezTo>
                  <a:lnTo>
                    <a:pt x="141" y="584"/>
                  </a:lnTo>
                  <a:lnTo>
                    <a:pt x="188" y="584"/>
                  </a:lnTo>
                  <a:lnTo>
                    <a:pt x="188" y="629"/>
                  </a:lnTo>
                  <a:lnTo>
                    <a:pt x="233" y="629"/>
                  </a:lnTo>
                  <a:lnTo>
                    <a:pt x="233" y="677"/>
                  </a:lnTo>
                  <a:lnTo>
                    <a:pt x="279" y="677"/>
                  </a:lnTo>
                  <a:lnTo>
                    <a:pt x="279" y="721"/>
                  </a:lnTo>
                  <a:lnTo>
                    <a:pt x="723" y="721"/>
                  </a:lnTo>
                  <a:lnTo>
                    <a:pt x="723" y="138"/>
                  </a:lnTo>
                  <a:lnTo>
                    <a:pt x="677" y="138"/>
                  </a:lnTo>
                  <a:lnTo>
                    <a:pt x="677" y="93"/>
                  </a:lnTo>
                  <a:lnTo>
                    <a:pt x="632" y="93"/>
                  </a:lnTo>
                  <a:lnTo>
                    <a:pt x="632" y="45"/>
                  </a:lnTo>
                  <a:lnTo>
                    <a:pt x="496" y="45"/>
                  </a:lnTo>
                  <a:lnTo>
                    <a:pt x="4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8"/>
            <p:cNvSpPr/>
            <p:nvPr/>
          </p:nvSpPr>
          <p:spPr>
            <a:xfrm>
              <a:off x="5832013" y="4105357"/>
              <a:ext cx="13257" cy="47263"/>
            </a:xfrm>
            <a:custGeom>
              <a:rect b="b" l="l" r="r" t="t"/>
              <a:pathLst>
                <a:path extrusionOk="0" h="82" w="23">
                  <a:moveTo>
                    <a:pt x="1" y="1"/>
                  </a:moveTo>
                  <a:lnTo>
                    <a:pt x="1" y="82"/>
                  </a:lnTo>
                  <a:lnTo>
                    <a:pt x="22" y="8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8"/>
            <p:cNvSpPr/>
            <p:nvPr/>
          </p:nvSpPr>
          <p:spPr>
            <a:xfrm>
              <a:off x="5832013" y="4164724"/>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8"/>
            <p:cNvSpPr/>
            <p:nvPr/>
          </p:nvSpPr>
          <p:spPr>
            <a:xfrm>
              <a:off x="5644114" y="4031581"/>
              <a:ext cx="46687" cy="13257"/>
            </a:xfrm>
            <a:custGeom>
              <a:rect b="b" l="l" r="r" t="t"/>
              <a:pathLst>
                <a:path extrusionOk="0" h="23" w="81">
                  <a:moveTo>
                    <a:pt x="0" y="0"/>
                  </a:moveTo>
                  <a:lnTo>
                    <a:pt x="0" y="22"/>
                  </a:lnTo>
                  <a:lnTo>
                    <a:pt x="81" y="22"/>
                  </a:lnTo>
                  <a:lnTo>
                    <a:pt x="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8"/>
            <p:cNvSpPr/>
            <p:nvPr/>
          </p:nvSpPr>
          <p:spPr>
            <a:xfrm>
              <a:off x="5702904" y="4031581"/>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8"/>
            <p:cNvSpPr/>
            <p:nvPr/>
          </p:nvSpPr>
          <p:spPr>
            <a:xfrm>
              <a:off x="5727112" y="4031581"/>
              <a:ext cx="40346" cy="13257"/>
            </a:xfrm>
            <a:custGeom>
              <a:rect b="b" l="l" r="r" t="t"/>
              <a:pathLst>
                <a:path extrusionOk="0" h="23" w="70">
                  <a:moveTo>
                    <a:pt x="1" y="0"/>
                  </a:moveTo>
                  <a:lnTo>
                    <a:pt x="1" y="22"/>
                  </a:lnTo>
                  <a:lnTo>
                    <a:pt x="70" y="22"/>
                  </a:lnTo>
                  <a:lnTo>
                    <a:pt x="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8"/>
            <p:cNvSpPr/>
            <p:nvPr/>
          </p:nvSpPr>
          <p:spPr>
            <a:xfrm>
              <a:off x="5637197" y="4256368"/>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8"/>
            <p:cNvSpPr/>
            <p:nvPr/>
          </p:nvSpPr>
          <p:spPr>
            <a:xfrm>
              <a:off x="5637197" y="4232737"/>
              <a:ext cx="13257" cy="11528"/>
            </a:xfrm>
            <a:custGeom>
              <a:rect b="b" l="l" r="r" t="t"/>
              <a:pathLst>
                <a:path extrusionOk="0" h="20" w="23">
                  <a:moveTo>
                    <a:pt x="1" y="1"/>
                  </a:moveTo>
                  <a:lnTo>
                    <a:pt x="1" y="20"/>
                  </a:lnTo>
                  <a:lnTo>
                    <a:pt x="22" y="20"/>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8"/>
            <p:cNvSpPr/>
            <p:nvPr/>
          </p:nvSpPr>
          <p:spPr>
            <a:xfrm>
              <a:off x="5637197" y="4280576"/>
              <a:ext cx="62825" cy="38617"/>
            </a:xfrm>
            <a:custGeom>
              <a:rect b="b" l="l" r="r" t="t"/>
              <a:pathLst>
                <a:path extrusionOk="0" h="67" w="109">
                  <a:moveTo>
                    <a:pt x="1" y="0"/>
                  </a:moveTo>
                  <a:lnTo>
                    <a:pt x="1" y="67"/>
                  </a:lnTo>
                  <a:lnTo>
                    <a:pt x="109" y="67"/>
                  </a:lnTo>
                  <a:lnTo>
                    <a:pt x="109" y="45"/>
                  </a:lnTo>
                  <a:lnTo>
                    <a:pt x="22" y="4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8"/>
            <p:cNvSpPr/>
            <p:nvPr/>
          </p:nvSpPr>
          <p:spPr>
            <a:xfrm>
              <a:off x="5702328" y="4176252"/>
              <a:ext cx="141789" cy="142365"/>
            </a:xfrm>
            <a:custGeom>
              <a:rect b="b" l="l" r="r" t="t"/>
              <a:pathLst>
                <a:path extrusionOk="0" h="247" w="246">
                  <a:moveTo>
                    <a:pt x="122" y="1"/>
                  </a:moveTo>
                  <a:cubicBezTo>
                    <a:pt x="106" y="1"/>
                    <a:pt x="88" y="5"/>
                    <a:pt x="72" y="9"/>
                  </a:cubicBezTo>
                  <a:lnTo>
                    <a:pt x="81" y="30"/>
                  </a:lnTo>
                  <a:cubicBezTo>
                    <a:pt x="94" y="24"/>
                    <a:pt x="107" y="22"/>
                    <a:pt x="122" y="22"/>
                  </a:cubicBezTo>
                  <a:cubicBezTo>
                    <a:pt x="178" y="22"/>
                    <a:pt x="223" y="67"/>
                    <a:pt x="223" y="124"/>
                  </a:cubicBezTo>
                  <a:cubicBezTo>
                    <a:pt x="223" y="180"/>
                    <a:pt x="178" y="225"/>
                    <a:pt x="122" y="225"/>
                  </a:cubicBezTo>
                  <a:cubicBezTo>
                    <a:pt x="65" y="225"/>
                    <a:pt x="20" y="180"/>
                    <a:pt x="20" y="124"/>
                  </a:cubicBezTo>
                  <a:cubicBezTo>
                    <a:pt x="20" y="116"/>
                    <a:pt x="22" y="108"/>
                    <a:pt x="23" y="100"/>
                  </a:cubicBezTo>
                  <a:lnTo>
                    <a:pt x="5" y="95"/>
                  </a:lnTo>
                  <a:cubicBezTo>
                    <a:pt x="2" y="103"/>
                    <a:pt x="0" y="113"/>
                    <a:pt x="0" y="124"/>
                  </a:cubicBezTo>
                  <a:cubicBezTo>
                    <a:pt x="0" y="193"/>
                    <a:pt x="57" y="246"/>
                    <a:pt x="123" y="246"/>
                  </a:cubicBezTo>
                  <a:cubicBezTo>
                    <a:pt x="191" y="246"/>
                    <a:pt x="246" y="190"/>
                    <a:pt x="246" y="124"/>
                  </a:cubicBezTo>
                  <a:cubicBezTo>
                    <a:pt x="244" y="57"/>
                    <a:pt x="189" y="1"/>
                    <a:pt x="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8"/>
            <p:cNvSpPr/>
            <p:nvPr/>
          </p:nvSpPr>
          <p:spPr>
            <a:xfrm>
              <a:off x="5721925" y="4188932"/>
              <a:ext cx="17291" cy="17291"/>
            </a:xfrm>
            <a:custGeom>
              <a:rect b="b" l="l" r="r" t="t"/>
              <a:pathLst>
                <a:path extrusionOk="0" h="30" w="30">
                  <a:moveTo>
                    <a:pt x="18" y="0"/>
                  </a:moveTo>
                  <a:cubicBezTo>
                    <a:pt x="11" y="5"/>
                    <a:pt x="7" y="9"/>
                    <a:pt x="1" y="15"/>
                  </a:cubicBezTo>
                  <a:lnTo>
                    <a:pt x="15" y="29"/>
                  </a:lnTo>
                  <a:cubicBezTo>
                    <a:pt x="20" y="26"/>
                    <a:pt x="24" y="21"/>
                    <a:pt x="30" y="16"/>
                  </a:cubicBezTo>
                  <a:lnTo>
                    <a:pt x="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8"/>
            <p:cNvSpPr/>
            <p:nvPr/>
          </p:nvSpPr>
          <p:spPr>
            <a:xfrm>
              <a:off x="5706939" y="4206223"/>
              <a:ext cx="17291" cy="17291"/>
            </a:xfrm>
            <a:custGeom>
              <a:rect b="b" l="l" r="r" t="t"/>
              <a:pathLst>
                <a:path extrusionOk="0" h="30" w="30">
                  <a:moveTo>
                    <a:pt x="12" y="1"/>
                  </a:moveTo>
                  <a:cubicBezTo>
                    <a:pt x="8" y="7"/>
                    <a:pt x="4" y="14"/>
                    <a:pt x="1" y="21"/>
                  </a:cubicBezTo>
                  <a:lnTo>
                    <a:pt x="21" y="30"/>
                  </a:lnTo>
                  <a:cubicBezTo>
                    <a:pt x="23" y="25"/>
                    <a:pt x="27" y="20"/>
                    <a:pt x="30" y="14"/>
                  </a:cubicBezTo>
                  <a:lnTo>
                    <a:pt x="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8"/>
            <p:cNvSpPr/>
            <p:nvPr/>
          </p:nvSpPr>
          <p:spPr>
            <a:xfrm>
              <a:off x="5792819" y="4217751"/>
              <a:ext cx="17291" cy="17291"/>
            </a:xfrm>
            <a:custGeom>
              <a:rect b="b" l="l" r="r" t="t"/>
              <a:pathLst>
                <a:path extrusionOk="0" h="30" w="30">
                  <a:moveTo>
                    <a:pt x="15" y="1"/>
                  </a:moveTo>
                  <a:lnTo>
                    <a:pt x="1" y="15"/>
                  </a:lnTo>
                  <a:lnTo>
                    <a:pt x="15" y="30"/>
                  </a:lnTo>
                  <a:lnTo>
                    <a:pt x="30" y="15"/>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8"/>
            <p:cNvSpPr/>
            <p:nvPr/>
          </p:nvSpPr>
          <p:spPr>
            <a:xfrm>
              <a:off x="5734029" y="4234466"/>
              <a:ext cx="58791" cy="40923"/>
            </a:xfrm>
            <a:custGeom>
              <a:rect b="b" l="l" r="r" t="t"/>
              <a:pathLst>
                <a:path extrusionOk="0" h="71" w="102">
                  <a:moveTo>
                    <a:pt x="87" y="1"/>
                  </a:moveTo>
                  <a:lnTo>
                    <a:pt x="45" y="40"/>
                  </a:lnTo>
                  <a:lnTo>
                    <a:pt x="15" y="10"/>
                  </a:lnTo>
                  <a:lnTo>
                    <a:pt x="0" y="24"/>
                  </a:lnTo>
                  <a:lnTo>
                    <a:pt x="45" y="70"/>
                  </a:lnTo>
                  <a:lnTo>
                    <a:pt x="101" y="17"/>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8"/>
            <p:cNvSpPr/>
            <p:nvPr/>
          </p:nvSpPr>
          <p:spPr>
            <a:xfrm>
              <a:off x="5565726" y="4041380"/>
              <a:ext cx="35159" cy="34583"/>
            </a:xfrm>
            <a:custGeom>
              <a:rect b="b" l="l" r="r" t="t"/>
              <a:pathLst>
                <a:path extrusionOk="0" h="60" w="61">
                  <a:moveTo>
                    <a:pt x="15" y="1"/>
                  </a:moveTo>
                  <a:lnTo>
                    <a:pt x="0" y="15"/>
                  </a:lnTo>
                  <a:lnTo>
                    <a:pt x="47" y="60"/>
                  </a:lnTo>
                  <a:lnTo>
                    <a:pt x="61" y="46"/>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48"/>
          <p:cNvGrpSpPr/>
          <p:nvPr/>
        </p:nvGrpSpPr>
        <p:grpSpPr>
          <a:xfrm>
            <a:off x="3286730" y="4006797"/>
            <a:ext cx="223634" cy="415568"/>
            <a:chOff x="3286730" y="4006797"/>
            <a:chExt cx="223634" cy="415568"/>
          </a:xfrm>
        </p:grpSpPr>
        <p:sp>
          <p:nvSpPr>
            <p:cNvPr id="1579" name="Google Shape;1579;p48"/>
            <p:cNvSpPr/>
            <p:nvPr/>
          </p:nvSpPr>
          <p:spPr>
            <a:xfrm>
              <a:off x="3286730" y="4006797"/>
              <a:ext cx="223634" cy="415568"/>
            </a:xfrm>
            <a:custGeom>
              <a:rect b="b" l="l" r="r" t="t"/>
              <a:pathLst>
                <a:path extrusionOk="0" h="721" w="388">
                  <a:moveTo>
                    <a:pt x="369" y="22"/>
                  </a:moveTo>
                  <a:lnTo>
                    <a:pt x="369" y="452"/>
                  </a:lnTo>
                  <a:lnTo>
                    <a:pt x="327" y="452"/>
                  </a:lnTo>
                  <a:cubicBezTo>
                    <a:pt x="326" y="432"/>
                    <a:pt x="310" y="418"/>
                    <a:pt x="289" y="418"/>
                  </a:cubicBezTo>
                  <a:cubicBezTo>
                    <a:pt x="269" y="418"/>
                    <a:pt x="253" y="433"/>
                    <a:pt x="252" y="452"/>
                  </a:cubicBezTo>
                  <a:lnTo>
                    <a:pt x="24" y="452"/>
                  </a:lnTo>
                  <a:lnTo>
                    <a:pt x="24" y="22"/>
                  </a:lnTo>
                  <a:close/>
                  <a:moveTo>
                    <a:pt x="289" y="438"/>
                  </a:moveTo>
                  <a:cubicBezTo>
                    <a:pt x="298" y="438"/>
                    <a:pt x="307" y="445"/>
                    <a:pt x="307" y="455"/>
                  </a:cubicBezTo>
                  <a:lnTo>
                    <a:pt x="305" y="540"/>
                  </a:lnTo>
                  <a:cubicBezTo>
                    <a:pt x="305" y="585"/>
                    <a:pt x="284" y="627"/>
                    <a:pt x="246" y="652"/>
                  </a:cubicBezTo>
                  <a:lnTo>
                    <a:pt x="240" y="656"/>
                  </a:lnTo>
                  <a:lnTo>
                    <a:pt x="240" y="678"/>
                  </a:lnTo>
                  <a:lnTo>
                    <a:pt x="107" y="678"/>
                  </a:lnTo>
                  <a:lnTo>
                    <a:pt x="107" y="657"/>
                  </a:lnTo>
                  <a:lnTo>
                    <a:pt x="105" y="656"/>
                  </a:lnTo>
                  <a:cubicBezTo>
                    <a:pt x="89" y="633"/>
                    <a:pt x="80" y="604"/>
                    <a:pt x="80" y="575"/>
                  </a:cubicBezTo>
                  <a:lnTo>
                    <a:pt x="80" y="474"/>
                  </a:lnTo>
                  <a:lnTo>
                    <a:pt x="109" y="474"/>
                  </a:lnTo>
                  <a:lnTo>
                    <a:pt x="109" y="507"/>
                  </a:lnTo>
                  <a:lnTo>
                    <a:pt x="131" y="507"/>
                  </a:lnTo>
                  <a:lnTo>
                    <a:pt x="131" y="474"/>
                  </a:lnTo>
                  <a:lnTo>
                    <a:pt x="155" y="474"/>
                  </a:lnTo>
                  <a:lnTo>
                    <a:pt x="155" y="507"/>
                  </a:lnTo>
                  <a:lnTo>
                    <a:pt x="177" y="507"/>
                  </a:lnTo>
                  <a:lnTo>
                    <a:pt x="177" y="474"/>
                  </a:lnTo>
                  <a:lnTo>
                    <a:pt x="203" y="474"/>
                  </a:lnTo>
                  <a:lnTo>
                    <a:pt x="203" y="507"/>
                  </a:lnTo>
                  <a:lnTo>
                    <a:pt x="224" y="507"/>
                  </a:lnTo>
                  <a:lnTo>
                    <a:pt x="224" y="474"/>
                  </a:lnTo>
                  <a:lnTo>
                    <a:pt x="249" y="474"/>
                  </a:lnTo>
                  <a:lnTo>
                    <a:pt x="249" y="517"/>
                  </a:lnTo>
                  <a:cubicBezTo>
                    <a:pt x="220" y="519"/>
                    <a:pt x="197" y="542"/>
                    <a:pt x="197" y="572"/>
                  </a:cubicBezTo>
                  <a:lnTo>
                    <a:pt x="219" y="572"/>
                  </a:lnTo>
                  <a:cubicBezTo>
                    <a:pt x="219" y="553"/>
                    <a:pt x="235" y="539"/>
                    <a:pt x="253" y="539"/>
                  </a:cubicBezTo>
                  <a:lnTo>
                    <a:pt x="271" y="539"/>
                  </a:lnTo>
                  <a:lnTo>
                    <a:pt x="271" y="455"/>
                  </a:lnTo>
                  <a:cubicBezTo>
                    <a:pt x="271" y="446"/>
                    <a:pt x="278" y="438"/>
                    <a:pt x="289" y="438"/>
                  </a:cubicBezTo>
                  <a:close/>
                  <a:moveTo>
                    <a:pt x="1" y="0"/>
                  </a:moveTo>
                  <a:lnTo>
                    <a:pt x="1" y="472"/>
                  </a:lnTo>
                  <a:lnTo>
                    <a:pt x="61" y="472"/>
                  </a:lnTo>
                  <a:lnTo>
                    <a:pt x="61" y="574"/>
                  </a:lnTo>
                  <a:cubicBezTo>
                    <a:pt x="61" y="605"/>
                    <a:pt x="71" y="636"/>
                    <a:pt x="89" y="663"/>
                  </a:cubicBezTo>
                  <a:lnTo>
                    <a:pt x="89" y="676"/>
                  </a:lnTo>
                  <a:lnTo>
                    <a:pt x="67" y="676"/>
                  </a:lnTo>
                  <a:lnTo>
                    <a:pt x="67" y="721"/>
                  </a:lnTo>
                  <a:lnTo>
                    <a:pt x="89" y="721"/>
                  </a:lnTo>
                  <a:lnTo>
                    <a:pt x="89" y="698"/>
                  </a:lnTo>
                  <a:lnTo>
                    <a:pt x="263" y="698"/>
                  </a:lnTo>
                  <a:lnTo>
                    <a:pt x="263" y="721"/>
                  </a:lnTo>
                  <a:lnTo>
                    <a:pt x="285" y="721"/>
                  </a:lnTo>
                  <a:lnTo>
                    <a:pt x="285" y="676"/>
                  </a:lnTo>
                  <a:lnTo>
                    <a:pt x="263" y="676"/>
                  </a:lnTo>
                  <a:lnTo>
                    <a:pt x="263" y="665"/>
                  </a:lnTo>
                  <a:cubicBezTo>
                    <a:pt x="304" y="636"/>
                    <a:pt x="327" y="589"/>
                    <a:pt x="327" y="539"/>
                  </a:cubicBezTo>
                  <a:lnTo>
                    <a:pt x="327" y="472"/>
                  </a:lnTo>
                  <a:lnTo>
                    <a:pt x="388" y="472"/>
                  </a:lnTo>
                  <a:lnTo>
                    <a:pt x="3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8"/>
            <p:cNvSpPr/>
            <p:nvPr/>
          </p:nvSpPr>
          <p:spPr>
            <a:xfrm>
              <a:off x="3316701" y="4168759"/>
              <a:ext cx="163115" cy="13257"/>
            </a:xfrm>
            <a:custGeom>
              <a:rect b="b" l="l" r="r" t="t"/>
              <a:pathLst>
                <a:path extrusionOk="0" h="23" w="283">
                  <a:moveTo>
                    <a:pt x="1" y="1"/>
                  </a:moveTo>
                  <a:lnTo>
                    <a:pt x="1" y="22"/>
                  </a:lnTo>
                  <a:lnTo>
                    <a:pt x="282" y="22"/>
                  </a:lnTo>
                  <a:lnTo>
                    <a:pt x="2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8"/>
            <p:cNvSpPr/>
            <p:nvPr/>
          </p:nvSpPr>
          <p:spPr>
            <a:xfrm>
              <a:off x="3316701" y="4194120"/>
              <a:ext cx="163115" cy="12680"/>
            </a:xfrm>
            <a:custGeom>
              <a:rect b="b" l="l" r="r" t="t"/>
              <a:pathLst>
                <a:path extrusionOk="0" h="22" w="283">
                  <a:moveTo>
                    <a:pt x="1" y="0"/>
                  </a:moveTo>
                  <a:lnTo>
                    <a:pt x="1" y="22"/>
                  </a:lnTo>
                  <a:lnTo>
                    <a:pt x="282" y="22"/>
                  </a:lnTo>
                  <a:lnTo>
                    <a:pt x="2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8"/>
            <p:cNvSpPr/>
            <p:nvPr/>
          </p:nvSpPr>
          <p:spPr>
            <a:xfrm>
              <a:off x="3385867" y="4217751"/>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8"/>
            <p:cNvSpPr/>
            <p:nvPr/>
          </p:nvSpPr>
          <p:spPr>
            <a:xfrm>
              <a:off x="3316701" y="4217751"/>
              <a:ext cx="58214" cy="13257"/>
            </a:xfrm>
            <a:custGeom>
              <a:rect b="b" l="l" r="r" t="t"/>
              <a:pathLst>
                <a:path extrusionOk="0" h="23" w="101">
                  <a:moveTo>
                    <a:pt x="1" y="1"/>
                  </a:moveTo>
                  <a:lnTo>
                    <a:pt x="1" y="23"/>
                  </a:lnTo>
                  <a:lnTo>
                    <a:pt x="100" y="23"/>
                  </a:lnTo>
                  <a:lnTo>
                    <a:pt x="1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8"/>
            <p:cNvSpPr/>
            <p:nvPr/>
          </p:nvSpPr>
          <p:spPr>
            <a:xfrm>
              <a:off x="3410651" y="4217751"/>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8"/>
            <p:cNvSpPr/>
            <p:nvPr/>
          </p:nvSpPr>
          <p:spPr>
            <a:xfrm>
              <a:off x="3310938" y="4030428"/>
              <a:ext cx="172913" cy="123921"/>
            </a:xfrm>
            <a:custGeom>
              <a:rect b="b" l="l" r="r" t="t"/>
              <a:pathLst>
                <a:path extrusionOk="0" h="215" w="300">
                  <a:moveTo>
                    <a:pt x="54" y="53"/>
                  </a:moveTo>
                  <a:lnTo>
                    <a:pt x="77" y="93"/>
                  </a:lnTo>
                  <a:lnTo>
                    <a:pt x="31" y="93"/>
                  </a:lnTo>
                  <a:lnTo>
                    <a:pt x="54" y="53"/>
                  </a:lnTo>
                  <a:close/>
                  <a:moveTo>
                    <a:pt x="250" y="53"/>
                  </a:moveTo>
                  <a:lnTo>
                    <a:pt x="275" y="93"/>
                  </a:lnTo>
                  <a:lnTo>
                    <a:pt x="227" y="93"/>
                  </a:lnTo>
                  <a:lnTo>
                    <a:pt x="250" y="53"/>
                  </a:lnTo>
                  <a:close/>
                  <a:moveTo>
                    <a:pt x="83" y="114"/>
                  </a:moveTo>
                  <a:cubicBezTo>
                    <a:pt x="80" y="125"/>
                    <a:pt x="67" y="135"/>
                    <a:pt x="54" y="135"/>
                  </a:cubicBezTo>
                  <a:cubicBezTo>
                    <a:pt x="39" y="135"/>
                    <a:pt x="29" y="125"/>
                    <a:pt x="24" y="114"/>
                  </a:cubicBezTo>
                  <a:close/>
                  <a:moveTo>
                    <a:pt x="279" y="114"/>
                  </a:moveTo>
                  <a:cubicBezTo>
                    <a:pt x="276" y="125"/>
                    <a:pt x="263" y="135"/>
                    <a:pt x="250" y="135"/>
                  </a:cubicBezTo>
                  <a:cubicBezTo>
                    <a:pt x="236" y="135"/>
                    <a:pt x="226" y="125"/>
                    <a:pt x="220" y="114"/>
                  </a:cubicBezTo>
                  <a:close/>
                  <a:moveTo>
                    <a:pt x="181" y="173"/>
                  </a:moveTo>
                  <a:cubicBezTo>
                    <a:pt x="190" y="173"/>
                    <a:pt x="198" y="180"/>
                    <a:pt x="198" y="190"/>
                  </a:cubicBezTo>
                  <a:lnTo>
                    <a:pt x="198" y="195"/>
                  </a:lnTo>
                  <a:lnTo>
                    <a:pt x="106" y="195"/>
                  </a:lnTo>
                  <a:lnTo>
                    <a:pt x="106" y="190"/>
                  </a:lnTo>
                  <a:cubicBezTo>
                    <a:pt x="106" y="182"/>
                    <a:pt x="113" y="173"/>
                    <a:pt x="125" y="173"/>
                  </a:cubicBezTo>
                  <a:close/>
                  <a:moveTo>
                    <a:pt x="141" y="1"/>
                  </a:moveTo>
                  <a:lnTo>
                    <a:pt x="141" y="23"/>
                  </a:lnTo>
                  <a:lnTo>
                    <a:pt x="47" y="23"/>
                  </a:lnTo>
                  <a:lnTo>
                    <a:pt x="0" y="101"/>
                  </a:lnTo>
                  <a:lnTo>
                    <a:pt x="0" y="104"/>
                  </a:lnTo>
                  <a:cubicBezTo>
                    <a:pt x="0" y="132"/>
                    <a:pt x="24" y="156"/>
                    <a:pt x="52" y="156"/>
                  </a:cubicBezTo>
                  <a:cubicBezTo>
                    <a:pt x="81" y="156"/>
                    <a:pt x="104" y="132"/>
                    <a:pt x="104" y="104"/>
                  </a:cubicBezTo>
                  <a:lnTo>
                    <a:pt x="104" y="101"/>
                  </a:lnTo>
                  <a:lnTo>
                    <a:pt x="70" y="43"/>
                  </a:lnTo>
                  <a:lnTo>
                    <a:pt x="139" y="43"/>
                  </a:lnTo>
                  <a:lnTo>
                    <a:pt x="139" y="151"/>
                  </a:lnTo>
                  <a:lnTo>
                    <a:pt x="120" y="151"/>
                  </a:lnTo>
                  <a:cubicBezTo>
                    <a:pt x="99" y="151"/>
                    <a:pt x="83" y="169"/>
                    <a:pt x="83" y="189"/>
                  </a:cubicBezTo>
                  <a:lnTo>
                    <a:pt x="83" y="215"/>
                  </a:lnTo>
                  <a:lnTo>
                    <a:pt x="216" y="215"/>
                  </a:lnTo>
                  <a:lnTo>
                    <a:pt x="216" y="189"/>
                  </a:lnTo>
                  <a:cubicBezTo>
                    <a:pt x="216" y="167"/>
                    <a:pt x="198" y="151"/>
                    <a:pt x="178" y="151"/>
                  </a:cubicBezTo>
                  <a:lnTo>
                    <a:pt x="161" y="151"/>
                  </a:lnTo>
                  <a:lnTo>
                    <a:pt x="161" y="43"/>
                  </a:lnTo>
                  <a:lnTo>
                    <a:pt x="229" y="43"/>
                  </a:lnTo>
                  <a:lnTo>
                    <a:pt x="194" y="101"/>
                  </a:lnTo>
                  <a:lnTo>
                    <a:pt x="194" y="104"/>
                  </a:lnTo>
                  <a:cubicBezTo>
                    <a:pt x="194" y="132"/>
                    <a:pt x="219" y="156"/>
                    <a:pt x="247" y="156"/>
                  </a:cubicBezTo>
                  <a:cubicBezTo>
                    <a:pt x="276" y="156"/>
                    <a:pt x="300" y="132"/>
                    <a:pt x="300" y="104"/>
                  </a:cubicBezTo>
                  <a:lnTo>
                    <a:pt x="300" y="101"/>
                  </a:lnTo>
                  <a:lnTo>
                    <a:pt x="256" y="23"/>
                  </a:lnTo>
                  <a:lnTo>
                    <a:pt x="162" y="23"/>
                  </a:lnTo>
                  <a:lnTo>
                    <a:pt x="1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8"/>
            <p:cNvSpPr/>
            <p:nvPr/>
          </p:nvSpPr>
          <p:spPr>
            <a:xfrm>
              <a:off x="3346097" y="4346283"/>
              <a:ext cx="15562" cy="14409"/>
            </a:xfrm>
            <a:custGeom>
              <a:rect b="b" l="l" r="r" t="t"/>
              <a:pathLst>
                <a:path extrusionOk="0" h="25" w="27">
                  <a:moveTo>
                    <a:pt x="22" y="0"/>
                  </a:moveTo>
                  <a:lnTo>
                    <a:pt x="0" y="3"/>
                  </a:lnTo>
                  <a:lnTo>
                    <a:pt x="6" y="25"/>
                  </a:lnTo>
                  <a:lnTo>
                    <a:pt x="26" y="18"/>
                  </a:lnTo>
                  <a:cubicBezTo>
                    <a:pt x="26" y="13"/>
                    <a:pt x="23" y="5"/>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8"/>
            <p:cNvSpPr/>
            <p:nvPr/>
          </p:nvSpPr>
          <p:spPr>
            <a:xfrm>
              <a:off x="3355319" y="4367033"/>
              <a:ext cx="18444" cy="17291"/>
            </a:xfrm>
            <a:custGeom>
              <a:rect b="b" l="l" r="r" t="t"/>
              <a:pathLst>
                <a:path extrusionOk="0" h="30" w="32">
                  <a:moveTo>
                    <a:pt x="19" y="1"/>
                  </a:moveTo>
                  <a:lnTo>
                    <a:pt x="0" y="11"/>
                  </a:lnTo>
                  <a:cubicBezTo>
                    <a:pt x="3" y="14"/>
                    <a:pt x="4" y="16"/>
                    <a:pt x="6" y="18"/>
                  </a:cubicBezTo>
                  <a:lnTo>
                    <a:pt x="13" y="29"/>
                  </a:lnTo>
                  <a:lnTo>
                    <a:pt x="32" y="16"/>
                  </a:lnTo>
                  <a:lnTo>
                    <a:pt x="22" y="5"/>
                  </a:lnTo>
                  <a:cubicBezTo>
                    <a:pt x="20" y="3"/>
                    <a:pt x="20" y="2"/>
                    <a:pt x="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8"/>
            <p:cNvSpPr/>
            <p:nvPr/>
          </p:nvSpPr>
          <p:spPr>
            <a:xfrm>
              <a:off x="3346097" y="4316312"/>
              <a:ext cx="12680" cy="19020"/>
            </a:xfrm>
            <a:custGeom>
              <a:rect b="b" l="l" r="r" t="t"/>
              <a:pathLst>
                <a:path extrusionOk="0" h="33" w="22">
                  <a:moveTo>
                    <a:pt x="0" y="0"/>
                  </a:moveTo>
                  <a:lnTo>
                    <a:pt x="0" y="32"/>
                  </a:lnTo>
                  <a:lnTo>
                    <a:pt x="22" y="3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8"/>
            <p:cNvSpPr/>
            <p:nvPr/>
          </p:nvSpPr>
          <p:spPr>
            <a:xfrm>
              <a:off x="3473476" y="4129565"/>
              <a:ext cx="12680" cy="24208"/>
            </a:xfrm>
            <a:custGeom>
              <a:rect b="b" l="l" r="r" t="t"/>
              <a:pathLst>
                <a:path extrusionOk="0" h="42" w="22">
                  <a:moveTo>
                    <a:pt x="0" y="1"/>
                  </a:moveTo>
                  <a:lnTo>
                    <a:pt x="0" y="41"/>
                  </a:lnTo>
                  <a:lnTo>
                    <a:pt x="22" y="4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8"/>
            <p:cNvSpPr/>
            <p:nvPr/>
          </p:nvSpPr>
          <p:spPr>
            <a:xfrm>
              <a:off x="3473476" y="4029852"/>
              <a:ext cx="12680" cy="17291"/>
            </a:xfrm>
            <a:custGeom>
              <a:rect b="b" l="l" r="r" t="t"/>
              <a:pathLst>
                <a:path extrusionOk="0" h="30" w="22">
                  <a:moveTo>
                    <a:pt x="0" y="1"/>
                  </a:moveTo>
                  <a:lnTo>
                    <a:pt x="0" y="29"/>
                  </a:lnTo>
                  <a:lnTo>
                    <a:pt x="22" y="29"/>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8"/>
            <p:cNvSpPr/>
            <p:nvPr/>
          </p:nvSpPr>
          <p:spPr>
            <a:xfrm>
              <a:off x="3310938" y="4029852"/>
              <a:ext cx="13257" cy="17291"/>
            </a:xfrm>
            <a:custGeom>
              <a:rect b="b" l="l" r="r" t="t"/>
              <a:pathLst>
                <a:path extrusionOk="0" h="30" w="23">
                  <a:moveTo>
                    <a:pt x="0" y="1"/>
                  </a:moveTo>
                  <a:lnTo>
                    <a:pt x="0" y="29"/>
                  </a:lnTo>
                  <a:lnTo>
                    <a:pt x="22" y="29"/>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8"/>
            <p:cNvSpPr/>
            <p:nvPr/>
          </p:nvSpPr>
          <p:spPr>
            <a:xfrm>
              <a:off x="3308632" y="4241959"/>
              <a:ext cx="32854" cy="13257"/>
            </a:xfrm>
            <a:custGeom>
              <a:rect b="b" l="l" r="r" t="t"/>
              <a:pathLst>
                <a:path extrusionOk="0" h="23" w="57">
                  <a:moveTo>
                    <a:pt x="0" y="1"/>
                  </a:moveTo>
                  <a:lnTo>
                    <a:pt x="0" y="23"/>
                  </a:lnTo>
                  <a:lnTo>
                    <a:pt x="56" y="23"/>
                  </a:lnTo>
                  <a:lnTo>
                    <a:pt x="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8"/>
            <p:cNvSpPr/>
            <p:nvPr/>
          </p:nvSpPr>
          <p:spPr>
            <a:xfrm>
              <a:off x="3378374" y="4241959"/>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8"/>
            <p:cNvSpPr/>
            <p:nvPr/>
          </p:nvSpPr>
          <p:spPr>
            <a:xfrm>
              <a:off x="3353589" y="4241959"/>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8"/>
            <p:cNvSpPr/>
            <p:nvPr/>
          </p:nvSpPr>
          <p:spPr>
            <a:xfrm>
              <a:off x="3404311" y="4361845"/>
              <a:ext cx="17868" cy="18444"/>
            </a:xfrm>
            <a:custGeom>
              <a:rect b="b" l="l" r="r" t="t"/>
              <a:pathLst>
                <a:path extrusionOk="0" h="32" w="31">
                  <a:moveTo>
                    <a:pt x="19" y="1"/>
                  </a:moveTo>
                  <a:lnTo>
                    <a:pt x="0" y="12"/>
                  </a:lnTo>
                  <a:lnTo>
                    <a:pt x="13" y="31"/>
                  </a:lnTo>
                  <a:lnTo>
                    <a:pt x="31" y="18"/>
                  </a:lnTo>
                  <a:lnTo>
                    <a:pt x="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8"/>
            <p:cNvSpPr/>
            <p:nvPr/>
          </p:nvSpPr>
          <p:spPr>
            <a:xfrm>
              <a:off x="3423331" y="4333027"/>
              <a:ext cx="25361" cy="31124"/>
            </a:xfrm>
            <a:custGeom>
              <a:rect b="b" l="l" r="r" t="t"/>
              <a:pathLst>
                <a:path extrusionOk="0" h="54" w="44">
                  <a:moveTo>
                    <a:pt x="24" y="0"/>
                  </a:moveTo>
                  <a:cubicBezTo>
                    <a:pt x="19" y="15"/>
                    <a:pt x="11" y="29"/>
                    <a:pt x="0" y="39"/>
                  </a:cubicBezTo>
                  <a:lnTo>
                    <a:pt x="15" y="54"/>
                  </a:lnTo>
                  <a:cubicBezTo>
                    <a:pt x="26" y="41"/>
                    <a:pt x="38" y="23"/>
                    <a:pt x="44" y="5"/>
                  </a:cubicBezTo>
                  <a:lnTo>
                    <a:pt x="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8"/>
            <p:cNvSpPr/>
            <p:nvPr/>
          </p:nvSpPr>
          <p:spPr>
            <a:xfrm>
              <a:off x="3471747" y="4230431"/>
              <a:ext cx="17291" cy="17868"/>
            </a:xfrm>
            <a:custGeom>
              <a:rect b="b" l="l" r="r" t="t"/>
              <a:pathLst>
                <a:path extrusionOk="0" h="31" w="30">
                  <a:moveTo>
                    <a:pt x="13" y="1"/>
                  </a:moveTo>
                  <a:lnTo>
                    <a:pt x="0" y="19"/>
                  </a:lnTo>
                  <a:cubicBezTo>
                    <a:pt x="6" y="22"/>
                    <a:pt x="10" y="25"/>
                    <a:pt x="13" y="31"/>
                  </a:cubicBezTo>
                  <a:lnTo>
                    <a:pt x="29" y="19"/>
                  </a:lnTo>
                  <a:cubicBezTo>
                    <a:pt x="26" y="9"/>
                    <a:pt x="19" y="5"/>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8"/>
            <p:cNvSpPr/>
            <p:nvPr/>
          </p:nvSpPr>
          <p:spPr>
            <a:xfrm>
              <a:off x="3441775" y="4222362"/>
              <a:ext cx="24784" cy="12680"/>
            </a:xfrm>
            <a:custGeom>
              <a:rect b="b" l="l" r="r" t="t"/>
              <a:pathLst>
                <a:path extrusionOk="0" h="22" w="43">
                  <a:moveTo>
                    <a:pt x="19" y="0"/>
                  </a:moveTo>
                  <a:cubicBezTo>
                    <a:pt x="13" y="0"/>
                    <a:pt x="6" y="0"/>
                    <a:pt x="0" y="2"/>
                  </a:cubicBezTo>
                  <a:lnTo>
                    <a:pt x="6" y="22"/>
                  </a:lnTo>
                  <a:cubicBezTo>
                    <a:pt x="9" y="20"/>
                    <a:pt x="15" y="20"/>
                    <a:pt x="19" y="20"/>
                  </a:cubicBezTo>
                  <a:cubicBezTo>
                    <a:pt x="23" y="20"/>
                    <a:pt x="31" y="20"/>
                    <a:pt x="36" y="22"/>
                  </a:cubicBezTo>
                  <a:lnTo>
                    <a:pt x="42" y="2"/>
                  </a:lnTo>
                  <a:cubicBezTo>
                    <a:pt x="35" y="2"/>
                    <a:pt x="28" y="0"/>
                    <a:pt x="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48"/>
          <p:cNvGrpSpPr/>
          <p:nvPr/>
        </p:nvGrpSpPr>
        <p:grpSpPr>
          <a:xfrm>
            <a:off x="4753034" y="4007950"/>
            <a:ext cx="417874" cy="413839"/>
            <a:chOff x="4753034" y="4007950"/>
            <a:chExt cx="417874" cy="413839"/>
          </a:xfrm>
        </p:grpSpPr>
        <p:sp>
          <p:nvSpPr>
            <p:cNvPr id="1600" name="Google Shape;1600;p48"/>
            <p:cNvSpPr/>
            <p:nvPr/>
          </p:nvSpPr>
          <p:spPr>
            <a:xfrm>
              <a:off x="4753034" y="4007950"/>
              <a:ext cx="417874" cy="413839"/>
            </a:xfrm>
            <a:custGeom>
              <a:rect b="b" l="l" r="r" t="t"/>
              <a:pathLst>
                <a:path extrusionOk="0" h="718" w="725">
                  <a:moveTo>
                    <a:pt x="360" y="24"/>
                  </a:moveTo>
                  <a:lnTo>
                    <a:pt x="700" y="167"/>
                  </a:lnTo>
                  <a:lnTo>
                    <a:pt x="700" y="219"/>
                  </a:lnTo>
                  <a:lnTo>
                    <a:pt x="21" y="219"/>
                  </a:lnTo>
                  <a:lnTo>
                    <a:pt x="21" y="167"/>
                  </a:lnTo>
                  <a:lnTo>
                    <a:pt x="360" y="24"/>
                  </a:lnTo>
                  <a:close/>
                  <a:moveTo>
                    <a:pt x="52" y="239"/>
                  </a:moveTo>
                  <a:cubicBezTo>
                    <a:pt x="64" y="239"/>
                    <a:pt x="71" y="247"/>
                    <a:pt x="71" y="257"/>
                  </a:cubicBezTo>
                  <a:lnTo>
                    <a:pt x="71" y="275"/>
                  </a:lnTo>
                  <a:lnTo>
                    <a:pt x="52" y="275"/>
                  </a:lnTo>
                  <a:cubicBezTo>
                    <a:pt x="44" y="275"/>
                    <a:pt x="35" y="268"/>
                    <a:pt x="35" y="257"/>
                  </a:cubicBezTo>
                  <a:cubicBezTo>
                    <a:pt x="35" y="247"/>
                    <a:pt x="42" y="239"/>
                    <a:pt x="52" y="239"/>
                  </a:cubicBezTo>
                  <a:close/>
                  <a:moveTo>
                    <a:pt x="194" y="239"/>
                  </a:moveTo>
                  <a:cubicBezTo>
                    <a:pt x="203" y="239"/>
                    <a:pt x="211" y="247"/>
                    <a:pt x="211" y="257"/>
                  </a:cubicBezTo>
                  <a:cubicBezTo>
                    <a:pt x="211" y="268"/>
                    <a:pt x="204" y="275"/>
                    <a:pt x="194" y="275"/>
                  </a:cubicBezTo>
                  <a:lnTo>
                    <a:pt x="175" y="275"/>
                  </a:lnTo>
                  <a:lnTo>
                    <a:pt x="175" y="257"/>
                  </a:lnTo>
                  <a:cubicBezTo>
                    <a:pt x="175" y="248"/>
                    <a:pt x="182" y="239"/>
                    <a:pt x="194" y="239"/>
                  </a:cubicBezTo>
                  <a:close/>
                  <a:moveTo>
                    <a:pt x="288" y="239"/>
                  </a:moveTo>
                  <a:cubicBezTo>
                    <a:pt x="297" y="239"/>
                    <a:pt x="305" y="247"/>
                    <a:pt x="305" y="257"/>
                  </a:cubicBezTo>
                  <a:lnTo>
                    <a:pt x="305" y="275"/>
                  </a:lnTo>
                  <a:lnTo>
                    <a:pt x="288" y="275"/>
                  </a:lnTo>
                  <a:cubicBezTo>
                    <a:pt x="279" y="275"/>
                    <a:pt x="269" y="268"/>
                    <a:pt x="269" y="257"/>
                  </a:cubicBezTo>
                  <a:cubicBezTo>
                    <a:pt x="269" y="247"/>
                    <a:pt x="276" y="239"/>
                    <a:pt x="288" y="239"/>
                  </a:cubicBezTo>
                  <a:close/>
                  <a:moveTo>
                    <a:pt x="431" y="239"/>
                  </a:moveTo>
                  <a:cubicBezTo>
                    <a:pt x="441" y="239"/>
                    <a:pt x="448" y="247"/>
                    <a:pt x="448" y="257"/>
                  </a:cubicBezTo>
                  <a:cubicBezTo>
                    <a:pt x="448" y="268"/>
                    <a:pt x="441" y="275"/>
                    <a:pt x="431" y="275"/>
                  </a:cubicBezTo>
                  <a:lnTo>
                    <a:pt x="412" y="275"/>
                  </a:lnTo>
                  <a:lnTo>
                    <a:pt x="412" y="257"/>
                  </a:lnTo>
                  <a:cubicBezTo>
                    <a:pt x="412" y="248"/>
                    <a:pt x="419" y="239"/>
                    <a:pt x="431" y="239"/>
                  </a:cubicBezTo>
                  <a:close/>
                  <a:moveTo>
                    <a:pt x="665" y="239"/>
                  </a:moveTo>
                  <a:cubicBezTo>
                    <a:pt x="674" y="239"/>
                    <a:pt x="684" y="247"/>
                    <a:pt x="684" y="257"/>
                  </a:cubicBezTo>
                  <a:cubicBezTo>
                    <a:pt x="684" y="268"/>
                    <a:pt x="676" y="275"/>
                    <a:pt x="665" y="275"/>
                  </a:cubicBezTo>
                  <a:lnTo>
                    <a:pt x="648" y="275"/>
                  </a:lnTo>
                  <a:lnTo>
                    <a:pt x="648" y="257"/>
                  </a:lnTo>
                  <a:cubicBezTo>
                    <a:pt x="648" y="248"/>
                    <a:pt x="653" y="239"/>
                    <a:pt x="665" y="239"/>
                  </a:cubicBezTo>
                  <a:close/>
                  <a:moveTo>
                    <a:pt x="526" y="241"/>
                  </a:moveTo>
                  <a:cubicBezTo>
                    <a:pt x="536" y="241"/>
                    <a:pt x="544" y="248"/>
                    <a:pt x="544" y="258"/>
                  </a:cubicBezTo>
                  <a:lnTo>
                    <a:pt x="544" y="277"/>
                  </a:lnTo>
                  <a:lnTo>
                    <a:pt x="526" y="277"/>
                  </a:lnTo>
                  <a:cubicBezTo>
                    <a:pt x="515" y="275"/>
                    <a:pt x="507" y="267"/>
                    <a:pt x="507" y="258"/>
                  </a:cubicBezTo>
                  <a:cubicBezTo>
                    <a:pt x="507" y="249"/>
                    <a:pt x="515" y="241"/>
                    <a:pt x="526" y="241"/>
                  </a:cubicBezTo>
                  <a:close/>
                  <a:moveTo>
                    <a:pt x="159" y="241"/>
                  </a:moveTo>
                  <a:cubicBezTo>
                    <a:pt x="158" y="247"/>
                    <a:pt x="156" y="251"/>
                    <a:pt x="156" y="258"/>
                  </a:cubicBezTo>
                  <a:lnTo>
                    <a:pt x="156" y="569"/>
                  </a:lnTo>
                  <a:lnTo>
                    <a:pt x="185" y="587"/>
                  </a:lnTo>
                  <a:lnTo>
                    <a:pt x="185" y="612"/>
                  </a:lnTo>
                  <a:lnTo>
                    <a:pt x="63" y="612"/>
                  </a:lnTo>
                  <a:lnTo>
                    <a:pt x="63" y="587"/>
                  </a:lnTo>
                  <a:lnTo>
                    <a:pt x="91" y="569"/>
                  </a:lnTo>
                  <a:lnTo>
                    <a:pt x="91" y="258"/>
                  </a:lnTo>
                  <a:cubicBezTo>
                    <a:pt x="91" y="251"/>
                    <a:pt x="89" y="247"/>
                    <a:pt x="87" y="241"/>
                  </a:cubicBezTo>
                  <a:close/>
                  <a:moveTo>
                    <a:pt x="255" y="241"/>
                  </a:moveTo>
                  <a:cubicBezTo>
                    <a:pt x="253" y="247"/>
                    <a:pt x="252" y="251"/>
                    <a:pt x="252" y="258"/>
                  </a:cubicBezTo>
                  <a:cubicBezTo>
                    <a:pt x="252" y="280"/>
                    <a:pt x="269" y="297"/>
                    <a:pt x="289" y="297"/>
                  </a:cubicBezTo>
                  <a:lnTo>
                    <a:pt x="308" y="297"/>
                  </a:lnTo>
                  <a:lnTo>
                    <a:pt x="308" y="556"/>
                  </a:lnTo>
                  <a:lnTo>
                    <a:pt x="279" y="574"/>
                  </a:lnTo>
                  <a:lnTo>
                    <a:pt x="279" y="612"/>
                  </a:lnTo>
                  <a:lnTo>
                    <a:pt x="207" y="612"/>
                  </a:lnTo>
                  <a:lnTo>
                    <a:pt x="207" y="574"/>
                  </a:lnTo>
                  <a:lnTo>
                    <a:pt x="178" y="556"/>
                  </a:lnTo>
                  <a:lnTo>
                    <a:pt x="178" y="297"/>
                  </a:lnTo>
                  <a:lnTo>
                    <a:pt x="194" y="297"/>
                  </a:lnTo>
                  <a:cubicBezTo>
                    <a:pt x="216" y="297"/>
                    <a:pt x="232" y="278"/>
                    <a:pt x="232" y="258"/>
                  </a:cubicBezTo>
                  <a:cubicBezTo>
                    <a:pt x="232" y="251"/>
                    <a:pt x="230" y="247"/>
                    <a:pt x="229" y="241"/>
                  </a:cubicBezTo>
                  <a:close/>
                  <a:moveTo>
                    <a:pt x="396" y="241"/>
                  </a:moveTo>
                  <a:cubicBezTo>
                    <a:pt x="395" y="247"/>
                    <a:pt x="392" y="251"/>
                    <a:pt x="392" y="258"/>
                  </a:cubicBezTo>
                  <a:lnTo>
                    <a:pt x="392" y="569"/>
                  </a:lnTo>
                  <a:lnTo>
                    <a:pt x="421" y="587"/>
                  </a:lnTo>
                  <a:lnTo>
                    <a:pt x="421" y="612"/>
                  </a:lnTo>
                  <a:lnTo>
                    <a:pt x="298" y="612"/>
                  </a:lnTo>
                  <a:lnTo>
                    <a:pt x="298" y="587"/>
                  </a:lnTo>
                  <a:lnTo>
                    <a:pt x="327" y="569"/>
                  </a:lnTo>
                  <a:lnTo>
                    <a:pt x="327" y="258"/>
                  </a:lnTo>
                  <a:cubicBezTo>
                    <a:pt x="327" y="251"/>
                    <a:pt x="325" y="247"/>
                    <a:pt x="324" y="241"/>
                  </a:cubicBezTo>
                  <a:close/>
                  <a:moveTo>
                    <a:pt x="490" y="241"/>
                  </a:moveTo>
                  <a:cubicBezTo>
                    <a:pt x="489" y="247"/>
                    <a:pt x="486" y="251"/>
                    <a:pt x="486" y="258"/>
                  </a:cubicBezTo>
                  <a:cubicBezTo>
                    <a:pt x="486" y="280"/>
                    <a:pt x="505" y="297"/>
                    <a:pt x="525" y="297"/>
                  </a:cubicBezTo>
                  <a:lnTo>
                    <a:pt x="542" y="297"/>
                  </a:lnTo>
                  <a:lnTo>
                    <a:pt x="542" y="556"/>
                  </a:lnTo>
                  <a:lnTo>
                    <a:pt x="513" y="574"/>
                  </a:lnTo>
                  <a:lnTo>
                    <a:pt x="513" y="612"/>
                  </a:lnTo>
                  <a:lnTo>
                    <a:pt x="441" y="612"/>
                  </a:lnTo>
                  <a:lnTo>
                    <a:pt x="441" y="574"/>
                  </a:lnTo>
                  <a:lnTo>
                    <a:pt x="412" y="556"/>
                  </a:lnTo>
                  <a:lnTo>
                    <a:pt x="412" y="297"/>
                  </a:lnTo>
                  <a:lnTo>
                    <a:pt x="428" y="297"/>
                  </a:lnTo>
                  <a:cubicBezTo>
                    <a:pt x="450" y="297"/>
                    <a:pt x="467" y="278"/>
                    <a:pt x="467" y="258"/>
                  </a:cubicBezTo>
                  <a:cubicBezTo>
                    <a:pt x="467" y="251"/>
                    <a:pt x="464" y="247"/>
                    <a:pt x="463" y="241"/>
                  </a:cubicBezTo>
                  <a:close/>
                  <a:moveTo>
                    <a:pt x="630" y="241"/>
                  </a:moveTo>
                  <a:cubicBezTo>
                    <a:pt x="629" y="247"/>
                    <a:pt x="627" y="251"/>
                    <a:pt x="627" y="258"/>
                  </a:cubicBezTo>
                  <a:lnTo>
                    <a:pt x="627" y="569"/>
                  </a:lnTo>
                  <a:lnTo>
                    <a:pt x="656" y="587"/>
                  </a:lnTo>
                  <a:lnTo>
                    <a:pt x="656" y="612"/>
                  </a:lnTo>
                  <a:lnTo>
                    <a:pt x="533" y="612"/>
                  </a:lnTo>
                  <a:lnTo>
                    <a:pt x="533" y="587"/>
                  </a:lnTo>
                  <a:lnTo>
                    <a:pt x="562" y="569"/>
                  </a:lnTo>
                  <a:lnTo>
                    <a:pt x="562" y="258"/>
                  </a:lnTo>
                  <a:cubicBezTo>
                    <a:pt x="562" y="251"/>
                    <a:pt x="561" y="247"/>
                    <a:pt x="558" y="241"/>
                  </a:cubicBezTo>
                  <a:close/>
                  <a:moveTo>
                    <a:pt x="679" y="634"/>
                  </a:moveTo>
                  <a:lnTo>
                    <a:pt x="679" y="655"/>
                  </a:lnTo>
                  <a:lnTo>
                    <a:pt x="41" y="655"/>
                  </a:lnTo>
                  <a:lnTo>
                    <a:pt x="41" y="634"/>
                  </a:lnTo>
                  <a:close/>
                  <a:moveTo>
                    <a:pt x="698" y="676"/>
                  </a:moveTo>
                  <a:lnTo>
                    <a:pt x="698" y="697"/>
                  </a:lnTo>
                  <a:lnTo>
                    <a:pt x="21" y="697"/>
                  </a:lnTo>
                  <a:lnTo>
                    <a:pt x="21" y="676"/>
                  </a:lnTo>
                  <a:close/>
                  <a:moveTo>
                    <a:pt x="360" y="1"/>
                  </a:moveTo>
                  <a:lnTo>
                    <a:pt x="0" y="153"/>
                  </a:lnTo>
                  <a:lnTo>
                    <a:pt x="0" y="241"/>
                  </a:lnTo>
                  <a:lnTo>
                    <a:pt x="21" y="241"/>
                  </a:lnTo>
                  <a:cubicBezTo>
                    <a:pt x="19" y="247"/>
                    <a:pt x="16" y="251"/>
                    <a:pt x="16" y="258"/>
                  </a:cubicBezTo>
                  <a:cubicBezTo>
                    <a:pt x="16" y="280"/>
                    <a:pt x="35" y="297"/>
                    <a:pt x="55" y="297"/>
                  </a:cubicBezTo>
                  <a:lnTo>
                    <a:pt x="73" y="297"/>
                  </a:lnTo>
                  <a:lnTo>
                    <a:pt x="73" y="556"/>
                  </a:lnTo>
                  <a:lnTo>
                    <a:pt x="44" y="574"/>
                  </a:lnTo>
                  <a:lnTo>
                    <a:pt x="44" y="612"/>
                  </a:lnTo>
                  <a:lnTo>
                    <a:pt x="22" y="612"/>
                  </a:lnTo>
                  <a:lnTo>
                    <a:pt x="22" y="654"/>
                  </a:lnTo>
                  <a:lnTo>
                    <a:pt x="2" y="654"/>
                  </a:lnTo>
                  <a:lnTo>
                    <a:pt x="2" y="717"/>
                  </a:lnTo>
                  <a:lnTo>
                    <a:pt x="723" y="717"/>
                  </a:lnTo>
                  <a:lnTo>
                    <a:pt x="723" y="654"/>
                  </a:lnTo>
                  <a:lnTo>
                    <a:pt x="702" y="654"/>
                  </a:lnTo>
                  <a:lnTo>
                    <a:pt x="702" y="612"/>
                  </a:lnTo>
                  <a:lnTo>
                    <a:pt x="681" y="612"/>
                  </a:lnTo>
                  <a:lnTo>
                    <a:pt x="681" y="574"/>
                  </a:lnTo>
                  <a:lnTo>
                    <a:pt x="652" y="556"/>
                  </a:lnTo>
                  <a:lnTo>
                    <a:pt x="652" y="297"/>
                  </a:lnTo>
                  <a:lnTo>
                    <a:pt x="671" y="297"/>
                  </a:lnTo>
                  <a:cubicBezTo>
                    <a:pt x="692" y="297"/>
                    <a:pt x="708" y="278"/>
                    <a:pt x="708" y="258"/>
                  </a:cubicBezTo>
                  <a:cubicBezTo>
                    <a:pt x="708" y="251"/>
                    <a:pt x="707" y="247"/>
                    <a:pt x="705" y="241"/>
                  </a:cubicBezTo>
                  <a:lnTo>
                    <a:pt x="724" y="241"/>
                  </a:lnTo>
                  <a:lnTo>
                    <a:pt x="724" y="153"/>
                  </a:lnTo>
                  <a:lnTo>
                    <a:pt x="720" y="153"/>
                  </a:lnTo>
                  <a:lnTo>
                    <a:pt x="3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8"/>
            <p:cNvSpPr/>
            <p:nvPr/>
          </p:nvSpPr>
          <p:spPr>
            <a:xfrm>
              <a:off x="4920183" y="4044261"/>
              <a:ext cx="78387" cy="77811"/>
            </a:xfrm>
            <a:custGeom>
              <a:rect b="b" l="l" r="r" t="t"/>
              <a:pathLst>
                <a:path extrusionOk="0" h="135" w="136">
                  <a:moveTo>
                    <a:pt x="69" y="23"/>
                  </a:moveTo>
                  <a:cubicBezTo>
                    <a:pt x="93" y="23"/>
                    <a:pt x="113" y="43"/>
                    <a:pt x="113" y="69"/>
                  </a:cubicBezTo>
                  <a:cubicBezTo>
                    <a:pt x="115" y="93"/>
                    <a:pt x="93" y="114"/>
                    <a:pt x="69" y="114"/>
                  </a:cubicBezTo>
                  <a:cubicBezTo>
                    <a:pt x="43" y="114"/>
                    <a:pt x="22" y="94"/>
                    <a:pt x="22" y="69"/>
                  </a:cubicBezTo>
                  <a:cubicBezTo>
                    <a:pt x="22" y="43"/>
                    <a:pt x="43" y="23"/>
                    <a:pt x="69" y="23"/>
                  </a:cubicBezTo>
                  <a:close/>
                  <a:moveTo>
                    <a:pt x="69" y="0"/>
                  </a:moveTo>
                  <a:cubicBezTo>
                    <a:pt x="33" y="0"/>
                    <a:pt x="1" y="32"/>
                    <a:pt x="1" y="68"/>
                  </a:cubicBezTo>
                  <a:cubicBezTo>
                    <a:pt x="1" y="104"/>
                    <a:pt x="33" y="134"/>
                    <a:pt x="69" y="134"/>
                  </a:cubicBezTo>
                  <a:cubicBezTo>
                    <a:pt x="105" y="134"/>
                    <a:pt x="135" y="104"/>
                    <a:pt x="135" y="68"/>
                  </a:cubicBezTo>
                  <a:cubicBezTo>
                    <a:pt x="135" y="32"/>
                    <a:pt x="106"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8"/>
            <p:cNvSpPr/>
            <p:nvPr/>
          </p:nvSpPr>
          <p:spPr>
            <a:xfrm>
              <a:off x="4873497" y="4247146"/>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8"/>
            <p:cNvSpPr/>
            <p:nvPr/>
          </p:nvSpPr>
          <p:spPr>
            <a:xfrm>
              <a:off x="4897705" y="4247146"/>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8"/>
            <p:cNvSpPr/>
            <p:nvPr/>
          </p:nvSpPr>
          <p:spPr>
            <a:xfrm>
              <a:off x="5009522" y="4247146"/>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8"/>
            <p:cNvSpPr/>
            <p:nvPr/>
          </p:nvSpPr>
          <p:spPr>
            <a:xfrm>
              <a:off x="5034306" y="4247146"/>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8"/>
            <p:cNvSpPr/>
            <p:nvPr/>
          </p:nvSpPr>
          <p:spPr>
            <a:xfrm>
              <a:off x="5011251" y="4109968"/>
              <a:ext cx="24784" cy="12680"/>
            </a:xfrm>
            <a:custGeom>
              <a:rect b="b" l="l" r="r" t="t"/>
              <a:pathLst>
                <a:path extrusionOk="0" h="22" w="43">
                  <a:moveTo>
                    <a:pt x="0" y="0"/>
                  </a:moveTo>
                  <a:lnTo>
                    <a:pt x="0" y="22"/>
                  </a:lnTo>
                  <a:lnTo>
                    <a:pt x="42" y="22"/>
                  </a:lnTo>
                  <a:lnTo>
                    <a:pt x="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8"/>
            <p:cNvSpPr/>
            <p:nvPr/>
          </p:nvSpPr>
          <p:spPr>
            <a:xfrm>
              <a:off x="5047563" y="4109968"/>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8"/>
            <p:cNvSpPr/>
            <p:nvPr/>
          </p:nvSpPr>
          <p:spPr>
            <a:xfrm>
              <a:off x="5088486" y="4089795"/>
              <a:ext cx="17291" cy="17291"/>
            </a:xfrm>
            <a:custGeom>
              <a:rect b="b" l="l" r="r" t="t"/>
              <a:pathLst>
                <a:path extrusionOk="0" h="30" w="30">
                  <a:moveTo>
                    <a:pt x="9" y="1"/>
                  </a:moveTo>
                  <a:lnTo>
                    <a:pt x="1" y="21"/>
                  </a:lnTo>
                  <a:lnTo>
                    <a:pt x="19" y="29"/>
                  </a:lnTo>
                  <a:lnTo>
                    <a:pt x="29" y="11"/>
                  </a:lnTo>
                  <a:lnTo>
                    <a:pt x="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8"/>
            <p:cNvSpPr/>
            <p:nvPr/>
          </p:nvSpPr>
          <p:spPr>
            <a:xfrm>
              <a:off x="5065431" y="4080573"/>
              <a:ext cx="16715" cy="17291"/>
            </a:xfrm>
            <a:custGeom>
              <a:rect b="b" l="l" r="r" t="t"/>
              <a:pathLst>
                <a:path extrusionOk="0" h="30" w="29">
                  <a:moveTo>
                    <a:pt x="9" y="1"/>
                  </a:moveTo>
                  <a:lnTo>
                    <a:pt x="0" y="21"/>
                  </a:lnTo>
                  <a:lnTo>
                    <a:pt x="20" y="30"/>
                  </a:lnTo>
                  <a:lnTo>
                    <a:pt x="29" y="9"/>
                  </a:lnTo>
                  <a:lnTo>
                    <a:pt x="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8"/>
            <p:cNvSpPr/>
            <p:nvPr/>
          </p:nvSpPr>
          <p:spPr>
            <a:xfrm>
              <a:off x="5017591" y="4059824"/>
              <a:ext cx="43228" cy="28242"/>
            </a:xfrm>
            <a:custGeom>
              <a:rect b="b" l="l" r="r" t="t"/>
              <a:pathLst>
                <a:path extrusionOk="0" h="49" w="75">
                  <a:moveTo>
                    <a:pt x="9" y="1"/>
                  </a:moveTo>
                  <a:lnTo>
                    <a:pt x="1" y="21"/>
                  </a:lnTo>
                  <a:lnTo>
                    <a:pt x="66" y="48"/>
                  </a:lnTo>
                  <a:lnTo>
                    <a:pt x="74" y="28"/>
                  </a:lnTo>
                  <a:lnTo>
                    <a:pt x="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8"/>
            <p:cNvSpPr/>
            <p:nvPr/>
          </p:nvSpPr>
          <p:spPr>
            <a:xfrm>
              <a:off x="4846984" y="4069046"/>
              <a:ext cx="34583" cy="24784"/>
            </a:xfrm>
            <a:custGeom>
              <a:rect b="b" l="l" r="r" t="t"/>
              <a:pathLst>
                <a:path extrusionOk="0" h="43" w="60">
                  <a:moveTo>
                    <a:pt x="51" y="0"/>
                  </a:moveTo>
                  <a:lnTo>
                    <a:pt x="1" y="22"/>
                  </a:lnTo>
                  <a:lnTo>
                    <a:pt x="9" y="42"/>
                  </a:lnTo>
                  <a:lnTo>
                    <a:pt x="60" y="21"/>
                  </a:lnTo>
                  <a:lnTo>
                    <a:pt x="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8"/>
            <p:cNvSpPr/>
            <p:nvPr/>
          </p:nvSpPr>
          <p:spPr>
            <a:xfrm>
              <a:off x="4827963" y="4109968"/>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8"/>
            <p:cNvSpPr/>
            <p:nvPr/>
          </p:nvSpPr>
          <p:spPr>
            <a:xfrm>
              <a:off x="4852171" y="4109968"/>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8"/>
            <p:cNvSpPr/>
            <p:nvPr/>
          </p:nvSpPr>
          <p:spPr>
            <a:xfrm>
              <a:off x="4781853" y="4109968"/>
              <a:ext cx="34006" cy="12680"/>
            </a:xfrm>
            <a:custGeom>
              <a:rect b="b" l="l" r="r" t="t"/>
              <a:pathLst>
                <a:path extrusionOk="0" h="22" w="59">
                  <a:moveTo>
                    <a:pt x="1" y="0"/>
                  </a:moveTo>
                  <a:lnTo>
                    <a:pt x="1" y="22"/>
                  </a:lnTo>
                  <a:lnTo>
                    <a:pt x="59" y="22"/>
                  </a:lnTo>
                  <a:lnTo>
                    <a:pt x="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8"/>
            <p:cNvSpPr/>
            <p:nvPr/>
          </p:nvSpPr>
          <p:spPr>
            <a:xfrm>
              <a:off x="4953037" y="4244841"/>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8"/>
            <p:cNvSpPr/>
            <p:nvPr/>
          </p:nvSpPr>
          <p:spPr>
            <a:xfrm>
              <a:off x="4953037" y="4176252"/>
              <a:ext cx="12680" cy="33430"/>
            </a:xfrm>
            <a:custGeom>
              <a:rect b="b" l="l" r="r" t="t"/>
              <a:pathLst>
                <a:path extrusionOk="0" h="58" w="22">
                  <a:moveTo>
                    <a:pt x="0" y="1"/>
                  </a:moveTo>
                  <a:lnTo>
                    <a:pt x="0" y="57"/>
                  </a:lnTo>
                  <a:lnTo>
                    <a:pt x="22" y="5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8"/>
            <p:cNvSpPr/>
            <p:nvPr/>
          </p:nvSpPr>
          <p:spPr>
            <a:xfrm>
              <a:off x="4953037" y="4221209"/>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8"/>
            <p:cNvSpPr/>
            <p:nvPr/>
          </p:nvSpPr>
          <p:spPr>
            <a:xfrm>
              <a:off x="4953037" y="4295562"/>
              <a:ext cx="12680" cy="23631"/>
            </a:xfrm>
            <a:custGeom>
              <a:rect b="b" l="l" r="r" t="t"/>
              <a:pathLst>
                <a:path extrusionOk="0" h="41" w="22">
                  <a:moveTo>
                    <a:pt x="0" y="0"/>
                  </a:moveTo>
                  <a:lnTo>
                    <a:pt x="0" y="41"/>
                  </a:lnTo>
                  <a:lnTo>
                    <a:pt x="22" y="4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8"/>
            <p:cNvSpPr/>
            <p:nvPr/>
          </p:nvSpPr>
          <p:spPr>
            <a:xfrm>
              <a:off x="4816436" y="4258674"/>
              <a:ext cx="12680" cy="45534"/>
            </a:xfrm>
            <a:custGeom>
              <a:rect b="b" l="l" r="r" t="t"/>
              <a:pathLst>
                <a:path extrusionOk="0" h="79" w="22">
                  <a:moveTo>
                    <a:pt x="0" y="1"/>
                  </a:moveTo>
                  <a:lnTo>
                    <a:pt x="0" y="79"/>
                  </a:lnTo>
                  <a:lnTo>
                    <a:pt x="22" y="79"/>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8"/>
            <p:cNvSpPr/>
            <p:nvPr/>
          </p:nvSpPr>
          <p:spPr>
            <a:xfrm>
              <a:off x="4816436" y="4197001"/>
              <a:ext cx="12680" cy="24784"/>
            </a:xfrm>
            <a:custGeom>
              <a:rect b="b" l="l" r="r" t="t"/>
              <a:pathLst>
                <a:path extrusionOk="0" h="43" w="22">
                  <a:moveTo>
                    <a:pt x="0" y="1"/>
                  </a:moveTo>
                  <a:lnTo>
                    <a:pt x="0" y="43"/>
                  </a:lnTo>
                  <a:lnTo>
                    <a:pt x="22" y="4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8"/>
            <p:cNvSpPr/>
            <p:nvPr/>
          </p:nvSpPr>
          <p:spPr>
            <a:xfrm>
              <a:off x="4816436" y="4233890"/>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8"/>
            <p:cNvSpPr/>
            <p:nvPr/>
          </p:nvSpPr>
          <p:spPr>
            <a:xfrm>
              <a:off x="5089638" y="4220633"/>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8"/>
            <p:cNvSpPr/>
            <p:nvPr/>
          </p:nvSpPr>
          <p:spPr>
            <a:xfrm>
              <a:off x="5089638" y="4267896"/>
              <a:ext cx="12680" cy="37465"/>
            </a:xfrm>
            <a:custGeom>
              <a:rect b="b" l="l" r="r" t="t"/>
              <a:pathLst>
                <a:path extrusionOk="0" h="65" w="22">
                  <a:moveTo>
                    <a:pt x="0" y="1"/>
                  </a:moveTo>
                  <a:lnTo>
                    <a:pt x="0" y="64"/>
                  </a:lnTo>
                  <a:lnTo>
                    <a:pt x="22" y="64"/>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8"/>
            <p:cNvSpPr/>
            <p:nvPr/>
          </p:nvSpPr>
          <p:spPr>
            <a:xfrm>
              <a:off x="5089638" y="4243688"/>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8"/>
            <p:cNvSpPr/>
            <p:nvPr/>
          </p:nvSpPr>
          <p:spPr>
            <a:xfrm>
              <a:off x="5089638" y="4183745"/>
              <a:ext cx="12680" cy="24208"/>
            </a:xfrm>
            <a:custGeom>
              <a:rect b="b" l="l" r="r" t="t"/>
              <a:pathLst>
                <a:path extrusionOk="0" h="42" w="22">
                  <a:moveTo>
                    <a:pt x="0" y="1"/>
                  </a:moveTo>
                  <a:lnTo>
                    <a:pt x="0" y="41"/>
                  </a:lnTo>
                  <a:lnTo>
                    <a:pt x="22" y="4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8"/>
            <p:cNvSpPr/>
            <p:nvPr/>
          </p:nvSpPr>
          <p:spPr>
            <a:xfrm>
              <a:off x="4947850" y="4077115"/>
              <a:ext cx="23631" cy="13257"/>
            </a:xfrm>
            <a:custGeom>
              <a:rect b="b" l="l" r="r" t="t"/>
              <a:pathLst>
                <a:path extrusionOk="0" h="23" w="41">
                  <a:moveTo>
                    <a:pt x="0" y="1"/>
                  </a:moveTo>
                  <a:lnTo>
                    <a:pt x="0" y="23"/>
                  </a:lnTo>
                  <a:lnTo>
                    <a:pt x="41" y="23"/>
                  </a:lnTo>
                  <a:lnTo>
                    <a:pt x="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 name="Google Shape;1627;p48"/>
          <p:cNvGrpSpPr/>
          <p:nvPr/>
        </p:nvGrpSpPr>
        <p:grpSpPr>
          <a:xfrm>
            <a:off x="3990487" y="4006797"/>
            <a:ext cx="378680" cy="414992"/>
            <a:chOff x="3990487" y="4006797"/>
            <a:chExt cx="378680" cy="414992"/>
          </a:xfrm>
        </p:grpSpPr>
        <p:sp>
          <p:nvSpPr>
            <p:cNvPr id="1628" name="Google Shape;1628;p48"/>
            <p:cNvSpPr/>
            <p:nvPr/>
          </p:nvSpPr>
          <p:spPr>
            <a:xfrm>
              <a:off x="4152449" y="4131294"/>
              <a:ext cx="216718" cy="289342"/>
            </a:xfrm>
            <a:custGeom>
              <a:rect b="b" l="l" r="r" t="t"/>
              <a:pathLst>
                <a:path extrusionOk="0" h="502" w="376">
                  <a:moveTo>
                    <a:pt x="210" y="22"/>
                  </a:moveTo>
                  <a:cubicBezTo>
                    <a:pt x="220" y="22"/>
                    <a:pt x="231" y="33"/>
                    <a:pt x="231" y="43"/>
                  </a:cubicBezTo>
                  <a:lnTo>
                    <a:pt x="231" y="213"/>
                  </a:lnTo>
                  <a:lnTo>
                    <a:pt x="252" y="213"/>
                  </a:lnTo>
                  <a:lnTo>
                    <a:pt x="252" y="63"/>
                  </a:lnTo>
                  <a:cubicBezTo>
                    <a:pt x="252" y="51"/>
                    <a:pt x="261" y="43"/>
                    <a:pt x="271" y="43"/>
                  </a:cubicBezTo>
                  <a:cubicBezTo>
                    <a:pt x="283" y="43"/>
                    <a:pt x="291" y="51"/>
                    <a:pt x="291" y="63"/>
                  </a:cubicBezTo>
                  <a:lnTo>
                    <a:pt x="291" y="243"/>
                  </a:lnTo>
                  <a:lnTo>
                    <a:pt x="313" y="243"/>
                  </a:lnTo>
                  <a:lnTo>
                    <a:pt x="313" y="116"/>
                  </a:lnTo>
                  <a:cubicBezTo>
                    <a:pt x="313" y="106"/>
                    <a:pt x="322" y="96"/>
                    <a:pt x="333" y="96"/>
                  </a:cubicBezTo>
                  <a:cubicBezTo>
                    <a:pt x="343" y="96"/>
                    <a:pt x="353" y="106"/>
                    <a:pt x="353" y="116"/>
                  </a:cubicBezTo>
                  <a:lnTo>
                    <a:pt x="353" y="321"/>
                  </a:lnTo>
                  <a:cubicBezTo>
                    <a:pt x="353" y="358"/>
                    <a:pt x="339" y="391"/>
                    <a:pt x="314" y="418"/>
                  </a:cubicBezTo>
                  <a:lnTo>
                    <a:pt x="311" y="423"/>
                  </a:lnTo>
                  <a:lnTo>
                    <a:pt x="311" y="447"/>
                  </a:lnTo>
                  <a:lnTo>
                    <a:pt x="147" y="447"/>
                  </a:lnTo>
                  <a:lnTo>
                    <a:pt x="147" y="408"/>
                  </a:lnTo>
                  <a:lnTo>
                    <a:pt x="30" y="275"/>
                  </a:lnTo>
                  <a:cubicBezTo>
                    <a:pt x="24" y="269"/>
                    <a:pt x="23" y="265"/>
                    <a:pt x="23" y="258"/>
                  </a:cubicBezTo>
                  <a:cubicBezTo>
                    <a:pt x="23" y="251"/>
                    <a:pt x="24" y="245"/>
                    <a:pt x="30" y="239"/>
                  </a:cubicBezTo>
                  <a:cubicBezTo>
                    <a:pt x="36" y="233"/>
                    <a:pt x="40" y="232"/>
                    <a:pt x="47" y="232"/>
                  </a:cubicBezTo>
                  <a:cubicBezTo>
                    <a:pt x="54" y="232"/>
                    <a:pt x="60" y="235"/>
                    <a:pt x="66" y="239"/>
                  </a:cubicBezTo>
                  <a:lnTo>
                    <a:pt x="129" y="303"/>
                  </a:lnTo>
                  <a:lnTo>
                    <a:pt x="129" y="63"/>
                  </a:lnTo>
                  <a:cubicBezTo>
                    <a:pt x="129" y="51"/>
                    <a:pt x="138" y="43"/>
                    <a:pt x="148" y="43"/>
                  </a:cubicBezTo>
                  <a:cubicBezTo>
                    <a:pt x="160" y="43"/>
                    <a:pt x="168" y="51"/>
                    <a:pt x="168" y="63"/>
                  </a:cubicBezTo>
                  <a:lnTo>
                    <a:pt x="168" y="213"/>
                  </a:lnTo>
                  <a:lnTo>
                    <a:pt x="190" y="213"/>
                  </a:lnTo>
                  <a:lnTo>
                    <a:pt x="190" y="43"/>
                  </a:lnTo>
                  <a:cubicBezTo>
                    <a:pt x="190" y="33"/>
                    <a:pt x="199" y="22"/>
                    <a:pt x="210" y="22"/>
                  </a:cubicBezTo>
                  <a:close/>
                  <a:moveTo>
                    <a:pt x="210" y="1"/>
                  </a:moveTo>
                  <a:cubicBezTo>
                    <a:pt x="192" y="1"/>
                    <a:pt x="177" y="12"/>
                    <a:pt x="171" y="27"/>
                  </a:cubicBezTo>
                  <a:cubicBezTo>
                    <a:pt x="164" y="21"/>
                    <a:pt x="157" y="20"/>
                    <a:pt x="148" y="20"/>
                  </a:cubicBezTo>
                  <a:cubicBezTo>
                    <a:pt x="125" y="20"/>
                    <a:pt x="106" y="37"/>
                    <a:pt x="106" y="61"/>
                  </a:cubicBezTo>
                  <a:lnTo>
                    <a:pt x="106" y="249"/>
                  </a:lnTo>
                  <a:lnTo>
                    <a:pt x="80" y="222"/>
                  </a:lnTo>
                  <a:cubicBezTo>
                    <a:pt x="70" y="213"/>
                    <a:pt x="60" y="207"/>
                    <a:pt x="47" y="207"/>
                  </a:cubicBezTo>
                  <a:cubicBezTo>
                    <a:pt x="34" y="207"/>
                    <a:pt x="24" y="213"/>
                    <a:pt x="15" y="222"/>
                  </a:cubicBezTo>
                  <a:cubicBezTo>
                    <a:pt x="5" y="230"/>
                    <a:pt x="1" y="242"/>
                    <a:pt x="1" y="254"/>
                  </a:cubicBezTo>
                  <a:cubicBezTo>
                    <a:pt x="1" y="267"/>
                    <a:pt x="5" y="278"/>
                    <a:pt x="12" y="287"/>
                  </a:cubicBezTo>
                  <a:lnTo>
                    <a:pt x="125" y="411"/>
                  </a:lnTo>
                  <a:lnTo>
                    <a:pt x="125" y="444"/>
                  </a:lnTo>
                  <a:lnTo>
                    <a:pt x="98" y="444"/>
                  </a:lnTo>
                  <a:lnTo>
                    <a:pt x="98" y="502"/>
                  </a:lnTo>
                  <a:lnTo>
                    <a:pt x="119" y="502"/>
                  </a:lnTo>
                  <a:lnTo>
                    <a:pt x="119" y="463"/>
                  </a:lnTo>
                  <a:lnTo>
                    <a:pt x="337" y="463"/>
                  </a:lnTo>
                  <a:lnTo>
                    <a:pt x="337" y="502"/>
                  </a:lnTo>
                  <a:lnTo>
                    <a:pt x="359" y="502"/>
                  </a:lnTo>
                  <a:lnTo>
                    <a:pt x="359" y="444"/>
                  </a:lnTo>
                  <a:lnTo>
                    <a:pt x="333" y="444"/>
                  </a:lnTo>
                  <a:lnTo>
                    <a:pt x="333" y="427"/>
                  </a:lnTo>
                  <a:cubicBezTo>
                    <a:pt x="361" y="398"/>
                    <a:pt x="375" y="360"/>
                    <a:pt x="375" y="319"/>
                  </a:cubicBezTo>
                  <a:lnTo>
                    <a:pt x="375" y="115"/>
                  </a:lnTo>
                  <a:cubicBezTo>
                    <a:pt x="375" y="92"/>
                    <a:pt x="356" y="73"/>
                    <a:pt x="333" y="73"/>
                  </a:cubicBezTo>
                  <a:cubicBezTo>
                    <a:pt x="326" y="73"/>
                    <a:pt x="319" y="76"/>
                    <a:pt x="313" y="79"/>
                  </a:cubicBezTo>
                  <a:lnTo>
                    <a:pt x="313" y="61"/>
                  </a:lnTo>
                  <a:cubicBezTo>
                    <a:pt x="313" y="37"/>
                    <a:pt x="296" y="20"/>
                    <a:pt x="271" y="20"/>
                  </a:cubicBezTo>
                  <a:cubicBezTo>
                    <a:pt x="262" y="20"/>
                    <a:pt x="255" y="21"/>
                    <a:pt x="248" y="27"/>
                  </a:cubicBezTo>
                  <a:cubicBezTo>
                    <a:pt x="242" y="12"/>
                    <a:pt x="226"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8"/>
            <p:cNvSpPr/>
            <p:nvPr/>
          </p:nvSpPr>
          <p:spPr>
            <a:xfrm>
              <a:off x="3990487" y="4006797"/>
              <a:ext cx="304904" cy="414992"/>
            </a:xfrm>
            <a:custGeom>
              <a:rect b="b" l="l" r="r" t="t"/>
              <a:pathLst>
                <a:path extrusionOk="0" h="720" w="529">
                  <a:moveTo>
                    <a:pt x="67" y="0"/>
                  </a:moveTo>
                  <a:cubicBezTo>
                    <a:pt x="31" y="0"/>
                    <a:pt x="0" y="32"/>
                    <a:pt x="0" y="68"/>
                  </a:cubicBezTo>
                  <a:lnTo>
                    <a:pt x="0" y="652"/>
                  </a:lnTo>
                  <a:cubicBezTo>
                    <a:pt x="0" y="688"/>
                    <a:pt x="31" y="719"/>
                    <a:pt x="67" y="719"/>
                  </a:cubicBezTo>
                  <a:lnTo>
                    <a:pt x="357" y="719"/>
                  </a:lnTo>
                  <a:lnTo>
                    <a:pt x="357" y="698"/>
                  </a:lnTo>
                  <a:lnTo>
                    <a:pt x="67" y="698"/>
                  </a:lnTo>
                  <a:cubicBezTo>
                    <a:pt x="42" y="698"/>
                    <a:pt x="22" y="678"/>
                    <a:pt x="22" y="652"/>
                  </a:cubicBezTo>
                  <a:lnTo>
                    <a:pt x="22" y="116"/>
                  </a:lnTo>
                  <a:cubicBezTo>
                    <a:pt x="35" y="127"/>
                    <a:pt x="51" y="134"/>
                    <a:pt x="67" y="134"/>
                  </a:cubicBezTo>
                  <a:lnTo>
                    <a:pt x="507" y="134"/>
                  </a:lnTo>
                  <a:lnTo>
                    <a:pt x="507" y="197"/>
                  </a:lnTo>
                  <a:lnTo>
                    <a:pt x="529" y="197"/>
                  </a:lnTo>
                  <a:lnTo>
                    <a:pt x="529" y="114"/>
                  </a:lnTo>
                  <a:lnTo>
                    <a:pt x="67" y="114"/>
                  </a:lnTo>
                  <a:cubicBezTo>
                    <a:pt x="42" y="114"/>
                    <a:pt x="22" y="94"/>
                    <a:pt x="22" y="69"/>
                  </a:cubicBezTo>
                  <a:cubicBezTo>
                    <a:pt x="22" y="43"/>
                    <a:pt x="42" y="22"/>
                    <a:pt x="67" y="22"/>
                  </a:cubicBezTo>
                  <a:lnTo>
                    <a:pt x="529" y="22"/>
                  </a:lnTo>
                  <a:lnTo>
                    <a:pt x="5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8"/>
            <p:cNvSpPr/>
            <p:nvPr/>
          </p:nvSpPr>
          <p:spPr>
            <a:xfrm>
              <a:off x="4091353" y="4102476"/>
              <a:ext cx="109512" cy="141789"/>
            </a:xfrm>
            <a:custGeom>
              <a:rect b="b" l="l" r="r" t="t"/>
              <a:pathLst>
                <a:path extrusionOk="0" h="246" w="190">
                  <a:moveTo>
                    <a:pt x="105" y="20"/>
                  </a:moveTo>
                  <a:lnTo>
                    <a:pt x="105" y="75"/>
                  </a:lnTo>
                  <a:lnTo>
                    <a:pt x="168" y="75"/>
                  </a:lnTo>
                  <a:lnTo>
                    <a:pt x="168" y="97"/>
                  </a:lnTo>
                  <a:lnTo>
                    <a:pt x="105" y="97"/>
                  </a:lnTo>
                  <a:lnTo>
                    <a:pt x="105" y="224"/>
                  </a:lnTo>
                  <a:lnTo>
                    <a:pt x="84" y="224"/>
                  </a:lnTo>
                  <a:lnTo>
                    <a:pt x="84" y="97"/>
                  </a:lnTo>
                  <a:lnTo>
                    <a:pt x="20" y="97"/>
                  </a:lnTo>
                  <a:lnTo>
                    <a:pt x="20" y="75"/>
                  </a:lnTo>
                  <a:lnTo>
                    <a:pt x="84" y="75"/>
                  </a:lnTo>
                  <a:lnTo>
                    <a:pt x="84" y="20"/>
                  </a:lnTo>
                  <a:close/>
                  <a:moveTo>
                    <a:pt x="64" y="0"/>
                  </a:moveTo>
                  <a:lnTo>
                    <a:pt x="64" y="55"/>
                  </a:lnTo>
                  <a:lnTo>
                    <a:pt x="0" y="55"/>
                  </a:lnTo>
                  <a:lnTo>
                    <a:pt x="0" y="119"/>
                  </a:lnTo>
                  <a:lnTo>
                    <a:pt x="64" y="119"/>
                  </a:lnTo>
                  <a:lnTo>
                    <a:pt x="64" y="246"/>
                  </a:lnTo>
                  <a:lnTo>
                    <a:pt x="127" y="246"/>
                  </a:lnTo>
                  <a:lnTo>
                    <a:pt x="127" y="119"/>
                  </a:lnTo>
                  <a:lnTo>
                    <a:pt x="189" y="119"/>
                  </a:lnTo>
                  <a:lnTo>
                    <a:pt x="189" y="55"/>
                  </a:lnTo>
                  <a:lnTo>
                    <a:pt x="127" y="55"/>
                  </a:lnTo>
                  <a:lnTo>
                    <a:pt x="1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8"/>
            <p:cNvSpPr/>
            <p:nvPr/>
          </p:nvSpPr>
          <p:spPr>
            <a:xfrm>
              <a:off x="4022187" y="4217175"/>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8"/>
            <p:cNvSpPr/>
            <p:nvPr/>
          </p:nvSpPr>
          <p:spPr>
            <a:xfrm>
              <a:off x="4022187" y="4192390"/>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8"/>
            <p:cNvSpPr/>
            <p:nvPr/>
          </p:nvSpPr>
          <p:spPr>
            <a:xfrm>
              <a:off x="4022187" y="4241382"/>
              <a:ext cx="12680" cy="48992"/>
            </a:xfrm>
            <a:custGeom>
              <a:rect b="b" l="l" r="r" t="t"/>
              <a:pathLst>
                <a:path extrusionOk="0" h="85" w="22">
                  <a:moveTo>
                    <a:pt x="0" y="0"/>
                  </a:moveTo>
                  <a:lnTo>
                    <a:pt x="0" y="84"/>
                  </a:lnTo>
                  <a:lnTo>
                    <a:pt x="22" y="84"/>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8"/>
            <p:cNvSpPr/>
            <p:nvPr/>
          </p:nvSpPr>
          <p:spPr>
            <a:xfrm>
              <a:off x="4022187" y="4350318"/>
              <a:ext cx="12680" cy="32277"/>
            </a:xfrm>
            <a:custGeom>
              <a:rect b="b" l="l" r="r" t="t"/>
              <a:pathLst>
                <a:path extrusionOk="0" h="56" w="22">
                  <a:moveTo>
                    <a:pt x="0" y="1"/>
                  </a:moveTo>
                  <a:lnTo>
                    <a:pt x="0" y="56"/>
                  </a:lnTo>
                  <a:lnTo>
                    <a:pt x="22" y="56"/>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8"/>
            <p:cNvSpPr/>
            <p:nvPr/>
          </p:nvSpPr>
          <p:spPr>
            <a:xfrm>
              <a:off x="4022187" y="4326110"/>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8"/>
            <p:cNvSpPr/>
            <p:nvPr/>
          </p:nvSpPr>
          <p:spPr>
            <a:xfrm>
              <a:off x="4022187" y="4301902"/>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8"/>
            <p:cNvSpPr/>
            <p:nvPr/>
          </p:nvSpPr>
          <p:spPr>
            <a:xfrm>
              <a:off x="4022187" y="4131294"/>
              <a:ext cx="12680" cy="49568"/>
            </a:xfrm>
            <a:custGeom>
              <a:rect b="b" l="l" r="r" t="t"/>
              <a:pathLst>
                <a:path extrusionOk="0" h="86" w="22">
                  <a:moveTo>
                    <a:pt x="0" y="1"/>
                  </a:moveTo>
                  <a:lnTo>
                    <a:pt x="0" y="86"/>
                  </a:lnTo>
                  <a:lnTo>
                    <a:pt x="22" y="86"/>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8"/>
            <p:cNvSpPr/>
            <p:nvPr/>
          </p:nvSpPr>
          <p:spPr>
            <a:xfrm>
              <a:off x="4022187" y="4108239"/>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8"/>
            <p:cNvSpPr/>
            <p:nvPr/>
          </p:nvSpPr>
          <p:spPr>
            <a:xfrm>
              <a:off x="4240058" y="4096712"/>
              <a:ext cx="31701" cy="24208"/>
            </a:xfrm>
            <a:custGeom>
              <a:rect b="b" l="l" r="r" t="t"/>
              <a:pathLst>
                <a:path extrusionOk="0" h="42" w="55">
                  <a:moveTo>
                    <a:pt x="1" y="0"/>
                  </a:moveTo>
                  <a:lnTo>
                    <a:pt x="1" y="22"/>
                  </a:lnTo>
                  <a:lnTo>
                    <a:pt x="32" y="22"/>
                  </a:lnTo>
                  <a:lnTo>
                    <a:pt x="32" y="42"/>
                  </a:lnTo>
                  <a:lnTo>
                    <a:pt x="54" y="42"/>
                  </a:lnTo>
                  <a:lnTo>
                    <a:pt x="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8"/>
            <p:cNvSpPr/>
            <p:nvPr/>
          </p:nvSpPr>
          <p:spPr>
            <a:xfrm>
              <a:off x="4215850" y="4096712"/>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8"/>
            <p:cNvSpPr/>
            <p:nvPr/>
          </p:nvSpPr>
          <p:spPr>
            <a:xfrm>
              <a:off x="4097693" y="4039650"/>
              <a:ext cx="48992" cy="13257"/>
            </a:xfrm>
            <a:custGeom>
              <a:rect b="b" l="l" r="r" t="t"/>
              <a:pathLst>
                <a:path extrusionOk="0" h="23" w="85">
                  <a:moveTo>
                    <a:pt x="1" y="1"/>
                  </a:moveTo>
                  <a:lnTo>
                    <a:pt x="1" y="23"/>
                  </a:lnTo>
                  <a:lnTo>
                    <a:pt x="84" y="23"/>
                  </a:lnTo>
                  <a:lnTo>
                    <a:pt x="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8"/>
            <p:cNvSpPr/>
            <p:nvPr/>
          </p:nvSpPr>
          <p:spPr>
            <a:xfrm>
              <a:off x="4073485" y="4039650"/>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8"/>
            <p:cNvSpPr/>
            <p:nvPr/>
          </p:nvSpPr>
          <p:spPr>
            <a:xfrm>
              <a:off x="4203746" y="4039650"/>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8"/>
            <p:cNvSpPr/>
            <p:nvPr/>
          </p:nvSpPr>
          <p:spPr>
            <a:xfrm>
              <a:off x="4028528" y="4039650"/>
              <a:ext cx="32854" cy="13257"/>
            </a:xfrm>
            <a:custGeom>
              <a:rect b="b" l="l" r="r" t="t"/>
              <a:pathLst>
                <a:path extrusionOk="0" h="23" w="57">
                  <a:moveTo>
                    <a:pt x="1" y="1"/>
                  </a:moveTo>
                  <a:lnTo>
                    <a:pt x="1" y="23"/>
                  </a:lnTo>
                  <a:lnTo>
                    <a:pt x="57" y="23"/>
                  </a:lnTo>
                  <a:lnTo>
                    <a:pt x="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8"/>
            <p:cNvSpPr/>
            <p:nvPr/>
          </p:nvSpPr>
          <p:spPr>
            <a:xfrm>
              <a:off x="4158789" y="4039650"/>
              <a:ext cx="32854" cy="13257"/>
            </a:xfrm>
            <a:custGeom>
              <a:rect b="b" l="l" r="r" t="t"/>
              <a:pathLst>
                <a:path extrusionOk="0" h="23" w="57">
                  <a:moveTo>
                    <a:pt x="0" y="1"/>
                  </a:moveTo>
                  <a:lnTo>
                    <a:pt x="0" y="23"/>
                  </a:lnTo>
                  <a:lnTo>
                    <a:pt x="56" y="23"/>
                  </a:lnTo>
                  <a:lnTo>
                    <a:pt x="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8"/>
            <p:cNvSpPr/>
            <p:nvPr/>
          </p:nvSpPr>
          <p:spPr>
            <a:xfrm>
              <a:off x="4227378" y="4039650"/>
              <a:ext cx="43228" cy="13257"/>
            </a:xfrm>
            <a:custGeom>
              <a:rect b="b" l="l" r="r" t="t"/>
              <a:pathLst>
                <a:path extrusionOk="0" h="23" w="75">
                  <a:moveTo>
                    <a:pt x="1" y="1"/>
                  </a:moveTo>
                  <a:lnTo>
                    <a:pt x="1" y="23"/>
                  </a:lnTo>
                  <a:lnTo>
                    <a:pt x="75" y="23"/>
                  </a:lnTo>
                  <a:lnTo>
                    <a:pt x="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8"/>
            <p:cNvSpPr/>
            <p:nvPr/>
          </p:nvSpPr>
          <p:spPr>
            <a:xfrm>
              <a:off x="4154178" y="4372220"/>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8"/>
            <p:cNvSpPr/>
            <p:nvPr/>
          </p:nvSpPr>
          <p:spPr>
            <a:xfrm>
              <a:off x="4154178" y="4346860"/>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8"/>
            <p:cNvSpPr/>
            <p:nvPr/>
          </p:nvSpPr>
          <p:spPr>
            <a:xfrm>
              <a:off x="4154178" y="4322652"/>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8"/>
            <p:cNvSpPr/>
            <p:nvPr/>
          </p:nvSpPr>
          <p:spPr>
            <a:xfrm>
              <a:off x="4122477" y="4363575"/>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8"/>
            <p:cNvSpPr/>
            <p:nvPr/>
          </p:nvSpPr>
          <p:spPr>
            <a:xfrm>
              <a:off x="4122477" y="4339367"/>
              <a:ext cx="13257" cy="13257"/>
            </a:xfrm>
            <a:custGeom>
              <a:rect b="b" l="l" r="r" t="t"/>
              <a:pathLst>
                <a:path extrusionOk="0" h="23" w="23">
                  <a:moveTo>
                    <a:pt x="1" y="1"/>
                  </a:moveTo>
                  <a:lnTo>
                    <a:pt x="1" y="23"/>
                  </a:lnTo>
                  <a:lnTo>
                    <a:pt x="23" y="23"/>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8"/>
            <p:cNvSpPr/>
            <p:nvPr/>
          </p:nvSpPr>
          <p:spPr>
            <a:xfrm>
              <a:off x="4122477" y="4387782"/>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8"/>
            <p:cNvSpPr/>
            <p:nvPr/>
          </p:nvSpPr>
          <p:spPr>
            <a:xfrm>
              <a:off x="4316140" y="4346860"/>
              <a:ext cx="17868" cy="17291"/>
            </a:xfrm>
            <a:custGeom>
              <a:rect b="b" l="l" r="r" t="t"/>
              <a:pathLst>
                <a:path extrusionOk="0" h="30" w="31">
                  <a:moveTo>
                    <a:pt x="12" y="1"/>
                  </a:moveTo>
                  <a:cubicBezTo>
                    <a:pt x="7" y="7"/>
                    <a:pt x="4" y="12"/>
                    <a:pt x="0" y="15"/>
                  </a:cubicBezTo>
                  <a:lnTo>
                    <a:pt x="16" y="30"/>
                  </a:lnTo>
                  <a:cubicBezTo>
                    <a:pt x="22" y="24"/>
                    <a:pt x="25" y="17"/>
                    <a:pt x="30" y="12"/>
                  </a:cubicBezTo>
                  <a:lnTo>
                    <a:pt x="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8"/>
            <p:cNvSpPr/>
            <p:nvPr/>
          </p:nvSpPr>
          <p:spPr>
            <a:xfrm>
              <a:off x="4327667" y="4314582"/>
              <a:ext cx="17291" cy="27090"/>
            </a:xfrm>
            <a:custGeom>
              <a:rect b="b" l="l" r="r" t="t"/>
              <a:pathLst>
                <a:path extrusionOk="0" h="47" w="30">
                  <a:moveTo>
                    <a:pt x="7" y="1"/>
                  </a:moveTo>
                  <a:cubicBezTo>
                    <a:pt x="7" y="14"/>
                    <a:pt x="6" y="27"/>
                    <a:pt x="0" y="40"/>
                  </a:cubicBezTo>
                  <a:lnTo>
                    <a:pt x="20" y="47"/>
                  </a:lnTo>
                  <a:cubicBezTo>
                    <a:pt x="25" y="32"/>
                    <a:pt x="29" y="15"/>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8"/>
            <p:cNvSpPr/>
            <p:nvPr/>
          </p:nvSpPr>
          <p:spPr>
            <a:xfrm>
              <a:off x="4237753" y="4314006"/>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8"/>
            <p:cNvSpPr/>
            <p:nvPr/>
          </p:nvSpPr>
          <p:spPr>
            <a:xfrm>
              <a:off x="4237753" y="4277118"/>
              <a:ext cx="12680" cy="24784"/>
            </a:xfrm>
            <a:custGeom>
              <a:rect b="b" l="l" r="r" t="t"/>
              <a:pathLst>
                <a:path extrusionOk="0" h="43" w="22">
                  <a:moveTo>
                    <a:pt x="0" y="1"/>
                  </a:moveTo>
                  <a:lnTo>
                    <a:pt x="0" y="42"/>
                  </a:lnTo>
                  <a:lnTo>
                    <a:pt x="22" y="4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48"/>
          <p:cNvGrpSpPr/>
          <p:nvPr/>
        </p:nvGrpSpPr>
        <p:grpSpPr>
          <a:xfrm>
            <a:off x="2409483" y="4007373"/>
            <a:ext cx="413839" cy="414992"/>
            <a:chOff x="2409483" y="4007373"/>
            <a:chExt cx="413839" cy="414992"/>
          </a:xfrm>
        </p:grpSpPr>
        <p:sp>
          <p:nvSpPr>
            <p:cNvPr id="1658" name="Google Shape;1658;p48"/>
            <p:cNvSpPr/>
            <p:nvPr/>
          </p:nvSpPr>
          <p:spPr>
            <a:xfrm>
              <a:off x="2409483" y="4007373"/>
              <a:ext cx="413839" cy="414992"/>
            </a:xfrm>
            <a:custGeom>
              <a:rect b="b" l="l" r="r" t="t"/>
              <a:pathLst>
                <a:path extrusionOk="0" h="720" w="718">
                  <a:moveTo>
                    <a:pt x="392" y="21"/>
                  </a:moveTo>
                  <a:lnTo>
                    <a:pt x="392" y="57"/>
                  </a:lnTo>
                  <a:lnTo>
                    <a:pt x="329" y="57"/>
                  </a:lnTo>
                  <a:lnTo>
                    <a:pt x="329" y="21"/>
                  </a:lnTo>
                  <a:close/>
                  <a:moveTo>
                    <a:pt x="110" y="148"/>
                  </a:moveTo>
                  <a:cubicBezTo>
                    <a:pt x="120" y="148"/>
                    <a:pt x="129" y="155"/>
                    <a:pt x="129" y="165"/>
                  </a:cubicBezTo>
                  <a:cubicBezTo>
                    <a:pt x="129" y="177"/>
                    <a:pt x="121" y="184"/>
                    <a:pt x="110" y="184"/>
                  </a:cubicBezTo>
                  <a:cubicBezTo>
                    <a:pt x="100" y="184"/>
                    <a:pt x="93" y="177"/>
                    <a:pt x="93" y="165"/>
                  </a:cubicBezTo>
                  <a:cubicBezTo>
                    <a:pt x="93" y="155"/>
                    <a:pt x="101" y="148"/>
                    <a:pt x="110" y="148"/>
                  </a:cubicBezTo>
                  <a:close/>
                  <a:moveTo>
                    <a:pt x="613" y="148"/>
                  </a:moveTo>
                  <a:cubicBezTo>
                    <a:pt x="621" y="148"/>
                    <a:pt x="630" y="155"/>
                    <a:pt x="630" y="165"/>
                  </a:cubicBezTo>
                  <a:cubicBezTo>
                    <a:pt x="630" y="177"/>
                    <a:pt x="623" y="184"/>
                    <a:pt x="613" y="184"/>
                  </a:cubicBezTo>
                  <a:cubicBezTo>
                    <a:pt x="601" y="184"/>
                    <a:pt x="594" y="177"/>
                    <a:pt x="594" y="165"/>
                  </a:cubicBezTo>
                  <a:cubicBezTo>
                    <a:pt x="594" y="155"/>
                    <a:pt x="604" y="148"/>
                    <a:pt x="613" y="148"/>
                  </a:cubicBezTo>
                  <a:close/>
                  <a:moveTo>
                    <a:pt x="108" y="204"/>
                  </a:moveTo>
                  <a:lnTo>
                    <a:pt x="192" y="373"/>
                  </a:lnTo>
                  <a:lnTo>
                    <a:pt x="28" y="373"/>
                  </a:lnTo>
                  <a:lnTo>
                    <a:pt x="108" y="204"/>
                  </a:lnTo>
                  <a:close/>
                  <a:moveTo>
                    <a:pt x="613" y="206"/>
                  </a:moveTo>
                  <a:lnTo>
                    <a:pt x="693" y="375"/>
                  </a:lnTo>
                  <a:lnTo>
                    <a:pt x="529" y="375"/>
                  </a:lnTo>
                  <a:lnTo>
                    <a:pt x="613" y="206"/>
                  </a:lnTo>
                  <a:close/>
                  <a:moveTo>
                    <a:pt x="199" y="395"/>
                  </a:moveTo>
                  <a:cubicBezTo>
                    <a:pt x="194" y="438"/>
                    <a:pt x="156" y="473"/>
                    <a:pt x="110" y="473"/>
                  </a:cubicBezTo>
                  <a:cubicBezTo>
                    <a:pt x="65" y="473"/>
                    <a:pt x="29" y="438"/>
                    <a:pt x="23" y="395"/>
                  </a:cubicBezTo>
                  <a:close/>
                  <a:moveTo>
                    <a:pt x="701" y="395"/>
                  </a:moveTo>
                  <a:cubicBezTo>
                    <a:pt x="693" y="438"/>
                    <a:pt x="657" y="473"/>
                    <a:pt x="613" y="473"/>
                  </a:cubicBezTo>
                  <a:cubicBezTo>
                    <a:pt x="568" y="473"/>
                    <a:pt x="529" y="438"/>
                    <a:pt x="526" y="395"/>
                  </a:cubicBezTo>
                  <a:close/>
                  <a:moveTo>
                    <a:pt x="373" y="77"/>
                  </a:moveTo>
                  <a:lnTo>
                    <a:pt x="373" y="573"/>
                  </a:lnTo>
                  <a:lnTo>
                    <a:pt x="351" y="573"/>
                  </a:lnTo>
                  <a:lnTo>
                    <a:pt x="351" y="77"/>
                  </a:lnTo>
                  <a:close/>
                  <a:moveTo>
                    <a:pt x="449" y="593"/>
                  </a:moveTo>
                  <a:lnTo>
                    <a:pt x="449" y="635"/>
                  </a:lnTo>
                  <a:lnTo>
                    <a:pt x="506" y="635"/>
                  </a:lnTo>
                  <a:lnTo>
                    <a:pt x="506" y="677"/>
                  </a:lnTo>
                  <a:lnTo>
                    <a:pt x="562" y="677"/>
                  </a:lnTo>
                  <a:lnTo>
                    <a:pt x="562" y="698"/>
                  </a:lnTo>
                  <a:lnTo>
                    <a:pt x="160" y="698"/>
                  </a:lnTo>
                  <a:lnTo>
                    <a:pt x="160" y="677"/>
                  </a:lnTo>
                  <a:lnTo>
                    <a:pt x="217" y="677"/>
                  </a:lnTo>
                  <a:lnTo>
                    <a:pt x="217" y="635"/>
                  </a:lnTo>
                  <a:lnTo>
                    <a:pt x="273" y="635"/>
                  </a:lnTo>
                  <a:lnTo>
                    <a:pt x="273" y="593"/>
                  </a:lnTo>
                  <a:close/>
                  <a:moveTo>
                    <a:pt x="308" y="1"/>
                  </a:moveTo>
                  <a:lnTo>
                    <a:pt x="308" y="79"/>
                  </a:lnTo>
                  <a:lnTo>
                    <a:pt x="329" y="79"/>
                  </a:lnTo>
                  <a:lnTo>
                    <a:pt x="329" y="115"/>
                  </a:lnTo>
                  <a:cubicBezTo>
                    <a:pt x="296" y="115"/>
                    <a:pt x="263" y="123"/>
                    <a:pt x="236" y="136"/>
                  </a:cubicBezTo>
                  <a:cubicBezTo>
                    <a:pt x="208" y="149"/>
                    <a:pt x="178" y="157"/>
                    <a:pt x="146" y="157"/>
                  </a:cubicBezTo>
                  <a:cubicBezTo>
                    <a:pt x="142" y="141"/>
                    <a:pt x="127" y="128"/>
                    <a:pt x="108" y="128"/>
                  </a:cubicBezTo>
                  <a:cubicBezTo>
                    <a:pt x="87" y="128"/>
                    <a:pt x="71" y="145"/>
                    <a:pt x="71" y="165"/>
                  </a:cubicBezTo>
                  <a:cubicBezTo>
                    <a:pt x="71" y="180"/>
                    <a:pt x="78" y="191"/>
                    <a:pt x="88" y="198"/>
                  </a:cubicBezTo>
                  <a:lnTo>
                    <a:pt x="0" y="380"/>
                  </a:lnTo>
                  <a:lnTo>
                    <a:pt x="0" y="382"/>
                  </a:lnTo>
                  <a:cubicBezTo>
                    <a:pt x="0" y="443"/>
                    <a:pt x="49" y="490"/>
                    <a:pt x="108" y="490"/>
                  </a:cubicBezTo>
                  <a:cubicBezTo>
                    <a:pt x="168" y="490"/>
                    <a:pt x="217" y="443"/>
                    <a:pt x="217" y="382"/>
                  </a:cubicBezTo>
                  <a:lnTo>
                    <a:pt x="217" y="380"/>
                  </a:lnTo>
                  <a:lnTo>
                    <a:pt x="129" y="198"/>
                  </a:lnTo>
                  <a:cubicBezTo>
                    <a:pt x="136" y="193"/>
                    <a:pt x="143" y="185"/>
                    <a:pt x="145" y="177"/>
                  </a:cubicBezTo>
                  <a:cubicBezTo>
                    <a:pt x="179" y="177"/>
                    <a:pt x="211" y="170"/>
                    <a:pt x="241" y="155"/>
                  </a:cubicBezTo>
                  <a:cubicBezTo>
                    <a:pt x="267" y="142"/>
                    <a:pt x="298" y="135"/>
                    <a:pt x="327" y="135"/>
                  </a:cubicBezTo>
                  <a:lnTo>
                    <a:pt x="327" y="574"/>
                  </a:lnTo>
                  <a:lnTo>
                    <a:pt x="249" y="574"/>
                  </a:lnTo>
                  <a:lnTo>
                    <a:pt x="249" y="616"/>
                  </a:lnTo>
                  <a:lnTo>
                    <a:pt x="194" y="616"/>
                  </a:lnTo>
                  <a:lnTo>
                    <a:pt x="194" y="656"/>
                  </a:lnTo>
                  <a:lnTo>
                    <a:pt x="137" y="656"/>
                  </a:lnTo>
                  <a:lnTo>
                    <a:pt x="137" y="720"/>
                  </a:lnTo>
                  <a:lnTo>
                    <a:pt x="581" y="720"/>
                  </a:lnTo>
                  <a:lnTo>
                    <a:pt x="581" y="656"/>
                  </a:lnTo>
                  <a:lnTo>
                    <a:pt x="526" y="656"/>
                  </a:lnTo>
                  <a:lnTo>
                    <a:pt x="526" y="616"/>
                  </a:lnTo>
                  <a:lnTo>
                    <a:pt x="470" y="616"/>
                  </a:lnTo>
                  <a:lnTo>
                    <a:pt x="470" y="574"/>
                  </a:lnTo>
                  <a:lnTo>
                    <a:pt x="392" y="574"/>
                  </a:lnTo>
                  <a:lnTo>
                    <a:pt x="392" y="135"/>
                  </a:lnTo>
                  <a:cubicBezTo>
                    <a:pt x="420" y="135"/>
                    <a:pt x="449" y="142"/>
                    <a:pt x="477" y="155"/>
                  </a:cubicBezTo>
                  <a:cubicBezTo>
                    <a:pt x="507" y="170"/>
                    <a:pt x="540" y="177"/>
                    <a:pt x="574" y="177"/>
                  </a:cubicBezTo>
                  <a:cubicBezTo>
                    <a:pt x="576" y="185"/>
                    <a:pt x="584" y="194"/>
                    <a:pt x="591" y="198"/>
                  </a:cubicBezTo>
                  <a:lnTo>
                    <a:pt x="501" y="380"/>
                  </a:lnTo>
                  <a:lnTo>
                    <a:pt x="501" y="382"/>
                  </a:lnTo>
                  <a:cubicBezTo>
                    <a:pt x="501" y="443"/>
                    <a:pt x="550" y="490"/>
                    <a:pt x="610" y="490"/>
                  </a:cubicBezTo>
                  <a:cubicBezTo>
                    <a:pt x="670" y="490"/>
                    <a:pt x="718" y="443"/>
                    <a:pt x="718" y="382"/>
                  </a:cubicBezTo>
                  <a:lnTo>
                    <a:pt x="718" y="380"/>
                  </a:lnTo>
                  <a:lnTo>
                    <a:pt x="633" y="198"/>
                  </a:lnTo>
                  <a:cubicBezTo>
                    <a:pt x="643" y="191"/>
                    <a:pt x="650" y="178"/>
                    <a:pt x="650" y="165"/>
                  </a:cubicBezTo>
                  <a:cubicBezTo>
                    <a:pt x="650" y="144"/>
                    <a:pt x="633" y="128"/>
                    <a:pt x="613" y="128"/>
                  </a:cubicBezTo>
                  <a:cubicBezTo>
                    <a:pt x="594" y="128"/>
                    <a:pt x="579" y="141"/>
                    <a:pt x="574" y="157"/>
                  </a:cubicBezTo>
                  <a:cubicBezTo>
                    <a:pt x="543" y="157"/>
                    <a:pt x="513" y="149"/>
                    <a:pt x="485" y="136"/>
                  </a:cubicBezTo>
                  <a:cubicBezTo>
                    <a:pt x="457" y="122"/>
                    <a:pt x="425" y="115"/>
                    <a:pt x="392" y="115"/>
                  </a:cubicBezTo>
                  <a:lnTo>
                    <a:pt x="392" y="79"/>
                  </a:lnTo>
                  <a:lnTo>
                    <a:pt x="413" y="79"/>
                  </a:lnTo>
                  <a:lnTo>
                    <a:pt x="4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8"/>
            <p:cNvSpPr/>
            <p:nvPr/>
          </p:nvSpPr>
          <p:spPr>
            <a:xfrm>
              <a:off x="2755310" y="4312853"/>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8"/>
            <p:cNvSpPr/>
            <p:nvPr/>
          </p:nvSpPr>
          <p:spPr>
            <a:xfrm>
              <a:off x="2731678" y="4312853"/>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8"/>
            <p:cNvSpPr/>
            <p:nvPr/>
          </p:nvSpPr>
          <p:spPr>
            <a:xfrm>
              <a:off x="2779517" y="4312853"/>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8"/>
            <p:cNvSpPr/>
            <p:nvPr/>
          </p:nvSpPr>
          <p:spPr>
            <a:xfrm>
              <a:off x="2466544" y="4312853"/>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8"/>
            <p:cNvSpPr/>
            <p:nvPr/>
          </p:nvSpPr>
          <p:spPr>
            <a:xfrm>
              <a:off x="2442337" y="4312853"/>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8"/>
            <p:cNvSpPr/>
            <p:nvPr/>
          </p:nvSpPr>
          <p:spPr>
            <a:xfrm>
              <a:off x="2491905" y="4312853"/>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8"/>
            <p:cNvSpPr/>
            <p:nvPr/>
          </p:nvSpPr>
          <p:spPr>
            <a:xfrm>
              <a:off x="2641763" y="4361845"/>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8"/>
            <p:cNvSpPr/>
            <p:nvPr/>
          </p:nvSpPr>
          <p:spPr>
            <a:xfrm>
              <a:off x="2580667" y="4361845"/>
              <a:ext cx="24784" cy="13257"/>
            </a:xfrm>
            <a:custGeom>
              <a:rect b="b" l="l" r="r" t="t"/>
              <a:pathLst>
                <a:path extrusionOk="0" h="23" w="43">
                  <a:moveTo>
                    <a:pt x="1" y="1"/>
                  </a:moveTo>
                  <a:lnTo>
                    <a:pt x="1" y="23"/>
                  </a:lnTo>
                  <a:lnTo>
                    <a:pt x="43" y="23"/>
                  </a:lnTo>
                  <a:lnTo>
                    <a:pt x="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8"/>
            <p:cNvSpPr/>
            <p:nvPr/>
          </p:nvSpPr>
          <p:spPr>
            <a:xfrm>
              <a:off x="2617555" y="4361845"/>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8"/>
            <p:cNvSpPr/>
            <p:nvPr/>
          </p:nvSpPr>
          <p:spPr>
            <a:xfrm>
              <a:off x="2576633" y="4385477"/>
              <a:ext cx="41499" cy="12680"/>
            </a:xfrm>
            <a:custGeom>
              <a:rect b="b" l="l" r="r" t="t"/>
              <a:pathLst>
                <a:path extrusionOk="0" h="22" w="72">
                  <a:moveTo>
                    <a:pt x="0" y="0"/>
                  </a:moveTo>
                  <a:lnTo>
                    <a:pt x="0" y="22"/>
                  </a:lnTo>
                  <a:lnTo>
                    <a:pt x="71" y="22"/>
                  </a:lnTo>
                  <a:lnTo>
                    <a:pt x="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8"/>
            <p:cNvSpPr/>
            <p:nvPr/>
          </p:nvSpPr>
          <p:spPr>
            <a:xfrm>
              <a:off x="2653867" y="4385477"/>
              <a:ext cx="32277" cy="12680"/>
            </a:xfrm>
            <a:custGeom>
              <a:rect b="b" l="l" r="r" t="t"/>
              <a:pathLst>
                <a:path extrusionOk="0" h="22" w="56">
                  <a:moveTo>
                    <a:pt x="1" y="0"/>
                  </a:moveTo>
                  <a:lnTo>
                    <a:pt x="1" y="22"/>
                  </a:lnTo>
                  <a:lnTo>
                    <a:pt x="56" y="22"/>
                  </a:lnTo>
                  <a:lnTo>
                    <a:pt x="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8"/>
            <p:cNvSpPr/>
            <p:nvPr/>
          </p:nvSpPr>
          <p:spPr>
            <a:xfrm>
              <a:off x="2629659" y="4385477"/>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8"/>
            <p:cNvSpPr/>
            <p:nvPr/>
          </p:nvSpPr>
          <p:spPr>
            <a:xfrm>
              <a:off x="2548390" y="4385477"/>
              <a:ext cx="17291" cy="12680"/>
            </a:xfrm>
            <a:custGeom>
              <a:rect b="b" l="l" r="r" t="t"/>
              <a:pathLst>
                <a:path extrusionOk="0" h="22" w="30">
                  <a:moveTo>
                    <a:pt x="0" y="0"/>
                  </a:moveTo>
                  <a:lnTo>
                    <a:pt x="0" y="22"/>
                  </a:lnTo>
                  <a:lnTo>
                    <a:pt x="29" y="22"/>
                  </a:lnTo>
                  <a:lnTo>
                    <a:pt x="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8"/>
            <p:cNvSpPr/>
            <p:nvPr/>
          </p:nvSpPr>
          <p:spPr>
            <a:xfrm>
              <a:off x="2462510" y="4251181"/>
              <a:ext cx="30548" cy="15562"/>
            </a:xfrm>
            <a:custGeom>
              <a:rect b="b" l="l" r="r" t="t"/>
              <a:pathLst>
                <a:path extrusionOk="0" h="27" w="53">
                  <a:moveTo>
                    <a:pt x="42" y="1"/>
                  </a:moveTo>
                  <a:cubicBezTo>
                    <a:pt x="35" y="5"/>
                    <a:pt x="28" y="7"/>
                    <a:pt x="18" y="7"/>
                  </a:cubicBezTo>
                  <a:cubicBezTo>
                    <a:pt x="15" y="7"/>
                    <a:pt x="9" y="7"/>
                    <a:pt x="6" y="5"/>
                  </a:cubicBezTo>
                  <a:lnTo>
                    <a:pt x="1" y="24"/>
                  </a:lnTo>
                  <a:cubicBezTo>
                    <a:pt x="6" y="27"/>
                    <a:pt x="11" y="27"/>
                    <a:pt x="18" y="27"/>
                  </a:cubicBezTo>
                  <a:cubicBezTo>
                    <a:pt x="31" y="27"/>
                    <a:pt x="42" y="22"/>
                    <a:pt x="53" y="17"/>
                  </a:cubicBez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8"/>
            <p:cNvSpPr/>
            <p:nvPr/>
          </p:nvSpPr>
          <p:spPr>
            <a:xfrm>
              <a:off x="2440607" y="4241959"/>
              <a:ext cx="16715" cy="17291"/>
            </a:xfrm>
            <a:custGeom>
              <a:rect b="b" l="l" r="r" t="t"/>
              <a:pathLst>
                <a:path extrusionOk="0" h="30" w="29">
                  <a:moveTo>
                    <a:pt x="18" y="1"/>
                  </a:moveTo>
                  <a:lnTo>
                    <a:pt x="1" y="11"/>
                  </a:lnTo>
                  <a:cubicBezTo>
                    <a:pt x="4" y="18"/>
                    <a:pt x="11" y="24"/>
                    <a:pt x="17" y="30"/>
                  </a:cubicBezTo>
                  <a:lnTo>
                    <a:pt x="28" y="14"/>
                  </a:lnTo>
                  <a:cubicBezTo>
                    <a:pt x="24" y="10"/>
                    <a:pt x="20" y="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8"/>
            <p:cNvSpPr/>
            <p:nvPr/>
          </p:nvSpPr>
          <p:spPr>
            <a:xfrm>
              <a:off x="2750699" y="4241959"/>
              <a:ext cx="44381" cy="24784"/>
            </a:xfrm>
            <a:custGeom>
              <a:rect b="b" l="l" r="r" t="t"/>
              <a:pathLst>
                <a:path extrusionOk="0" h="43" w="77">
                  <a:moveTo>
                    <a:pt x="58" y="1"/>
                  </a:moveTo>
                  <a:cubicBezTo>
                    <a:pt x="49" y="15"/>
                    <a:pt x="35" y="23"/>
                    <a:pt x="19" y="23"/>
                  </a:cubicBezTo>
                  <a:cubicBezTo>
                    <a:pt x="15" y="23"/>
                    <a:pt x="9" y="23"/>
                    <a:pt x="6" y="21"/>
                  </a:cubicBezTo>
                  <a:lnTo>
                    <a:pt x="0" y="40"/>
                  </a:lnTo>
                  <a:cubicBezTo>
                    <a:pt x="6" y="43"/>
                    <a:pt x="12" y="43"/>
                    <a:pt x="19" y="43"/>
                  </a:cubicBezTo>
                  <a:cubicBezTo>
                    <a:pt x="42" y="43"/>
                    <a:pt x="64" y="30"/>
                    <a:pt x="77" y="10"/>
                  </a:cubicBezTo>
                  <a:lnTo>
                    <a:pt x="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8"/>
            <p:cNvSpPr/>
            <p:nvPr/>
          </p:nvSpPr>
          <p:spPr>
            <a:xfrm>
              <a:off x="2728796" y="4241959"/>
              <a:ext cx="17291" cy="17291"/>
            </a:xfrm>
            <a:custGeom>
              <a:rect b="b" l="l" r="r" t="t"/>
              <a:pathLst>
                <a:path extrusionOk="0" h="30" w="30">
                  <a:moveTo>
                    <a:pt x="18" y="1"/>
                  </a:moveTo>
                  <a:lnTo>
                    <a:pt x="1" y="11"/>
                  </a:lnTo>
                  <a:cubicBezTo>
                    <a:pt x="4" y="18"/>
                    <a:pt x="11" y="24"/>
                    <a:pt x="17" y="30"/>
                  </a:cubicBezTo>
                  <a:lnTo>
                    <a:pt x="30" y="14"/>
                  </a:lnTo>
                  <a:cubicBezTo>
                    <a:pt x="25" y="10"/>
                    <a:pt x="22" y="5"/>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48"/>
          <p:cNvGrpSpPr/>
          <p:nvPr/>
        </p:nvGrpSpPr>
        <p:grpSpPr>
          <a:xfrm>
            <a:off x="1694199" y="4005644"/>
            <a:ext cx="285307" cy="420179"/>
            <a:chOff x="1694199" y="4005644"/>
            <a:chExt cx="285307" cy="420179"/>
          </a:xfrm>
        </p:grpSpPr>
        <p:sp>
          <p:nvSpPr>
            <p:cNvPr id="1677" name="Google Shape;1677;p48"/>
            <p:cNvSpPr/>
            <p:nvPr/>
          </p:nvSpPr>
          <p:spPr>
            <a:xfrm>
              <a:off x="1694199" y="4005644"/>
              <a:ext cx="285307" cy="420179"/>
            </a:xfrm>
            <a:custGeom>
              <a:rect b="b" l="l" r="r" t="t"/>
              <a:pathLst>
                <a:path extrusionOk="0" h="729" w="495">
                  <a:moveTo>
                    <a:pt x="249" y="87"/>
                  </a:moveTo>
                  <a:cubicBezTo>
                    <a:pt x="289" y="87"/>
                    <a:pt x="322" y="121"/>
                    <a:pt x="322" y="161"/>
                  </a:cubicBezTo>
                  <a:lnTo>
                    <a:pt x="322" y="219"/>
                  </a:lnTo>
                  <a:cubicBezTo>
                    <a:pt x="322" y="230"/>
                    <a:pt x="317" y="239"/>
                    <a:pt x="309" y="245"/>
                  </a:cubicBezTo>
                  <a:lnTo>
                    <a:pt x="266" y="275"/>
                  </a:lnTo>
                  <a:cubicBezTo>
                    <a:pt x="260" y="279"/>
                    <a:pt x="253" y="282"/>
                    <a:pt x="247" y="282"/>
                  </a:cubicBezTo>
                  <a:cubicBezTo>
                    <a:pt x="240" y="282"/>
                    <a:pt x="233" y="279"/>
                    <a:pt x="228" y="275"/>
                  </a:cubicBezTo>
                  <a:lnTo>
                    <a:pt x="187" y="245"/>
                  </a:lnTo>
                  <a:cubicBezTo>
                    <a:pt x="179" y="239"/>
                    <a:pt x="174" y="229"/>
                    <a:pt x="174" y="219"/>
                  </a:cubicBezTo>
                  <a:lnTo>
                    <a:pt x="174" y="161"/>
                  </a:lnTo>
                  <a:cubicBezTo>
                    <a:pt x="174" y="121"/>
                    <a:pt x="207" y="87"/>
                    <a:pt x="249" y="87"/>
                  </a:cubicBezTo>
                  <a:close/>
                  <a:moveTo>
                    <a:pt x="101" y="259"/>
                  </a:moveTo>
                  <a:cubicBezTo>
                    <a:pt x="111" y="259"/>
                    <a:pt x="120" y="266"/>
                    <a:pt x="120" y="277"/>
                  </a:cubicBezTo>
                  <a:cubicBezTo>
                    <a:pt x="119" y="288"/>
                    <a:pt x="111" y="295"/>
                    <a:pt x="101" y="295"/>
                  </a:cubicBezTo>
                  <a:cubicBezTo>
                    <a:pt x="93" y="295"/>
                    <a:pt x="84" y="288"/>
                    <a:pt x="84" y="277"/>
                  </a:cubicBezTo>
                  <a:cubicBezTo>
                    <a:pt x="84" y="268"/>
                    <a:pt x="91" y="259"/>
                    <a:pt x="101" y="259"/>
                  </a:cubicBezTo>
                  <a:close/>
                  <a:moveTo>
                    <a:pt x="396" y="261"/>
                  </a:moveTo>
                  <a:cubicBezTo>
                    <a:pt x="408" y="261"/>
                    <a:pt x="415" y="268"/>
                    <a:pt x="415" y="279"/>
                  </a:cubicBezTo>
                  <a:cubicBezTo>
                    <a:pt x="412" y="290"/>
                    <a:pt x="405" y="297"/>
                    <a:pt x="396" y="297"/>
                  </a:cubicBezTo>
                  <a:cubicBezTo>
                    <a:pt x="387" y="297"/>
                    <a:pt x="379" y="290"/>
                    <a:pt x="379" y="279"/>
                  </a:cubicBezTo>
                  <a:cubicBezTo>
                    <a:pt x="379" y="269"/>
                    <a:pt x="386" y="261"/>
                    <a:pt x="396" y="261"/>
                  </a:cubicBezTo>
                  <a:close/>
                  <a:moveTo>
                    <a:pt x="237" y="21"/>
                  </a:moveTo>
                  <a:lnTo>
                    <a:pt x="237" y="61"/>
                  </a:lnTo>
                  <a:cubicBezTo>
                    <a:pt x="191" y="67"/>
                    <a:pt x="152" y="108"/>
                    <a:pt x="152" y="155"/>
                  </a:cubicBezTo>
                  <a:lnTo>
                    <a:pt x="152" y="213"/>
                  </a:lnTo>
                  <a:cubicBezTo>
                    <a:pt x="152" y="230"/>
                    <a:pt x="159" y="246"/>
                    <a:pt x="174" y="256"/>
                  </a:cubicBezTo>
                  <a:lnTo>
                    <a:pt x="184" y="264"/>
                  </a:lnTo>
                  <a:lnTo>
                    <a:pt x="174" y="318"/>
                  </a:lnTo>
                  <a:lnTo>
                    <a:pt x="140" y="327"/>
                  </a:lnTo>
                  <a:cubicBezTo>
                    <a:pt x="137" y="318"/>
                    <a:pt x="135" y="311"/>
                    <a:pt x="129" y="305"/>
                  </a:cubicBezTo>
                  <a:cubicBezTo>
                    <a:pt x="136" y="298"/>
                    <a:pt x="142" y="290"/>
                    <a:pt x="142" y="277"/>
                  </a:cubicBezTo>
                  <a:cubicBezTo>
                    <a:pt x="142" y="264"/>
                    <a:pt x="136" y="255"/>
                    <a:pt x="129" y="248"/>
                  </a:cubicBezTo>
                  <a:cubicBezTo>
                    <a:pt x="136" y="240"/>
                    <a:pt x="142" y="232"/>
                    <a:pt x="142" y="219"/>
                  </a:cubicBezTo>
                  <a:lnTo>
                    <a:pt x="120" y="219"/>
                  </a:lnTo>
                  <a:cubicBezTo>
                    <a:pt x="120" y="227"/>
                    <a:pt x="113" y="238"/>
                    <a:pt x="101" y="238"/>
                  </a:cubicBezTo>
                  <a:cubicBezTo>
                    <a:pt x="93" y="238"/>
                    <a:pt x="84" y="230"/>
                    <a:pt x="84" y="219"/>
                  </a:cubicBezTo>
                  <a:cubicBezTo>
                    <a:pt x="84" y="210"/>
                    <a:pt x="91" y="201"/>
                    <a:pt x="101" y="201"/>
                  </a:cubicBezTo>
                  <a:lnTo>
                    <a:pt x="113" y="201"/>
                  </a:lnTo>
                  <a:lnTo>
                    <a:pt x="113" y="158"/>
                  </a:lnTo>
                  <a:cubicBezTo>
                    <a:pt x="113" y="86"/>
                    <a:pt x="169" y="25"/>
                    <a:pt x="237" y="21"/>
                  </a:cubicBezTo>
                  <a:close/>
                  <a:moveTo>
                    <a:pt x="257" y="24"/>
                  </a:moveTo>
                  <a:cubicBezTo>
                    <a:pt x="289" y="27"/>
                    <a:pt x="318" y="41"/>
                    <a:pt x="343" y="63"/>
                  </a:cubicBezTo>
                  <a:cubicBezTo>
                    <a:pt x="367" y="87"/>
                    <a:pt x="382" y="122"/>
                    <a:pt x="382" y="160"/>
                  </a:cubicBezTo>
                  <a:lnTo>
                    <a:pt x="382" y="204"/>
                  </a:lnTo>
                  <a:lnTo>
                    <a:pt x="395" y="204"/>
                  </a:lnTo>
                  <a:cubicBezTo>
                    <a:pt x="403" y="204"/>
                    <a:pt x="412" y="212"/>
                    <a:pt x="412" y="223"/>
                  </a:cubicBezTo>
                  <a:cubicBezTo>
                    <a:pt x="412" y="232"/>
                    <a:pt x="405" y="239"/>
                    <a:pt x="396" y="239"/>
                  </a:cubicBezTo>
                  <a:cubicBezTo>
                    <a:pt x="387" y="239"/>
                    <a:pt x="379" y="232"/>
                    <a:pt x="379" y="222"/>
                  </a:cubicBezTo>
                  <a:lnTo>
                    <a:pt x="357" y="222"/>
                  </a:lnTo>
                  <a:cubicBezTo>
                    <a:pt x="357" y="232"/>
                    <a:pt x="361" y="243"/>
                    <a:pt x="369" y="251"/>
                  </a:cubicBezTo>
                  <a:cubicBezTo>
                    <a:pt x="361" y="258"/>
                    <a:pt x="357" y="268"/>
                    <a:pt x="357" y="279"/>
                  </a:cubicBezTo>
                  <a:cubicBezTo>
                    <a:pt x="357" y="290"/>
                    <a:pt x="361" y="301"/>
                    <a:pt x="369" y="308"/>
                  </a:cubicBezTo>
                  <a:cubicBezTo>
                    <a:pt x="364" y="313"/>
                    <a:pt x="358" y="320"/>
                    <a:pt x="358" y="330"/>
                  </a:cubicBezTo>
                  <a:lnTo>
                    <a:pt x="322" y="320"/>
                  </a:lnTo>
                  <a:lnTo>
                    <a:pt x="311" y="268"/>
                  </a:lnTo>
                  <a:lnTo>
                    <a:pt x="321" y="261"/>
                  </a:lnTo>
                  <a:cubicBezTo>
                    <a:pt x="332" y="252"/>
                    <a:pt x="343" y="236"/>
                    <a:pt x="343" y="217"/>
                  </a:cubicBezTo>
                  <a:lnTo>
                    <a:pt x="343" y="160"/>
                  </a:lnTo>
                  <a:cubicBezTo>
                    <a:pt x="343" y="110"/>
                    <a:pt x="306" y="71"/>
                    <a:pt x="257" y="66"/>
                  </a:cubicBezTo>
                  <a:lnTo>
                    <a:pt x="257" y="24"/>
                  </a:lnTo>
                  <a:close/>
                  <a:moveTo>
                    <a:pt x="292" y="278"/>
                  </a:moveTo>
                  <a:lnTo>
                    <a:pt x="301" y="324"/>
                  </a:lnTo>
                  <a:lnTo>
                    <a:pt x="286" y="352"/>
                  </a:lnTo>
                  <a:lnTo>
                    <a:pt x="275" y="291"/>
                  </a:lnTo>
                  <a:lnTo>
                    <a:pt x="278" y="290"/>
                  </a:lnTo>
                  <a:lnTo>
                    <a:pt x="292" y="278"/>
                  </a:lnTo>
                  <a:close/>
                  <a:moveTo>
                    <a:pt x="101" y="317"/>
                  </a:moveTo>
                  <a:cubicBezTo>
                    <a:pt x="111" y="317"/>
                    <a:pt x="120" y="324"/>
                    <a:pt x="120" y="334"/>
                  </a:cubicBezTo>
                  <a:cubicBezTo>
                    <a:pt x="119" y="343"/>
                    <a:pt x="111" y="353"/>
                    <a:pt x="101" y="353"/>
                  </a:cubicBezTo>
                  <a:cubicBezTo>
                    <a:pt x="93" y="353"/>
                    <a:pt x="84" y="346"/>
                    <a:pt x="84" y="334"/>
                  </a:cubicBezTo>
                  <a:cubicBezTo>
                    <a:pt x="84" y="326"/>
                    <a:pt x="91" y="317"/>
                    <a:pt x="101" y="317"/>
                  </a:cubicBezTo>
                  <a:close/>
                  <a:moveTo>
                    <a:pt x="202" y="281"/>
                  </a:moveTo>
                  <a:lnTo>
                    <a:pt x="217" y="291"/>
                  </a:lnTo>
                  <a:lnTo>
                    <a:pt x="220" y="294"/>
                  </a:lnTo>
                  <a:lnTo>
                    <a:pt x="208" y="353"/>
                  </a:lnTo>
                  <a:lnTo>
                    <a:pt x="194" y="326"/>
                  </a:lnTo>
                  <a:lnTo>
                    <a:pt x="202" y="281"/>
                  </a:lnTo>
                  <a:close/>
                  <a:moveTo>
                    <a:pt x="396" y="317"/>
                  </a:moveTo>
                  <a:cubicBezTo>
                    <a:pt x="408" y="317"/>
                    <a:pt x="415" y="324"/>
                    <a:pt x="415" y="334"/>
                  </a:cubicBezTo>
                  <a:cubicBezTo>
                    <a:pt x="412" y="346"/>
                    <a:pt x="405" y="353"/>
                    <a:pt x="396" y="353"/>
                  </a:cubicBezTo>
                  <a:cubicBezTo>
                    <a:pt x="387" y="353"/>
                    <a:pt x="379" y="346"/>
                    <a:pt x="379" y="334"/>
                  </a:cubicBezTo>
                  <a:cubicBezTo>
                    <a:pt x="379" y="326"/>
                    <a:pt x="386" y="317"/>
                    <a:pt x="396" y="317"/>
                  </a:cubicBezTo>
                  <a:close/>
                  <a:moveTo>
                    <a:pt x="254" y="301"/>
                  </a:moveTo>
                  <a:lnTo>
                    <a:pt x="289" y="505"/>
                  </a:lnTo>
                  <a:lnTo>
                    <a:pt x="202" y="505"/>
                  </a:lnTo>
                  <a:lnTo>
                    <a:pt x="237" y="301"/>
                  </a:lnTo>
                  <a:close/>
                  <a:moveTo>
                    <a:pt x="247" y="1"/>
                  </a:moveTo>
                  <a:cubicBezTo>
                    <a:pt x="161" y="1"/>
                    <a:pt x="91" y="73"/>
                    <a:pt x="91" y="160"/>
                  </a:cubicBezTo>
                  <a:lnTo>
                    <a:pt x="91" y="183"/>
                  </a:lnTo>
                  <a:cubicBezTo>
                    <a:pt x="74" y="188"/>
                    <a:pt x="62" y="203"/>
                    <a:pt x="62" y="220"/>
                  </a:cubicBezTo>
                  <a:cubicBezTo>
                    <a:pt x="62" y="232"/>
                    <a:pt x="67" y="242"/>
                    <a:pt x="74" y="249"/>
                  </a:cubicBezTo>
                  <a:cubicBezTo>
                    <a:pt x="67" y="256"/>
                    <a:pt x="62" y="266"/>
                    <a:pt x="62" y="278"/>
                  </a:cubicBezTo>
                  <a:cubicBezTo>
                    <a:pt x="62" y="291"/>
                    <a:pt x="67" y="300"/>
                    <a:pt x="74" y="307"/>
                  </a:cubicBezTo>
                  <a:cubicBezTo>
                    <a:pt x="67" y="314"/>
                    <a:pt x="62" y="324"/>
                    <a:pt x="62" y="337"/>
                  </a:cubicBezTo>
                  <a:cubicBezTo>
                    <a:pt x="62" y="342"/>
                    <a:pt x="64" y="346"/>
                    <a:pt x="64" y="352"/>
                  </a:cubicBezTo>
                  <a:lnTo>
                    <a:pt x="59" y="353"/>
                  </a:lnTo>
                  <a:cubicBezTo>
                    <a:pt x="26" y="362"/>
                    <a:pt x="0" y="395"/>
                    <a:pt x="0" y="431"/>
                  </a:cubicBezTo>
                  <a:lnTo>
                    <a:pt x="0" y="727"/>
                  </a:lnTo>
                  <a:lnTo>
                    <a:pt x="22" y="727"/>
                  </a:lnTo>
                  <a:lnTo>
                    <a:pt x="22" y="431"/>
                  </a:lnTo>
                  <a:cubicBezTo>
                    <a:pt x="22" y="404"/>
                    <a:pt x="41" y="381"/>
                    <a:pt x="65" y="373"/>
                  </a:cubicBezTo>
                  <a:lnTo>
                    <a:pt x="78" y="369"/>
                  </a:lnTo>
                  <a:cubicBezTo>
                    <a:pt x="84" y="373"/>
                    <a:pt x="93" y="376"/>
                    <a:pt x="100" y="376"/>
                  </a:cubicBezTo>
                  <a:cubicBezTo>
                    <a:pt x="116" y="376"/>
                    <a:pt x="129" y="368"/>
                    <a:pt x="135" y="355"/>
                  </a:cubicBezTo>
                  <a:lnTo>
                    <a:pt x="175" y="344"/>
                  </a:lnTo>
                  <a:lnTo>
                    <a:pt x="201" y="391"/>
                  </a:lnTo>
                  <a:lnTo>
                    <a:pt x="178" y="529"/>
                  </a:lnTo>
                  <a:lnTo>
                    <a:pt x="210" y="529"/>
                  </a:lnTo>
                  <a:lnTo>
                    <a:pt x="210" y="727"/>
                  </a:lnTo>
                  <a:lnTo>
                    <a:pt x="231" y="727"/>
                  </a:lnTo>
                  <a:lnTo>
                    <a:pt x="231" y="529"/>
                  </a:lnTo>
                  <a:lnTo>
                    <a:pt x="260" y="529"/>
                  </a:lnTo>
                  <a:lnTo>
                    <a:pt x="260" y="727"/>
                  </a:lnTo>
                  <a:lnTo>
                    <a:pt x="282" y="727"/>
                  </a:lnTo>
                  <a:lnTo>
                    <a:pt x="282" y="529"/>
                  </a:lnTo>
                  <a:lnTo>
                    <a:pt x="315" y="529"/>
                  </a:lnTo>
                  <a:lnTo>
                    <a:pt x="291" y="389"/>
                  </a:lnTo>
                  <a:lnTo>
                    <a:pt x="317" y="344"/>
                  </a:lnTo>
                  <a:lnTo>
                    <a:pt x="358" y="355"/>
                  </a:lnTo>
                  <a:cubicBezTo>
                    <a:pt x="363" y="369"/>
                    <a:pt x="377" y="378"/>
                    <a:pt x="395" y="378"/>
                  </a:cubicBezTo>
                  <a:cubicBezTo>
                    <a:pt x="403" y="378"/>
                    <a:pt x="410" y="375"/>
                    <a:pt x="418" y="370"/>
                  </a:cubicBezTo>
                  <a:lnTo>
                    <a:pt x="428" y="375"/>
                  </a:lnTo>
                  <a:cubicBezTo>
                    <a:pt x="454" y="382"/>
                    <a:pt x="471" y="405"/>
                    <a:pt x="471" y="433"/>
                  </a:cubicBezTo>
                  <a:lnTo>
                    <a:pt x="471" y="729"/>
                  </a:lnTo>
                  <a:lnTo>
                    <a:pt x="493" y="729"/>
                  </a:lnTo>
                  <a:lnTo>
                    <a:pt x="493" y="433"/>
                  </a:lnTo>
                  <a:cubicBezTo>
                    <a:pt x="494" y="391"/>
                    <a:pt x="468" y="360"/>
                    <a:pt x="434" y="349"/>
                  </a:cubicBezTo>
                  <a:lnTo>
                    <a:pt x="434" y="334"/>
                  </a:lnTo>
                  <a:cubicBezTo>
                    <a:pt x="434" y="324"/>
                    <a:pt x="429" y="313"/>
                    <a:pt x="422" y="305"/>
                  </a:cubicBezTo>
                  <a:cubicBezTo>
                    <a:pt x="429" y="298"/>
                    <a:pt x="434" y="290"/>
                    <a:pt x="434" y="277"/>
                  </a:cubicBezTo>
                  <a:cubicBezTo>
                    <a:pt x="434" y="266"/>
                    <a:pt x="429" y="255"/>
                    <a:pt x="422" y="248"/>
                  </a:cubicBezTo>
                  <a:cubicBezTo>
                    <a:pt x="429" y="240"/>
                    <a:pt x="434" y="230"/>
                    <a:pt x="434" y="219"/>
                  </a:cubicBezTo>
                  <a:cubicBezTo>
                    <a:pt x="434" y="201"/>
                    <a:pt x="422" y="184"/>
                    <a:pt x="405" y="181"/>
                  </a:cubicBezTo>
                  <a:lnTo>
                    <a:pt x="405" y="158"/>
                  </a:lnTo>
                  <a:cubicBezTo>
                    <a:pt x="405" y="116"/>
                    <a:pt x="389" y="76"/>
                    <a:pt x="358" y="45"/>
                  </a:cubicBezTo>
                  <a:cubicBezTo>
                    <a:pt x="330" y="17"/>
                    <a:pt x="289" y="1"/>
                    <a:pt x="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8"/>
            <p:cNvSpPr/>
            <p:nvPr/>
          </p:nvSpPr>
          <p:spPr>
            <a:xfrm>
              <a:off x="1805439" y="4066740"/>
              <a:ext cx="32277" cy="31124"/>
            </a:xfrm>
            <a:custGeom>
              <a:rect b="b" l="l" r="r" t="t"/>
              <a:pathLst>
                <a:path extrusionOk="0" h="54" w="56">
                  <a:moveTo>
                    <a:pt x="56" y="0"/>
                  </a:moveTo>
                  <a:cubicBezTo>
                    <a:pt x="27" y="2"/>
                    <a:pt x="1" y="25"/>
                    <a:pt x="1" y="54"/>
                  </a:cubicBezTo>
                  <a:lnTo>
                    <a:pt x="22" y="54"/>
                  </a:lnTo>
                  <a:cubicBezTo>
                    <a:pt x="22" y="36"/>
                    <a:pt x="37" y="20"/>
                    <a:pt x="56" y="20"/>
                  </a:cubicBezTo>
                  <a:lnTo>
                    <a:pt x="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8"/>
            <p:cNvSpPr/>
            <p:nvPr/>
          </p:nvSpPr>
          <p:spPr>
            <a:xfrm>
              <a:off x="1718983" y="4361845"/>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8"/>
            <p:cNvSpPr/>
            <p:nvPr/>
          </p:nvSpPr>
          <p:spPr>
            <a:xfrm>
              <a:off x="1718983" y="4385477"/>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8"/>
            <p:cNvSpPr/>
            <p:nvPr/>
          </p:nvSpPr>
          <p:spPr>
            <a:xfrm>
              <a:off x="1718983" y="4325534"/>
              <a:ext cx="13257" cy="24784"/>
            </a:xfrm>
            <a:custGeom>
              <a:rect b="b" l="l" r="r" t="t"/>
              <a:pathLst>
                <a:path extrusionOk="0" h="43" w="23">
                  <a:moveTo>
                    <a:pt x="1" y="0"/>
                  </a:moveTo>
                  <a:lnTo>
                    <a:pt x="1" y="42"/>
                  </a:lnTo>
                  <a:lnTo>
                    <a:pt x="22" y="4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8"/>
            <p:cNvSpPr/>
            <p:nvPr/>
          </p:nvSpPr>
          <p:spPr>
            <a:xfrm>
              <a:off x="1718983" y="4230431"/>
              <a:ext cx="20750" cy="55332"/>
            </a:xfrm>
            <a:custGeom>
              <a:rect b="b" l="l" r="r" t="t"/>
              <a:pathLst>
                <a:path extrusionOk="0" h="96" w="36">
                  <a:moveTo>
                    <a:pt x="29" y="1"/>
                  </a:moveTo>
                  <a:cubicBezTo>
                    <a:pt x="14" y="6"/>
                    <a:pt x="1" y="21"/>
                    <a:pt x="1" y="38"/>
                  </a:cubicBezTo>
                  <a:lnTo>
                    <a:pt x="1" y="96"/>
                  </a:lnTo>
                  <a:lnTo>
                    <a:pt x="22" y="96"/>
                  </a:lnTo>
                  <a:lnTo>
                    <a:pt x="22" y="38"/>
                  </a:lnTo>
                  <a:cubicBezTo>
                    <a:pt x="22" y="31"/>
                    <a:pt x="28" y="24"/>
                    <a:pt x="35" y="22"/>
                  </a:cubicBezTo>
                  <a:lnTo>
                    <a:pt x="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8"/>
            <p:cNvSpPr/>
            <p:nvPr/>
          </p:nvSpPr>
          <p:spPr>
            <a:xfrm>
              <a:off x="1934548" y="4230431"/>
              <a:ext cx="20750" cy="21326"/>
            </a:xfrm>
            <a:custGeom>
              <a:rect b="b" l="l" r="r" t="t"/>
              <a:pathLst>
                <a:path extrusionOk="0" h="37" w="36">
                  <a:moveTo>
                    <a:pt x="6" y="1"/>
                  </a:moveTo>
                  <a:lnTo>
                    <a:pt x="1" y="21"/>
                  </a:lnTo>
                  <a:cubicBezTo>
                    <a:pt x="8" y="22"/>
                    <a:pt x="14" y="30"/>
                    <a:pt x="14" y="37"/>
                  </a:cubicBezTo>
                  <a:lnTo>
                    <a:pt x="35" y="37"/>
                  </a:lnTo>
                  <a:cubicBezTo>
                    <a:pt x="34" y="21"/>
                    <a:pt x="22" y="5"/>
                    <a:pt x="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8"/>
            <p:cNvSpPr/>
            <p:nvPr/>
          </p:nvSpPr>
          <p:spPr>
            <a:xfrm>
              <a:off x="1942041" y="4284034"/>
              <a:ext cx="13257" cy="47839"/>
            </a:xfrm>
            <a:custGeom>
              <a:rect b="b" l="l" r="r" t="t"/>
              <a:pathLst>
                <a:path extrusionOk="0" h="83" w="23">
                  <a:moveTo>
                    <a:pt x="1" y="0"/>
                  </a:moveTo>
                  <a:lnTo>
                    <a:pt x="1" y="82"/>
                  </a:lnTo>
                  <a:lnTo>
                    <a:pt x="22" y="8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8"/>
            <p:cNvSpPr/>
            <p:nvPr/>
          </p:nvSpPr>
          <p:spPr>
            <a:xfrm>
              <a:off x="1942041" y="4364727"/>
              <a:ext cx="13257" cy="32277"/>
            </a:xfrm>
            <a:custGeom>
              <a:rect b="b" l="l" r="r" t="t"/>
              <a:pathLst>
                <a:path extrusionOk="0" h="56" w="23">
                  <a:moveTo>
                    <a:pt x="1" y="0"/>
                  </a:moveTo>
                  <a:lnTo>
                    <a:pt x="1" y="55"/>
                  </a:lnTo>
                  <a:lnTo>
                    <a:pt x="22" y="5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8"/>
            <p:cNvSpPr/>
            <p:nvPr/>
          </p:nvSpPr>
          <p:spPr>
            <a:xfrm>
              <a:off x="1791606" y="4354352"/>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8"/>
            <p:cNvSpPr/>
            <p:nvPr/>
          </p:nvSpPr>
          <p:spPr>
            <a:xfrm>
              <a:off x="1791606" y="4379713"/>
              <a:ext cx="12680" cy="32277"/>
            </a:xfrm>
            <a:custGeom>
              <a:rect b="b" l="l" r="r" t="t"/>
              <a:pathLst>
                <a:path extrusionOk="0" h="56" w="22">
                  <a:moveTo>
                    <a:pt x="0" y="0"/>
                  </a:moveTo>
                  <a:lnTo>
                    <a:pt x="0" y="55"/>
                  </a:lnTo>
                  <a:lnTo>
                    <a:pt x="22" y="5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8"/>
            <p:cNvSpPr/>
            <p:nvPr/>
          </p:nvSpPr>
          <p:spPr>
            <a:xfrm>
              <a:off x="1868841" y="4387782"/>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8"/>
            <p:cNvSpPr/>
            <p:nvPr/>
          </p:nvSpPr>
          <p:spPr>
            <a:xfrm>
              <a:off x="1868841" y="4363575"/>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8"/>
            <p:cNvSpPr/>
            <p:nvPr/>
          </p:nvSpPr>
          <p:spPr>
            <a:xfrm>
              <a:off x="1868841" y="4327263"/>
              <a:ext cx="13257" cy="24784"/>
            </a:xfrm>
            <a:custGeom>
              <a:rect b="b" l="l" r="r" t="t"/>
              <a:pathLst>
                <a:path extrusionOk="0" h="43" w="23">
                  <a:moveTo>
                    <a:pt x="1" y="0"/>
                  </a:moveTo>
                  <a:lnTo>
                    <a:pt x="1" y="42"/>
                  </a:lnTo>
                  <a:lnTo>
                    <a:pt x="22" y="4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48"/>
          <p:cNvGrpSpPr/>
          <p:nvPr/>
        </p:nvGrpSpPr>
        <p:grpSpPr>
          <a:xfrm>
            <a:off x="857298" y="4006797"/>
            <a:ext cx="401735" cy="414992"/>
            <a:chOff x="857298" y="4006797"/>
            <a:chExt cx="401735" cy="414992"/>
          </a:xfrm>
        </p:grpSpPr>
        <p:sp>
          <p:nvSpPr>
            <p:cNvPr id="1692" name="Google Shape;1692;p48"/>
            <p:cNvSpPr/>
            <p:nvPr/>
          </p:nvSpPr>
          <p:spPr>
            <a:xfrm>
              <a:off x="881506" y="4006797"/>
              <a:ext cx="377527" cy="414992"/>
            </a:xfrm>
            <a:custGeom>
              <a:rect b="b" l="l" r="r" t="t"/>
              <a:pathLst>
                <a:path extrusionOk="0" h="720" w="655">
                  <a:moveTo>
                    <a:pt x="587" y="25"/>
                  </a:moveTo>
                  <a:cubicBezTo>
                    <a:pt x="613" y="25"/>
                    <a:pt x="633" y="43"/>
                    <a:pt x="633" y="69"/>
                  </a:cubicBezTo>
                  <a:lnTo>
                    <a:pt x="633" y="129"/>
                  </a:lnTo>
                  <a:lnTo>
                    <a:pt x="542" y="129"/>
                  </a:lnTo>
                  <a:lnTo>
                    <a:pt x="542" y="69"/>
                  </a:lnTo>
                  <a:cubicBezTo>
                    <a:pt x="542" y="43"/>
                    <a:pt x="562" y="25"/>
                    <a:pt x="587" y="25"/>
                  </a:cubicBezTo>
                  <a:close/>
                  <a:moveTo>
                    <a:pt x="409" y="621"/>
                  </a:moveTo>
                  <a:lnTo>
                    <a:pt x="409" y="654"/>
                  </a:lnTo>
                  <a:cubicBezTo>
                    <a:pt x="409" y="672"/>
                    <a:pt x="416" y="688"/>
                    <a:pt x="426" y="699"/>
                  </a:cubicBezTo>
                  <a:lnTo>
                    <a:pt x="67" y="699"/>
                  </a:lnTo>
                  <a:cubicBezTo>
                    <a:pt x="42" y="699"/>
                    <a:pt x="22" y="679"/>
                    <a:pt x="22" y="654"/>
                  </a:cubicBezTo>
                  <a:lnTo>
                    <a:pt x="22" y="621"/>
                  </a:lnTo>
                  <a:close/>
                  <a:moveTo>
                    <a:pt x="179" y="0"/>
                  </a:moveTo>
                  <a:cubicBezTo>
                    <a:pt x="143" y="0"/>
                    <a:pt x="113" y="32"/>
                    <a:pt x="113" y="68"/>
                  </a:cubicBezTo>
                  <a:lnTo>
                    <a:pt x="113" y="600"/>
                  </a:lnTo>
                  <a:lnTo>
                    <a:pt x="0" y="600"/>
                  </a:lnTo>
                  <a:lnTo>
                    <a:pt x="0" y="652"/>
                  </a:lnTo>
                  <a:cubicBezTo>
                    <a:pt x="0" y="688"/>
                    <a:pt x="31" y="719"/>
                    <a:pt x="67" y="719"/>
                  </a:cubicBezTo>
                  <a:lnTo>
                    <a:pt x="476" y="719"/>
                  </a:lnTo>
                  <a:cubicBezTo>
                    <a:pt x="512" y="719"/>
                    <a:pt x="542" y="688"/>
                    <a:pt x="542" y="652"/>
                  </a:cubicBezTo>
                  <a:lnTo>
                    <a:pt x="542" y="484"/>
                  </a:lnTo>
                  <a:lnTo>
                    <a:pt x="520" y="484"/>
                  </a:lnTo>
                  <a:lnTo>
                    <a:pt x="520" y="652"/>
                  </a:lnTo>
                  <a:cubicBezTo>
                    <a:pt x="520" y="678"/>
                    <a:pt x="500" y="698"/>
                    <a:pt x="476" y="698"/>
                  </a:cubicBezTo>
                  <a:cubicBezTo>
                    <a:pt x="450" y="698"/>
                    <a:pt x="431" y="678"/>
                    <a:pt x="431" y="652"/>
                  </a:cubicBezTo>
                  <a:lnTo>
                    <a:pt x="431" y="600"/>
                  </a:lnTo>
                  <a:lnTo>
                    <a:pt x="135" y="600"/>
                  </a:lnTo>
                  <a:lnTo>
                    <a:pt x="135" y="68"/>
                  </a:lnTo>
                  <a:cubicBezTo>
                    <a:pt x="135" y="42"/>
                    <a:pt x="153" y="22"/>
                    <a:pt x="179" y="22"/>
                  </a:cubicBezTo>
                  <a:lnTo>
                    <a:pt x="539" y="22"/>
                  </a:lnTo>
                  <a:cubicBezTo>
                    <a:pt x="528" y="35"/>
                    <a:pt x="520" y="51"/>
                    <a:pt x="520" y="68"/>
                  </a:cubicBezTo>
                  <a:lnTo>
                    <a:pt x="520" y="192"/>
                  </a:lnTo>
                  <a:lnTo>
                    <a:pt x="542" y="192"/>
                  </a:lnTo>
                  <a:lnTo>
                    <a:pt x="542" y="146"/>
                  </a:lnTo>
                  <a:lnTo>
                    <a:pt x="653" y="146"/>
                  </a:lnTo>
                  <a:lnTo>
                    <a:pt x="653" y="65"/>
                  </a:lnTo>
                  <a:cubicBezTo>
                    <a:pt x="655" y="32"/>
                    <a:pt x="626" y="0"/>
                    <a:pt x="5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8"/>
            <p:cNvSpPr/>
            <p:nvPr/>
          </p:nvSpPr>
          <p:spPr>
            <a:xfrm>
              <a:off x="1132231" y="4129565"/>
              <a:ext cx="112970" cy="144094"/>
            </a:xfrm>
            <a:custGeom>
              <a:rect b="b" l="l" r="r" t="t"/>
              <a:pathLst>
                <a:path extrusionOk="0" h="250" w="196">
                  <a:moveTo>
                    <a:pt x="98" y="28"/>
                  </a:moveTo>
                  <a:cubicBezTo>
                    <a:pt x="120" y="43"/>
                    <a:pt x="145" y="51"/>
                    <a:pt x="171" y="53"/>
                  </a:cubicBezTo>
                  <a:lnTo>
                    <a:pt x="171" y="105"/>
                  </a:lnTo>
                  <a:cubicBezTo>
                    <a:pt x="171" y="155"/>
                    <a:pt x="142" y="205"/>
                    <a:pt x="97" y="228"/>
                  </a:cubicBezTo>
                  <a:cubicBezTo>
                    <a:pt x="51" y="205"/>
                    <a:pt x="22" y="155"/>
                    <a:pt x="22" y="105"/>
                  </a:cubicBezTo>
                  <a:lnTo>
                    <a:pt x="22" y="53"/>
                  </a:lnTo>
                  <a:cubicBezTo>
                    <a:pt x="48" y="51"/>
                    <a:pt x="72" y="43"/>
                    <a:pt x="94" y="28"/>
                  </a:cubicBezTo>
                  <a:close/>
                  <a:moveTo>
                    <a:pt x="97" y="1"/>
                  </a:moveTo>
                  <a:lnTo>
                    <a:pt x="84" y="10"/>
                  </a:lnTo>
                  <a:cubicBezTo>
                    <a:pt x="62" y="24"/>
                    <a:pt x="39" y="31"/>
                    <a:pt x="12" y="31"/>
                  </a:cubicBezTo>
                  <a:lnTo>
                    <a:pt x="0" y="31"/>
                  </a:lnTo>
                  <a:lnTo>
                    <a:pt x="0" y="103"/>
                  </a:lnTo>
                  <a:cubicBezTo>
                    <a:pt x="0" y="134"/>
                    <a:pt x="10" y="163"/>
                    <a:pt x="26" y="189"/>
                  </a:cubicBezTo>
                  <a:cubicBezTo>
                    <a:pt x="42" y="213"/>
                    <a:pt x="65" y="233"/>
                    <a:pt x="93" y="248"/>
                  </a:cubicBezTo>
                  <a:lnTo>
                    <a:pt x="98" y="249"/>
                  </a:lnTo>
                  <a:lnTo>
                    <a:pt x="104" y="248"/>
                  </a:lnTo>
                  <a:cubicBezTo>
                    <a:pt x="130" y="235"/>
                    <a:pt x="155" y="213"/>
                    <a:pt x="171" y="189"/>
                  </a:cubicBezTo>
                  <a:cubicBezTo>
                    <a:pt x="186" y="163"/>
                    <a:pt x="195" y="134"/>
                    <a:pt x="195" y="103"/>
                  </a:cubicBezTo>
                  <a:lnTo>
                    <a:pt x="195" y="31"/>
                  </a:lnTo>
                  <a:lnTo>
                    <a:pt x="181" y="31"/>
                  </a:lnTo>
                  <a:cubicBezTo>
                    <a:pt x="156" y="31"/>
                    <a:pt x="130" y="24"/>
                    <a:pt x="108" y="10"/>
                  </a:cubicBezTo>
                  <a:lnTo>
                    <a:pt x="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8"/>
            <p:cNvSpPr/>
            <p:nvPr/>
          </p:nvSpPr>
          <p:spPr>
            <a:xfrm>
              <a:off x="969692" y="4247146"/>
              <a:ext cx="95679" cy="93950"/>
            </a:xfrm>
            <a:custGeom>
              <a:rect b="b" l="l" r="r" t="t"/>
              <a:pathLst>
                <a:path extrusionOk="0" h="163" w="166">
                  <a:moveTo>
                    <a:pt x="84" y="24"/>
                  </a:moveTo>
                  <a:cubicBezTo>
                    <a:pt x="86" y="24"/>
                    <a:pt x="90" y="28"/>
                    <a:pt x="91" y="29"/>
                  </a:cubicBezTo>
                  <a:cubicBezTo>
                    <a:pt x="94" y="31"/>
                    <a:pt x="99" y="35"/>
                    <a:pt x="102" y="37"/>
                  </a:cubicBezTo>
                  <a:cubicBezTo>
                    <a:pt x="107" y="38"/>
                    <a:pt x="112" y="38"/>
                    <a:pt x="116" y="41"/>
                  </a:cubicBezTo>
                  <a:cubicBezTo>
                    <a:pt x="120" y="41"/>
                    <a:pt x="123" y="41"/>
                    <a:pt x="126" y="42"/>
                  </a:cubicBezTo>
                  <a:cubicBezTo>
                    <a:pt x="128" y="44"/>
                    <a:pt x="128" y="48"/>
                    <a:pt x="128" y="51"/>
                  </a:cubicBezTo>
                  <a:cubicBezTo>
                    <a:pt x="128" y="55"/>
                    <a:pt x="129" y="60"/>
                    <a:pt x="130" y="66"/>
                  </a:cubicBezTo>
                  <a:cubicBezTo>
                    <a:pt x="133" y="70"/>
                    <a:pt x="136" y="74"/>
                    <a:pt x="138" y="77"/>
                  </a:cubicBezTo>
                  <a:cubicBezTo>
                    <a:pt x="141" y="79"/>
                    <a:pt x="143" y="81"/>
                    <a:pt x="143" y="84"/>
                  </a:cubicBezTo>
                  <a:cubicBezTo>
                    <a:pt x="143" y="86"/>
                    <a:pt x="142" y="87"/>
                    <a:pt x="138" y="92"/>
                  </a:cubicBezTo>
                  <a:cubicBezTo>
                    <a:pt x="136" y="94"/>
                    <a:pt x="133" y="99"/>
                    <a:pt x="130" y="102"/>
                  </a:cubicBezTo>
                  <a:cubicBezTo>
                    <a:pt x="129" y="107"/>
                    <a:pt x="129" y="110"/>
                    <a:pt x="128" y="116"/>
                  </a:cubicBezTo>
                  <a:cubicBezTo>
                    <a:pt x="128" y="120"/>
                    <a:pt x="128" y="123"/>
                    <a:pt x="126" y="125"/>
                  </a:cubicBezTo>
                  <a:cubicBezTo>
                    <a:pt x="123" y="128"/>
                    <a:pt x="120" y="128"/>
                    <a:pt x="116" y="128"/>
                  </a:cubicBezTo>
                  <a:cubicBezTo>
                    <a:pt x="113" y="128"/>
                    <a:pt x="107" y="129"/>
                    <a:pt x="102" y="131"/>
                  </a:cubicBezTo>
                  <a:cubicBezTo>
                    <a:pt x="99" y="132"/>
                    <a:pt x="93" y="136"/>
                    <a:pt x="91" y="138"/>
                  </a:cubicBezTo>
                  <a:cubicBezTo>
                    <a:pt x="89" y="139"/>
                    <a:pt x="86" y="144"/>
                    <a:pt x="84" y="144"/>
                  </a:cubicBezTo>
                  <a:cubicBezTo>
                    <a:pt x="83" y="144"/>
                    <a:pt x="78" y="139"/>
                    <a:pt x="77" y="138"/>
                  </a:cubicBezTo>
                  <a:cubicBezTo>
                    <a:pt x="73" y="136"/>
                    <a:pt x="70" y="132"/>
                    <a:pt x="65" y="131"/>
                  </a:cubicBezTo>
                  <a:cubicBezTo>
                    <a:pt x="61" y="129"/>
                    <a:pt x="57" y="129"/>
                    <a:pt x="51" y="128"/>
                  </a:cubicBezTo>
                  <a:cubicBezTo>
                    <a:pt x="48" y="128"/>
                    <a:pt x="44" y="128"/>
                    <a:pt x="42" y="125"/>
                  </a:cubicBezTo>
                  <a:cubicBezTo>
                    <a:pt x="41" y="123"/>
                    <a:pt x="41" y="120"/>
                    <a:pt x="41" y="116"/>
                  </a:cubicBezTo>
                  <a:cubicBezTo>
                    <a:pt x="41" y="113"/>
                    <a:pt x="38" y="107"/>
                    <a:pt x="37" y="102"/>
                  </a:cubicBezTo>
                  <a:cubicBezTo>
                    <a:pt x="35" y="99"/>
                    <a:pt x="31" y="93"/>
                    <a:pt x="29" y="92"/>
                  </a:cubicBezTo>
                  <a:cubicBezTo>
                    <a:pt x="28" y="89"/>
                    <a:pt x="25" y="86"/>
                    <a:pt x="25" y="84"/>
                  </a:cubicBezTo>
                  <a:cubicBezTo>
                    <a:pt x="25" y="81"/>
                    <a:pt x="28" y="79"/>
                    <a:pt x="29" y="77"/>
                  </a:cubicBezTo>
                  <a:cubicBezTo>
                    <a:pt x="32" y="73"/>
                    <a:pt x="35" y="70"/>
                    <a:pt x="37" y="66"/>
                  </a:cubicBezTo>
                  <a:cubicBezTo>
                    <a:pt x="39" y="60"/>
                    <a:pt x="39" y="57"/>
                    <a:pt x="41" y="51"/>
                  </a:cubicBezTo>
                  <a:cubicBezTo>
                    <a:pt x="41" y="48"/>
                    <a:pt x="41" y="44"/>
                    <a:pt x="42" y="42"/>
                  </a:cubicBezTo>
                  <a:cubicBezTo>
                    <a:pt x="44" y="41"/>
                    <a:pt x="48" y="41"/>
                    <a:pt x="51" y="41"/>
                  </a:cubicBezTo>
                  <a:cubicBezTo>
                    <a:pt x="55" y="41"/>
                    <a:pt x="61" y="38"/>
                    <a:pt x="65" y="37"/>
                  </a:cubicBezTo>
                  <a:cubicBezTo>
                    <a:pt x="70" y="35"/>
                    <a:pt x="76" y="31"/>
                    <a:pt x="77" y="29"/>
                  </a:cubicBezTo>
                  <a:cubicBezTo>
                    <a:pt x="78" y="28"/>
                    <a:pt x="83" y="24"/>
                    <a:pt x="84" y="24"/>
                  </a:cubicBezTo>
                  <a:close/>
                  <a:moveTo>
                    <a:pt x="83" y="1"/>
                  </a:moveTo>
                  <a:cubicBezTo>
                    <a:pt x="73" y="1"/>
                    <a:pt x="65" y="6"/>
                    <a:pt x="61" y="9"/>
                  </a:cubicBezTo>
                  <a:cubicBezTo>
                    <a:pt x="58" y="12"/>
                    <a:pt x="55" y="14"/>
                    <a:pt x="54" y="14"/>
                  </a:cubicBezTo>
                  <a:cubicBezTo>
                    <a:pt x="51" y="14"/>
                    <a:pt x="48" y="15"/>
                    <a:pt x="44" y="15"/>
                  </a:cubicBezTo>
                  <a:cubicBezTo>
                    <a:pt x="37" y="15"/>
                    <a:pt x="29" y="16"/>
                    <a:pt x="22" y="22"/>
                  </a:cubicBezTo>
                  <a:cubicBezTo>
                    <a:pt x="18" y="28"/>
                    <a:pt x="15" y="37"/>
                    <a:pt x="15" y="44"/>
                  </a:cubicBezTo>
                  <a:cubicBezTo>
                    <a:pt x="15" y="48"/>
                    <a:pt x="15" y="50"/>
                    <a:pt x="13" y="53"/>
                  </a:cubicBezTo>
                  <a:cubicBezTo>
                    <a:pt x="13" y="55"/>
                    <a:pt x="12" y="57"/>
                    <a:pt x="11" y="60"/>
                  </a:cubicBezTo>
                  <a:cubicBezTo>
                    <a:pt x="6" y="66"/>
                    <a:pt x="0" y="73"/>
                    <a:pt x="0" y="81"/>
                  </a:cubicBezTo>
                  <a:cubicBezTo>
                    <a:pt x="0" y="90"/>
                    <a:pt x="6" y="97"/>
                    <a:pt x="11" y="103"/>
                  </a:cubicBezTo>
                  <a:cubicBezTo>
                    <a:pt x="12" y="105"/>
                    <a:pt x="13" y="109"/>
                    <a:pt x="13" y="110"/>
                  </a:cubicBezTo>
                  <a:cubicBezTo>
                    <a:pt x="13" y="112"/>
                    <a:pt x="15" y="116"/>
                    <a:pt x="15" y="119"/>
                  </a:cubicBezTo>
                  <a:cubicBezTo>
                    <a:pt x="15" y="126"/>
                    <a:pt x="18" y="133"/>
                    <a:pt x="22" y="141"/>
                  </a:cubicBezTo>
                  <a:cubicBezTo>
                    <a:pt x="28" y="146"/>
                    <a:pt x="37" y="148"/>
                    <a:pt x="44" y="148"/>
                  </a:cubicBezTo>
                  <a:cubicBezTo>
                    <a:pt x="48" y="148"/>
                    <a:pt x="50" y="148"/>
                    <a:pt x="54" y="151"/>
                  </a:cubicBezTo>
                  <a:cubicBezTo>
                    <a:pt x="55" y="151"/>
                    <a:pt x="57" y="152"/>
                    <a:pt x="61" y="154"/>
                  </a:cubicBezTo>
                  <a:cubicBezTo>
                    <a:pt x="65" y="158"/>
                    <a:pt x="73" y="162"/>
                    <a:pt x="83" y="162"/>
                  </a:cubicBezTo>
                  <a:cubicBezTo>
                    <a:pt x="91" y="162"/>
                    <a:pt x="99" y="158"/>
                    <a:pt x="104" y="154"/>
                  </a:cubicBezTo>
                  <a:cubicBezTo>
                    <a:pt x="106" y="152"/>
                    <a:pt x="109" y="151"/>
                    <a:pt x="112" y="151"/>
                  </a:cubicBezTo>
                  <a:cubicBezTo>
                    <a:pt x="113" y="151"/>
                    <a:pt x="116" y="148"/>
                    <a:pt x="120" y="148"/>
                  </a:cubicBezTo>
                  <a:cubicBezTo>
                    <a:pt x="128" y="148"/>
                    <a:pt x="135" y="146"/>
                    <a:pt x="142" y="141"/>
                  </a:cubicBezTo>
                  <a:cubicBezTo>
                    <a:pt x="148" y="136"/>
                    <a:pt x="149" y="126"/>
                    <a:pt x="149" y="119"/>
                  </a:cubicBezTo>
                  <a:cubicBezTo>
                    <a:pt x="149" y="116"/>
                    <a:pt x="149" y="115"/>
                    <a:pt x="151" y="110"/>
                  </a:cubicBezTo>
                  <a:cubicBezTo>
                    <a:pt x="151" y="109"/>
                    <a:pt x="152" y="107"/>
                    <a:pt x="155" y="103"/>
                  </a:cubicBezTo>
                  <a:cubicBezTo>
                    <a:pt x="158" y="97"/>
                    <a:pt x="164" y="90"/>
                    <a:pt x="164" y="81"/>
                  </a:cubicBezTo>
                  <a:cubicBezTo>
                    <a:pt x="165" y="73"/>
                    <a:pt x="159" y="66"/>
                    <a:pt x="155" y="60"/>
                  </a:cubicBezTo>
                  <a:cubicBezTo>
                    <a:pt x="152" y="58"/>
                    <a:pt x="151" y="54"/>
                    <a:pt x="151" y="53"/>
                  </a:cubicBezTo>
                  <a:cubicBezTo>
                    <a:pt x="151" y="51"/>
                    <a:pt x="149" y="48"/>
                    <a:pt x="149" y="44"/>
                  </a:cubicBezTo>
                  <a:cubicBezTo>
                    <a:pt x="149" y="37"/>
                    <a:pt x="148" y="29"/>
                    <a:pt x="142" y="22"/>
                  </a:cubicBezTo>
                  <a:cubicBezTo>
                    <a:pt x="136" y="16"/>
                    <a:pt x="128" y="15"/>
                    <a:pt x="120" y="15"/>
                  </a:cubicBezTo>
                  <a:cubicBezTo>
                    <a:pt x="116" y="15"/>
                    <a:pt x="115" y="15"/>
                    <a:pt x="112" y="14"/>
                  </a:cubicBezTo>
                  <a:cubicBezTo>
                    <a:pt x="109" y="14"/>
                    <a:pt x="107" y="12"/>
                    <a:pt x="104" y="9"/>
                  </a:cubicBezTo>
                  <a:cubicBezTo>
                    <a:pt x="99" y="6"/>
                    <a:pt x="91" y="1"/>
                    <a:pt x="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8"/>
            <p:cNvSpPr/>
            <p:nvPr/>
          </p:nvSpPr>
          <p:spPr>
            <a:xfrm>
              <a:off x="1102259" y="4073080"/>
              <a:ext cx="57638" cy="13257"/>
            </a:xfrm>
            <a:custGeom>
              <a:rect b="b" l="l" r="r" t="t"/>
              <a:pathLst>
                <a:path extrusionOk="0" h="23" w="100">
                  <a:moveTo>
                    <a:pt x="0" y="1"/>
                  </a:moveTo>
                  <a:lnTo>
                    <a:pt x="0" y="22"/>
                  </a:lnTo>
                  <a:lnTo>
                    <a:pt x="100" y="22"/>
                  </a:lnTo>
                  <a:lnTo>
                    <a:pt x="1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8"/>
            <p:cNvSpPr/>
            <p:nvPr/>
          </p:nvSpPr>
          <p:spPr>
            <a:xfrm>
              <a:off x="980643" y="4114003"/>
              <a:ext cx="179253" cy="13257"/>
            </a:xfrm>
            <a:custGeom>
              <a:rect b="b" l="l" r="r" t="t"/>
              <a:pathLst>
                <a:path extrusionOk="0" h="23" w="311">
                  <a:moveTo>
                    <a:pt x="0" y="0"/>
                  </a:moveTo>
                  <a:lnTo>
                    <a:pt x="0" y="22"/>
                  </a:lnTo>
                  <a:lnTo>
                    <a:pt x="311" y="22"/>
                  </a:lnTo>
                  <a:lnTo>
                    <a:pt x="3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8"/>
            <p:cNvSpPr/>
            <p:nvPr/>
          </p:nvSpPr>
          <p:spPr>
            <a:xfrm>
              <a:off x="980643" y="4146280"/>
              <a:ext cx="138907" cy="13257"/>
            </a:xfrm>
            <a:custGeom>
              <a:rect b="b" l="l" r="r" t="t"/>
              <a:pathLst>
                <a:path extrusionOk="0" h="23" w="241">
                  <a:moveTo>
                    <a:pt x="0" y="1"/>
                  </a:moveTo>
                  <a:lnTo>
                    <a:pt x="0" y="22"/>
                  </a:lnTo>
                  <a:lnTo>
                    <a:pt x="240" y="22"/>
                  </a:lnTo>
                  <a:lnTo>
                    <a:pt x="2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8"/>
            <p:cNvSpPr/>
            <p:nvPr/>
          </p:nvSpPr>
          <p:spPr>
            <a:xfrm>
              <a:off x="1065371" y="4179134"/>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8"/>
            <p:cNvSpPr/>
            <p:nvPr/>
          </p:nvSpPr>
          <p:spPr>
            <a:xfrm>
              <a:off x="980643" y="4179134"/>
              <a:ext cx="72624" cy="12680"/>
            </a:xfrm>
            <a:custGeom>
              <a:rect b="b" l="l" r="r" t="t"/>
              <a:pathLst>
                <a:path extrusionOk="0" h="22" w="126">
                  <a:moveTo>
                    <a:pt x="0" y="0"/>
                  </a:moveTo>
                  <a:lnTo>
                    <a:pt x="0" y="22"/>
                  </a:lnTo>
                  <a:lnTo>
                    <a:pt x="126" y="22"/>
                  </a:lnTo>
                  <a:lnTo>
                    <a:pt x="1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8"/>
            <p:cNvSpPr/>
            <p:nvPr/>
          </p:nvSpPr>
          <p:spPr>
            <a:xfrm>
              <a:off x="980643" y="4210258"/>
              <a:ext cx="138907" cy="13257"/>
            </a:xfrm>
            <a:custGeom>
              <a:rect b="b" l="l" r="r" t="t"/>
              <a:pathLst>
                <a:path extrusionOk="0" h="23" w="241">
                  <a:moveTo>
                    <a:pt x="0" y="1"/>
                  </a:moveTo>
                  <a:lnTo>
                    <a:pt x="0" y="23"/>
                  </a:lnTo>
                  <a:lnTo>
                    <a:pt x="240" y="23"/>
                  </a:lnTo>
                  <a:lnTo>
                    <a:pt x="2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8"/>
            <p:cNvSpPr/>
            <p:nvPr/>
          </p:nvSpPr>
          <p:spPr>
            <a:xfrm>
              <a:off x="1078051" y="4271931"/>
              <a:ext cx="81846" cy="13257"/>
            </a:xfrm>
            <a:custGeom>
              <a:rect b="b" l="l" r="r" t="t"/>
              <a:pathLst>
                <a:path extrusionOk="0" h="23" w="142">
                  <a:moveTo>
                    <a:pt x="0" y="1"/>
                  </a:moveTo>
                  <a:lnTo>
                    <a:pt x="0" y="23"/>
                  </a:lnTo>
                  <a:lnTo>
                    <a:pt x="142" y="23"/>
                  </a:lnTo>
                  <a:lnTo>
                    <a:pt x="1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8"/>
            <p:cNvSpPr/>
            <p:nvPr/>
          </p:nvSpPr>
          <p:spPr>
            <a:xfrm>
              <a:off x="1078051" y="4304784"/>
              <a:ext cx="32854" cy="12680"/>
            </a:xfrm>
            <a:custGeom>
              <a:rect b="b" l="l" r="r" t="t"/>
              <a:pathLst>
                <a:path extrusionOk="0" h="22" w="57">
                  <a:moveTo>
                    <a:pt x="0" y="0"/>
                  </a:moveTo>
                  <a:lnTo>
                    <a:pt x="0" y="22"/>
                  </a:lnTo>
                  <a:lnTo>
                    <a:pt x="57" y="22"/>
                  </a:lnTo>
                  <a:lnTo>
                    <a:pt x="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8"/>
            <p:cNvSpPr/>
            <p:nvPr/>
          </p:nvSpPr>
          <p:spPr>
            <a:xfrm>
              <a:off x="1123009" y="4304784"/>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8"/>
            <p:cNvSpPr/>
            <p:nvPr/>
          </p:nvSpPr>
          <p:spPr>
            <a:xfrm>
              <a:off x="997935" y="4274812"/>
              <a:ext cx="40346" cy="39770"/>
            </a:xfrm>
            <a:custGeom>
              <a:rect b="b" l="l" r="r" t="t"/>
              <a:pathLst>
                <a:path extrusionOk="0" h="69" w="70">
                  <a:moveTo>
                    <a:pt x="35" y="23"/>
                  </a:moveTo>
                  <a:cubicBezTo>
                    <a:pt x="42" y="23"/>
                    <a:pt x="48" y="29"/>
                    <a:pt x="48" y="36"/>
                  </a:cubicBezTo>
                  <a:cubicBezTo>
                    <a:pt x="48" y="42"/>
                    <a:pt x="42" y="48"/>
                    <a:pt x="35" y="48"/>
                  </a:cubicBezTo>
                  <a:cubicBezTo>
                    <a:pt x="28" y="48"/>
                    <a:pt x="22" y="42"/>
                    <a:pt x="22" y="36"/>
                  </a:cubicBezTo>
                  <a:cubicBezTo>
                    <a:pt x="22" y="29"/>
                    <a:pt x="28" y="23"/>
                    <a:pt x="35" y="23"/>
                  </a:cubicBezTo>
                  <a:close/>
                  <a:moveTo>
                    <a:pt x="35" y="0"/>
                  </a:moveTo>
                  <a:cubicBezTo>
                    <a:pt x="15" y="0"/>
                    <a:pt x="1" y="16"/>
                    <a:pt x="1" y="33"/>
                  </a:cubicBezTo>
                  <a:cubicBezTo>
                    <a:pt x="1" y="54"/>
                    <a:pt x="16" y="68"/>
                    <a:pt x="35" y="68"/>
                  </a:cubicBezTo>
                  <a:cubicBezTo>
                    <a:pt x="55" y="68"/>
                    <a:pt x="70" y="52"/>
                    <a:pt x="70" y="33"/>
                  </a:cubicBezTo>
                  <a:cubicBezTo>
                    <a:pt x="70" y="16"/>
                    <a:pt x="55" y="0"/>
                    <a:pt x="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8"/>
            <p:cNvSpPr/>
            <p:nvPr/>
          </p:nvSpPr>
          <p:spPr>
            <a:xfrm>
              <a:off x="857298" y="4088066"/>
              <a:ext cx="69742" cy="234586"/>
            </a:xfrm>
            <a:custGeom>
              <a:rect b="b" l="l" r="r" t="t"/>
              <a:pathLst>
                <a:path extrusionOk="0" h="407" w="121">
                  <a:moveTo>
                    <a:pt x="99" y="22"/>
                  </a:moveTo>
                  <a:lnTo>
                    <a:pt x="99" y="58"/>
                  </a:lnTo>
                  <a:lnTo>
                    <a:pt x="63" y="58"/>
                  </a:lnTo>
                  <a:lnTo>
                    <a:pt x="63" y="22"/>
                  </a:lnTo>
                  <a:close/>
                  <a:moveTo>
                    <a:pt x="99" y="77"/>
                  </a:moveTo>
                  <a:lnTo>
                    <a:pt x="99" y="333"/>
                  </a:lnTo>
                  <a:lnTo>
                    <a:pt x="80" y="363"/>
                  </a:lnTo>
                  <a:lnTo>
                    <a:pt x="63" y="333"/>
                  </a:lnTo>
                  <a:lnTo>
                    <a:pt x="63" y="77"/>
                  </a:lnTo>
                  <a:close/>
                  <a:moveTo>
                    <a:pt x="42" y="1"/>
                  </a:moveTo>
                  <a:lnTo>
                    <a:pt x="42" y="57"/>
                  </a:lnTo>
                  <a:lnTo>
                    <a:pt x="0" y="57"/>
                  </a:lnTo>
                  <a:lnTo>
                    <a:pt x="0" y="194"/>
                  </a:lnTo>
                  <a:lnTo>
                    <a:pt x="22" y="194"/>
                  </a:lnTo>
                  <a:lnTo>
                    <a:pt x="22" y="79"/>
                  </a:lnTo>
                  <a:lnTo>
                    <a:pt x="44" y="79"/>
                  </a:lnTo>
                  <a:lnTo>
                    <a:pt x="44" y="339"/>
                  </a:lnTo>
                  <a:lnTo>
                    <a:pt x="83" y="407"/>
                  </a:lnTo>
                  <a:lnTo>
                    <a:pt x="120" y="339"/>
                  </a:lnTo>
                  <a:lnTo>
                    <a:pt x="1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8"/>
            <p:cNvSpPr/>
            <p:nvPr/>
          </p:nvSpPr>
          <p:spPr>
            <a:xfrm>
              <a:off x="969116" y="4376831"/>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8"/>
            <p:cNvSpPr/>
            <p:nvPr/>
          </p:nvSpPr>
          <p:spPr>
            <a:xfrm>
              <a:off x="993900" y="4376831"/>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8"/>
            <p:cNvSpPr/>
            <p:nvPr/>
          </p:nvSpPr>
          <p:spPr>
            <a:xfrm>
              <a:off x="928193" y="4376831"/>
              <a:ext cx="28819" cy="13257"/>
            </a:xfrm>
            <a:custGeom>
              <a:rect b="b" l="l" r="r" t="t"/>
              <a:pathLst>
                <a:path extrusionOk="0" h="23" w="50">
                  <a:moveTo>
                    <a:pt x="0" y="1"/>
                  </a:moveTo>
                  <a:lnTo>
                    <a:pt x="0" y="23"/>
                  </a:lnTo>
                  <a:lnTo>
                    <a:pt x="49" y="23"/>
                  </a:lnTo>
                  <a:lnTo>
                    <a:pt x="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8"/>
            <p:cNvSpPr/>
            <p:nvPr/>
          </p:nvSpPr>
          <p:spPr>
            <a:xfrm>
              <a:off x="1018108" y="4376831"/>
              <a:ext cx="41499" cy="13257"/>
            </a:xfrm>
            <a:custGeom>
              <a:rect b="b" l="l" r="r" t="t"/>
              <a:pathLst>
                <a:path extrusionOk="0" h="23" w="72">
                  <a:moveTo>
                    <a:pt x="0" y="1"/>
                  </a:moveTo>
                  <a:lnTo>
                    <a:pt x="0" y="23"/>
                  </a:lnTo>
                  <a:lnTo>
                    <a:pt x="71" y="23"/>
                  </a:lnTo>
                  <a:lnTo>
                    <a:pt x="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8"/>
            <p:cNvSpPr/>
            <p:nvPr/>
          </p:nvSpPr>
          <p:spPr>
            <a:xfrm>
              <a:off x="1070558" y="4376831"/>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8"/>
            <p:cNvSpPr/>
            <p:nvPr/>
          </p:nvSpPr>
          <p:spPr>
            <a:xfrm>
              <a:off x="1156438" y="4364727"/>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8"/>
            <p:cNvSpPr/>
            <p:nvPr/>
          </p:nvSpPr>
          <p:spPr>
            <a:xfrm>
              <a:off x="1156438" y="4320346"/>
              <a:ext cx="12680" cy="32277"/>
            </a:xfrm>
            <a:custGeom>
              <a:rect b="b" l="l" r="r" t="t"/>
              <a:pathLst>
                <a:path extrusionOk="0" h="56" w="22">
                  <a:moveTo>
                    <a:pt x="0" y="1"/>
                  </a:moveTo>
                  <a:lnTo>
                    <a:pt x="0" y="56"/>
                  </a:lnTo>
                  <a:lnTo>
                    <a:pt x="22" y="56"/>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8"/>
            <p:cNvSpPr/>
            <p:nvPr/>
          </p:nvSpPr>
          <p:spPr>
            <a:xfrm>
              <a:off x="1220993" y="4035616"/>
              <a:ext cx="13257" cy="32854"/>
            </a:xfrm>
            <a:custGeom>
              <a:rect b="b" l="l" r="r" t="t"/>
              <a:pathLst>
                <a:path extrusionOk="0" h="57" w="23">
                  <a:moveTo>
                    <a:pt x="1" y="1"/>
                  </a:moveTo>
                  <a:lnTo>
                    <a:pt x="1" y="57"/>
                  </a:lnTo>
                  <a:lnTo>
                    <a:pt x="22" y="5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8"/>
            <p:cNvSpPr/>
            <p:nvPr/>
          </p:nvSpPr>
          <p:spPr>
            <a:xfrm>
              <a:off x="971421" y="4075386"/>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8"/>
            <p:cNvSpPr/>
            <p:nvPr/>
          </p:nvSpPr>
          <p:spPr>
            <a:xfrm>
              <a:off x="971421" y="4037921"/>
              <a:ext cx="13257" cy="24208"/>
            </a:xfrm>
            <a:custGeom>
              <a:rect b="b" l="l" r="r" t="t"/>
              <a:pathLst>
                <a:path extrusionOk="0" h="42" w="23">
                  <a:moveTo>
                    <a:pt x="0" y="1"/>
                  </a:moveTo>
                  <a:lnTo>
                    <a:pt x="0" y="41"/>
                  </a:lnTo>
                  <a:lnTo>
                    <a:pt x="22" y="4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8"/>
            <p:cNvSpPr/>
            <p:nvPr/>
          </p:nvSpPr>
          <p:spPr>
            <a:xfrm>
              <a:off x="1072864" y="4031581"/>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8"/>
            <p:cNvSpPr/>
            <p:nvPr/>
          </p:nvSpPr>
          <p:spPr>
            <a:xfrm>
              <a:off x="1121856" y="4031581"/>
              <a:ext cx="41499" cy="13257"/>
            </a:xfrm>
            <a:custGeom>
              <a:rect b="b" l="l" r="r" t="t"/>
              <a:pathLst>
                <a:path extrusionOk="0" h="23" w="72">
                  <a:moveTo>
                    <a:pt x="1" y="0"/>
                  </a:moveTo>
                  <a:lnTo>
                    <a:pt x="1" y="22"/>
                  </a:lnTo>
                  <a:lnTo>
                    <a:pt x="72" y="22"/>
                  </a:lnTo>
                  <a:lnTo>
                    <a:pt x="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8"/>
            <p:cNvSpPr/>
            <p:nvPr/>
          </p:nvSpPr>
          <p:spPr>
            <a:xfrm>
              <a:off x="1097072" y="4031581"/>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8"/>
            <p:cNvSpPr/>
            <p:nvPr/>
          </p:nvSpPr>
          <p:spPr>
            <a:xfrm>
              <a:off x="1173730" y="4226397"/>
              <a:ext cx="17291" cy="17868"/>
            </a:xfrm>
            <a:custGeom>
              <a:rect b="b" l="l" r="r" t="t"/>
              <a:pathLst>
                <a:path extrusionOk="0" h="31" w="30">
                  <a:moveTo>
                    <a:pt x="18" y="0"/>
                  </a:moveTo>
                  <a:lnTo>
                    <a:pt x="0" y="15"/>
                  </a:lnTo>
                  <a:lnTo>
                    <a:pt x="18" y="31"/>
                  </a:lnTo>
                  <a:lnTo>
                    <a:pt x="29" y="15"/>
                  </a:lnTo>
                  <a:cubicBezTo>
                    <a:pt x="26" y="9"/>
                    <a:pt x="21" y="6"/>
                    <a:pt x="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8"/>
            <p:cNvSpPr/>
            <p:nvPr/>
          </p:nvSpPr>
          <p:spPr>
            <a:xfrm>
              <a:off x="1156438" y="4189509"/>
              <a:ext cx="20173" cy="35735"/>
            </a:xfrm>
            <a:custGeom>
              <a:rect b="b" l="l" r="r" t="t"/>
              <a:pathLst>
                <a:path extrusionOk="0" h="62" w="35">
                  <a:moveTo>
                    <a:pt x="0" y="1"/>
                  </a:moveTo>
                  <a:cubicBezTo>
                    <a:pt x="0" y="21"/>
                    <a:pt x="6" y="43"/>
                    <a:pt x="16" y="62"/>
                  </a:cubicBezTo>
                  <a:lnTo>
                    <a:pt x="35" y="50"/>
                  </a:lnTo>
                  <a:cubicBezTo>
                    <a:pt x="27" y="34"/>
                    <a:pt x="22" y="18"/>
                    <a:pt x="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8"/>
            <p:cNvSpPr/>
            <p:nvPr/>
          </p:nvSpPr>
          <p:spPr>
            <a:xfrm>
              <a:off x="1185257" y="4160690"/>
              <a:ext cx="34006" cy="36888"/>
            </a:xfrm>
            <a:custGeom>
              <a:rect b="b" l="l" r="r" t="t"/>
              <a:pathLst>
                <a:path extrusionOk="0" h="64" w="59">
                  <a:moveTo>
                    <a:pt x="9" y="0"/>
                  </a:moveTo>
                  <a:lnTo>
                    <a:pt x="1" y="19"/>
                  </a:lnTo>
                  <a:cubicBezTo>
                    <a:pt x="12" y="25"/>
                    <a:pt x="24" y="29"/>
                    <a:pt x="37" y="34"/>
                  </a:cubicBezTo>
                  <a:lnTo>
                    <a:pt x="37" y="64"/>
                  </a:lnTo>
                  <a:lnTo>
                    <a:pt x="58" y="64"/>
                  </a:lnTo>
                  <a:lnTo>
                    <a:pt x="58" y="18"/>
                  </a:lnTo>
                  <a:lnTo>
                    <a:pt x="50" y="15"/>
                  </a:lnTo>
                  <a:cubicBezTo>
                    <a:pt x="35" y="12"/>
                    <a:pt x="22" y="6"/>
                    <a:pt x="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48"/>
          <p:cNvGrpSpPr/>
          <p:nvPr/>
        </p:nvGrpSpPr>
        <p:grpSpPr>
          <a:xfrm>
            <a:off x="7875271" y="2029246"/>
            <a:ext cx="416721" cy="416145"/>
            <a:chOff x="7875271" y="2029246"/>
            <a:chExt cx="416721" cy="416145"/>
          </a:xfrm>
        </p:grpSpPr>
        <p:sp>
          <p:nvSpPr>
            <p:cNvPr id="1723" name="Google Shape;1723;p48"/>
            <p:cNvSpPr/>
            <p:nvPr/>
          </p:nvSpPr>
          <p:spPr>
            <a:xfrm>
              <a:off x="7875271" y="2029246"/>
              <a:ext cx="416721" cy="416145"/>
            </a:xfrm>
            <a:custGeom>
              <a:rect b="b" l="l" r="r" t="t"/>
              <a:pathLst>
                <a:path extrusionOk="0" h="722" w="723">
                  <a:moveTo>
                    <a:pt x="370" y="22"/>
                  </a:moveTo>
                  <a:cubicBezTo>
                    <a:pt x="389" y="22"/>
                    <a:pt x="403" y="36"/>
                    <a:pt x="403" y="55"/>
                  </a:cubicBezTo>
                  <a:lnTo>
                    <a:pt x="403" y="58"/>
                  </a:lnTo>
                  <a:lnTo>
                    <a:pt x="323" y="58"/>
                  </a:lnTo>
                  <a:lnTo>
                    <a:pt x="308" y="22"/>
                  </a:lnTo>
                  <a:close/>
                  <a:moveTo>
                    <a:pt x="580" y="25"/>
                  </a:moveTo>
                  <a:cubicBezTo>
                    <a:pt x="598" y="25"/>
                    <a:pt x="613" y="39"/>
                    <a:pt x="613" y="57"/>
                  </a:cubicBezTo>
                  <a:lnTo>
                    <a:pt x="613" y="58"/>
                  </a:lnTo>
                  <a:lnTo>
                    <a:pt x="529" y="58"/>
                  </a:lnTo>
                  <a:lnTo>
                    <a:pt x="516" y="25"/>
                  </a:lnTo>
                  <a:close/>
                  <a:moveTo>
                    <a:pt x="156" y="22"/>
                  </a:moveTo>
                  <a:cubicBezTo>
                    <a:pt x="197" y="22"/>
                    <a:pt x="232" y="57"/>
                    <a:pt x="232" y="99"/>
                  </a:cubicBezTo>
                  <a:lnTo>
                    <a:pt x="232" y="127"/>
                  </a:lnTo>
                  <a:lnTo>
                    <a:pt x="216" y="127"/>
                  </a:lnTo>
                  <a:lnTo>
                    <a:pt x="216" y="123"/>
                  </a:lnTo>
                  <a:lnTo>
                    <a:pt x="216" y="101"/>
                  </a:lnTo>
                  <a:cubicBezTo>
                    <a:pt x="216" y="84"/>
                    <a:pt x="201" y="70"/>
                    <a:pt x="182" y="70"/>
                  </a:cubicBezTo>
                  <a:lnTo>
                    <a:pt x="128" y="70"/>
                  </a:lnTo>
                  <a:cubicBezTo>
                    <a:pt x="110" y="70"/>
                    <a:pt x="96" y="84"/>
                    <a:pt x="96" y="101"/>
                  </a:cubicBezTo>
                  <a:lnTo>
                    <a:pt x="96" y="123"/>
                  </a:lnTo>
                  <a:lnTo>
                    <a:pt x="96" y="127"/>
                  </a:lnTo>
                  <a:lnTo>
                    <a:pt x="80" y="127"/>
                  </a:lnTo>
                  <a:lnTo>
                    <a:pt x="80" y="99"/>
                  </a:lnTo>
                  <a:cubicBezTo>
                    <a:pt x="80" y="57"/>
                    <a:pt x="115" y="22"/>
                    <a:pt x="156" y="22"/>
                  </a:cubicBezTo>
                  <a:close/>
                  <a:moveTo>
                    <a:pt x="184" y="91"/>
                  </a:moveTo>
                  <a:cubicBezTo>
                    <a:pt x="190" y="91"/>
                    <a:pt x="195" y="97"/>
                    <a:pt x="195" y="101"/>
                  </a:cubicBezTo>
                  <a:lnTo>
                    <a:pt x="195" y="123"/>
                  </a:lnTo>
                  <a:lnTo>
                    <a:pt x="194" y="123"/>
                  </a:lnTo>
                  <a:cubicBezTo>
                    <a:pt x="194" y="145"/>
                    <a:pt x="175" y="162"/>
                    <a:pt x="155" y="162"/>
                  </a:cubicBezTo>
                  <a:cubicBezTo>
                    <a:pt x="133" y="162"/>
                    <a:pt x="117" y="143"/>
                    <a:pt x="117" y="123"/>
                  </a:cubicBezTo>
                  <a:lnTo>
                    <a:pt x="117" y="101"/>
                  </a:lnTo>
                  <a:cubicBezTo>
                    <a:pt x="117" y="97"/>
                    <a:pt x="123" y="91"/>
                    <a:pt x="129" y="91"/>
                  </a:cubicBezTo>
                  <a:close/>
                  <a:moveTo>
                    <a:pt x="613" y="78"/>
                  </a:moveTo>
                  <a:lnTo>
                    <a:pt x="613" y="123"/>
                  </a:lnTo>
                  <a:lnTo>
                    <a:pt x="611" y="123"/>
                  </a:lnTo>
                  <a:cubicBezTo>
                    <a:pt x="611" y="145"/>
                    <a:pt x="593" y="162"/>
                    <a:pt x="572" y="162"/>
                  </a:cubicBezTo>
                  <a:cubicBezTo>
                    <a:pt x="552" y="162"/>
                    <a:pt x="535" y="143"/>
                    <a:pt x="535" y="123"/>
                  </a:cubicBezTo>
                  <a:lnTo>
                    <a:pt x="535" y="78"/>
                  </a:lnTo>
                  <a:close/>
                  <a:moveTo>
                    <a:pt x="403" y="80"/>
                  </a:moveTo>
                  <a:lnTo>
                    <a:pt x="403" y="125"/>
                  </a:lnTo>
                  <a:cubicBezTo>
                    <a:pt x="403" y="146"/>
                    <a:pt x="385" y="164"/>
                    <a:pt x="364" y="164"/>
                  </a:cubicBezTo>
                  <a:cubicBezTo>
                    <a:pt x="346" y="164"/>
                    <a:pt x="327" y="145"/>
                    <a:pt x="327" y="125"/>
                  </a:cubicBezTo>
                  <a:lnTo>
                    <a:pt x="327" y="80"/>
                  </a:lnTo>
                  <a:close/>
                  <a:moveTo>
                    <a:pt x="399" y="169"/>
                  </a:moveTo>
                  <a:cubicBezTo>
                    <a:pt x="445" y="185"/>
                    <a:pt x="474" y="227"/>
                    <a:pt x="474" y="275"/>
                  </a:cubicBezTo>
                  <a:lnTo>
                    <a:pt x="474" y="361"/>
                  </a:lnTo>
                  <a:lnTo>
                    <a:pt x="453" y="361"/>
                  </a:lnTo>
                  <a:lnTo>
                    <a:pt x="453" y="266"/>
                  </a:lnTo>
                  <a:lnTo>
                    <a:pt x="431" y="266"/>
                  </a:lnTo>
                  <a:lnTo>
                    <a:pt x="431" y="361"/>
                  </a:lnTo>
                  <a:lnTo>
                    <a:pt x="370" y="361"/>
                  </a:lnTo>
                  <a:lnTo>
                    <a:pt x="370" y="249"/>
                  </a:lnTo>
                  <a:lnTo>
                    <a:pt x="349" y="249"/>
                  </a:lnTo>
                  <a:lnTo>
                    <a:pt x="349" y="361"/>
                  </a:lnTo>
                  <a:lnTo>
                    <a:pt x="289" y="361"/>
                  </a:lnTo>
                  <a:lnTo>
                    <a:pt x="289" y="266"/>
                  </a:lnTo>
                  <a:lnTo>
                    <a:pt x="268" y="266"/>
                  </a:lnTo>
                  <a:lnTo>
                    <a:pt x="268" y="361"/>
                  </a:lnTo>
                  <a:lnTo>
                    <a:pt x="246" y="361"/>
                  </a:lnTo>
                  <a:lnTo>
                    <a:pt x="246" y="275"/>
                  </a:lnTo>
                  <a:lnTo>
                    <a:pt x="250" y="275"/>
                  </a:lnTo>
                  <a:cubicBezTo>
                    <a:pt x="250" y="227"/>
                    <a:pt x="279" y="185"/>
                    <a:pt x="324" y="169"/>
                  </a:cubicBezTo>
                  <a:cubicBezTo>
                    <a:pt x="334" y="178"/>
                    <a:pt x="347" y="184"/>
                    <a:pt x="362" y="184"/>
                  </a:cubicBezTo>
                  <a:cubicBezTo>
                    <a:pt x="376" y="184"/>
                    <a:pt x="390" y="178"/>
                    <a:pt x="399" y="169"/>
                  </a:cubicBezTo>
                  <a:close/>
                  <a:moveTo>
                    <a:pt x="702" y="382"/>
                  </a:moveTo>
                  <a:lnTo>
                    <a:pt x="702" y="403"/>
                  </a:lnTo>
                  <a:lnTo>
                    <a:pt x="26" y="403"/>
                  </a:lnTo>
                  <a:lnTo>
                    <a:pt x="26" y="382"/>
                  </a:lnTo>
                  <a:close/>
                  <a:moveTo>
                    <a:pt x="676" y="425"/>
                  </a:moveTo>
                  <a:lnTo>
                    <a:pt x="676" y="656"/>
                  </a:lnTo>
                  <a:lnTo>
                    <a:pt x="51" y="656"/>
                  </a:lnTo>
                  <a:lnTo>
                    <a:pt x="51" y="425"/>
                  </a:lnTo>
                  <a:close/>
                  <a:moveTo>
                    <a:pt x="702" y="678"/>
                  </a:moveTo>
                  <a:lnTo>
                    <a:pt x="702" y="699"/>
                  </a:lnTo>
                  <a:lnTo>
                    <a:pt x="26" y="699"/>
                  </a:lnTo>
                  <a:lnTo>
                    <a:pt x="26" y="678"/>
                  </a:lnTo>
                  <a:close/>
                  <a:moveTo>
                    <a:pt x="275" y="0"/>
                  </a:moveTo>
                  <a:lnTo>
                    <a:pt x="302" y="70"/>
                  </a:lnTo>
                  <a:lnTo>
                    <a:pt x="302" y="122"/>
                  </a:lnTo>
                  <a:cubicBezTo>
                    <a:pt x="302" y="132"/>
                    <a:pt x="304" y="142"/>
                    <a:pt x="310" y="151"/>
                  </a:cubicBezTo>
                  <a:cubicBezTo>
                    <a:pt x="288" y="159"/>
                    <a:pt x="269" y="174"/>
                    <a:pt x="255" y="194"/>
                  </a:cubicBezTo>
                  <a:cubicBezTo>
                    <a:pt x="237" y="217"/>
                    <a:pt x="227" y="244"/>
                    <a:pt x="227" y="275"/>
                  </a:cubicBezTo>
                  <a:lnTo>
                    <a:pt x="227" y="361"/>
                  </a:lnTo>
                  <a:lnTo>
                    <a:pt x="96" y="361"/>
                  </a:lnTo>
                  <a:lnTo>
                    <a:pt x="86" y="282"/>
                  </a:lnTo>
                  <a:lnTo>
                    <a:pt x="86" y="244"/>
                  </a:lnTo>
                  <a:lnTo>
                    <a:pt x="64" y="244"/>
                  </a:lnTo>
                  <a:lnTo>
                    <a:pt x="64" y="283"/>
                  </a:lnTo>
                  <a:lnTo>
                    <a:pt x="74" y="363"/>
                  </a:lnTo>
                  <a:lnTo>
                    <a:pt x="39" y="363"/>
                  </a:lnTo>
                  <a:lnTo>
                    <a:pt x="39" y="276"/>
                  </a:lnTo>
                  <a:cubicBezTo>
                    <a:pt x="39" y="229"/>
                    <a:pt x="68" y="187"/>
                    <a:pt x="115" y="171"/>
                  </a:cubicBezTo>
                  <a:cubicBezTo>
                    <a:pt x="125" y="179"/>
                    <a:pt x="138" y="185"/>
                    <a:pt x="152" y="185"/>
                  </a:cubicBezTo>
                  <a:cubicBezTo>
                    <a:pt x="167" y="185"/>
                    <a:pt x="181" y="179"/>
                    <a:pt x="190" y="171"/>
                  </a:cubicBezTo>
                  <a:cubicBezTo>
                    <a:pt x="203" y="175"/>
                    <a:pt x="213" y="181"/>
                    <a:pt x="224" y="190"/>
                  </a:cubicBezTo>
                  <a:lnTo>
                    <a:pt x="239" y="174"/>
                  </a:lnTo>
                  <a:cubicBezTo>
                    <a:pt x="227" y="165"/>
                    <a:pt x="217" y="158"/>
                    <a:pt x="204" y="152"/>
                  </a:cubicBezTo>
                  <a:cubicBezTo>
                    <a:pt x="204" y="151"/>
                    <a:pt x="206" y="151"/>
                    <a:pt x="206" y="149"/>
                  </a:cubicBezTo>
                  <a:lnTo>
                    <a:pt x="247" y="149"/>
                  </a:lnTo>
                  <a:lnTo>
                    <a:pt x="247" y="99"/>
                  </a:lnTo>
                  <a:cubicBezTo>
                    <a:pt x="247" y="47"/>
                    <a:pt x="204" y="2"/>
                    <a:pt x="152" y="2"/>
                  </a:cubicBezTo>
                  <a:cubicBezTo>
                    <a:pt x="100" y="2"/>
                    <a:pt x="57" y="45"/>
                    <a:pt x="57" y="99"/>
                  </a:cubicBezTo>
                  <a:lnTo>
                    <a:pt x="57" y="149"/>
                  </a:lnTo>
                  <a:lnTo>
                    <a:pt x="97" y="149"/>
                  </a:lnTo>
                  <a:cubicBezTo>
                    <a:pt x="97" y="151"/>
                    <a:pt x="100" y="151"/>
                    <a:pt x="100" y="152"/>
                  </a:cubicBezTo>
                  <a:cubicBezTo>
                    <a:pt x="78" y="161"/>
                    <a:pt x="60" y="177"/>
                    <a:pt x="45" y="195"/>
                  </a:cubicBezTo>
                  <a:cubicBezTo>
                    <a:pt x="28" y="218"/>
                    <a:pt x="18" y="246"/>
                    <a:pt x="18" y="276"/>
                  </a:cubicBezTo>
                  <a:lnTo>
                    <a:pt x="18" y="363"/>
                  </a:lnTo>
                  <a:lnTo>
                    <a:pt x="0" y="363"/>
                  </a:lnTo>
                  <a:lnTo>
                    <a:pt x="0" y="426"/>
                  </a:lnTo>
                  <a:lnTo>
                    <a:pt x="25" y="426"/>
                  </a:lnTo>
                  <a:lnTo>
                    <a:pt x="25" y="658"/>
                  </a:lnTo>
                  <a:lnTo>
                    <a:pt x="0" y="658"/>
                  </a:lnTo>
                  <a:lnTo>
                    <a:pt x="0" y="721"/>
                  </a:lnTo>
                  <a:lnTo>
                    <a:pt x="721" y="721"/>
                  </a:lnTo>
                  <a:lnTo>
                    <a:pt x="721" y="658"/>
                  </a:lnTo>
                  <a:lnTo>
                    <a:pt x="695" y="658"/>
                  </a:lnTo>
                  <a:lnTo>
                    <a:pt x="695" y="425"/>
                  </a:lnTo>
                  <a:lnTo>
                    <a:pt x="723" y="425"/>
                  </a:lnTo>
                  <a:lnTo>
                    <a:pt x="723" y="361"/>
                  </a:lnTo>
                  <a:lnTo>
                    <a:pt x="705" y="361"/>
                  </a:lnTo>
                  <a:lnTo>
                    <a:pt x="705" y="275"/>
                  </a:lnTo>
                  <a:cubicBezTo>
                    <a:pt x="705" y="246"/>
                    <a:pt x="695" y="217"/>
                    <a:pt x="678" y="194"/>
                  </a:cubicBezTo>
                  <a:cubicBezTo>
                    <a:pt x="663" y="177"/>
                    <a:pt x="645" y="159"/>
                    <a:pt x="623" y="151"/>
                  </a:cubicBezTo>
                  <a:cubicBezTo>
                    <a:pt x="629" y="142"/>
                    <a:pt x="630" y="133"/>
                    <a:pt x="630" y="122"/>
                  </a:cubicBezTo>
                  <a:lnTo>
                    <a:pt x="630" y="52"/>
                  </a:lnTo>
                  <a:cubicBezTo>
                    <a:pt x="630" y="23"/>
                    <a:pt x="607" y="0"/>
                    <a:pt x="578" y="0"/>
                  </a:cubicBezTo>
                  <a:lnTo>
                    <a:pt x="484" y="0"/>
                  </a:lnTo>
                  <a:lnTo>
                    <a:pt x="512" y="70"/>
                  </a:lnTo>
                  <a:lnTo>
                    <a:pt x="512" y="122"/>
                  </a:lnTo>
                  <a:cubicBezTo>
                    <a:pt x="512" y="133"/>
                    <a:pt x="513" y="142"/>
                    <a:pt x="519" y="151"/>
                  </a:cubicBezTo>
                  <a:cubicBezTo>
                    <a:pt x="506" y="156"/>
                    <a:pt x="496" y="164"/>
                    <a:pt x="484" y="172"/>
                  </a:cubicBezTo>
                  <a:lnTo>
                    <a:pt x="499" y="188"/>
                  </a:lnTo>
                  <a:cubicBezTo>
                    <a:pt x="509" y="179"/>
                    <a:pt x="520" y="172"/>
                    <a:pt x="533" y="168"/>
                  </a:cubicBezTo>
                  <a:cubicBezTo>
                    <a:pt x="544" y="178"/>
                    <a:pt x="557" y="182"/>
                    <a:pt x="571" y="182"/>
                  </a:cubicBezTo>
                  <a:cubicBezTo>
                    <a:pt x="585" y="182"/>
                    <a:pt x="600" y="178"/>
                    <a:pt x="609" y="168"/>
                  </a:cubicBezTo>
                  <a:cubicBezTo>
                    <a:pt x="653" y="185"/>
                    <a:pt x="684" y="226"/>
                    <a:pt x="684" y="275"/>
                  </a:cubicBezTo>
                  <a:lnTo>
                    <a:pt x="684" y="361"/>
                  </a:lnTo>
                  <a:lnTo>
                    <a:pt x="661" y="361"/>
                  </a:lnTo>
                  <a:lnTo>
                    <a:pt x="661" y="266"/>
                  </a:lnTo>
                  <a:lnTo>
                    <a:pt x="639" y="266"/>
                  </a:lnTo>
                  <a:lnTo>
                    <a:pt x="639" y="361"/>
                  </a:lnTo>
                  <a:lnTo>
                    <a:pt x="580" y="361"/>
                  </a:lnTo>
                  <a:lnTo>
                    <a:pt x="580" y="247"/>
                  </a:lnTo>
                  <a:lnTo>
                    <a:pt x="558" y="247"/>
                  </a:lnTo>
                  <a:lnTo>
                    <a:pt x="558" y="361"/>
                  </a:lnTo>
                  <a:lnTo>
                    <a:pt x="494" y="361"/>
                  </a:lnTo>
                  <a:lnTo>
                    <a:pt x="494" y="275"/>
                  </a:lnTo>
                  <a:cubicBezTo>
                    <a:pt x="494" y="246"/>
                    <a:pt x="486" y="217"/>
                    <a:pt x="468" y="194"/>
                  </a:cubicBezTo>
                  <a:cubicBezTo>
                    <a:pt x="454" y="175"/>
                    <a:pt x="435" y="159"/>
                    <a:pt x="414" y="151"/>
                  </a:cubicBezTo>
                  <a:cubicBezTo>
                    <a:pt x="419" y="142"/>
                    <a:pt x="421" y="132"/>
                    <a:pt x="421" y="122"/>
                  </a:cubicBezTo>
                  <a:lnTo>
                    <a:pt x="421" y="52"/>
                  </a:lnTo>
                  <a:cubicBezTo>
                    <a:pt x="421" y="23"/>
                    <a:pt x="398" y="0"/>
                    <a:pt x="3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8"/>
            <p:cNvSpPr/>
            <p:nvPr/>
          </p:nvSpPr>
          <p:spPr>
            <a:xfrm>
              <a:off x="8032622" y="2286310"/>
              <a:ext cx="104324" cy="109512"/>
            </a:xfrm>
            <a:custGeom>
              <a:rect b="b" l="l" r="r" t="t"/>
              <a:pathLst>
                <a:path extrusionOk="0" h="190" w="181">
                  <a:moveTo>
                    <a:pt x="161" y="21"/>
                  </a:moveTo>
                  <a:lnTo>
                    <a:pt x="161" y="168"/>
                  </a:lnTo>
                  <a:lnTo>
                    <a:pt x="22" y="168"/>
                  </a:lnTo>
                  <a:lnTo>
                    <a:pt x="22" y="21"/>
                  </a:lnTo>
                  <a:close/>
                  <a:moveTo>
                    <a:pt x="0" y="1"/>
                  </a:moveTo>
                  <a:lnTo>
                    <a:pt x="0" y="190"/>
                  </a:lnTo>
                  <a:lnTo>
                    <a:pt x="181" y="190"/>
                  </a:lnTo>
                  <a:lnTo>
                    <a:pt x="1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8"/>
            <p:cNvSpPr/>
            <p:nvPr/>
          </p:nvSpPr>
          <p:spPr>
            <a:xfrm>
              <a:off x="7916770" y="2286310"/>
              <a:ext cx="104901" cy="109512"/>
            </a:xfrm>
            <a:custGeom>
              <a:rect b="b" l="l" r="r" t="t"/>
              <a:pathLst>
                <a:path extrusionOk="0" h="190" w="182">
                  <a:moveTo>
                    <a:pt x="160" y="21"/>
                  </a:moveTo>
                  <a:lnTo>
                    <a:pt x="160" y="168"/>
                  </a:lnTo>
                  <a:lnTo>
                    <a:pt x="22" y="168"/>
                  </a:lnTo>
                  <a:lnTo>
                    <a:pt x="22" y="21"/>
                  </a:lnTo>
                  <a:close/>
                  <a:moveTo>
                    <a:pt x="1" y="1"/>
                  </a:moveTo>
                  <a:lnTo>
                    <a:pt x="1" y="190"/>
                  </a:lnTo>
                  <a:lnTo>
                    <a:pt x="181" y="190"/>
                  </a:lnTo>
                  <a:lnTo>
                    <a:pt x="1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8"/>
            <p:cNvSpPr/>
            <p:nvPr/>
          </p:nvSpPr>
          <p:spPr>
            <a:xfrm>
              <a:off x="8149050" y="2286310"/>
              <a:ext cx="104901" cy="109512"/>
            </a:xfrm>
            <a:custGeom>
              <a:rect b="b" l="l" r="r" t="t"/>
              <a:pathLst>
                <a:path extrusionOk="0" h="190" w="182">
                  <a:moveTo>
                    <a:pt x="160" y="21"/>
                  </a:moveTo>
                  <a:lnTo>
                    <a:pt x="160" y="168"/>
                  </a:lnTo>
                  <a:lnTo>
                    <a:pt x="22" y="168"/>
                  </a:lnTo>
                  <a:lnTo>
                    <a:pt x="22" y="21"/>
                  </a:lnTo>
                  <a:close/>
                  <a:moveTo>
                    <a:pt x="1" y="1"/>
                  </a:moveTo>
                  <a:lnTo>
                    <a:pt x="1" y="190"/>
                  </a:lnTo>
                  <a:lnTo>
                    <a:pt x="181" y="190"/>
                  </a:lnTo>
                  <a:lnTo>
                    <a:pt x="1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8"/>
            <p:cNvSpPr/>
            <p:nvPr/>
          </p:nvSpPr>
          <p:spPr>
            <a:xfrm>
              <a:off x="8078156" y="2146827"/>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8"/>
            <p:cNvSpPr/>
            <p:nvPr/>
          </p:nvSpPr>
          <p:spPr>
            <a:xfrm>
              <a:off x="8199195" y="2146827"/>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8"/>
            <p:cNvSpPr/>
            <p:nvPr/>
          </p:nvSpPr>
          <p:spPr>
            <a:xfrm>
              <a:off x="8056830" y="2332997"/>
              <a:ext cx="12680" cy="24784"/>
            </a:xfrm>
            <a:custGeom>
              <a:rect b="b" l="l" r="r" t="t"/>
              <a:pathLst>
                <a:path extrusionOk="0" h="43" w="22">
                  <a:moveTo>
                    <a:pt x="0" y="1"/>
                  </a:moveTo>
                  <a:lnTo>
                    <a:pt x="0" y="42"/>
                  </a:lnTo>
                  <a:lnTo>
                    <a:pt x="22" y="4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8"/>
            <p:cNvSpPr/>
            <p:nvPr/>
          </p:nvSpPr>
          <p:spPr>
            <a:xfrm>
              <a:off x="8100058" y="2357204"/>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8"/>
            <p:cNvSpPr/>
            <p:nvPr/>
          </p:nvSpPr>
          <p:spPr>
            <a:xfrm>
              <a:off x="8100058" y="2304178"/>
              <a:ext cx="13257" cy="40923"/>
            </a:xfrm>
            <a:custGeom>
              <a:rect b="b" l="l" r="r" t="t"/>
              <a:pathLst>
                <a:path extrusionOk="0" h="71" w="23">
                  <a:moveTo>
                    <a:pt x="0" y="0"/>
                  </a:moveTo>
                  <a:lnTo>
                    <a:pt x="0" y="71"/>
                  </a:lnTo>
                  <a:lnTo>
                    <a:pt x="22" y="7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8"/>
            <p:cNvSpPr/>
            <p:nvPr/>
          </p:nvSpPr>
          <p:spPr>
            <a:xfrm>
              <a:off x="7940978" y="2312823"/>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8"/>
            <p:cNvSpPr/>
            <p:nvPr/>
          </p:nvSpPr>
          <p:spPr>
            <a:xfrm>
              <a:off x="7940978" y="2337031"/>
              <a:ext cx="34006" cy="34006"/>
            </a:xfrm>
            <a:custGeom>
              <a:rect b="b" l="l" r="r" t="t"/>
              <a:pathLst>
                <a:path extrusionOk="0" h="59" w="59">
                  <a:moveTo>
                    <a:pt x="1" y="1"/>
                  </a:moveTo>
                  <a:lnTo>
                    <a:pt x="1" y="59"/>
                  </a:lnTo>
                  <a:lnTo>
                    <a:pt x="58" y="59"/>
                  </a:lnTo>
                  <a:lnTo>
                    <a:pt x="58" y="37"/>
                  </a:lnTo>
                  <a:lnTo>
                    <a:pt x="22" y="3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8"/>
            <p:cNvSpPr/>
            <p:nvPr/>
          </p:nvSpPr>
          <p:spPr>
            <a:xfrm>
              <a:off x="8216486" y="234913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8"/>
            <p:cNvSpPr/>
            <p:nvPr/>
          </p:nvSpPr>
          <p:spPr>
            <a:xfrm>
              <a:off x="8178446" y="2310518"/>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8"/>
            <p:cNvSpPr/>
            <p:nvPr/>
          </p:nvSpPr>
          <p:spPr>
            <a:xfrm>
              <a:off x="8202653" y="2311671"/>
              <a:ext cx="27090" cy="25937"/>
            </a:xfrm>
            <a:custGeom>
              <a:rect b="b" l="l" r="r" t="t"/>
              <a:pathLst>
                <a:path extrusionOk="0" h="45" w="47">
                  <a:moveTo>
                    <a:pt x="0" y="0"/>
                  </a:moveTo>
                  <a:lnTo>
                    <a:pt x="0" y="20"/>
                  </a:lnTo>
                  <a:lnTo>
                    <a:pt x="25" y="20"/>
                  </a:lnTo>
                  <a:lnTo>
                    <a:pt x="25" y="45"/>
                  </a:lnTo>
                  <a:lnTo>
                    <a:pt x="46" y="45"/>
                  </a:lnTo>
                  <a:lnTo>
                    <a:pt x="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8"/>
            <p:cNvSpPr/>
            <p:nvPr/>
          </p:nvSpPr>
          <p:spPr>
            <a:xfrm>
              <a:off x="8040691" y="2145674"/>
              <a:ext cx="20750" cy="20750"/>
            </a:xfrm>
            <a:custGeom>
              <a:rect b="b" l="l" r="r" t="t"/>
              <a:pathLst>
                <a:path extrusionOk="0" h="36" w="36">
                  <a:moveTo>
                    <a:pt x="21" y="1"/>
                  </a:moveTo>
                  <a:cubicBezTo>
                    <a:pt x="14" y="8"/>
                    <a:pt x="7" y="15"/>
                    <a:pt x="1" y="25"/>
                  </a:cubicBezTo>
                  <a:lnTo>
                    <a:pt x="18" y="35"/>
                  </a:lnTo>
                  <a:cubicBezTo>
                    <a:pt x="23" y="28"/>
                    <a:pt x="28" y="22"/>
                    <a:pt x="36" y="18"/>
                  </a:cubicBez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8"/>
            <p:cNvSpPr/>
            <p:nvPr/>
          </p:nvSpPr>
          <p:spPr>
            <a:xfrm>
              <a:off x="7986512" y="2211381"/>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8"/>
            <p:cNvSpPr/>
            <p:nvPr/>
          </p:nvSpPr>
          <p:spPr>
            <a:xfrm>
              <a:off x="7986512" y="2152590"/>
              <a:ext cx="19020" cy="47839"/>
            </a:xfrm>
            <a:custGeom>
              <a:rect b="b" l="l" r="r" t="t"/>
              <a:pathLst>
                <a:path extrusionOk="0" h="83" w="33">
                  <a:moveTo>
                    <a:pt x="14" y="0"/>
                  </a:moveTo>
                  <a:cubicBezTo>
                    <a:pt x="4" y="20"/>
                    <a:pt x="1" y="43"/>
                    <a:pt x="1" y="65"/>
                  </a:cubicBezTo>
                  <a:lnTo>
                    <a:pt x="1" y="82"/>
                  </a:lnTo>
                  <a:lnTo>
                    <a:pt x="23" y="82"/>
                  </a:lnTo>
                  <a:lnTo>
                    <a:pt x="23" y="65"/>
                  </a:lnTo>
                  <a:cubicBezTo>
                    <a:pt x="23" y="45"/>
                    <a:pt x="26" y="25"/>
                    <a:pt x="33" y="7"/>
                  </a:cubicBezTo>
                  <a:lnTo>
                    <a:pt x="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8"/>
            <p:cNvSpPr/>
            <p:nvPr/>
          </p:nvSpPr>
          <p:spPr>
            <a:xfrm>
              <a:off x="8103516" y="2140487"/>
              <a:ext cx="30548" cy="30548"/>
            </a:xfrm>
            <a:custGeom>
              <a:rect b="b" l="l" r="r" t="t"/>
              <a:pathLst>
                <a:path extrusionOk="0" h="53" w="53">
                  <a:moveTo>
                    <a:pt x="9" y="1"/>
                  </a:moveTo>
                  <a:lnTo>
                    <a:pt x="0" y="20"/>
                  </a:lnTo>
                  <a:cubicBezTo>
                    <a:pt x="15" y="25"/>
                    <a:pt x="25" y="38"/>
                    <a:pt x="32" y="53"/>
                  </a:cubicBezTo>
                  <a:lnTo>
                    <a:pt x="52" y="44"/>
                  </a:lnTo>
                  <a:cubicBezTo>
                    <a:pt x="44" y="27"/>
                    <a:pt x="29" y="10"/>
                    <a:pt x="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8"/>
            <p:cNvSpPr/>
            <p:nvPr/>
          </p:nvSpPr>
          <p:spPr>
            <a:xfrm>
              <a:off x="8223403" y="2140487"/>
              <a:ext cx="30548" cy="30548"/>
            </a:xfrm>
            <a:custGeom>
              <a:rect b="b" l="l" r="r" t="t"/>
              <a:pathLst>
                <a:path extrusionOk="0" h="53" w="53">
                  <a:moveTo>
                    <a:pt x="9" y="1"/>
                  </a:moveTo>
                  <a:lnTo>
                    <a:pt x="0" y="20"/>
                  </a:lnTo>
                  <a:cubicBezTo>
                    <a:pt x="13" y="25"/>
                    <a:pt x="26" y="38"/>
                    <a:pt x="32" y="53"/>
                  </a:cubicBezTo>
                  <a:lnTo>
                    <a:pt x="52" y="44"/>
                  </a:lnTo>
                  <a:cubicBezTo>
                    <a:pt x="44" y="27"/>
                    <a:pt x="29" y="10"/>
                    <a:pt x="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8"/>
            <p:cNvSpPr/>
            <p:nvPr/>
          </p:nvSpPr>
          <p:spPr>
            <a:xfrm>
              <a:off x="7958269" y="2149709"/>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8"/>
            <p:cNvSpPr/>
            <p:nvPr/>
          </p:nvSpPr>
          <p:spPr>
            <a:xfrm>
              <a:off x="7958269" y="2198124"/>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8"/>
            <p:cNvSpPr/>
            <p:nvPr/>
          </p:nvSpPr>
          <p:spPr>
            <a:xfrm>
              <a:off x="7958269" y="2173916"/>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8"/>
            <p:cNvSpPr/>
            <p:nvPr/>
          </p:nvSpPr>
          <p:spPr>
            <a:xfrm>
              <a:off x="7923687" y="2139910"/>
              <a:ext cx="23631" cy="21902"/>
            </a:xfrm>
            <a:custGeom>
              <a:rect b="b" l="l" r="r" t="t"/>
              <a:pathLst>
                <a:path extrusionOk="0" h="38" w="41">
                  <a:moveTo>
                    <a:pt x="32" y="0"/>
                  </a:moveTo>
                  <a:cubicBezTo>
                    <a:pt x="19" y="6"/>
                    <a:pt x="9" y="15"/>
                    <a:pt x="0" y="25"/>
                  </a:cubicBezTo>
                  <a:lnTo>
                    <a:pt x="16" y="38"/>
                  </a:lnTo>
                  <a:cubicBezTo>
                    <a:pt x="23" y="29"/>
                    <a:pt x="32" y="24"/>
                    <a:pt x="41" y="18"/>
                  </a:cubicBezTo>
                  <a:lnTo>
                    <a:pt x="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48"/>
          <p:cNvGrpSpPr/>
          <p:nvPr/>
        </p:nvGrpSpPr>
        <p:grpSpPr>
          <a:xfrm>
            <a:off x="7877000" y="1404452"/>
            <a:ext cx="416145" cy="416145"/>
            <a:chOff x="7877000" y="1404452"/>
            <a:chExt cx="416145" cy="416145"/>
          </a:xfrm>
        </p:grpSpPr>
        <p:sp>
          <p:nvSpPr>
            <p:cNvPr id="1747" name="Google Shape;1747;p48"/>
            <p:cNvSpPr/>
            <p:nvPr/>
          </p:nvSpPr>
          <p:spPr>
            <a:xfrm>
              <a:off x="7901208" y="1481111"/>
              <a:ext cx="366000" cy="304904"/>
            </a:xfrm>
            <a:custGeom>
              <a:rect b="b" l="l" r="r" t="t"/>
              <a:pathLst>
                <a:path extrusionOk="0" h="529" w="635">
                  <a:moveTo>
                    <a:pt x="360" y="298"/>
                  </a:moveTo>
                  <a:cubicBezTo>
                    <a:pt x="365" y="298"/>
                    <a:pt x="371" y="299"/>
                    <a:pt x="376" y="301"/>
                  </a:cubicBezTo>
                  <a:lnTo>
                    <a:pt x="419" y="322"/>
                  </a:lnTo>
                  <a:lnTo>
                    <a:pt x="397" y="348"/>
                  </a:lnTo>
                  <a:cubicBezTo>
                    <a:pt x="384" y="364"/>
                    <a:pt x="365" y="372"/>
                    <a:pt x="344" y="372"/>
                  </a:cubicBezTo>
                  <a:cubicBezTo>
                    <a:pt x="329" y="372"/>
                    <a:pt x="314" y="368"/>
                    <a:pt x="301" y="358"/>
                  </a:cubicBezTo>
                  <a:lnTo>
                    <a:pt x="296" y="355"/>
                  </a:lnTo>
                  <a:lnTo>
                    <a:pt x="331" y="313"/>
                  </a:lnTo>
                  <a:cubicBezTo>
                    <a:pt x="339" y="303"/>
                    <a:pt x="349" y="298"/>
                    <a:pt x="360" y="298"/>
                  </a:cubicBezTo>
                  <a:close/>
                  <a:moveTo>
                    <a:pt x="371" y="34"/>
                  </a:moveTo>
                  <a:lnTo>
                    <a:pt x="438" y="86"/>
                  </a:lnTo>
                  <a:cubicBezTo>
                    <a:pt x="445" y="92"/>
                    <a:pt x="451" y="101"/>
                    <a:pt x="452" y="112"/>
                  </a:cubicBezTo>
                  <a:cubicBezTo>
                    <a:pt x="454" y="121"/>
                    <a:pt x="451" y="132"/>
                    <a:pt x="445" y="140"/>
                  </a:cubicBezTo>
                  <a:lnTo>
                    <a:pt x="422" y="170"/>
                  </a:lnTo>
                  <a:lnTo>
                    <a:pt x="607" y="257"/>
                  </a:lnTo>
                  <a:cubicBezTo>
                    <a:pt x="611" y="258"/>
                    <a:pt x="614" y="262"/>
                    <a:pt x="614" y="265"/>
                  </a:cubicBezTo>
                  <a:cubicBezTo>
                    <a:pt x="613" y="268"/>
                    <a:pt x="611" y="271"/>
                    <a:pt x="608" y="275"/>
                  </a:cubicBezTo>
                  <a:lnTo>
                    <a:pt x="549" y="349"/>
                  </a:lnTo>
                  <a:cubicBezTo>
                    <a:pt x="547" y="352"/>
                    <a:pt x="544" y="354"/>
                    <a:pt x="540" y="354"/>
                  </a:cubicBezTo>
                  <a:cubicBezTo>
                    <a:pt x="538" y="354"/>
                    <a:pt x="535" y="354"/>
                    <a:pt x="533" y="352"/>
                  </a:cubicBezTo>
                  <a:lnTo>
                    <a:pt x="383" y="284"/>
                  </a:lnTo>
                  <a:cubicBezTo>
                    <a:pt x="375" y="280"/>
                    <a:pt x="366" y="277"/>
                    <a:pt x="357" y="277"/>
                  </a:cubicBezTo>
                  <a:cubicBezTo>
                    <a:pt x="340" y="277"/>
                    <a:pt x="324" y="285"/>
                    <a:pt x="314" y="300"/>
                  </a:cubicBezTo>
                  <a:lnTo>
                    <a:pt x="191" y="456"/>
                  </a:lnTo>
                  <a:lnTo>
                    <a:pt x="166" y="434"/>
                  </a:lnTo>
                  <a:lnTo>
                    <a:pt x="382" y="167"/>
                  </a:lnTo>
                  <a:lnTo>
                    <a:pt x="347" y="63"/>
                  </a:lnTo>
                  <a:lnTo>
                    <a:pt x="371" y="34"/>
                  </a:lnTo>
                  <a:close/>
                  <a:moveTo>
                    <a:pt x="332" y="83"/>
                  </a:moveTo>
                  <a:lnTo>
                    <a:pt x="360" y="163"/>
                  </a:lnTo>
                  <a:lnTo>
                    <a:pt x="139" y="436"/>
                  </a:lnTo>
                  <a:lnTo>
                    <a:pt x="179" y="472"/>
                  </a:lnTo>
                  <a:lnTo>
                    <a:pt x="158" y="495"/>
                  </a:lnTo>
                  <a:cubicBezTo>
                    <a:pt x="149" y="504"/>
                    <a:pt x="139" y="509"/>
                    <a:pt x="128" y="509"/>
                  </a:cubicBezTo>
                  <a:cubicBezTo>
                    <a:pt x="122" y="509"/>
                    <a:pt x="115" y="507"/>
                    <a:pt x="109" y="504"/>
                  </a:cubicBezTo>
                  <a:lnTo>
                    <a:pt x="33" y="457"/>
                  </a:lnTo>
                  <a:lnTo>
                    <a:pt x="332" y="83"/>
                  </a:lnTo>
                  <a:close/>
                  <a:moveTo>
                    <a:pt x="367" y="1"/>
                  </a:moveTo>
                  <a:lnTo>
                    <a:pt x="0" y="459"/>
                  </a:lnTo>
                  <a:lnTo>
                    <a:pt x="98" y="518"/>
                  </a:lnTo>
                  <a:cubicBezTo>
                    <a:pt x="107" y="524"/>
                    <a:pt x="119" y="528"/>
                    <a:pt x="129" y="528"/>
                  </a:cubicBezTo>
                  <a:cubicBezTo>
                    <a:pt x="148" y="528"/>
                    <a:pt x="163" y="521"/>
                    <a:pt x="174" y="506"/>
                  </a:cubicBezTo>
                  <a:lnTo>
                    <a:pt x="282" y="369"/>
                  </a:lnTo>
                  <a:lnTo>
                    <a:pt x="286" y="372"/>
                  </a:lnTo>
                  <a:cubicBezTo>
                    <a:pt x="302" y="385"/>
                    <a:pt x="322" y="392"/>
                    <a:pt x="343" y="392"/>
                  </a:cubicBezTo>
                  <a:cubicBezTo>
                    <a:pt x="369" y="392"/>
                    <a:pt x="395" y="381"/>
                    <a:pt x="412" y="358"/>
                  </a:cubicBezTo>
                  <a:lnTo>
                    <a:pt x="436" y="329"/>
                  </a:lnTo>
                  <a:lnTo>
                    <a:pt x="523" y="369"/>
                  </a:lnTo>
                  <a:cubicBezTo>
                    <a:pt x="527" y="371"/>
                    <a:pt x="531" y="372"/>
                    <a:pt x="536" y="372"/>
                  </a:cubicBezTo>
                  <a:cubicBezTo>
                    <a:pt x="546" y="372"/>
                    <a:pt x="557" y="367"/>
                    <a:pt x="564" y="359"/>
                  </a:cubicBezTo>
                  <a:lnTo>
                    <a:pt x="623" y="285"/>
                  </a:lnTo>
                  <a:cubicBezTo>
                    <a:pt x="633" y="280"/>
                    <a:pt x="634" y="270"/>
                    <a:pt x="633" y="258"/>
                  </a:cubicBezTo>
                  <a:cubicBezTo>
                    <a:pt x="631" y="248"/>
                    <a:pt x="624" y="241"/>
                    <a:pt x="613" y="235"/>
                  </a:cubicBezTo>
                  <a:lnTo>
                    <a:pt x="452" y="160"/>
                  </a:lnTo>
                  <a:lnTo>
                    <a:pt x="460" y="150"/>
                  </a:lnTo>
                  <a:cubicBezTo>
                    <a:pt x="468" y="138"/>
                    <a:pt x="474" y="124"/>
                    <a:pt x="473" y="106"/>
                  </a:cubicBezTo>
                  <a:cubicBezTo>
                    <a:pt x="470" y="90"/>
                    <a:pt x="462" y="77"/>
                    <a:pt x="451" y="67"/>
                  </a:cubicBezTo>
                  <a:lnTo>
                    <a:pt x="3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8"/>
            <p:cNvSpPr/>
            <p:nvPr/>
          </p:nvSpPr>
          <p:spPr>
            <a:xfrm>
              <a:off x="8040115" y="1735870"/>
              <a:ext cx="129685" cy="63402"/>
            </a:xfrm>
            <a:custGeom>
              <a:rect b="b" l="l" r="r" t="t"/>
              <a:pathLst>
                <a:path extrusionOk="0" h="110" w="225">
                  <a:moveTo>
                    <a:pt x="204" y="23"/>
                  </a:moveTo>
                  <a:lnTo>
                    <a:pt x="204" y="44"/>
                  </a:lnTo>
                  <a:lnTo>
                    <a:pt x="96" y="44"/>
                  </a:lnTo>
                  <a:cubicBezTo>
                    <a:pt x="90" y="44"/>
                    <a:pt x="84" y="38"/>
                    <a:pt x="84" y="33"/>
                  </a:cubicBezTo>
                  <a:cubicBezTo>
                    <a:pt x="84" y="27"/>
                    <a:pt x="90" y="23"/>
                    <a:pt x="96" y="23"/>
                  </a:cubicBezTo>
                  <a:close/>
                  <a:moveTo>
                    <a:pt x="142" y="63"/>
                  </a:moveTo>
                  <a:lnTo>
                    <a:pt x="142" y="86"/>
                  </a:lnTo>
                  <a:lnTo>
                    <a:pt x="34" y="86"/>
                  </a:lnTo>
                  <a:cubicBezTo>
                    <a:pt x="29" y="86"/>
                    <a:pt x="24" y="80"/>
                    <a:pt x="24" y="75"/>
                  </a:cubicBezTo>
                  <a:cubicBezTo>
                    <a:pt x="24" y="69"/>
                    <a:pt x="28" y="63"/>
                    <a:pt x="34" y="63"/>
                  </a:cubicBezTo>
                  <a:close/>
                  <a:moveTo>
                    <a:pt x="96" y="1"/>
                  </a:moveTo>
                  <a:cubicBezTo>
                    <a:pt x="77" y="1"/>
                    <a:pt x="63" y="15"/>
                    <a:pt x="63" y="33"/>
                  </a:cubicBezTo>
                  <a:cubicBezTo>
                    <a:pt x="63" y="37"/>
                    <a:pt x="63" y="40"/>
                    <a:pt x="65" y="44"/>
                  </a:cubicBezTo>
                  <a:lnTo>
                    <a:pt x="32" y="44"/>
                  </a:lnTo>
                  <a:cubicBezTo>
                    <a:pt x="15" y="44"/>
                    <a:pt x="0" y="59"/>
                    <a:pt x="0" y="76"/>
                  </a:cubicBezTo>
                  <a:cubicBezTo>
                    <a:pt x="0" y="95"/>
                    <a:pt x="15" y="109"/>
                    <a:pt x="32" y="109"/>
                  </a:cubicBezTo>
                  <a:lnTo>
                    <a:pt x="162" y="109"/>
                  </a:lnTo>
                  <a:lnTo>
                    <a:pt x="162" y="67"/>
                  </a:lnTo>
                  <a:lnTo>
                    <a:pt x="224" y="67"/>
                  </a:lnTo>
                  <a:lnTo>
                    <a:pt x="224" y="4"/>
                  </a:lnTo>
                  <a:lnTo>
                    <a:pt x="96" y="4"/>
                  </a:lnTo>
                  <a:lnTo>
                    <a:pt x="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8"/>
            <p:cNvSpPr/>
            <p:nvPr/>
          </p:nvSpPr>
          <p:spPr>
            <a:xfrm>
              <a:off x="7877000" y="1404452"/>
              <a:ext cx="416145" cy="416145"/>
            </a:xfrm>
            <a:custGeom>
              <a:rect b="b" l="l" r="r" t="t"/>
              <a:pathLst>
                <a:path extrusionOk="0" h="722" w="722">
                  <a:moveTo>
                    <a:pt x="699" y="23"/>
                  </a:moveTo>
                  <a:lnTo>
                    <a:pt x="699" y="655"/>
                  </a:lnTo>
                  <a:cubicBezTo>
                    <a:pt x="699" y="680"/>
                    <a:pt x="681" y="700"/>
                    <a:pt x="655" y="700"/>
                  </a:cubicBezTo>
                  <a:lnTo>
                    <a:pt x="68" y="700"/>
                  </a:lnTo>
                  <a:cubicBezTo>
                    <a:pt x="42" y="700"/>
                    <a:pt x="23" y="680"/>
                    <a:pt x="23" y="655"/>
                  </a:cubicBezTo>
                  <a:lnTo>
                    <a:pt x="23" y="23"/>
                  </a:lnTo>
                  <a:close/>
                  <a:moveTo>
                    <a:pt x="0" y="1"/>
                  </a:moveTo>
                  <a:lnTo>
                    <a:pt x="0" y="655"/>
                  </a:lnTo>
                  <a:cubicBezTo>
                    <a:pt x="0" y="691"/>
                    <a:pt x="32" y="722"/>
                    <a:pt x="68" y="722"/>
                  </a:cubicBezTo>
                  <a:lnTo>
                    <a:pt x="655" y="722"/>
                  </a:lnTo>
                  <a:cubicBezTo>
                    <a:pt x="691" y="722"/>
                    <a:pt x="721" y="691"/>
                    <a:pt x="721" y="655"/>
                  </a:cubicBezTo>
                  <a:lnTo>
                    <a:pt x="7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8"/>
            <p:cNvSpPr/>
            <p:nvPr/>
          </p:nvSpPr>
          <p:spPr>
            <a:xfrm>
              <a:off x="8150779" y="143903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8223979" y="143903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8199195" y="1439035"/>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8125995" y="1439035"/>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8"/>
            <p:cNvSpPr/>
            <p:nvPr/>
          </p:nvSpPr>
          <p:spPr>
            <a:xfrm>
              <a:off x="8174987" y="1439035"/>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8"/>
            <p:cNvSpPr/>
            <p:nvPr/>
          </p:nvSpPr>
          <p:spPr>
            <a:xfrm>
              <a:off x="8248187" y="143903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a:off x="7956540" y="1439035"/>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8"/>
            <p:cNvSpPr/>
            <p:nvPr/>
          </p:nvSpPr>
          <p:spPr>
            <a:xfrm>
              <a:off x="8004379" y="1439035"/>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8"/>
            <p:cNvSpPr/>
            <p:nvPr/>
          </p:nvSpPr>
          <p:spPr>
            <a:xfrm>
              <a:off x="7980172" y="1439035"/>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8"/>
            <p:cNvSpPr/>
            <p:nvPr/>
          </p:nvSpPr>
          <p:spPr>
            <a:xfrm>
              <a:off x="7931756" y="143903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8"/>
            <p:cNvSpPr/>
            <p:nvPr/>
          </p:nvSpPr>
          <p:spPr>
            <a:xfrm>
              <a:off x="8029164" y="143903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8"/>
            <p:cNvSpPr/>
            <p:nvPr/>
          </p:nvSpPr>
          <p:spPr>
            <a:xfrm>
              <a:off x="7907548" y="143903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8"/>
            <p:cNvSpPr/>
            <p:nvPr/>
          </p:nvSpPr>
          <p:spPr>
            <a:xfrm>
              <a:off x="8078156" y="1439035"/>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8"/>
            <p:cNvSpPr/>
            <p:nvPr/>
          </p:nvSpPr>
          <p:spPr>
            <a:xfrm>
              <a:off x="8102364" y="143903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8"/>
            <p:cNvSpPr/>
            <p:nvPr/>
          </p:nvSpPr>
          <p:spPr>
            <a:xfrm>
              <a:off x="8053372" y="143903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8"/>
            <p:cNvSpPr/>
            <p:nvPr/>
          </p:nvSpPr>
          <p:spPr>
            <a:xfrm>
              <a:off x="8117349" y="1523763"/>
              <a:ext cx="27090" cy="24784"/>
            </a:xfrm>
            <a:custGeom>
              <a:rect b="b" l="l" r="r" t="t"/>
              <a:pathLst>
                <a:path extrusionOk="0" h="43" w="47">
                  <a:moveTo>
                    <a:pt x="14" y="1"/>
                  </a:moveTo>
                  <a:lnTo>
                    <a:pt x="1" y="16"/>
                  </a:lnTo>
                  <a:lnTo>
                    <a:pt x="34" y="42"/>
                  </a:lnTo>
                  <a:lnTo>
                    <a:pt x="47" y="25"/>
                  </a:lnTo>
                  <a:lnTo>
                    <a:pt x="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8"/>
            <p:cNvSpPr/>
            <p:nvPr/>
          </p:nvSpPr>
          <p:spPr>
            <a:xfrm>
              <a:off x="8045879" y="1569296"/>
              <a:ext cx="38041" cy="43228"/>
            </a:xfrm>
            <a:custGeom>
              <a:rect b="b" l="l" r="r" t="t"/>
              <a:pathLst>
                <a:path extrusionOk="0" h="75" w="66">
                  <a:moveTo>
                    <a:pt x="50" y="1"/>
                  </a:moveTo>
                  <a:lnTo>
                    <a:pt x="1" y="62"/>
                  </a:lnTo>
                  <a:lnTo>
                    <a:pt x="16" y="75"/>
                  </a:lnTo>
                  <a:lnTo>
                    <a:pt x="66" y="14"/>
                  </a:lnTo>
                  <a:lnTo>
                    <a:pt x="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8"/>
            <p:cNvSpPr/>
            <p:nvPr/>
          </p:nvSpPr>
          <p:spPr>
            <a:xfrm>
              <a:off x="7999192" y="1654600"/>
              <a:ext cx="17291" cy="17291"/>
            </a:xfrm>
            <a:custGeom>
              <a:rect b="b" l="l" r="r" t="t"/>
              <a:pathLst>
                <a:path extrusionOk="0" h="30" w="30">
                  <a:moveTo>
                    <a:pt x="14" y="0"/>
                  </a:moveTo>
                  <a:lnTo>
                    <a:pt x="1" y="16"/>
                  </a:lnTo>
                  <a:lnTo>
                    <a:pt x="17" y="29"/>
                  </a:lnTo>
                  <a:lnTo>
                    <a:pt x="30" y="13"/>
                  </a:lnTo>
                  <a:lnTo>
                    <a:pt x="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8"/>
            <p:cNvSpPr/>
            <p:nvPr/>
          </p:nvSpPr>
          <p:spPr>
            <a:xfrm>
              <a:off x="8015331" y="1635580"/>
              <a:ext cx="16715" cy="16715"/>
            </a:xfrm>
            <a:custGeom>
              <a:rect b="b" l="l" r="r" t="t"/>
              <a:pathLst>
                <a:path extrusionOk="0" h="29" w="29">
                  <a:moveTo>
                    <a:pt x="12" y="0"/>
                  </a:moveTo>
                  <a:lnTo>
                    <a:pt x="0" y="16"/>
                  </a:lnTo>
                  <a:lnTo>
                    <a:pt x="16" y="29"/>
                  </a:lnTo>
                  <a:lnTo>
                    <a:pt x="29" y="12"/>
                  </a:lnTo>
                  <a:lnTo>
                    <a:pt x="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8"/>
            <p:cNvSpPr/>
            <p:nvPr/>
          </p:nvSpPr>
          <p:spPr>
            <a:xfrm>
              <a:off x="7970373" y="1673044"/>
              <a:ext cx="30548" cy="34583"/>
            </a:xfrm>
            <a:custGeom>
              <a:rect b="b" l="l" r="r" t="t"/>
              <a:pathLst>
                <a:path extrusionOk="0" h="60" w="53">
                  <a:moveTo>
                    <a:pt x="36" y="0"/>
                  </a:moveTo>
                  <a:lnTo>
                    <a:pt x="0" y="46"/>
                  </a:lnTo>
                  <a:lnTo>
                    <a:pt x="16" y="59"/>
                  </a:lnTo>
                  <a:lnTo>
                    <a:pt x="52" y="12"/>
                  </a:lnTo>
                  <a:lnTo>
                    <a:pt x="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8"/>
            <p:cNvSpPr/>
            <p:nvPr/>
          </p:nvSpPr>
          <p:spPr>
            <a:xfrm>
              <a:off x="7944436" y="1732988"/>
              <a:ext cx="34006" cy="27666"/>
            </a:xfrm>
            <a:custGeom>
              <a:rect b="b" l="l" r="r" t="t"/>
              <a:pathLst>
                <a:path extrusionOk="0" h="48" w="59">
                  <a:moveTo>
                    <a:pt x="10" y="0"/>
                  </a:moveTo>
                  <a:lnTo>
                    <a:pt x="0" y="19"/>
                  </a:lnTo>
                  <a:lnTo>
                    <a:pt x="47" y="48"/>
                  </a:lnTo>
                  <a:lnTo>
                    <a:pt x="58" y="2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8"/>
            <p:cNvSpPr/>
            <p:nvPr/>
          </p:nvSpPr>
          <p:spPr>
            <a:xfrm>
              <a:off x="8140981" y="1606761"/>
              <a:ext cx="33430" cy="38041"/>
            </a:xfrm>
            <a:custGeom>
              <a:rect b="b" l="l" r="r" t="t"/>
              <a:pathLst>
                <a:path extrusionOk="0" h="66" w="58">
                  <a:moveTo>
                    <a:pt x="42" y="1"/>
                  </a:moveTo>
                  <a:lnTo>
                    <a:pt x="0" y="53"/>
                  </a:lnTo>
                  <a:lnTo>
                    <a:pt x="16" y="66"/>
                  </a:lnTo>
                  <a:lnTo>
                    <a:pt x="58" y="14"/>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8"/>
            <p:cNvSpPr/>
            <p:nvPr/>
          </p:nvSpPr>
          <p:spPr>
            <a:xfrm>
              <a:off x="8168071" y="1617136"/>
              <a:ext cx="34006" cy="38041"/>
            </a:xfrm>
            <a:custGeom>
              <a:rect b="b" l="l" r="r" t="t"/>
              <a:pathLst>
                <a:path extrusionOk="0" h="66" w="59">
                  <a:moveTo>
                    <a:pt x="43" y="0"/>
                  </a:moveTo>
                  <a:lnTo>
                    <a:pt x="1" y="54"/>
                  </a:lnTo>
                  <a:lnTo>
                    <a:pt x="18" y="65"/>
                  </a:lnTo>
                  <a:lnTo>
                    <a:pt x="59" y="13"/>
                  </a:lnTo>
                  <a:lnTo>
                    <a:pt x="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8"/>
            <p:cNvSpPr/>
            <p:nvPr/>
          </p:nvSpPr>
          <p:spPr>
            <a:xfrm>
              <a:off x="8195737" y="1628663"/>
              <a:ext cx="34006" cy="38041"/>
            </a:xfrm>
            <a:custGeom>
              <a:rect b="b" l="l" r="r" t="t"/>
              <a:pathLst>
                <a:path extrusionOk="0" h="66" w="59">
                  <a:moveTo>
                    <a:pt x="42" y="1"/>
                  </a:moveTo>
                  <a:lnTo>
                    <a:pt x="1" y="53"/>
                  </a:lnTo>
                  <a:lnTo>
                    <a:pt x="16" y="66"/>
                  </a:lnTo>
                  <a:lnTo>
                    <a:pt x="58" y="14"/>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8"/>
            <p:cNvSpPr/>
            <p:nvPr/>
          </p:nvSpPr>
          <p:spPr>
            <a:xfrm>
              <a:off x="8210146" y="1737599"/>
              <a:ext cx="57638" cy="58791"/>
            </a:xfrm>
            <a:custGeom>
              <a:rect b="b" l="l" r="r" t="t"/>
              <a:pathLst>
                <a:path extrusionOk="0" h="102" w="100">
                  <a:moveTo>
                    <a:pt x="78" y="1"/>
                  </a:moveTo>
                  <a:lnTo>
                    <a:pt x="78" y="77"/>
                  </a:lnTo>
                  <a:cubicBezTo>
                    <a:pt x="78" y="79"/>
                    <a:pt x="77" y="80"/>
                    <a:pt x="75" y="80"/>
                  </a:cubicBezTo>
                  <a:lnTo>
                    <a:pt x="0" y="80"/>
                  </a:lnTo>
                  <a:lnTo>
                    <a:pt x="0" y="102"/>
                  </a:lnTo>
                  <a:lnTo>
                    <a:pt x="75" y="102"/>
                  </a:lnTo>
                  <a:cubicBezTo>
                    <a:pt x="90" y="102"/>
                    <a:pt x="100" y="92"/>
                    <a:pt x="100" y="77"/>
                  </a:cubicBezTo>
                  <a:lnTo>
                    <a:pt x="1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8"/>
            <p:cNvSpPr/>
            <p:nvPr/>
          </p:nvSpPr>
          <p:spPr>
            <a:xfrm>
              <a:off x="8255104" y="1573907"/>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8"/>
            <p:cNvSpPr/>
            <p:nvPr/>
          </p:nvSpPr>
          <p:spPr>
            <a:xfrm>
              <a:off x="8255104" y="1548547"/>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8"/>
            <p:cNvSpPr/>
            <p:nvPr/>
          </p:nvSpPr>
          <p:spPr>
            <a:xfrm>
              <a:off x="8255104" y="1479382"/>
              <a:ext cx="12680" cy="58214"/>
            </a:xfrm>
            <a:custGeom>
              <a:rect b="b" l="l" r="r" t="t"/>
              <a:pathLst>
                <a:path extrusionOk="0" h="101" w="22">
                  <a:moveTo>
                    <a:pt x="0" y="1"/>
                  </a:moveTo>
                  <a:lnTo>
                    <a:pt x="0" y="101"/>
                  </a:lnTo>
                  <a:lnTo>
                    <a:pt x="22" y="10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8"/>
            <p:cNvSpPr/>
            <p:nvPr/>
          </p:nvSpPr>
          <p:spPr>
            <a:xfrm>
              <a:off x="7901208" y="1479382"/>
              <a:ext cx="12680" cy="41499"/>
            </a:xfrm>
            <a:custGeom>
              <a:rect b="b" l="l" r="r" t="t"/>
              <a:pathLst>
                <a:path extrusionOk="0" h="72" w="22">
                  <a:moveTo>
                    <a:pt x="0" y="1"/>
                  </a:moveTo>
                  <a:lnTo>
                    <a:pt x="0" y="72"/>
                  </a:lnTo>
                  <a:lnTo>
                    <a:pt x="22" y="7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8"/>
            <p:cNvSpPr/>
            <p:nvPr/>
          </p:nvSpPr>
          <p:spPr>
            <a:xfrm>
              <a:off x="7901208" y="1569296"/>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8"/>
            <p:cNvSpPr/>
            <p:nvPr/>
          </p:nvSpPr>
          <p:spPr>
            <a:xfrm>
              <a:off x="7901208" y="1594657"/>
              <a:ext cx="12680" cy="45534"/>
            </a:xfrm>
            <a:custGeom>
              <a:rect b="b" l="l" r="r" t="t"/>
              <a:pathLst>
                <a:path extrusionOk="0" h="79" w="22">
                  <a:moveTo>
                    <a:pt x="0" y="0"/>
                  </a:moveTo>
                  <a:lnTo>
                    <a:pt x="0" y="78"/>
                  </a:lnTo>
                  <a:lnTo>
                    <a:pt x="22" y="78"/>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8"/>
            <p:cNvSpPr/>
            <p:nvPr/>
          </p:nvSpPr>
          <p:spPr>
            <a:xfrm>
              <a:off x="7901208" y="1545665"/>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 name="Google Shape;1782;p48"/>
          <p:cNvGrpSpPr/>
          <p:nvPr/>
        </p:nvGrpSpPr>
        <p:grpSpPr>
          <a:xfrm>
            <a:off x="7135779" y="3330706"/>
            <a:ext cx="334299" cy="415568"/>
            <a:chOff x="7135779" y="3330706"/>
            <a:chExt cx="334299" cy="415568"/>
          </a:xfrm>
        </p:grpSpPr>
        <p:sp>
          <p:nvSpPr>
            <p:cNvPr id="1783" name="Google Shape;1783;p48"/>
            <p:cNvSpPr/>
            <p:nvPr/>
          </p:nvSpPr>
          <p:spPr>
            <a:xfrm>
              <a:off x="7218201" y="3677685"/>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8"/>
            <p:cNvSpPr/>
            <p:nvPr/>
          </p:nvSpPr>
          <p:spPr>
            <a:xfrm>
              <a:off x="7218201" y="3702470"/>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8"/>
            <p:cNvSpPr/>
            <p:nvPr/>
          </p:nvSpPr>
          <p:spPr>
            <a:xfrm>
              <a:off x="7218201" y="3627540"/>
              <a:ext cx="13257" cy="39770"/>
            </a:xfrm>
            <a:custGeom>
              <a:rect b="b" l="l" r="r" t="t"/>
              <a:pathLst>
                <a:path extrusionOk="0" h="69" w="23">
                  <a:moveTo>
                    <a:pt x="1" y="1"/>
                  </a:moveTo>
                  <a:lnTo>
                    <a:pt x="1" y="69"/>
                  </a:lnTo>
                  <a:lnTo>
                    <a:pt x="22" y="69"/>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8"/>
            <p:cNvSpPr/>
            <p:nvPr/>
          </p:nvSpPr>
          <p:spPr>
            <a:xfrm>
              <a:off x="7225117" y="3587770"/>
              <a:ext cx="46110" cy="13257"/>
            </a:xfrm>
            <a:custGeom>
              <a:rect b="b" l="l" r="r" t="t"/>
              <a:pathLst>
                <a:path extrusionOk="0" h="23" w="80">
                  <a:moveTo>
                    <a:pt x="0" y="0"/>
                  </a:moveTo>
                  <a:lnTo>
                    <a:pt x="0" y="22"/>
                  </a:lnTo>
                  <a:lnTo>
                    <a:pt x="80" y="22"/>
                  </a:lnTo>
                  <a:lnTo>
                    <a:pt x="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8"/>
            <p:cNvSpPr/>
            <p:nvPr/>
          </p:nvSpPr>
          <p:spPr>
            <a:xfrm>
              <a:off x="7285060" y="3659241"/>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8"/>
            <p:cNvSpPr/>
            <p:nvPr/>
          </p:nvSpPr>
          <p:spPr>
            <a:xfrm>
              <a:off x="7285060" y="3684602"/>
              <a:ext cx="12680" cy="43805"/>
            </a:xfrm>
            <a:custGeom>
              <a:rect b="b" l="l" r="r" t="t"/>
              <a:pathLst>
                <a:path extrusionOk="0" h="76" w="22">
                  <a:moveTo>
                    <a:pt x="0" y="0"/>
                  </a:moveTo>
                  <a:lnTo>
                    <a:pt x="0" y="75"/>
                  </a:lnTo>
                  <a:lnTo>
                    <a:pt x="22" y="7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8"/>
            <p:cNvSpPr/>
            <p:nvPr/>
          </p:nvSpPr>
          <p:spPr>
            <a:xfrm>
              <a:off x="7403794" y="3355490"/>
              <a:ext cx="23055" cy="23055"/>
            </a:xfrm>
            <a:custGeom>
              <a:rect b="b" l="l" r="r" t="t"/>
              <a:pathLst>
                <a:path extrusionOk="0" h="40" w="40">
                  <a:moveTo>
                    <a:pt x="1" y="0"/>
                  </a:moveTo>
                  <a:lnTo>
                    <a:pt x="1" y="22"/>
                  </a:lnTo>
                  <a:cubicBezTo>
                    <a:pt x="9" y="22"/>
                    <a:pt x="18" y="29"/>
                    <a:pt x="18" y="39"/>
                  </a:cubicBezTo>
                  <a:lnTo>
                    <a:pt x="40" y="39"/>
                  </a:lnTo>
                  <a:cubicBezTo>
                    <a:pt x="40" y="16"/>
                    <a:pt x="22"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8"/>
            <p:cNvSpPr/>
            <p:nvPr/>
          </p:nvSpPr>
          <p:spPr>
            <a:xfrm>
              <a:off x="7414169" y="3398142"/>
              <a:ext cx="12680" cy="25937"/>
            </a:xfrm>
            <a:custGeom>
              <a:rect b="b" l="l" r="r" t="t"/>
              <a:pathLst>
                <a:path extrusionOk="0" h="45" w="22">
                  <a:moveTo>
                    <a:pt x="0" y="0"/>
                  </a:moveTo>
                  <a:lnTo>
                    <a:pt x="0" y="45"/>
                  </a:lnTo>
                  <a:lnTo>
                    <a:pt x="22" y="4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8"/>
            <p:cNvSpPr/>
            <p:nvPr/>
          </p:nvSpPr>
          <p:spPr>
            <a:xfrm>
              <a:off x="7135779" y="3460391"/>
              <a:ext cx="211531" cy="284730"/>
            </a:xfrm>
            <a:custGeom>
              <a:rect b="b" l="l" r="r" t="t"/>
              <a:pathLst>
                <a:path extrusionOk="0" h="494" w="367">
                  <a:moveTo>
                    <a:pt x="303" y="0"/>
                  </a:moveTo>
                  <a:lnTo>
                    <a:pt x="249" y="25"/>
                  </a:lnTo>
                  <a:lnTo>
                    <a:pt x="249" y="133"/>
                  </a:lnTo>
                  <a:lnTo>
                    <a:pt x="1" y="133"/>
                  </a:lnTo>
                  <a:lnTo>
                    <a:pt x="1" y="155"/>
                  </a:lnTo>
                  <a:lnTo>
                    <a:pt x="58" y="155"/>
                  </a:lnTo>
                  <a:lnTo>
                    <a:pt x="58" y="493"/>
                  </a:lnTo>
                  <a:lnTo>
                    <a:pt x="82" y="493"/>
                  </a:lnTo>
                  <a:lnTo>
                    <a:pt x="82" y="155"/>
                  </a:lnTo>
                  <a:lnTo>
                    <a:pt x="285" y="155"/>
                  </a:lnTo>
                  <a:lnTo>
                    <a:pt x="344" y="226"/>
                  </a:lnTo>
                  <a:lnTo>
                    <a:pt x="344" y="493"/>
                  </a:lnTo>
                  <a:lnTo>
                    <a:pt x="366" y="493"/>
                  </a:lnTo>
                  <a:lnTo>
                    <a:pt x="366" y="217"/>
                  </a:lnTo>
                  <a:lnTo>
                    <a:pt x="294" y="136"/>
                  </a:lnTo>
                  <a:lnTo>
                    <a:pt x="271" y="136"/>
                  </a:lnTo>
                  <a:lnTo>
                    <a:pt x="271" y="41"/>
                  </a:lnTo>
                  <a:lnTo>
                    <a:pt x="311" y="21"/>
                  </a:lnTo>
                  <a:lnTo>
                    <a:pt x="3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8"/>
            <p:cNvSpPr/>
            <p:nvPr/>
          </p:nvSpPr>
          <p:spPr>
            <a:xfrm>
              <a:off x="7193993" y="3562986"/>
              <a:ext cx="129109" cy="183288"/>
            </a:xfrm>
            <a:custGeom>
              <a:rect b="b" l="l" r="r" t="t"/>
              <a:pathLst>
                <a:path extrusionOk="0" h="318" w="224">
                  <a:moveTo>
                    <a:pt x="1" y="0"/>
                  </a:moveTo>
                  <a:lnTo>
                    <a:pt x="1" y="318"/>
                  </a:lnTo>
                  <a:lnTo>
                    <a:pt x="24" y="318"/>
                  </a:lnTo>
                  <a:lnTo>
                    <a:pt x="24" y="22"/>
                  </a:lnTo>
                  <a:lnTo>
                    <a:pt x="165" y="22"/>
                  </a:lnTo>
                  <a:lnTo>
                    <a:pt x="202" y="64"/>
                  </a:lnTo>
                  <a:lnTo>
                    <a:pt x="202" y="316"/>
                  </a:lnTo>
                  <a:lnTo>
                    <a:pt x="223" y="316"/>
                  </a:lnTo>
                  <a:lnTo>
                    <a:pt x="223" y="58"/>
                  </a:lnTo>
                  <a:lnTo>
                    <a:pt x="1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8"/>
            <p:cNvSpPr/>
            <p:nvPr/>
          </p:nvSpPr>
          <p:spPr>
            <a:xfrm>
              <a:off x="7337511" y="3330706"/>
              <a:ext cx="132567" cy="414992"/>
            </a:xfrm>
            <a:custGeom>
              <a:rect b="b" l="l" r="r" t="t"/>
              <a:pathLst>
                <a:path extrusionOk="0" h="720" w="230">
                  <a:moveTo>
                    <a:pt x="117" y="22"/>
                  </a:moveTo>
                  <a:cubicBezTo>
                    <a:pt x="149" y="22"/>
                    <a:pt x="176" y="49"/>
                    <a:pt x="176" y="81"/>
                  </a:cubicBezTo>
                  <a:lnTo>
                    <a:pt x="176" y="220"/>
                  </a:lnTo>
                  <a:lnTo>
                    <a:pt x="132" y="220"/>
                  </a:lnTo>
                  <a:lnTo>
                    <a:pt x="132" y="195"/>
                  </a:lnTo>
                  <a:lnTo>
                    <a:pt x="68" y="195"/>
                  </a:lnTo>
                  <a:lnTo>
                    <a:pt x="54" y="152"/>
                  </a:lnTo>
                  <a:lnTo>
                    <a:pt x="32" y="146"/>
                  </a:lnTo>
                  <a:lnTo>
                    <a:pt x="58" y="95"/>
                  </a:lnTo>
                  <a:lnTo>
                    <a:pt x="58" y="81"/>
                  </a:lnTo>
                  <a:cubicBezTo>
                    <a:pt x="58" y="49"/>
                    <a:pt x="85" y="22"/>
                    <a:pt x="117" y="22"/>
                  </a:cubicBezTo>
                  <a:close/>
                  <a:moveTo>
                    <a:pt x="182" y="241"/>
                  </a:moveTo>
                  <a:cubicBezTo>
                    <a:pt x="200" y="269"/>
                    <a:pt x="210" y="302"/>
                    <a:pt x="210" y="334"/>
                  </a:cubicBezTo>
                  <a:lnTo>
                    <a:pt x="210" y="550"/>
                  </a:lnTo>
                  <a:lnTo>
                    <a:pt x="178" y="550"/>
                  </a:lnTo>
                  <a:lnTo>
                    <a:pt x="178" y="321"/>
                  </a:lnTo>
                  <a:cubicBezTo>
                    <a:pt x="178" y="299"/>
                    <a:pt x="161" y="283"/>
                    <a:pt x="140" y="283"/>
                  </a:cubicBezTo>
                  <a:cubicBezTo>
                    <a:pt x="120" y="283"/>
                    <a:pt x="103" y="302"/>
                    <a:pt x="103" y="321"/>
                  </a:cubicBezTo>
                  <a:lnTo>
                    <a:pt x="103" y="550"/>
                  </a:lnTo>
                  <a:lnTo>
                    <a:pt x="62" y="550"/>
                  </a:lnTo>
                  <a:lnTo>
                    <a:pt x="62" y="397"/>
                  </a:lnTo>
                  <a:cubicBezTo>
                    <a:pt x="62" y="353"/>
                    <a:pt x="77" y="306"/>
                    <a:pt x="104" y="270"/>
                  </a:cubicBezTo>
                  <a:lnTo>
                    <a:pt x="126" y="241"/>
                  </a:lnTo>
                  <a:close/>
                  <a:moveTo>
                    <a:pt x="143" y="303"/>
                  </a:moveTo>
                  <a:cubicBezTo>
                    <a:pt x="153" y="303"/>
                    <a:pt x="161" y="311"/>
                    <a:pt x="161" y="321"/>
                  </a:cubicBezTo>
                  <a:lnTo>
                    <a:pt x="161" y="601"/>
                  </a:lnTo>
                  <a:lnTo>
                    <a:pt x="124" y="601"/>
                  </a:lnTo>
                  <a:lnTo>
                    <a:pt x="124" y="321"/>
                  </a:lnTo>
                  <a:cubicBezTo>
                    <a:pt x="124" y="312"/>
                    <a:pt x="132" y="303"/>
                    <a:pt x="143" y="303"/>
                  </a:cubicBezTo>
                  <a:close/>
                  <a:moveTo>
                    <a:pt x="158" y="621"/>
                  </a:moveTo>
                  <a:lnTo>
                    <a:pt x="158" y="666"/>
                  </a:lnTo>
                  <a:lnTo>
                    <a:pt x="159" y="666"/>
                  </a:lnTo>
                  <a:cubicBezTo>
                    <a:pt x="159" y="675"/>
                    <a:pt x="152" y="683"/>
                    <a:pt x="140" y="683"/>
                  </a:cubicBezTo>
                  <a:cubicBezTo>
                    <a:pt x="130" y="683"/>
                    <a:pt x="123" y="678"/>
                    <a:pt x="123" y="666"/>
                  </a:cubicBezTo>
                  <a:lnTo>
                    <a:pt x="123" y="621"/>
                  </a:lnTo>
                  <a:close/>
                  <a:moveTo>
                    <a:pt x="116" y="0"/>
                  </a:moveTo>
                  <a:cubicBezTo>
                    <a:pt x="70" y="0"/>
                    <a:pt x="33" y="36"/>
                    <a:pt x="33" y="81"/>
                  </a:cubicBezTo>
                  <a:lnTo>
                    <a:pt x="33" y="90"/>
                  </a:lnTo>
                  <a:lnTo>
                    <a:pt x="0" y="160"/>
                  </a:lnTo>
                  <a:lnTo>
                    <a:pt x="36" y="169"/>
                  </a:lnTo>
                  <a:lnTo>
                    <a:pt x="52" y="217"/>
                  </a:lnTo>
                  <a:lnTo>
                    <a:pt x="109" y="217"/>
                  </a:lnTo>
                  <a:lnTo>
                    <a:pt x="109" y="227"/>
                  </a:lnTo>
                  <a:lnTo>
                    <a:pt x="87" y="259"/>
                  </a:lnTo>
                  <a:cubicBezTo>
                    <a:pt x="55" y="299"/>
                    <a:pt x="41" y="347"/>
                    <a:pt x="41" y="397"/>
                  </a:cubicBezTo>
                  <a:lnTo>
                    <a:pt x="41" y="719"/>
                  </a:lnTo>
                  <a:lnTo>
                    <a:pt x="64" y="719"/>
                  </a:lnTo>
                  <a:lnTo>
                    <a:pt x="64" y="572"/>
                  </a:lnTo>
                  <a:lnTo>
                    <a:pt x="103" y="572"/>
                  </a:lnTo>
                  <a:lnTo>
                    <a:pt x="103" y="667"/>
                  </a:lnTo>
                  <a:cubicBezTo>
                    <a:pt x="103" y="689"/>
                    <a:pt x="122" y="706"/>
                    <a:pt x="140" y="706"/>
                  </a:cubicBezTo>
                  <a:cubicBezTo>
                    <a:pt x="161" y="706"/>
                    <a:pt x="179" y="688"/>
                    <a:pt x="179" y="667"/>
                  </a:cubicBezTo>
                  <a:lnTo>
                    <a:pt x="179" y="572"/>
                  </a:lnTo>
                  <a:lnTo>
                    <a:pt x="208" y="572"/>
                  </a:lnTo>
                  <a:lnTo>
                    <a:pt x="208" y="719"/>
                  </a:lnTo>
                  <a:lnTo>
                    <a:pt x="230" y="719"/>
                  </a:lnTo>
                  <a:lnTo>
                    <a:pt x="230" y="334"/>
                  </a:lnTo>
                  <a:cubicBezTo>
                    <a:pt x="230" y="296"/>
                    <a:pt x="218" y="259"/>
                    <a:pt x="197" y="227"/>
                  </a:cubicBezTo>
                  <a:lnTo>
                    <a:pt x="197" y="81"/>
                  </a:lnTo>
                  <a:cubicBezTo>
                    <a:pt x="197" y="36"/>
                    <a:pt x="161" y="0"/>
                    <a:pt x="1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8"/>
            <p:cNvSpPr/>
            <p:nvPr/>
          </p:nvSpPr>
          <p:spPr>
            <a:xfrm>
              <a:off x="7321372" y="3451169"/>
              <a:ext cx="17291" cy="17291"/>
            </a:xfrm>
            <a:custGeom>
              <a:rect b="b" l="l" r="r" t="t"/>
              <a:pathLst>
                <a:path extrusionOk="0" h="30" w="30">
                  <a:moveTo>
                    <a:pt x="21" y="1"/>
                  </a:moveTo>
                  <a:lnTo>
                    <a:pt x="1" y="9"/>
                  </a:lnTo>
                  <a:lnTo>
                    <a:pt x="9" y="29"/>
                  </a:lnTo>
                  <a:lnTo>
                    <a:pt x="30" y="21"/>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 name="Google Shape;1795;p48"/>
          <p:cNvGrpSpPr/>
          <p:nvPr/>
        </p:nvGrpSpPr>
        <p:grpSpPr>
          <a:xfrm>
            <a:off x="7142695" y="2686316"/>
            <a:ext cx="321042" cy="415568"/>
            <a:chOff x="7142695" y="2686316"/>
            <a:chExt cx="321042" cy="415568"/>
          </a:xfrm>
        </p:grpSpPr>
        <p:sp>
          <p:nvSpPr>
            <p:cNvPr id="1796" name="Google Shape;1796;p48"/>
            <p:cNvSpPr/>
            <p:nvPr/>
          </p:nvSpPr>
          <p:spPr>
            <a:xfrm>
              <a:off x="7142695" y="2686316"/>
              <a:ext cx="321042" cy="415568"/>
            </a:xfrm>
            <a:custGeom>
              <a:rect b="b" l="l" r="r" t="t"/>
              <a:pathLst>
                <a:path extrusionOk="0" h="721" w="557">
                  <a:moveTo>
                    <a:pt x="535" y="20"/>
                  </a:moveTo>
                  <a:lnTo>
                    <a:pt x="535" y="585"/>
                  </a:lnTo>
                  <a:lnTo>
                    <a:pt x="67" y="585"/>
                  </a:lnTo>
                  <a:cubicBezTo>
                    <a:pt x="49" y="585"/>
                    <a:pt x="33" y="592"/>
                    <a:pt x="22" y="604"/>
                  </a:cubicBezTo>
                  <a:lnTo>
                    <a:pt x="22" y="65"/>
                  </a:lnTo>
                  <a:cubicBezTo>
                    <a:pt x="22" y="41"/>
                    <a:pt x="42" y="20"/>
                    <a:pt x="67" y="20"/>
                  </a:cubicBezTo>
                  <a:close/>
                  <a:moveTo>
                    <a:pt x="67" y="0"/>
                  </a:moveTo>
                  <a:cubicBezTo>
                    <a:pt x="31" y="0"/>
                    <a:pt x="0" y="30"/>
                    <a:pt x="0" y="67"/>
                  </a:cubicBezTo>
                  <a:lnTo>
                    <a:pt x="0" y="653"/>
                  </a:lnTo>
                  <a:cubicBezTo>
                    <a:pt x="0" y="689"/>
                    <a:pt x="31" y="721"/>
                    <a:pt x="67" y="721"/>
                  </a:cubicBezTo>
                  <a:lnTo>
                    <a:pt x="556" y="721"/>
                  </a:lnTo>
                  <a:lnTo>
                    <a:pt x="556" y="699"/>
                  </a:lnTo>
                  <a:lnTo>
                    <a:pt x="67" y="699"/>
                  </a:lnTo>
                  <a:cubicBezTo>
                    <a:pt x="42" y="699"/>
                    <a:pt x="22" y="679"/>
                    <a:pt x="22" y="653"/>
                  </a:cubicBezTo>
                  <a:cubicBezTo>
                    <a:pt x="22" y="627"/>
                    <a:pt x="42" y="607"/>
                    <a:pt x="67" y="607"/>
                  </a:cubicBezTo>
                  <a:lnTo>
                    <a:pt x="556" y="607"/>
                  </a:lnTo>
                  <a:lnTo>
                    <a:pt x="5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8"/>
            <p:cNvSpPr/>
            <p:nvPr/>
          </p:nvSpPr>
          <p:spPr>
            <a:xfrm>
              <a:off x="7206097" y="2973928"/>
              <a:ext cx="31701" cy="13257"/>
            </a:xfrm>
            <a:custGeom>
              <a:rect b="b" l="l" r="r" t="t"/>
              <a:pathLst>
                <a:path extrusionOk="0" h="23" w="55">
                  <a:moveTo>
                    <a:pt x="0" y="1"/>
                  </a:moveTo>
                  <a:lnTo>
                    <a:pt x="0" y="23"/>
                  </a:lnTo>
                  <a:lnTo>
                    <a:pt x="55" y="23"/>
                  </a:lnTo>
                  <a:lnTo>
                    <a:pt x="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8"/>
            <p:cNvSpPr/>
            <p:nvPr/>
          </p:nvSpPr>
          <p:spPr>
            <a:xfrm>
              <a:off x="7249901" y="2973928"/>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8"/>
            <p:cNvSpPr/>
            <p:nvPr/>
          </p:nvSpPr>
          <p:spPr>
            <a:xfrm>
              <a:off x="7206097" y="2949144"/>
              <a:ext cx="81846" cy="13257"/>
            </a:xfrm>
            <a:custGeom>
              <a:rect b="b" l="l" r="r" t="t"/>
              <a:pathLst>
                <a:path extrusionOk="0" h="23" w="142">
                  <a:moveTo>
                    <a:pt x="0" y="1"/>
                  </a:moveTo>
                  <a:lnTo>
                    <a:pt x="0" y="22"/>
                  </a:lnTo>
                  <a:lnTo>
                    <a:pt x="142" y="22"/>
                  </a:lnTo>
                  <a:lnTo>
                    <a:pt x="1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8"/>
            <p:cNvSpPr/>
            <p:nvPr/>
          </p:nvSpPr>
          <p:spPr>
            <a:xfrm>
              <a:off x="7214166" y="2828681"/>
              <a:ext cx="212107" cy="12680"/>
            </a:xfrm>
            <a:custGeom>
              <a:rect b="b" l="l" r="r" t="t"/>
              <a:pathLst>
                <a:path extrusionOk="0" h="22" w="368">
                  <a:moveTo>
                    <a:pt x="0" y="0"/>
                  </a:moveTo>
                  <a:lnTo>
                    <a:pt x="0" y="22"/>
                  </a:lnTo>
                  <a:lnTo>
                    <a:pt x="367" y="22"/>
                  </a:lnTo>
                  <a:lnTo>
                    <a:pt x="3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8"/>
            <p:cNvSpPr/>
            <p:nvPr/>
          </p:nvSpPr>
          <p:spPr>
            <a:xfrm>
              <a:off x="7221082" y="2744530"/>
              <a:ext cx="46687" cy="70894"/>
            </a:xfrm>
            <a:custGeom>
              <a:rect b="b" l="l" r="r" t="t"/>
              <a:pathLst>
                <a:path extrusionOk="0" h="123" w="81">
                  <a:moveTo>
                    <a:pt x="0" y="0"/>
                  </a:moveTo>
                  <a:lnTo>
                    <a:pt x="0" y="123"/>
                  </a:lnTo>
                  <a:lnTo>
                    <a:pt x="81" y="123"/>
                  </a:lnTo>
                  <a:lnTo>
                    <a:pt x="81" y="101"/>
                  </a:lnTo>
                  <a:lnTo>
                    <a:pt x="22" y="10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8"/>
            <p:cNvSpPr/>
            <p:nvPr/>
          </p:nvSpPr>
          <p:spPr>
            <a:xfrm>
              <a:off x="7281026" y="2744530"/>
              <a:ext cx="53603" cy="70894"/>
            </a:xfrm>
            <a:custGeom>
              <a:rect b="b" l="l" r="r" t="t"/>
              <a:pathLst>
                <a:path extrusionOk="0" h="123" w="93">
                  <a:moveTo>
                    <a:pt x="48" y="20"/>
                  </a:moveTo>
                  <a:cubicBezTo>
                    <a:pt x="62" y="20"/>
                    <a:pt x="72" y="31"/>
                    <a:pt x="72" y="45"/>
                  </a:cubicBezTo>
                  <a:lnTo>
                    <a:pt x="72" y="71"/>
                  </a:lnTo>
                  <a:lnTo>
                    <a:pt x="22" y="71"/>
                  </a:lnTo>
                  <a:lnTo>
                    <a:pt x="22" y="45"/>
                  </a:lnTo>
                  <a:cubicBezTo>
                    <a:pt x="22" y="31"/>
                    <a:pt x="33" y="20"/>
                    <a:pt x="48" y="20"/>
                  </a:cubicBezTo>
                  <a:close/>
                  <a:moveTo>
                    <a:pt x="46" y="0"/>
                  </a:moveTo>
                  <a:cubicBezTo>
                    <a:pt x="20" y="0"/>
                    <a:pt x="0" y="20"/>
                    <a:pt x="0" y="45"/>
                  </a:cubicBezTo>
                  <a:lnTo>
                    <a:pt x="0" y="123"/>
                  </a:lnTo>
                  <a:lnTo>
                    <a:pt x="22" y="123"/>
                  </a:lnTo>
                  <a:lnTo>
                    <a:pt x="22" y="91"/>
                  </a:lnTo>
                  <a:lnTo>
                    <a:pt x="71" y="91"/>
                  </a:lnTo>
                  <a:lnTo>
                    <a:pt x="71" y="123"/>
                  </a:lnTo>
                  <a:lnTo>
                    <a:pt x="92" y="123"/>
                  </a:lnTo>
                  <a:lnTo>
                    <a:pt x="92" y="45"/>
                  </a:lnTo>
                  <a:cubicBezTo>
                    <a:pt x="92" y="22"/>
                    <a:pt x="71" y="0"/>
                    <a:pt x="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8"/>
            <p:cNvSpPr/>
            <p:nvPr/>
          </p:nvSpPr>
          <p:spPr>
            <a:xfrm>
              <a:off x="7342122" y="2744530"/>
              <a:ext cx="75505" cy="72047"/>
            </a:xfrm>
            <a:custGeom>
              <a:rect b="b" l="l" r="r" t="t"/>
              <a:pathLst>
                <a:path extrusionOk="0" h="125" w="131">
                  <a:moveTo>
                    <a:pt x="23" y="0"/>
                  </a:moveTo>
                  <a:lnTo>
                    <a:pt x="1" y="3"/>
                  </a:lnTo>
                  <a:lnTo>
                    <a:pt x="20" y="124"/>
                  </a:lnTo>
                  <a:lnTo>
                    <a:pt x="37" y="124"/>
                  </a:lnTo>
                  <a:lnTo>
                    <a:pt x="66" y="65"/>
                  </a:lnTo>
                  <a:lnTo>
                    <a:pt x="95" y="124"/>
                  </a:lnTo>
                  <a:lnTo>
                    <a:pt x="114" y="124"/>
                  </a:lnTo>
                  <a:lnTo>
                    <a:pt x="131" y="3"/>
                  </a:lnTo>
                  <a:lnTo>
                    <a:pt x="111" y="0"/>
                  </a:lnTo>
                  <a:lnTo>
                    <a:pt x="98" y="81"/>
                  </a:lnTo>
                  <a:lnTo>
                    <a:pt x="75" y="35"/>
                  </a:lnTo>
                  <a:lnTo>
                    <a:pt x="59" y="35"/>
                  </a:lnTo>
                  <a:lnTo>
                    <a:pt x="36" y="81"/>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8"/>
            <p:cNvSpPr/>
            <p:nvPr/>
          </p:nvSpPr>
          <p:spPr>
            <a:xfrm>
              <a:off x="7214166" y="2709947"/>
              <a:ext cx="24784" cy="13257"/>
            </a:xfrm>
            <a:custGeom>
              <a:rect b="b" l="l" r="r" t="t"/>
              <a:pathLst>
                <a:path extrusionOk="0" h="23" w="43">
                  <a:moveTo>
                    <a:pt x="0" y="1"/>
                  </a:moveTo>
                  <a:lnTo>
                    <a:pt x="0" y="23"/>
                  </a:lnTo>
                  <a:lnTo>
                    <a:pt x="42" y="23"/>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8"/>
            <p:cNvSpPr/>
            <p:nvPr/>
          </p:nvSpPr>
          <p:spPr>
            <a:xfrm>
              <a:off x="7364024" y="2709947"/>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8"/>
            <p:cNvSpPr/>
            <p:nvPr/>
          </p:nvSpPr>
          <p:spPr>
            <a:xfrm>
              <a:off x="7302352" y="2709947"/>
              <a:ext cx="49568" cy="13257"/>
            </a:xfrm>
            <a:custGeom>
              <a:rect b="b" l="l" r="r" t="t"/>
              <a:pathLst>
                <a:path extrusionOk="0" h="23" w="86">
                  <a:moveTo>
                    <a:pt x="1" y="1"/>
                  </a:moveTo>
                  <a:lnTo>
                    <a:pt x="1" y="23"/>
                  </a:lnTo>
                  <a:lnTo>
                    <a:pt x="86" y="23"/>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8"/>
            <p:cNvSpPr/>
            <p:nvPr/>
          </p:nvSpPr>
          <p:spPr>
            <a:xfrm>
              <a:off x="7388232" y="2709947"/>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8"/>
            <p:cNvSpPr/>
            <p:nvPr/>
          </p:nvSpPr>
          <p:spPr>
            <a:xfrm>
              <a:off x="7426273" y="2903610"/>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8"/>
            <p:cNvSpPr/>
            <p:nvPr/>
          </p:nvSpPr>
          <p:spPr>
            <a:xfrm>
              <a:off x="7426273" y="2867299"/>
              <a:ext cx="13257" cy="24208"/>
            </a:xfrm>
            <a:custGeom>
              <a:rect b="b" l="l" r="r" t="t"/>
              <a:pathLst>
                <a:path extrusionOk="0" h="42" w="23">
                  <a:moveTo>
                    <a:pt x="1" y="1"/>
                  </a:moveTo>
                  <a:lnTo>
                    <a:pt x="1" y="41"/>
                  </a:lnTo>
                  <a:lnTo>
                    <a:pt x="22" y="4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8"/>
            <p:cNvSpPr/>
            <p:nvPr/>
          </p:nvSpPr>
          <p:spPr>
            <a:xfrm>
              <a:off x="7335782" y="2999289"/>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8"/>
            <p:cNvSpPr/>
            <p:nvPr/>
          </p:nvSpPr>
          <p:spPr>
            <a:xfrm>
              <a:off x="7283908" y="2999289"/>
              <a:ext cx="41499" cy="12680"/>
            </a:xfrm>
            <a:custGeom>
              <a:rect b="b" l="l" r="r" t="t"/>
              <a:pathLst>
                <a:path extrusionOk="0" h="22" w="72">
                  <a:moveTo>
                    <a:pt x="1" y="0"/>
                  </a:moveTo>
                  <a:lnTo>
                    <a:pt x="1" y="22"/>
                  </a:lnTo>
                  <a:lnTo>
                    <a:pt x="72" y="22"/>
                  </a:lnTo>
                  <a:lnTo>
                    <a:pt x="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8"/>
            <p:cNvSpPr/>
            <p:nvPr/>
          </p:nvSpPr>
          <p:spPr>
            <a:xfrm>
              <a:off x="7392267" y="3055774"/>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8"/>
            <p:cNvSpPr/>
            <p:nvPr/>
          </p:nvSpPr>
          <p:spPr>
            <a:xfrm>
              <a:off x="7180736" y="3055774"/>
              <a:ext cx="45534" cy="13257"/>
            </a:xfrm>
            <a:custGeom>
              <a:rect b="b" l="l" r="r" t="t"/>
              <a:pathLst>
                <a:path extrusionOk="0" h="23" w="79">
                  <a:moveTo>
                    <a:pt x="1" y="0"/>
                  </a:moveTo>
                  <a:lnTo>
                    <a:pt x="1" y="22"/>
                  </a:lnTo>
                  <a:lnTo>
                    <a:pt x="79" y="22"/>
                  </a:lnTo>
                  <a:lnTo>
                    <a:pt x="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8"/>
            <p:cNvSpPr/>
            <p:nvPr/>
          </p:nvSpPr>
          <p:spPr>
            <a:xfrm>
              <a:off x="7262582" y="3055774"/>
              <a:ext cx="24784" cy="13257"/>
            </a:xfrm>
            <a:custGeom>
              <a:rect b="b" l="l" r="r" t="t"/>
              <a:pathLst>
                <a:path extrusionOk="0" h="23" w="43">
                  <a:moveTo>
                    <a:pt x="0" y="0"/>
                  </a:moveTo>
                  <a:lnTo>
                    <a:pt x="0" y="22"/>
                  </a:lnTo>
                  <a:lnTo>
                    <a:pt x="42" y="22"/>
                  </a:lnTo>
                  <a:lnTo>
                    <a:pt x="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8"/>
            <p:cNvSpPr/>
            <p:nvPr/>
          </p:nvSpPr>
          <p:spPr>
            <a:xfrm>
              <a:off x="7238374" y="3055774"/>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8"/>
            <p:cNvSpPr/>
            <p:nvPr/>
          </p:nvSpPr>
          <p:spPr>
            <a:xfrm>
              <a:off x="7417051" y="3055774"/>
              <a:ext cx="24784" cy="13257"/>
            </a:xfrm>
            <a:custGeom>
              <a:rect b="b" l="l" r="r" t="t"/>
              <a:pathLst>
                <a:path extrusionOk="0" h="23" w="43">
                  <a:moveTo>
                    <a:pt x="1" y="0"/>
                  </a:moveTo>
                  <a:lnTo>
                    <a:pt x="1" y="22"/>
                  </a:lnTo>
                  <a:lnTo>
                    <a:pt x="43" y="22"/>
                  </a:lnTo>
                  <a:lnTo>
                    <a:pt x="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8"/>
            <p:cNvSpPr/>
            <p:nvPr/>
          </p:nvSpPr>
          <p:spPr>
            <a:xfrm>
              <a:off x="7298893" y="3055774"/>
              <a:ext cx="81269" cy="13257"/>
            </a:xfrm>
            <a:custGeom>
              <a:rect b="b" l="l" r="r" t="t"/>
              <a:pathLst>
                <a:path extrusionOk="0" h="23" w="141">
                  <a:moveTo>
                    <a:pt x="1" y="0"/>
                  </a:moveTo>
                  <a:lnTo>
                    <a:pt x="1" y="22"/>
                  </a:lnTo>
                  <a:lnTo>
                    <a:pt x="141" y="22"/>
                  </a:lnTo>
                  <a:lnTo>
                    <a:pt x="1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8"/>
            <p:cNvSpPr/>
            <p:nvPr/>
          </p:nvSpPr>
          <p:spPr>
            <a:xfrm>
              <a:off x="7337511" y="2852313"/>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8"/>
            <p:cNvSpPr/>
            <p:nvPr/>
          </p:nvSpPr>
          <p:spPr>
            <a:xfrm>
              <a:off x="7313303" y="2852313"/>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8"/>
            <p:cNvSpPr/>
            <p:nvPr/>
          </p:nvSpPr>
          <p:spPr>
            <a:xfrm>
              <a:off x="7289095" y="2852313"/>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8"/>
            <p:cNvSpPr/>
            <p:nvPr/>
          </p:nvSpPr>
          <p:spPr>
            <a:xfrm>
              <a:off x="7174972" y="2811966"/>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8"/>
            <p:cNvSpPr/>
            <p:nvPr/>
          </p:nvSpPr>
          <p:spPr>
            <a:xfrm>
              <a:off x="7174972" y="2836174"/>
              <a:ext cx="13257" cy="32854"/>
            </a:xfrm>
            <a:custGeom>
              <a:rect b="b" l="l" r="r" t="t"/>
              <a:pathLst>
                <a:path extrusionOk="0" h="57" w="23">
                  <a:moveTo>
                    <a:pt x="1" y="0"/>
                  </a:moveTo>
                  <a:lnTo>
                    <a:pt x="1" y="56"/>
                  </a:lnTo>
                  <a:lnTo>
                    <a:pt x="22" y="56"/>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8"/>
            <p:cNvSpPr/>
            <p:nvPr/>
          </p:nvSpPr>
          <p:spPr>
            <a:xfrm>
              <a:off x="7174972" y="2973928"/>
              <a:ext cx="13257" cy="33430"/>
            </a:xfrm>
            <a:custGeom>
              <a:rect b="b" l="l" r="r" t="t"/>
              <a:pathLst>
                <a:path extrusionOk="0" h="58" w="23">
                  <a:moveTo>
                    <a:pt x="1" y="1"/>
                  </a:moveTo>
                  <a:lnTo>
                    <a:pt x="1" y="57"/>
                  </a:lnTo>
                  <a:lnTo>
                    <a:pt x="22" y="5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8"/>
            <p:cNvSpPr/>
            <p:nvPr/>
          </p:nvSpPr>
          <p:spPr>
            <a:xfrm>
              <a:off x="7174972" y="2714558"/>
              <a:ext cx="13257" cy="17291"/>
            </a:xfrm>
            <a:custGeom>
              <a:rect b="b" l="l" r="r" t="t"/>
              <a:pathLst>
                <a:path extrusionOk="0" h="30" w="23">
                  <a:moveTo>
                    <a:pt x="1" y="0"/>
                  </a:moveTo>
                  <a:lnTo>
                    <a:pt x="1" y="29"/>
                  </a:lnTo>
                  <a:lnTo>
                    <a:pt x="22" y="29"/>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8"/>
            <p:cNvSpPr/>
            <p:nvPr/>
          </p:nvSpPr>
          <p:spPr>
            <a:xfrm>
              <a:off x="7174972" y="2881132"/>
              <a:ext cx="13257" cy="57061"/>
            </a:xfrm>
            <a:custGeom>
              <a:rect b="b" l="l" r="r" t="t"/>
              <a:pathLst>
                <a:path extrusionOk="0" h="99" w="23">
                  <a:moveTo>
                    <a:pt x="1" y="0"/>
                  </a:moveTo>
                  <a:lnTo>
                    <a:pt x="1" y="98"/>
                  </a:lnTo>
                  <a:lnTo>
                    <a:pt x="22" y="98"/>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8"/>
            <p:cNvSpPr/>
            <p:nvPr/>
          </p:nvSpPr>
          <p:spPr>
            <a:xfrm>
              <a:off x="7174972" y="2949144"/>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8"/>
            <p:cNvSpPr/>
            <p:nvPr/>
          </p:nvSpPr>
          <p:spPr>
            <a:xfrm>
              <a:off x="7174972" y="2742801"/>
              <a:ext cx="13257" cy="57061"/>
            </a:xfrm>
            <a:custGeom>
              <a:rect b="b" l="l" r="r" t="t"/>
              <a:pathLst>
                <a:path extrusionOk="0" h="99" w="23">
                  <a:moveTo>
                    <a:pt x="1" y="0"/>
                  </a:moveTo>
                  <a:lnTo>
                    <a:pt x="1" y="99"/>
                  </a:lnTo>
                  <a:lnTo>
                    <a:pt x="22" y="99"/>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8"/>
            <p:cNvSpPr/>
            <p:nvPr/>
          </p:nvSpPr>
          <p:spPr>
            <a:xfrm>
              <a:off x="7408405" y="2981421"/>
              <a:ext cx="30548" cy="30548"/>
            </a:xfrm>
            <a:custGeom>
              <a:rect b="b" l="l" r="r" t="t"/>
              <a:pathLst>
                <a:path extrusionOk="0" h="53" w="53">
                  <a:moveTo>
                    <a:pt x="32" y="1"/>
                  </a:moveTo>
                  <a:lnTo>
                    <a:pt x="32" y="31"/>
                  </a:lnTo>
                  <a:lnTo>
                    <a:pt x="0" y="31"/>
                  </a:lnTo>
                  <a:lnTo>
                    <a:pt x="0" y="53"/>
                  </a:lnTo>
                  <a:lnTo>
                    <a:pt x="52" y="53"/>
                  </a:lnTo>
                  <a:lnTo>
                    <a:pt x="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8"/>
            <p:cNvSpPr/>
            <p:nvPr/>
          </p:nvSpPr>
          <p:spPr>
            <a:xfrm>
              <a:off x="7426273" y="2956637"/>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8"/>
            <p:cNvSpPr/>
            <p:nvPr/>
          </p:nvSpPr>
          <p:spPr>
            <a:xfrm>
              <a:off x="7384197" y="2999289"/>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 name="Google Shape;1831;p48"/>
          <p:cNvGrpSpPr/>
          <p:nvPr/>
        </p:nvGrpSpPr>
        <p:grpSpPr>
          <a:xfrm>
            <a:off x="7096009" y="2029246"/>
            <a:ext cx="414415" cy="416145"/>
            <a:chOff x="7096009" y="2029246"/>
            <a:chExt cx="414415" cy="416145"/>
          </a:xfrm>
        </p:grpSpPr>
        <p:sp>
          <p:nvSpPr>
            <p:cNvPr id="1832" name="Google Shape;1832;p48"/>
            <p:cNvSpPr/>
            <p:nvPr/>
          </p:nvSpPr>
          <p:spPr>
            <a:xfrm>
              <a:off x="7096009" y="2029246"/>
              <a:ext cx="344097" cy="414992"/>
            </a:xfrm>
            <a:custGeom>
              <a:rect b="b" l="l" r="r" t="t"/>
              <a:pathLst>
                <a:path extrusionOk="0" h="720" w="597">
                  <a:moveTo>
                    <a:pt x="67" y="25"/>
                  </a:moveTo>
                  <a:cubicBezTo>
                    <a:pt x="91" y="25"/>
                    <a:pt x="112" y="44"/>
                    <a:pt x="112" y="70"/>
                  </a:cubicBezTo>
                  <a:lnTo>
                    <a:pt x="112" y="185"/>
                  </a:lnTo>
                  <a:lnTo>
                    <a:pt x="22" y="185"/>
                  </a:lnTo>
                  <a:lnTo>
                    <a:pt x="22" y="70"/>
                  </a:lnTo>
                  <a:cubicBezTo>
                    <a:pt x="22" y="44"/>
                    <a:pt x="42" y="25"/>
                    <a:pt x="67" y="25"/>
                  </a:cubicBezTo>
                  <a:close/>
                  <a:moveTo>
                    <a:pt x="67" y="0"/>
                  </a:moveTo>
                  <a:cubicBezTo>
                    <a:pt x="31" y="0"/>
                    <a:pt x="0" y="32"/>
                    <a:pt x="0" y="68"/>
                  </a:cubicBezTo>
                  <a:lnTo>
                    <a:pt x="0" y="205"/>
                  </a:lnTo>
                  <a:lnTo>
                    <a:pt x="112" y="205"/>
                  </a:lnTo>
                  <a:lnTo>
                    <a:pt x="112" y="720"/>
                  </a:lnTo>
                  <a:lnTo>
                    <a:pt x="478" y="720"/>
                  </a:lnTo>
                  <a:lnTo>
                    <a:pt x="478" y="698"/>
                  </a:lnTo>
                  <a:lnTo>
                    <a:pt x="133" y="698"/>
                  </a:lnTo>
                  <a:lnTo>
                    <a:pt x="133" y="65"/>
                  </a:lnTo>
                  <a:cubicBezTo>
                    <a:pt x="133" y="48"/>
                    <a:pt x="126" y="32"/>
                    <a:pt x="116" y="21"/>
                  </a:cubicBezTo>
                  <a:lnTo>
                    <a:pt x="530" y="21"/>
                  </a:lnTo>
                  <a:cubicBezTo>
                    <a:pt x="556" y="21"/>
                    <a:pt x="575" y="41"/>
                    <a:pt x="575" y="65"/>
                  </a:cubicBezTo>
                  <a:lnTo>
                    <a:pt x="575" y="166"/>
                  </a:lnTo>
                  <a:lnTo>
                    <a:pt x="597" y="166"/>
                  </a:lnTo>
                  <a:lnTo>
                    <a:pt x="597" y="65"/>
                  </a:lnTo>
                  <a:cubicBezTo>
                    <a:pt x="597" y="32"/>
                    <a:pt x="569" y="0"/>
                    <a:pt x="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8"/>
            <p:cNvSpPr/>
            <p:nvPr/>
          </p:nvSpPr>
          <p:spPr>
            <a:xfrm>
              <a:off x="7186500" y="2094953"/>
              <a:ext cx="64554" cy="13257"/>
            </a:xfrm>
            <a:custGeom>
              <a:rect b="b" l="l" r="r" t="t"/>
              <a:pathLst>
                <a:path extrusionOk="0" h="23" w="112">
                  <a:moveTo>
                    <a:pt x="1" y="0"/>
                  </a:moveTo>
                  <a:lnTo>
                    <a:pt x="1" y="22"/>
                  </a:lnTo>
                  <a:lnTo>
                    <a:pt x="112" y="22"/>
                  </a:lnTo>
                  <a:lnTo>
                    <a:pt x="1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8"/>
            <p:cNvSpPr/>
            <p:nvPr/>
          </p:nvSpPr>
          <p:spPr>
            <a:xfrm>
              <a:off x="7186500" y="2135875"/>
              <a:ext cx="168302" cy="12680"/>
            </a:xfrm>
            <a:custGeom>
              <a:rect b="b" l="l" r="r" t="t"/>
              <a:pathLst>
                <a:path extrusionOk="0" h="22" w="292">
                  <a:moveTo>
                    <a:pt x="1" y="0"/>
                  </a:moveTo>
                  <a:lnTo>
                    <a:pt x="1" y="22"/>
                  </a:lnTo>
                  <a:lnTo>
                    <a:pt x="291" y="22"/>
                  </a:lnTo>
                  <a:lnTo>
                    <a:pt x="2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8"/>
            <p:cNvSpPr/>
            <p:nvPr/>
          </p:nvSpPr>
          <p:spPr>
            <a:xfrm>
              <a:off x="7186500" y="2169305"/>
              <a:ext cx="138331" cy="12680"/>
            </a:xfrm>
            <a:custGeom>
              <a:rect b="b" l="l" r="r" t="t"/>
              <a:pathLst>
                <a:path extrusionOk="0" h="22" w="240">
                  <a:moveTo>
                    <a:pt x="1" y="0"/>
                  </a:moveTo>
                  <a:lnTo>
                    <a:pt x="1" y="22"/>
                  </a:lnTo>
                  <a:lnTo>
                    <a:pt x="239" y="22"/>
                  </a:lnTo>
                  <a:lnTo>
                    <a:pt x="2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8"/>
            <p:cNvSpPr/>
            <p:nvPr/>
          </p:nvSpPr>
          <p:spPr>
            <a:xfrm>
              <a:off x="7186500" y="2201583"/>
              <a:ext cx="122192" cy="13257"/>
            </a:xfrm>
            <a:custGeom>
              <a:rect b="b" l="l" r="r" t="t"/>
              <a:pathLst>
                <a:path extrusionOk="0" h="23" w="212">
                  <a:moveTo>
                    <a:pt x="1" y="0"/>
                  </a:moveTo>
                  <a:lnTo>
                    <a:pt x="1" y="22"/>
                  </a:lnTo>
                  <a:lnTo>
                    <a:pt x="212" y="22"/>
                  </a:lnTo>
                  <a:lnTo>
                    <a:pt x="2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8"/>
            <p:cNvSpPr/>
            <p:nvPr/>
          </p:nvSpPr>
          <p:spPr>
            <a:xfrm>
              <a:off x="7186500" y="2233283"/>
              <a:ext cx="65707" cy="12680"/>
            </a:xfrm>
            <a:custGeom>
              <a:rect b="b" l="l" r="r" t="t"/>
              <a:pathLst>
                <a:path extrusionOk="0" h="22" w="114">
                  <a:moveTo>
                    <a:pt x="1" y="0"/>
                  </a:moveTo>
                  <a:lnTo>
                    <a:pt x="1" y="22"/>
                  </a:lnTo>
                  <a:lnTo>
                    <a:pt x="113" y="22"/>
                  </a:lnTo>
                  <a:lnTo>
                    <a:pt x="1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8"/>
            <p:cNvSpPr/>
            <p:nvPr/>
          </p:nvSpPr>
          <p:spPr>
            <a:xfrm>
              <a:off x="7264311" y="2233283"/>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8"/>
            <p:cNvSpPr/>
            <p:nvPr/>
          </p:nvSpPr>
          <p:spPr>
            <a:xfrm>
              <a:off x="7318490" y="2137605"/>
              <a:ext cx="191934" cy="307786"/>
            </a:xfrm>
            <a:custGeom>
              <a:rect b="b" l="l" r="r" t="t"/>
              <a:pathLst>
                <a:path extrusionOk="0" h="534" w="333">
                  <a:moveTo>
                    <a:pt x="169" y="22"/>
                  </a:moveTo>
                  <a:cubicBezTo>
                    <a:pt x="247" y="22"/>
                    <a:pt x="313" y="87"/>
                    <a:pt x="313" y="166"/>
                  </a:cubicBezTo>
                  <a:cubicBezTo>
                    <a:pt x="313" y="246"/>
                    <a:pt x="247" y="311"/>
                    <a:pt x="169" y="311"/>
                  </a:cubicBezTo>
                  <a:cubicBezTo>
                    <a:pt x="90" y="311"/>
                    <a:pt x="25" y="246"/>
                    <a:pt x="25" y="166"/>
                  </a:cubicBezTo>
                  <a:cubicBezTo>
                    <a:pt x="25" y="87"/>
                    <a:pt x="90" y="22"/>
                    <a:pt x="169" y="22"/>
                  </a:cubicBezTo>
                  <a:close/>
                  <a:moveTo>
                    <a:pt x="179" y="331"/>
                  </a:moveTo>
                  <a:lnTo>
                    <a:pt x="179" y="367"/>
                  </a:lnTo>
                  <a:lnTo>
                    <a:pt x="157" y="367"/>
                  </a:lnTo>
                  <a:lnTo>
                    <a:pt x="157" y="331"/>
                  </a:lnTo>
                  <a:close/>
                  <a:moveTo>
                    <a:pt x="166" y="0"/>
                  </a:moveTo>
                  <a:cubicBezTo>
                    <a:pt x="74" y="0"/>
                    <a:pt x="0" y="75"/>
                    <a:pt x="0" y="166"/>
                  </a:cubicBezTo>
                  <a:cubicBezTo>
                    <a:pt x="0" y="246"/>
                    <a:pt x="58" y="315"/>
                    <a:pt x="134" y="329"/>
                  </a:cubicBezTo>
                  <a:lnTo>
                    <a:pt x="134" y="367"/>
                  </a:lnTo>
                  <a:lnTo>
                    <a:pt x="113" y="367"/>
                  </a:lnTo>
                  <a:lnTo>
                    <a:pt x="113" y="533"/>
                  </a:lnTo>
                  <a:lnTo>
                    <a:pt x="134" y="533"/>
                  </a:lnTo>
                  <a:lnTo>
                    <a:pt x="134" y="389"/>
                  </a:lnTo>
                  <a:lnTo>
                    <a:pt x="196" y="389"/>
                  </a:lnTo>
                  <a:lnTo>
                    <a:pt x="196" y="533"/>
                  </a:lnTo>
                  <a:lnTo>
                    <a:pt x="218" y="533"/>
                  </a:lnTo>
                  <a:lnTo>
                    <a:pt x="218" y="367"/>
                  </a:lnTo>
                  <a:lnTo>
                    <a:pt x="196" y="367"/>
                  </a:lnTo>
                  <a:lnTo>
                    <a:pt x="196" y="329"/>
                  </a:lnTo>
                  <a:cubicBezTo>
                    <a:pt x="277" y="315"/>
                    <a:pt x="332" y="249"/>
                    <a:pt x="332" y="166"/>
                  </a:cubicBezTo>
                  <a:cubicBezTo>
                    <a:pt x="332" y="77"/>
                    <a:pt x="259"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8"/>
            <p:cNvSpPr/>
            <p:nvPr/>
          </p:nvSpPr>
          <p:spPr>
            <a:xfrm>
              <a:off x="7345004" y="2162389"/>
              <a:ext cx="141212" cy="142365"/>
            </a:xfrm>
            <a:custGeom>
              <a:rect b="b" l="l" r="r" t="t"/>
              <a:pathLst>
                <a:path extrusionOk="0" h="247" w="245">
                  <a:moveTo>
                    <a:pt x="123" y="21"/>
                  </a:moveTo>
                  <a:cubicBezTo>
                    <a:pt x="181" y="21"/>
                    <a:pt x="226" y="65"/>
                    <a:pt x="226" y="123"/>
                  </a:cubicBezTo>
                  <a:cubicBezTo>
                    <a:pt x="226" y="181"/>
                    <a:pt x="178" y="227"/>
                    <a:pt x="123" y="227"/>
                  </a:cubicBezTo>
                  <a:cubicBezTo>
                    <a:pt x="67" y="227"/>
                    <a:pt x="19" y="181"/>
                    <a:pt x="19" y="123"/>
                  </a:cubicBezTo>
                  <a:cubicBezTo>
                    <a:pt x="19" y="65"/>
                    <a:pt x="64" y="21"/>
                    <a:pt x="123" y="21"/>
                  </a:cubicBezTo>
                  <a:close/>
                  <a:moveTo>
                    <a:pt x="123" y="0"/>
                  </a:moveTo>
                  <a:cubicBezTo>
                    <a:pt x="54" y="0"/>
                    <a:pt x="0" y="57"/>
                    <a:pt x="0" y="123"/>
                  </a:cubicBezTo>
                  <a:cubicBezTo>
                    <a:pt x="0" y="191"/>
                    <a:pt x="55" y="246"/>
                    <a:pt x="123" y="246"/>
                  </a:cubicBezTo>
                  <a:cubicBezTo>
                    <a:pt x="191" y="246"/>
                    <a:pt x="244" y="191"/>
                    <a:pt x="244" y="123"/>
                  </a:cubicBezTo>
                  <a:cubicBezTo>
                    <a:pt x="244" y="57"/>
                    <a:pt x="189" y="0"/>
                    <a:pt x="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8"/>
            <p:cNvSpPr/>
            <p:nvPr/>
          </p:nvSpPr>
          <p:spPr>
            <a:xfrm>
              <a:off x="7185923" y="2269595"/>
              <a:ext cx="94526" cy="93950"/>
            </a:xfrm>
            <a:custGeom>
              <a:rect b="b" l="l" r="r" t="t"/>
              <a:pathLst>
                <a:path extrusionOk="0" h="163" w="164">
                  <a:moveTo>
                    <a:pt x="84" y="22"/>
                  </a:moveTo>
                  <a:cubicBezTo>
                    <a:pt x="86" y="22"/>
                    <a:pt x="90" y="27"/>
                    <a:pt x="91" y="28"/>
                  </a:cubicBezTo>
                  <a:cubicBezTo>
                    <a:pt x="96" y="30"/>
                    <a:pt x="99" y="34"/>
                    <a:pt x="103" y="35"/>
                  </a:cubicBezTo>
                  <a:cubicBezTo>
                    <a:pt x="107" y="37"/>
                    <a:pt x="112" y="37"/>
                    <a:pt x="116" y="38"/>
                  </a:cubicBezTo>
                  <a:cubicBezTo>
                    <a:pt x="120" y="38"/>
                    <a:pt x="123" y="38"/>
                    <a:pt x="126" y="41"/>
                  </a:cubicBezTo>
                  <a:cubicBezTo>
                    <a:pt x="127" y="43"/>
                    <a:pt x="127" y="46"/>
                    <a:pt x="127" y="50"/>
                  </a:cubicBezTo>
                  <a:cubicBezTo>
                    <a:pt x="127" y="53"/>
                    <a:pt x="129" y="59"/>
                    <a:pt x="132" y="64"/>
                  </a:cubicBezTo>
                  <a:cubicBezTo>
                    <a:pt x="133" y="67"/>
                    <a:pt x="136" y="73"/>
                    <a:pt x="139" y="74"/>
                  </a:cubicBezTo>
                  <a:cubicBezTo>
                    <a:pt x="140" y="77"/>
                    <a:pt x="143" y="80"/>
                    <a:pt x="143" y="82"/>
                  </a:cubicBezTo>
                  <a:cubicBezTo>
                    <a:pt x="143" y="85"/>
                    <a:pt x="140" y="87"/>
                    <a:pt x="139" y="89"/>
                  </a:cubicBezTo>
                  <a:cubicBezTo>
                    <a:pt x="136" y="93"/>
                    <a:pt x="133" y="96"/>
                    <a:pt x="132" y="100"/>
                  </a:cubicBezTo>
                  <a:cubicBezTo>
                    <a:pt x="129" y="106"/>
                    <a:pt x="129" y="109"/>
                    <a:pt x="127" y="115"/>
                  </a:cubicBezTo>
                  <a:cubicBezTo>
                    <a:pt x="127" y="118"/>
                    <a:pt x="127" y="122"/>
                    <a:pt x="126" y="124"/>
                  </a:cubicBezTo>
                  <a:cubicBezTo>
                    <a:pt x="123" y="125"/>
                    <a:pt x="120" y="125"/>
                    <a:pt x="116" y="125"/>
                  </a:cubicBezTo>
                  <a:cubicBezTo>
                    <a:pt x="113" y="125"/>
                    <a:pt x="107" y="128"/>
                    <a:pt x="103" y="129"/>
                  </a:cubicBezTo>
                  <a:cubicBezTo>
                    <a:pt x="99" y="131"/>
                    <a:pt x="93" y="135"/>
                    <a:pt x="91" y="137"/>
                  </a:cubicBezTo>
                  <a:cubicBezTo>
                    <a:pt x="90" y="138"/>
                    <a:pt x="86" y="142"/>
                    <a:pt x="84" y="142"/>
                  </a:cubicBezTo>
                  <a:cubicBezTo>
                    <a:pt x="83" y="142"/>
                    <a:pt x="78" y="138"/>
                    <a:pt x="77" y="137"/>
                  </a:cubicBezTo>
                  <a:cubicBezTo>
                    <a:pt x="74" y="135"/>
                    <a:pt x="70" y="131"/>
                    <a:pt x="67" y="129"/>
                  </a:cubicBezTo>
                  <a:cubicBezTo>
                    <a:pt x="61" y="128"/>
                    <a:pt x="57" y="128"/>
                    <a:pt x="52" y="125"/>
                  </a:cubicBezTo>
                  <a:cubicBezTo>
                    <a:pt x="48" y="125"/>
                    <a:pt x="45" y="125"/>
                    <a:pt x="42" y="124"/>
                  </a:cubicBezTo>
                  <a:cubicBezTo>
                    <a:pt x="41" y="122"/>
                    <a:pt x="41" y="118"/>
                    <a:pt x="41" y="115"/>
                  </a:cubicBezTo>
                  <a:cubicBezTo>
                    <a:pt x="41" y="111"/>
                    <a:pt x="39" y="106"/>
                    <a:pt x="38" y="100"/>
                  </a:cubicBezTo>
                  <a:cubicBezTo>
                    <a:pt x="35" y="96"/>
                    <a:pt x="32" y="92"/>
                    <a:pt x="31" y="89"/>
                  </a:cubicBezTo>
                  <a:cubicBezTo>
                    <a:pt x="28" y="87"/>
                    <a:pt x="25" y="85"/>
                    <a:pt x="25" y="82"/>
                  </a:cubicBezTo>
                  <a:cubicBezTo>
                    <a:pt x="25" y="80"/>
                    <a:pt x="28" y="77"/>
                    <a:pt x="31" y="74"/>
                  </a:cubicBezTo>
                  <a:cubicBezTo>
                    <a:pt x="32" y="72"/>
                    <a:pt x="35" y="67"/>
                    <a:pt x="38" y="64"/>
                  </a:cubicBezTo>
                  <a:cubicBezTo>
                    <a:pt x="39" y="59"/>
                    <a:pt x="39" y="56"/>
                    <a:pt x="41" y="50"/>
                  </a:cubicBezTo>
                  <a:cubicBezTo>
                    <a:pt x="41" y="46"/>
                    <a:pt x="41" y="43"/>
                    <a:pt x="42" y="41"/>
                  </a:cubicBezTo>
                  <a:cubicBezTo>
                    <a:pt x="45" y="38"/>
                    <a:pt x="48" y="38"/>
                    <a:pt x="52" y="38"/>
                  </a:cubicBezTo>
                  <a:cubicBezTo>
                    <a:pt x="55" y="38"/>
                    <a:pt x="61" y="37"/>
                    <a:pt x="67" y="35"/>
                  </a:cubicBezTo>
                  <a:cubicBezTo>
                    <a:pt x="70" y="33"/>
                    <a:pt x="75" y="30"/>
                    <a:pt x="77" y="28"/>
                  </a:cubicBezTo>
                  <a:cubicBezTo>
                    <a:pt x="78" y="27"/>
                    <a:pt x="83" y="22"/>
                    <a:pt x="84" y="22"/>
                  </a:cubicBezTo>
                  <a:close/>
                  <a:moveTo>
                    <a:pt x="83" y="1"/>
                  </a:moveTo>
                  <a:cubicBezTo>
                    <a:pt x="73" y="1"/>
                    <a:pt x="65" y="7"/>
                    <a:pt x="61" y="9"/>
                  </a:cubicBezTo>
                  <a:cubicBezTo>
                    <a:pt x="58" y="12"/>
                    <a:pt x="55" y="14"/>
                    <a:pt x="54" y="14"/>
                  </a:cubicBezTo>
                  <a:cubicBezTo>
                    <a:pt x="51" y="14"/>
                    <a:pt x="48" y="15"/>
                    <a:pt x="44" y="15"/>
                  </a:cubicBezTo>
                  <a:cubicBezTo>
                    <a:pt x="36" y="15"/>
                    <a:pt x="29" y="17"/>
                    <a:pt x="22" y="22"/>
                  </a:cubicBezTo>
                  <a:cubicBezTo>
                    <a:pt x="18" y="28"/>
                    <a:pt x="15" y="37"/>
                    <a:pt x="15" y="44"/>
                  </a:cubicBezTo>
                  <a:cubicBezTo>
                    <a:pt x="15" y="48"/>
                    <a:pt x="15" y="50"/>
                    <a:pt x="13" y="53"/>
                  </a:cubicBezTo>
                  <a:cubicBezTo>
                    <a:pt x="13" y="56"/>
                    <a:pt x="12" y="57"/>
                    <a:pt x="10" y="60"/>
                  </a:cubicBezTo>
                  <a:cubicBezTo>
                    <a:pt x="6" y="66"/>
                    <a:pt x="0" y="73"/>
                    <a:pt x="0" y="82"/>
                  </a:cubicBezTo>
                  <a:cubicBezTo>
                    <a:pt x="0" y="90"/>
                    <a:pt x="6" y="98"/>
                    <a:pt x="10" y="103"/>
                  </a:cubicBezTo>
                  <a:cubicBezTo>
                    <a:pt x="12" y="105"/>
                    <a:pt x="13" y="109"/>
                    <a:pt x="13" y="111"/>
                  </a:cubicBezTo>
                  <a:cubicBezTo>
                    <a:pt x="13" y="112"/>
                    <a:pt x="15" y="116"/>
                    <a:pt x="15" y="119"/>
                  </a:cubicBezTo>
                  <a:cubicBezTo>
                    <a:pt x="15" y="126"/>
                    <a:pt x="18" y="134"/>
                    <a:pt x="22" y="141"/>
                  </a:cubicBezTo>
                  <a:cubicBezTo>
                    <a:pt x="28" y="147"/>
                    <a:pt x="36" y="148"/>
                    <a:pt x="44" y="148"/>
                  </a:cubicBezTo>
                  <a:cubicBezTo>
                    <a:pt x="48" y="148"/>
                    <a:pt x="49" y="148"/>
                    <a:pt x="54" y="151"/>
                  </a:cubicBezTo>
                  <a:cubicBezTo>
                    <a:pt x="55" y="151"/>
                    <a:pt x="57" y="152"/>
                    <a:pt x="61" y="154"/>
                  </a:cubicBezTo>
                  <a:cubicBezTo>
                    <a:pt x="65" y="158"/>
                    <a:pt x="73" y="163"/>
                    <a:pt x="83" y="163"/>
                  </a:cubicBezTo>
                  <a:cubicBezTo>
                    <a:pt x="91" y="163"/>
                    <a:pt x="99" y="158"/>
                    <a:pt x="104" y="154"/>
                  </a:cubicBezTo>
                  <a:cubicBezTo>
                    <a:pt x="106" y="152"/>
                    <a:pt x="109" y="151"/>
                    <a:pt x="112" y="151"/>
                  </a:cubicBezTo>
                  <a:cubicBezTo>
                    <a:pt x="113" y="151"/>
                    <a:pt x="116" y="148"/>
                    <a:pt x="120" y="148"/>
                  </a:cubicBezTo>
                  <a:cubicBezTo>
                    <a:pt x="127" y="148"/>
                    <a:pt x="135" y="147"/>
                    <a:pt x="142" y="141"/>
                  </a:cubicBezTo>
                  <a:cubicBezTo>
                    <a:pt x="148" y="137"/>
                    <a:pt x="149" y="126"/>
                    <a:pt x="149" y="119"/>
                  </a:cubicBezTo>
                  <a:cubicBezTo>
                    <a:pt x="149" y="116"/>
                    <a:pt x="149" y="115"/>
                    <a:pt x="151" y="111"/>
                  </a:cubicBezTo>
                  <a:cubicBezTo>
                    <a:pt x="151" y="109"/>
                    <a:pt x="152" y="108"/>
                    <a:pt x="155" y="103"/>
                  </a:cubicBezTo>
                  <a:cubicBezTo>
                    <a:pt x="158" y="98"/>
                    <a:pt x="164" y="90"/>
                    <a:pt x="164" y="82"/>
                  </a:cubicBezTo>
                  <a:cubicBezTo>
                    <a:pt x="164" y="73"/>
                    <a:pt x="158" y="66"/>
                    <a:pt x="155" y="60"/>
                  </a:cubicBezTo>
                  <a:cubicBezTo>
                    <a:pt x="152" y="59"/>
                    <a:pt x="151" y="54"/>
                    <a:pt x="151" y="53"/>
                  </a:cubicBezTo>
                  <a:cubicBezTo>
                    <a:pt x="151" y="51"/>
                    <a:pt x="149" y="48"/>
                    <a:pt x="149" y="44"/>
                  </a:cubicBezTo>
                  <a:cubicBezTo>
                    <a:pt x="149" y="37"/>
                    <a:pt x="148" y="30"/>
                    <a:pt x="142" y="22"/>
                  </a:cubicBezTo>
                  <a:cubicBezTo>
                    <a:pt x="136" y="17"/>
                    <a:pt x="127" y="15"/>
                    <a:pt x="120" y="15"/>
                  </a:cubicBezTo>
                  <a:cubicBezTo>
                    <a:pt x="116" y="15"/>
                    <a:pt x="114" y="15"/>
                    <a:pt x="112" y="14"/>
                  </a:cubicBezTo>
                  <a:cubicBezTo>
                    <a:pt x="109" y="14"/>
                    <a:pt x="107" y="12"/>
                    <a:pt x="104" y="9"/>
                  </a:cubicBezTo>
                  <a:cubicBezTo>
                    <a:pt x="99" y="7"/>
                    <a:pt x="91" y="1"/>
                    <a:pt x="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8"/>
            <p:cNvSpPr/>
            <p:nvPr/>
          </p:nvSpPr>
          <p:spPr>
            <a:xfrm>
              <a:off x="7213590" y="2297261"/>
              <a:ext cx="39194" cy="39770"/>
            </a:xfrm>
            <a:custGeom>
              <a:rect b="b" l="l" r="r" t="t"/>
              <a:pathLst>
                <a:path extrusionOk="0" h="69" w="68">
                  <a:moveTo>
                    <a:pt x="35" y="22"/>
                  </a:moveTo>
                  <a:cubicBezTo>
                    <a:pt x="42" y="22"/>
                    <a:pt x="48" y="26"/>
                    <a:pt x="48" y="34"/>
                  </a:cubicBezTo>
                  <a:cubicBezTo>
                    <a:pt x="48" y="41"/>
                    <a:pt x="42" y="47"/>
                    <a:pt x="35" y="47"/>
                  </a:cubicBezTo>
                  <a:cubicBezTo>
                    <a:pt x="27" y="47"/>
                    <a:pt x="22" y="41"/>
                    <a:pt x="22" y="34"/>
                  </a:cubicBezTo>
                  <a:cubicBezTo>
                    <a:pt x="22" y="26"/>
                    <a:pt x="27" y="22"/>
                    <a:pt x="35" y="22"/>
                  </a:cubicBezTo>
                  <a:close/>
                  <a:moveTo>
                    <a:pt x="35" y="0"/>
                  </a:moveTo>
                  <a:cubicBezTo>
                    <a:pt x="14" y="0"/>
                    <a:pt x="0" y="16"/>
                    <a:pt x="0" y="34"/>
                  </a:cubicBezTo>
                  <a:cubicBezTo>
                    <a:pt x="0" y="54"/>
                    <a:pt x="16" y="68"/>
                    <a:pt x="35" y="68"/>
                  </a:cubicBezTo>
                  <a:cubicBezTo>
                    <a:pt x="55" y="68"/>
                    <a:pt x="68" y="52"/>
                    <a:pt x="68" y="34"/>
                  </a:cubicBezTo>
                  <a:cubicBezTo>
                    <a:pt x="68" y="15"/>
                    <a:pt x="55" y="0"/>
                    <a:pt x="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8"/>
            <p:cNvSpPr/>
            <p:nvPr/>
          </p:nvSpPr>
          <p:spPr>
            <a:xfrm>
              <a:off x="7135202" y="2059217"/>
              <a:ext cx="12680" cy="38041"/>
            </a:xfrm>
            <a:custGeom>
              <a:rect b="b" l="l" r="r" t="t"/>
              <a:pathLst>
                <a:path extrusionOk="0" h="66" w="22">
                  <a:moveTo>
                    <a:pt x="0" y="0"/>
                  </a:moveTo>
                  <a:lnTo>
                    <a:pt x="0" y="65"/>
                  </a:lnTo>
                  <a:lnTo>
                    <a:pt x="22" y="6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8"/>
            <p:cNvSpPr/>
            <p:nvPr/>
          </p:nvSpPr>
          <p:spPr>
            <a:xfrm>
              <a:off x="7135202" y="2108209"/>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8"/>
            <p:cNvSpPr/>
            <p:nvPr/>
          </p:nvSpPr>
          <p:spPr>
            <a:xfrm>
              <a:off x="7311574" y="2399856"/>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8"/>
            <p:cNvSpPr/>
            <p:nvPr/>
          </p:nvSpPr>
          <p:spPr>
            <a:xfrm>
              <a:off x="7359989" y="2399856"/>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8"/>
            <p:cNvSpPr/>
            <p:nvPr/>
          </p:nvSpPr>
          <p:spPr>
            <a:xfrm>
              <a:off x="7335782" y="2399856"/>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8"/>
            <p:cNvSpPr/>
            <p:nvPr/>
          </p:nvSpPr>
          <p:spPr>
            <a:xfrm>
              <a:off x="7287366" y="2368156"/>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8"/>
            <p:cNvSpPr/>
            <p:nvPr/>
          </p:nvSpPr>
          <p:spPr>
            <a:xfrm>
              <a:off x="7335782" y="2368156"/>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8"/>
            <p:cNvSpPr/>
            <p:nvPr/>
          </p:nvSpPr>
          <p:spPr>
            <a:xfrm>
              <a:off x="7311574" y="2368156"/>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8"/>
            <p:cNvSpPr/>
            <p:nvPr/>
          </p:nvSpPr>
          <p:spPr>
            <a:xfrm>
              <a:off x="7421662" y="2228096"/>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8"/>
            <p:cNvSpPr/>
            <p:nvPr/>
          </p:nvSpPr>
          <p:spPr>
            <a:xfrm>
              <a:off x="7396301" y="2228096"/>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8"/>
            <p:cNvSpPr/>
            <p:nvPr/>
          </p:nvSpPr>
          <p:spPr>
            <a:xfrm>
              <a:off x="7279873" y="2055759"/>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8"/>
            <p:cNvSpPr/>
            <p:nvPr/>
          </p:nvSpPr>
          <p:spPr>
            <a:xfrm>
              <a:off x="7255089" y="2055759"/>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8"/>
            <p:cNvSpPr/>
            <p:nvPr/>
          </p:nvSpPr>
          <p:spPr>
            <a:xfrm>
              <a:off x="7304081" y="2055759"/>
              <a:ext cx="49568" cy="13257"/>
            </a:xfrm>
            <a:custGeom>
              <a:rect b="b" l="l" r="r" t="t"/>
              <a:pathLst>
                <a:path extrusionOk="0" h="23" w="86">
                  <a:moveTo>
                    <a:pt x="0" y="1"/>
                  </a:moveTo>
                  <a:lnTo>
                    <a:pt x="0" y="22"/>
                  </a:lnTo>
                  <a:lnTo>
                    <a:pt x="86" y="22"/>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8"/>
            <p:cNvSpPr/>
            <p:nvPr/>
          </p:nvSpPr>
          <p:spPr>
            <a:xfrm>
              <a:off x="7403794" y="2060946"/>
              <a:ext cx="13257" cy="42652"/>
            </a:xfrm>
            <a:custGeom>
              <a:rect b="b" l="l" r="r" t="t"/>
              <a:pathLst>
                <a:path extrusionOk="0" h="74" w="23">
                  <a:moveTo>
                    <a:pt x="1" y="0"/>
                  </a:moveTo>
                  <a:lnTo>
                    <a:pt x="1" y="74"/>
                  </a:lnTo>
                  <a:lnTo>
                    <a:pt x="22" y="74"/>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8"/>
            <p:cNvSpPr/>
            <p:nvPr/>
          </p:nvSpPr>
          <p:spPr>
            <a:xfrm>
              <a:off x="7403794" y="2115126"/>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8"/>
            <p:cNvSpPr/>
            <p:nvPr/>
          </p:nvSpPr>
          <p:spPr>
            <a:xfrm>
              <a:off x="7408982" y="2417148"/>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8"/>
            <p:cNvSpPr/>
            <p:nvPr/>
          </p:nvSpPr>
          <p:spPr>
            <a:xfrm>
              <a:off x="7408982" y="2380260"/>
              <a:ext cx="13257" cy="24208"/>
            </a:xfrm>
            <a:custGeom>
              <a:rect b="b" l="l" r="r" t="t"/>
              <a:pathLst>
                <a:path extrusionOk="0" h="42" w="23">
                  <a:moveTo>
                    <a:pt x="0" y="1"/>
                  </a:moveTo>
                  <a:lnTo>
                    <a:pt x="0" y="41"/>
                  </a:lnTo>
                  <a:lnTo>
                    <a:pt x="22" y="4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8"/>
            <p:cNvSpPr/>
            <p:nvPr/>
          </p:nvSpPr>
          <p:spPr>
            <a:xfrm>
              <a:off x="7401489" y="2266713"/>
              <a:ext cx="14986" cy="14409"/>
            </a:xfrm>
            <a:custGeom>
              <a:rect b="b" l="l" r="r" t="t"/>
              <a:pathLst>
                <a:path extrusionOk="0" h="25" w="26">
                  <a:moveTo>
                    <a:pt x="6" y="0"/>
                  </a:moveTo>
                  <a:lnTo>
                    <a:pt x="0" y="20"/>
                  </a:lnTo>
                  <a:cubicBezTo>
                    <a:pt x="8" y="22"/>
                    <a:pt x="18" y="25"/>
                    <a:pt x="25" y="25"/>
                  </a:cubicBezTo>
                  <a:lnTo>
                    <a:pt x="25" y="3"/>
                  </a:lnTo>
                  <a:cubicBezTo>
                    <a:pt x="24" y="3"/>
                    <a:pt x="23" y="3"/>
                    <a:pt x="22" y="3"/>
                  </a:cubicBezTo>
                  <a:cubicBezTo>
                    <a:pt x="17" y="3"/>
                    <a:pt x="11" y="1"/>
                    <a:pt x="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8"/>
            <p:cNvSpPr/>
            <p:nvPr/>
          </p:nvSpPr>
          <p:spPr>
            <a:xfrm>
              <a:off x="7368059" y="2233283"/>
              <a:ext cx="28819" cy="39770"/>
            </a:xfrm>
            <a:custGeom>
              <a:rect b="b" l="l" r="r" t="t"/>
              <a:pathLst>
                <a:path extrusionOk="0" h="69" w="50">
                  <a:moveTo>
                    <a:pt x="1" y="0"/>
                  </a:moveTo>
                  <a:cubicBezTo>
                    <a:pt x="1" y="28"/>
                    <a:pt x="14" y="54"/>
                    <a:pt x="37" y="68"/>
                  </a:cubicBezTo>
                  <a:lnTo>
                    <a:pt x="50" y="49"/>
                  </a:lnTo>
                  <a:cubicBezTo>
                    <a:pt x="32" y="41"/>
                    <a:pt x="22" y="20"/>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8"/>
            <p:cNvSpPr/>
            <p:nvPr/>
          </p:nvSpPr>
          <p:spPr>
            <a:xfrm>
              <a:off x="7415898" y="2187173"/>
              <a:ext cx="38617" cy="28242"/>
            </a:xfrm>
            <a:custGeom>
              <a:rect b="b" l="l" r="r" t="t"/>
              <a:pathLst>
                <a:path extrusionOk="0" h="49" w="67">
                  <a:moveTo>
                    <a:pt x="0" y="1"/>
                  </a:moveTo>
                  <a:lnTo>
                    <a:pt x="0" y="22"/>
                  </a:lnTo>
                  <a:cubicBezTo>
                    <a:pt x="19" y="22"/>
                    <a:pt x="38" y="31"/>
                    <a:pt x="48" y="48"/>
                  </a:cubicBezTo>
                  <a:lnTo>
                    <a:pt x="66" y="35"/>
                  </a:lnTo>
                  <a:cubicBezTo>
                    <a:pt x="51" y="14"/>
                    <a:pt x="26"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8"/>
            <p:cNvSpPr/>
            <p:nvPr/>
          </p:nvSpPr>
          <p:spPr>
            <a:xfrm>
              <a:off x="7448752" y="2220027"/>
              <a:ext cx="13833" cy="13833"/>
            </a:xfrm>
            <a:custGeom>
              <a:rect b="b" l="l" r="r" t="t"/>
              <a:pathLst>
                <a:path extrusionOk="0" h="24" w="24">
                  <a:moveTo>
                    <a:pt x="20" y="0"/>
                  </a:moveTo>
                  <a:lnTo>
                    <a:pt x="1" y="6"/>
                  </a:lnTo>
                  <a:cubicBezTo>
                    <a:pt x="2" y="12"/>
                    <a:pt x="2" y="16"/>
                    <a:pt x="2" y="23"/>
                  </a:cubicBezTo>
                  <a:lnTo>
                    <a:pt x="24" y="23"/>
                  </a:lnTo>
                  <a:cubicBezTo>
                    <a:pt x="24" y="16"/>
                    <a:pt x="21" y="7"/>
                    <a:pt x="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8"/>
            <p:cNvSpPr/>
            <p:nvPr/>
          </p:nvSpPr>
          <p:spPr>
            <a:xfrm>
              <a:off x="7184771" y="2385447"/>
              <a:ext cx="36312" cy="35735"/>
            </a:xfrm>
            <a:custGeom>
              <a:rect b="b" l="l" r="r" t="t"/>
              <a:pathLst>
                <a:path extrusionOk="0" h="62" w="63">
                  <a:moveTo>
                    <a:pt x="1" y="1"/>
                  </a:moveTo>
                  <a:lnTo>
                    <a:pt x="1" y="61"/>
                  </a:lnTo>
                  <a:lnTo>
                    <a:pt x="63" y="61"/>
                  </a:lnTo>
                  <a:lnTo>
                    <a:pt x="63" y="40"/>
                  </a:lnTo>
                  <a:lnTo>
                    <a:pt x="23" y="40"/>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8"/>
            <p:cNvSpPr/>
            <p:nvPr/>
          </p:nvSpPr>
          <p:spPr>
            <a:xfrm>
              <a:off x="7233186" y="2407926"/>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8"/>
            <p:cNvSpPr/>
            <p:nvPr/>
          </p:nvSpPr>
          <p:spPr>
            <a:xfrm>
              <a:off x="7257394" y="2407926"/>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48"/>
          <p:cNvGrpSpPr/>
          <p:nvPr/>
        </p:nvGrpSpPr>
        <p:grpSpPr>
          <a:xfrm>
            <a:off x="7093127" y="1404452"/>
            <a:ext cx="419026" cy="415568"/>
            <a:chOff x="7093127" y="1404452"/>
            <a:chExt cx="419026" cy="415568"/>
          </a:xfrm>
        </p:grpSpPr>
        <p:sp>
          <p:nvSpPr>
            <p:cNvPr id="1868" name="Google Shape;1868;p48"/>
            <p:cNvSpPr/>
            <p:nvPr/>
          </p:nvSpPr>
          <p:spPr>
            <a:xfrm>
              <a:off x="7115605" y="1714544"/>
              <a:ext cx="144094" cy="105477"/>
            </a:xfrm>
            <a:custGeom>
              <a:rect b="b" l="l" r="r" t="t"/>
              <a:pathLst>
                <a:path extrusionOk="0" h="183" w="250">
                  <a:moveTo>
                    <a:pt x="228" y="21"/>
                  </a:moveTo>
                  <a:lnTo>
                    <a:pt x="228" y="57"/>
                  </a:lnTo>
                  <a:lnTo>
                    <a:pt x="229" y="57"/>
                  </a:lnTo>
                  <a:cubicBezTo>
                    <a:pt x="229" y="114"/>
                    <a:pt x="183" y="162"/>
                    <a:pt x="125" y="162"/>
                  </a:cubicBezTo>
                  <a:cubicBezTo>
                    <a:pt x="67" y="162"/>
                    <a:pt x="20" y="114"/>
                    <a:pt x="20" y="57"/>
                  </a:cubicBezTo>
                  <a:lnTo>
                    <a:pt x="20" y="21"/>
                  </a:lnTo>
                  <a:close/>
                  <a:moveTo>
                    <a:pt x="1" y="0"/>
                  </a:moveTo>
                  <a:lnTo>
                    <a:pt x="1" y="57"/>
                  </a:lnTo>
                  <a:cubicBezTo>
                    <a:pt x="1" y="126"/>
                    <a:pt x="56" y="182"/>
                    <a:pt x="125" y="182"/>
                  </a:cubicBezTo>
                  <a:cubicBezTo>
                    <a:pt x="193" y="182"/>
                    <a:pt x="249" y="126"/>
                    <a:pt x="249" y="57"/>
                  </a:cubicBezTo>
                  <a:lnTo>
                    <a:pt x="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8"/>
            <p:cNvSpPr/>
            <p:nvPr/>
          </p:nvSpPr>
          <p:spPr>
            <a:xfrm>
              <a:off x="7093127" y="1404452"/>
              <a:ext cx="419026" cy="412686"/>
            </a:xfrm>
            <a:custGeom>
              <a:rect b="b" l="l" r="r" t="t"/>
              <a:pathLst>
                <a:path extrusionOk="0" h="716" w="727">
                  <a:moveTo>
                    <a:pt x="228" y="64"/>
                  </a:moveTo>
                  <a:cubicBezTo>
                    <a:pt x="242" y="64"/>
                    <a:pt x="254" y="70"/>
                    <a:pt x="264" y="80"/>
                  </a:cubicBezTo>
                  <a:cubicBezTo>
                    <a:pt x="273" y="92"/>
                    <a:pt x="275" y="105"/>
                    <a:pt x="274" y="119"/>
                  </a:cubicBezTo>
                  <a:lnTo>
                    <a:pt x="264" y="206"/>
                  </a:lnTo>
                  <a:cubicBezTo>
                    <a:pt x="258" y="210"/>
                    <a:pt x="252" y="216"/>
                    <a:pt x="247" y="223"/>
                  </a:cubicBezTo>
                  <a:lnTo>
                    <a:pt x="69" y="223"/>
                  </a:lnTo>
                  <a:cubicBezTo>
                    <a:pt x="69" y="186"/>
                    <a:pt x="83" y="148"/>
                    <a:pt x="108" y="119"/>
                  </a:cubicBezTo>
                  <a:cubicBezTo>
                    <a:pt x="138" y="85"/>
                    <a:pt x="182" y="64"/>
                    <a:pt x="228" y="64"/>
                  </a:cubicBezTo>
                  <a:close/>
                  <a:moveTo>
                    <a:pt x="390" y="173"/>
                  </a:moveTo>
                  <a:cubicBezTo>
                    <a:pt x="476" y="173"/>
                    <a:pt x="548" y="244"/>
                    <a:pt x="548" y="332"/>
                  </a:cubicBezTo>
                  <a:cubicBezTo>
                    <a:pt x="548" y="418"/>
                    <a:pt x="476" y="491"/>
                    <a:pt x="390" y="491"/>
                  </a:cubicBezTo>
                  <a:cubicBezTo>
                    <a:pt x="303" y="491"/>
                    <a:pt x="231" y="420"/>
                    <a:pt x="231" y="332"/>
                  </a:cubicBezTo>
                  <a:cubicBezTo>
                    <a:pt x="231" y="245"/>
                    <a:pt x="301" y="173"/>
                    <a:pt x="390" y="173"/>
                  </a:cubicBezTo>
                  <a:close/>
                  <a:moveTo>
                    <a:pt x="225" y="23"/>
                  </a:moveTo>
                  <a:cubicBezTo>
                    <a:pt x="251" y="23"/>
                    <a:pt x="275" y="34"/>
                    <a:pt x="291" y="53"/>
                  </a:cubicBezTo>
                  <a:cubicBezTo>
                    <a:pt x="309" y="73"/>
                    <a:pt x="317" y="99"/>
                    <a:pt x="313" y="124"/>
                  </a:cubicBezTo>
                  <a:lnTo>
                    <a:pt x="309" y="173"/>
                  </a:lnTo>
                  <a:cubicBezTo>
                    <a:pt x="301" y="176"/>
                    <a:pt x="293" y="181"/>
                    <a:pt x="286" y="187"/>
                  </a:cubicBezTo>
                  <a:lnTo>
                    <a:pt x="293" y="122"/>
                  </a:lnTo>
                  <a:cubicBezTo>
                    <a:pt x="294" y="102"/>
                    <a:pt x="288" y="85"/>
                    <a:pt x="275" y="67"/>
                  </a:cubicBezTo>
                  <a:cubicBezTo>
                    <a:pt x="264" y="53"/>
                    <a:pt x="245" y="44"/>
                    <a:pt x="225" y="44"/>
                  </a:cubicBezTo>
                  <a:cubicBezTo>
                    <a:pt x="174" y="44"/>
                    <a:pt x="124" y="66"/>
                    <a:pt x="91" y="106"/>
                  </a:cubicBezTo>
                  <a:cubicBezTo>
                    <a:pt x="57" y="142"/>
                    <a:pt x="43" y="187"/>
                    <a:pt x="44" y="236"/>
                  </a:cubicBezTo>
                  <a:lnTo>
                    <a:pt x="44" y="247"/>
                  </a:lnTo>
                  <a:lnTo>
                    <a:pt x="229" y="247"/>
                  </a:lnTo>
                  <a:cubicBezTo>
                    <a:pt x="215" y="273"/>
                    <a:pt x="206" y="303"/>
                    <a:pt x="206" y="335"/>
                  </a:cubicBezTo>
                  <a:cubicBezTo>
                    <a:pt x="206" y="390"/>
                    <a:pt x="231" y="439"/>
                    <a:pt x="268" y="472"/>
                  </a:cubicBezTo>
                  <a:lnTo>
                    <a:pt x="268" y="498"/>
                  </a:lnTo>
                  <a:lnTo>
                    <a:pt x="57" y="498"/>
                  </a:lnTo>
                  <a:lnTo>
                    <a:pt x="27" y="249"/>
                  </a:lnTo>
                  <a:cubicBezTo>
                    <a:pt x="20" y="192"/>
                    <a:pt x="37" y="135"/>
                    <a:pt x="75" y="92"/>
                  </a:cubicBezTo>
                  <a:cubicBezTo>
                    <a:pt x="114" y="49"/>
                    <a:pt x="167" y="23"/>
                    <a:pt x="225" y="23"/>
                  </a:cubicBezTo>
                  <a:close/>
                  <a:moveTo>
                    <a:pt x="518" y="456"/>
                  </a:moveTo>
                  <a:lnTo>
                    <a:pt x="554" y="498"/>
                  </a:lnTo>
                  <a:lnTo>
                    <a:pt x="538" y="512"/>
                  </a:lnTo>
                  <a:lnTo>
                    <a:pt x="502" y="470"/>
                  </a:lnTo>
                  <a:cubicBezTo>
                    <a:pt x="507" y="468"/>
                    <a:pt x="512" y="462"/>
                    <a:pt x="518" y="456"/>
                  </a:cubicBezTo>
                  <a:close/>
                  <a:moveTo>
                    <a:pt x="229" y="1"/>
                  </a:moveTo>
                  <a:cubicBezTo>
                    <a:pt x="166" y="1"/>
                    <a:pt x="105" y="28"/>
                    <a:pt x="63" y="76"/>
                  </a:cubicBezTo>
                  <a:cubicBezTo>
                    <a:pt x="21" y="122"/>
                    <a:pt x="1" y="187"/>
                    <a:pt x="8" y="249"/>
                  </a:cubicBezTo>
                  <a:lnTo>
                    <a:pt x="41" y="517"/>
                  </a:lnTo>
                  <a:lnTo>
                    <a:pt x="290" y="517"/>
                  </a:lnTo>
                  <a:lnTo>
                    <a:pt x="294" y="481"/>
                  </a:lnTo>
                  <a:cubicBezTo>
                    <a:pt x="323" y="498"/>
                    <a:pt x="355" y="509"/>
                    <a:pt x="391" y="509"/>
                  </a:cubicBezTo>
                  <a:cubicBezTo>
                    <a:pt x="426" y="509"/>
                    <a:pt x="457" y="498"/>
                    <a:pt x="486" y="482"/>
                  </a:cubicBezTo>
                  <a:lnTo>
                    <a:pt x="525" y="525"/>
                  </a:lnTo>
                  <a:lnTo>
                    <a:pt x="508" y="540"/>
                  </a:lnTo>
                  <a:lnTo>
                    <a:pt x="663" y="716"/>
                  </a:lnTo>
                  <a:lnTo>
                    <a:pt x="678" y="702"/>
                  </a:lnTo>
                  <a:lnTo>
                    <a:pt x="540" y="541"/>
                  </a:lnTo>
                  <a:lnTo>
                    <a:pt x="586" y="499"/>
                  </a:lnTo>
                  <a:lnTo>
                    <a:pt x="709" y="644"/>
                  </a:lnTo>
                  <a:lnTo>
                    <a:pt x="726" y="629"/>
                  </a:lnTo>
                  <a:lnTo>
                    <a:pt x="589" y="470"/>
                  </a:lnTo>
                  <a:lnTo>
                    <a:pt x="572" y="485"/>
                  </a:lnTo>
                  <a:lnTo>
                    <a:pt x="534" y="442"/>
                  </a:lnTo>
                  <a:cubicBezTo>
                    <a:pt x="557" y="411"/>
                    <a:pt x="572" y="374"/>
                    <a:pt x="572" y="332"/>
                  </a:cubicBezTo>
                  <a:cubicBezTo>
                    <a:pt x="572" y="232"/>
                    <a:pt x="491" y="153"/>
                    <a:pt x="394" y="153"/>
                  </a:cubicBezTo>
                  <a:cubicBezTo>
                    <a:pt x="374" y="153"/>
                    <a:pt x="353" y="157"/>
                    <a:pt x="336" y="163"/>
                  </a:cubicBezTo>
                  <a:lnTo>
                    <a:pt x="339" y="127"/>
                  </a:lnTo>
                  <a:cubicBezTo>
                    <a:pt x="343" y="95"/>
                    <a:pt x="333" y="63"/>
                    <a:pt x="312" y="40"/>
                  </a:cubicBezTo>
                  <a:cubicBezTo>
                    <a:pt x="290" y="15"/>
                    <a:pt x="261"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8"/>
            <p:cNvSpPr/>
            <p:nvPr/>
          </p:nvSpPr>
          <p:spPr>
            <a:xfrm>
              <a:off x="7238374" y="1516270"/>
              <a:ext cx="158504" cy="158504"/>
            </a:xfrm>
            <a:custGeom>
              <a:rect b="b" l="l" r="r" t="t"/>
              <a:pathLst>
                <a:path extrusionOk="0" h="275" w="275">
                  <a:moveTo>
                    <a:pt x="138" y="22"/>
                  </a:moveTo>
                  <a:cubicBezTo>
                    <a:pt x="201" y="22"/>
                    <a:pt x="253" y="74"/>
                    <a:pt x="253" y="138"/>
                  </a:cubicBezTo>
                  <a:cubicBezTo>
                    <a:pt x="253" y="203"/>
                    <a:pt x="201" y="253"/>
                    <a:pt x="138" y="253"/>
                  </a:cubicBezTo>
                  <a:cubicBezTo>
                    <a:pt x="74" y="253"/>
                    <a:pt x="22" y="201"/>
                    <a:pt x="22" y="138"/>
                  </a:cubicBezTo>
                  <a:cubicBezTo>
                    <a:pt x="22" y="74"/>
                    <a:pt x="74" y="22"/>
                    <a:pt x="138" y="22"/>
                  </a:cubicBezTo>
                  <a:close/>
                  <a:moveTo>
                    <a:pt x="138" y="0"/>
                  </a:moveTo>
                  <a:cubicBezTo>
                    <a:pt x="61" y="0"/>
                    <a:pt x="0" y="61"/>
                    <a:pt x="0" y="138"/>
                  </a:cubicBezTo>
                  <a:cubicBezTo>
                    <a:pt x="0" y="214"/>
                    <a:pt x="61" y="275"/>
                    <a:pt x="138" y="275"/>
                  </a:cubicBezTo>
                  <a:cubicBezTo>
                    <a:pt x="214" y="275"/>
                    <a:pt x="275" y="214"/>
                    <a:pt x="275" y="138"/>
                  </a:cubicBezTo>
                  <a:cubicBezTo>
                    <a:pt x="275" y="63"/>
                    <a:pt x="214"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8"/>
            <p:cNvSpPr/>
            <p:nvPr/>
          </p:nvSpPr>
          <p:spPr>
            <a:xfrm>
              <a:off x="7187653" y="1770452"/>
              <a:ext cx="38041" cy="25937"/>
            </a:xfrm>
            <a:custGeom>
              <a:rect b="b" l="l" r="r" t="t"/>
              <a:pathLst>
                <a:path extrusionOk="0" h="45" w="66">
                  <a:moveTo>
                    <a:pt x="49" y="0"/>
                  </a:moveTo>
                  <a:cubicBezTo>
                    <a:pt x="36" y="15"/>
                    <a:pt x="20" y="23"/>
                    <a:pt x="0" y="23"/>
                  </a:cubicBezTo>
                  <a:lnTo>
                    <a:pt x="0" y="45"/>
                  </a:lnTo>
                  <a:cubicBezTo>
                    <a:pt x="25" y="45"/>
                    <a:pt x="49" y="35"/>
                    <a:pt x="65" y="15"/>
                  </a:cubicBez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8"/>
            <p:cNvSpPr/>
            <p:nvPr/>
          </p:nvSpPr>
          <p:spPr>
            <a:xfrm>
              <a:off x="7217624" y="1739328"/>
              <a:ext cx="12104" cy="13257"/>
            </a:xfrm>
            <a:custGeom>
              <a:rect b="b" l="l" r="r" t="t"/>
              <a:pathLst>
                <a:path extrusionOk="0" h="23" w="21">
                  <a:moveTo>
                    <a:pt x="0" y="1"/>
                  </a:moveTo>
                  <a:lnTo>
                    <a:pt x="0" y="22"/>
                  </a:lnTo>
                  <a:lnTo>
                    <a:pt x="20" y="22"/>
                  </a:lnTo>
                  <a:lnTo>
                    <a:pt x="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8"/>
            <p:cNvSpPr/>
            <p:nvPr/>
          </p:nvSpPr>
          <p:spPr>
            <a:xfrm>
              <a:off x="7193416" y="1739328"/>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8"/>
            <p:cNvSpPr/>
            <p:nvPr/>
          </p:nvSpPr>
          <p:spPr>
            <a:xfrm>
              <a:off x="7145577" y="1739328"/>
              <a:ext cx="35735" cy="13257"/>
            </a:xfrm>
            <a:custGeom>
              <a:rect b="b" l="l" r="r" t="t"/>
              <a:pathLst>
                <a:path extrusionOk="0" h="23" w="62">
                  <a:moveTo>
                    <a:pt x="1" y="1"/>
                  </a:moveTo>
                  <a:lnTo>
                    <a:pt x="1" y="22"/>
                  </a:lnTo>
                  <a:lnTo>
                    <a:pt x="62" y="22"/>
                  </a:lnTo>
                  <a:lnTo>
                    <a:pt x="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8"/>
            <p:cNvSpPr/>
            <p:nvPr/>
          </p:nvSpPr>
          <p:spPr>
            <a:xfrm>
              <a:off x="7270075" y="1615983"/>
              <a:ext cx="47839" cy="35159"/>
            </a:xfrm>
            <a:custGeom>
              <a:rect b="b" l="l" r="r" t="t"/>
              <a:pathLst>
                <a:path extrusionOk="0" h="61" w="83">
                  <a:moveTo>
                    <a:pt x="18" y="1"/>
                  </a:moveTo>
                  <a:lnTo>
                    <a:pt x="0" y="12"/>
                  </a:lnTo>
                  <a:cubicBezTo>
                    <a:pt x="16" y="43"/>
                    <a:pt x="48" y="60"/>
                    <a:pt x="83" y="60"/>
                  </a:cubicBezTo>
                  <a:lnTo>
                    <a:pt x="83" y="38"/>
                  </a:lnTo>
                  <a:cubicBezTo>
                    <a:pt x="55" y="38"/>
                    <a:pt x="31" y="24"/>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8"/>
            <p:cNvSpPr/>
            <p:nvPr/>
          </p:nvSpPr>
          <p:spPr>
            <a:xfrm>
              <a:off x="7262582" y="1595233"/>
              <a:ext cx="13833" cy="13833"/>
            </a:xfrm>
            <a:custGeom>
              <a:rect b="b" l="l" r="r" t="t"/>
              <a:pathLst>
                <a:path extrusionOk="0" h="24" w="24">
                  <a:moveTo>
                    <a:pt x="0" y="1"/>
                  </a:moveTo>
                  <a:cubicBezTo>
                    <a:pt x="0" y="8"/>
                    <a:pt x="2" y="17"/>
                    <a:pt x="3" y="24"/>
                  </a:cubicBezTo>
                  <a:lnTo>
                    <a:pt x="23" y="20"/>
                  </a:lnTo>
                  <a:cubicBezTo>
                    <a:pt x="22" y="14"/>
                    <a:pt x="22" y="8"/>
                    <a:pt x="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8"/>
            <p:cNvSpPr/>
            <p:nvPr/>
          </p:nvSpPr>
          <p:spPr>
            <a:xfrm>
              <a:off x="7358837" y="1581977"/>
              <a:ext cx="13833" cy="13833"/>
            </a:xfrm>
            <a:custGeom>
              <a:rect b="b" l="l" r="r" t="t"/>
              <a:pathLst>
                <a:path extrusionOk="0" h="24" w="24">
                  <a:moveTo>
                    <a:pt x="21" y="1"/>
                  </a:moveTo>
                  <a:lnTo>
                    <a:pt x="1" y="6"/>
                  </a:lnTo>
                  <a:cubicBezTo>
                    <a:pt x="2" y="11"/>
                    <a:pt x="2" y="18"/>
                    <a:pt x="2" y="24"/>
                  </a:cubicBezTo>
                  <a:lnTo>
                    <a:pt x="24" y="24"/>
                  </a:lnTo>
                  <a:cubicBezTo>
                    <a:pt x="24" y="15"/>
                    <a:pt x="22" y="8"/>
                    <a:pt x="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8"/>
            <p:cNvSpPr/>
            <p:nvPr/>
          </p:nvSpPr>
          <p:spPr>
            <a:xfrm>
              <a:off x="7317338" y="1540478"/>
              <a:ext cx="48992" cy="34583"/>
            </a:xfrm>
            <a:custGeom>
              <a:rect b="b" l="l" r="r" t="t"/>
              <a:pathLst>
                <a:path extrusionOk="0" h="60" w="85">
                  <a:moveTo>
                    <a:pt x="1" y="0"/>
                  </a:moveTo>
                  <a:lnTo>
                    <a:pt x="1" y="22"/>
                  </a:lnTo>
                  <a:cubicBezTo>
                    <a:pt x="28" y="22"/>
                    <a:pt x="53" y="37"/>
                    <a:pt x="66" y="60"/>
                  </a:cubicBezTo>
                  <a:lnTo>
                    <a:pt x="84" y="50"/>
                  </a:lnTo>
                  <a:cubicBezTo>
                    <a:pt x="67" y="21"/>
                    <a:pt x="35"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8"/>
            <p:cNvSpPr/>
            <p:nvPr/>
          </p:nvSpPr>
          <p:spPr>
            <a:xfrm>
              <a:off x="7147306" y="1500707"/>
              <a:ext cx="16715" cy="16139"/>
            </a:xfrm>
            <a:custGeom>
              <a:rect b="b" l="l" r="r" t="t"/>
              <a:pathLst>
                <a:path extrusionOk="0" h="28" w="29">
                  <a:moveTo>
                    <a:pt x="8" y="0"/>
                  </a:moveTo>
                  <a:cubicBezTo>
                    <a:pt x="5" y="7"/>
                    <a:pt x="4" y="14"/>
                    <a:pt x="1" y="22"/>
                  </a:cubicBezTo>
                  <a:lnTo>
                    <a:pt x="21" y="27"/>
                  </a:lnTo>
                  <a:cubicBezTo>
                    <a:pt x="23" y="22"/>
                    <a:pt x="25" y="14"/>
                    <a:pt x="28" y="10"/>
                  </a:cubicBezTo>
                  <a:lnTo>
                    <a:pt x="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8"/>
            <p:cNvSpPr/>
            <p:nvPr/>
          </p:nvSpPr>
          <p:spPr>
            <a:xfrm>
              <a:off x="7175549" y="1452868"/>
              <a:ext cx="48992" cy="26513"/>
            </a:xfrm>
            <a:custGeom>
              <a:rect b="b" l="l" r="r" t="t"/>
              <a:pathLst>
                <a:path extrusionOk="0" h="46" w="85">
                  <a:moveTo>
                    <a:pt x="85" y="1"/>
                  </a:moveTo>
                  <a:cubicBezTo>
                    <a:pt x="56" y="2"/>
                    <a:pt x="24" y="11"/>
                    <a:pt x="1" y="30"/>
                  </a:cubicBezTo>
                  <a:lnTo>
                    <a:pt x="14" y="45"/>
                  </a:lnTo>
                  <a:cubicBezTo>
                    <a:pt x="34" y="31"/>
                    <a:pt x="59" y="22"/>
                    <a:pt x="85" y="22"/>
                  </a:cubicBezTo>
                  <a:lnTo>
                    <a:pt x="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8"/>
            <p:cNvSpPr/>
            <p:nvPr/>
          </p:nvSpPr>
          <p:spPr>
            <a:xfrm>
              <a:off x="7158257" y="1478805"/>
              <a:ext cx="17868" cy="17868"/>
            </a:xfrm>
            <a:custGeom>
              <a:rect b="b" l="l" r="r" t="t"/>
              <a:pathLst>
                <a:path extrusionOk="0" h="31" w="31">
                  <a:moveTo>
                    <a:pt x="15" y="0"/>
                  </a:moveTo>
                  <a:lnTo>
                    <a:pt x="11" y="5"/>
                  </a:lnTo>
                  <a:cubicBezTo>
                    <a:pt x="8" y="8"/>
                    <a:pt x="4" y="13"/>
                    <a:pt x="1" y="19"/>
                  </a:cubicBezTo>
                  <a:lnTo>
                    <a:pt x="18" y="31"/>
                  </a:lnTo>
                  <a:cubicBezTo>
                    <a:pt x="22" y="28"/>
                    <a:pt x="24" y="22"/>
                    <a:pt x="27" y="19"/>
                  </a:cubicBezTo>
                  <a:lnTo>
                    <a:pt x="31" y="15"/>
                  </a:lnTo>
                  <a:lnTo>
                    <a:pt x="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8"/>
            <p:cNvSpPr/>
            <p:nvPr/>
          </p:nvSpPr>
          <p:spPr>
            <a:xfrm>
              <a:off x="7192264" y="1558922"/>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8"/>
            <p:cNvSpPr/>
            <p:nvPr/>
          </p:nvSpPr>
          <p:spPr>
            <a:xfrm>
              <a:off x="7130015" y="1558922"/>
              <a:ext cx="50721" cy="12680"/>
            </a:xfrm>
            <a:custGeom>
              <a:rect b="b" l="l" r="r" t="t"/>
              <a:pathLst>
                <a:path extrusionOk="0" h="22" w="88">
                  <a:moveTo>
                    <a:pt x="1" y="0"/>
                  </a:moveTo>
                  <a:lnTo>
                    <a:pt x="1" y="22"/>
                  </a:lnTo>
                  <a:lnTo>
                    <a:pt x="87" y="22"/>
                  </a:lnTo>
                  <a:lnTo>
                    <a:pt x="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8"/>
            <p:cNvSpPr/>
            <p:nvPr/>
          </p:nvSpPr>
          <p:spPr>
            <a:xfrm>
              <a:off x="7133473" y="1584282"/>
              <a:ext cx="42652" cy="13257"/>
            </a:xfrm>
            <a:custGeom>
              <a:rect b="b" l="l" r="r" t="t"/>
              <a:pathLst>
                <a:path extrusionOk="0" h="23" w="74">
                  <a:moveTo>
                    <a:pt x="0" y="1"/>
                  </a:moveTo>
                  <a:lnTo>
                    <a:pt x="0" y="23"/>
                  </a:lnTo>
                  <a:lnTo>
                    <a:pt x="74" y="23"/>
                  </a:lnTo>
                  <a:lnTo>
                    <a:pt x="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8"/>
            <p:cNvSpPr/>
            <p:nvPr/>
          </p:nvSpPr>
          <p:spPr>
            <a:xfrm>
              <a:off x="7187653" y="1584282"/>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8"/>
            <p:cNvSpPr/>
            <p:nvPr/>
          </p:nvSpPr>
          <p:spPr>
            <a:xfrm>
              <a:off x="7135779" y="1611948"/>
              <a:ext cx="64554" cy="13257"/>
            </a:xfrm>
            <a:custGeom>
              <a:rect b="b" l="l" r="r" t="t"/>
              <a:pathLst>
                <a:path extrusionOk="0" h="23" w="112">
                  <a:moveTo>
                    <a:pt x="1" y="1"/>
                  </a:moveTo>
                  <a:lnTo>
                    <a:pt x="1" y="22"/>
                  </a:lnTo>
                  <a:lnTo>
                    <a:pt x="112" y="22"/>
                  </a:lnTo>
                  <a:lnTo>
                    <a:pt x="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8"/>
            <p:cNvSpPr/>
            <p:nvPr/>
          </p:nvSpPr>
          <p:spPr>
            <a:xfrm>
              <a:off x="7140966" y="1639614"/>
              <a:ext cx="66860" cy="12680"/>
            </a:xfrm>
            <a:custGeom>
              <a:rect b="b" l="l" r="r" t="t"/>
              <a:pathLst>
                <a:path extrusionOk="0" h="22" w="116">
                  <a:moveTo>
                    <a:pt x="0" y="0"/>
                  </a:moveTo>
                  <a:lnTo>
                    <a:pt x="0" y="22"/>
                  </a:lnTo>
                  <a:lnTo>
                    <a:pt x="116" y="22"/>
                  </a:lnTo>
                  <a:lnTo>
                    <a:pt x="1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8"/>
            <p:cNvSpPr/>
            <p:nvPr/>
          </p:nvSpPr>
          <p:spPr>
            <a:xfrm>
              <a:off x="7215895" y="1666128"/>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8"/>
            <p:cNvSpPr/>
            <p:nvPr/>
          </p:nvSpPr>
          <p:spPr>
            <a:xfrm>
              <a:off x="7143272" y="1666128"/>
              <a:ext cx="61672" cy="13257"/>
            </a:xfrm>
            <a:custGeom>
              <a:rect b="b" l="l" r="r" t="t"/>
              <a:pathLst>
                <a:path extrusionOk="0" h="23" w="107">
                  <a:moveTo>
                    <a:pt x="1" y="1"/>
                  </a:moveTo>
                  <a:lnTo>
                    <a:pt x="1" y="22"/>
                  </a:lnTo>
                  <a:lnTo>
                    <a:pt x="106" y="22"/>
                  </a:lnTo>
                  <a:lnTo>
                    <a:pt x="1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8"/>
            <p:cNvSpPr/>
            <p:nvPr/>
          </p:nvSpPr>
          <p:spPr>
            <a:xfrm>
              <a:off x="7454515" y="1748550"/>
              <a:ext cx="18444" cy="17868"/>
            </a:xfrm>
            <a:custGeom>
              <a:rect b="b" l="l" r="r" t="t"/>
              <a:pathLst>
                <a:path extrusionOk="0" h="31" w="32">
                  <a:moveTo>
                    <a:pt x="17" y="1"/>
                  </a:moveTo>
                  <a:lnTo>
                    <a:pt x="1" y="15"/>
                  </a:lnTo>
                  <a:lnTo>
                    <a:pt x="15" y="31"/>
                  </a:lnTo>
                  <a:lnTo>
                    <a:pt x="31" y="16"/>
                  </a:lnTo>
                  <a:lnTo>
                    <a:pt x="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8"/>
            <p:cNvSpPr/>
            <p:nvPr/>
          </p:nvSpPr>
          <p:spPr>
            <a:xfrm>
              <a:off x="7425696" y="1716273"/>
              <a:ext cx="30548" cy="32854"/>
            </a:xfrm>
            <a:custGeom>
              <a:rect b="b" l="l" r="r" t="t"/>
              <a:pathLst>
                <a:path extrusionOk="0" h="57" w="53">
                  <a:moveTo>
                    <a:pt x="16" y="0"/>
                  </a:moveTo>
                  <a:lnTo>
                    <a:pt x="0" y="15"/>
                  </a:lnTo>
                  <a:lnTo>
                    <a:pt x="36" y="57"/>
                  </a:lnTo>
                  <a:lnTo>
                    <a:pt x="52" y="42"/>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8"/>
            <p:cNvSpPr/>
            <p:nvPr/>
          </p:nvSpPr>
          <p:spPr>
            <a:xfrm>
              <a:off x="7470654" y="1766994"/>
              <a:ext cx="17868" cy="19020"/>
            </a:xfrm>
            <a:custGeom>
              <a:rect b="b" l="l" r="r" t="t"/>
              <a:pathLst>
                <a:path extrusionOk="0" h="33" w="31">
                  <a:moveTo>
                    <a:pt x="16" y="0"/>
                  </a:moveTo>
                  <a:lnTo>
                    <a:pt x="0" y="15"/>
                  </a:lnTo>
                  <a:lnTo>
                    <a:pt x="15" y="32"/>
                  </a:lnTo>
                  <a:lnTo>
                    <a:pt x="31" y="18"/>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48"/>
          <p:cNvGrpSpPr/>
          <p:nvPr/>
        </p:nvGrpSpPr>
        <p:grpSpPr>
          <a:xfrm>
            <a:off x="6328850" y="3330706"/>
            <a:ext cx="385597" cy="415568"/>
            <a:chOff x="6328850" y="3330706"/>
            <a:chExt cx="385597" cy="415568"/>
          </a:xfrm>
        </p:grpSpPr>
        <p:sp>
          <p:nvSpPr>
            <p:cNvPr id="1894" name="Google Shape;1894;p48"/>
            <p:cNvSpPr/>
            <p:nvPr/>
          </p:nvSpPr>
          <p:spPr>
            <a:xfrm>
              <a:off x="6419918" y="3595840"/>
              <a:ext cx="17868" cy="17291"/>
            </a:xfrm>
            <a:custGeom>
              <a:rect b="b" l="l" r="r" t="t"/>
              <a:pathLst>
                <a:path extrusionOk="0" h="30" w="31">
                  <a:moveTo>
                    <a:pt x="19" y="1"/>
                  </a:moveTo>
                  <a:lnTo>
                    <a:pt x="0" y="11"/>
                  </a:lnTo>
                  <a:cubicBezTo>
                    <a:pt x="0" y="11"/>
                    <a:pt x="0" y="12"/>
                    <a:pt x="3" y="12"/>
                  </a:cubicBezTo>
                  <a:lnTo>
                    <a:pt x="13" y="30"/>
                  </a:lnTo>
                  <a:lnTo>
                    <a:pt x="31" y="17"/>
                  </a:lnTo>
                  <a:cubicBezTo>
                    <a:pt x="28" y="11"/>
                    <a:pt x="25" y="7"/>
                    <a:pt x="21" y="2"/>
                  </a:cubicBezTo>
                  <a:lnTo>
                    <a:pt x="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8"/>
            <p:cNvSpPr/>
            <p:nvPr/>
          </p:nvSpPr>
          <p:spPr>
            <a:xfrm>
              <a:off x="6384182" y="3511112"/>
              <a:ext cx="30548" cy="58791"/>
            </a:xfrm>
            <a:custGeom>
              <a:rect b="b" l="l" r="r" t="t"/>
              <a:pathLst>
                <a:path extrusionOk="0" h="102" w="53">
                  <a:moveTo>
                    <a:pt x="20" y="1"/>
                  </a:moveTo>
                  <a:lnTo>
                    <a:pt x="0" y="6"/>
                  </a:lnTo>
                  <a:cubicBezTo>
                    <a:pt x="7" y="40"/>
                    <a:pt x="18" y="71"/>
                    <a:pt x="32" y="102"/>
                  </a:cubicBezTo>
                  <a:lnTo>
                    <a:pt x="52" y="93"/>
                  </a:lnTo>
                  <a:cubicBezTo>
                    <a:pt x="38" y="64"/>
                    <a:pt x="26" y="34"/>
                    <a:pt x="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8"/>
            <p:cNvSpPr/>
            <p:nvPr/>
          </p:nvSpPr>
          <p:spPr>
            <a:xfrm>
              <a:off x="6434904" y="3614284"/>
              <a:ext cx="49568" cy="48416"/>
            </a:xfrm>
            <a:custGeom>
              <a:rect b="b" l="l" r="r" t="t"/>
              <a:pathLst>
                <a:path extrusionOk="0" h="84" w="86">
                  <a:moveTo>
                    <a:pt x="16" y="1"/>
                  </a:moveTo>
                  <a:lnTo>
                    <a:pt x="0" y="14"/>
                  </a:lnTo>
                  <a:cubicBezTo>
                    <a:pt x="22" y="41"/>
                    <a:pt x="45" y="64"/>
                    <a:pt x="73" y="83"/>
                  </a:cubicBezTo>
                  <a:lnTo>
                    <a:pt x="86" y="67"/>
                  </a:lnTo>
                  <a:cubicBezTo>
                    <a:pt x="60" y="50"/>
                    <a:pt x="38" y="27"/>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8"/>
            <p:cNvSpPr/>
            <p:nvPr/>
          </p:nvSpPr>
          <p:spPr>
            <a:xfrm>
              <a:off x="6408390" y="3575090"/>
              <a:ext cx="17291" cy="15562"/>
            </a:xfrm>
            <a:custGeom>
              <a:rect b="b" l="l" r="r" t="t"/>
              <a:pathLst>
                <a:path extrusionOk="0" h="27" w="30">
                  <a:moveTo>
                    <a:pt x="17" y="1"/>
                  </a:moveTo>
                  <a:lnTo>
                    <a:pt x="0" y="9"/>
                  </a:lnTo>
                  <a:cubicBezTo>
                    <a:pt x="3" y="17"/>
                    <a:pt x="7" y="22"/>
                    <a:pt x="10" y="27"/>
                  </a:cubicBezTo>
                  <a:lnTo>
                    <a:pt x="29" y="17"/>
                  </a:lnTo>
                  <a:cubicBezTo>
                    <a:pt x="25" y="12"/>
                    <a:pt x="20" y="5"/>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8"/>
            <p:cNvSpPr/>
            <p:nvPr/>
          </p:nvSpPr>
          <p:spPr>
            <a:xfrm>
              <a:off x="6604935" y="3596992"/>
              <a:ext cx="16715" cy="17291"/>
            </a:xfrm>
            <a:custGeom>
              <a:rect b="b" l="l" r="r" t="t"/>
              <a:pathLst>
                <a:path extrusionOk="0" h="30" w="29">
                  <a:moveTo>
                    <a:pt x="13" y="0"/>
                  </a:moveTo>
                  <a:cubicBezTo>
                    <a:pt x="9" y="6"/>
                    <a:pt x="6" y="10"/>
                    <a:pt x="0" y="16"/>
                  </a:cubicBezTo>
                  <a:lnTo>
                    <a:pt x="16" y="29"/>
                  </a:lnTo>
                  <a:cubicBezTo>
                    <a:pt x="20" y="23"/>
                    <a:pt x="25" y="16"/>
                    <a:pt x="29" y="10"/>
                  </a:cubicBezTo>
                  <a:lnTo>
                    <a:pt x="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8"/>
            <p:cNvSpPr/>
            <p:nvPr/>
          </p:nvSpPr>
          <p:spPr>
            <a:xfrm>
              <a:off x="6559977" y="3615437"/>
              <a:ext cx="47839" cy="47263"/>
            </a:xfrm>
            <a:custGeom>
              <a:rect b="b" l="l" r="r" t="t"/>
              <a:pathLst>
                <a:path extrusionOk="0" h="82" w="83">
                  <a:moveTo>
                    <a:pt x="66" y="0"/>
                  </a:moveTo>
                  <a:cubicBezTo>
                    <a:pt x="46" y="25"/>
                    <a:pt x="26" y="48"/>
                    <a:pt x="0" y="65"/>
                  </a:cubicBezTo>
                  <a:lnTo>
                    <a:pt x="13" y="81"/>
                  </a:lnTo>
                  <a:cubicBezTo>
                    <a:pt x="38" y="62"/>
                    <a:pt x="62" y="39"/>
                    <a:pt x="82" y="13"/>
                  </a:cubicBezTo>
                  <a:lnTo>
                    <a:pt x="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8"/>
            <p:cNvSpPr/>
            <p:nvPr/>
          </p:nvSpPr>
          <p:spPr>
            <a:xfrm>
              <a:off x="6520784" y="3673651"/>
              <a:ext cx="17291" cy="17291"/>
            </a:xfrm>
            <a:custGeom>
              <a:rect b="b" l="l" r="r" t="t"/>
              <a:pathLst>
                <a:path extrusionOk="0" h="30" w="30">
                  <a:moveTo>
                    <a:pt x="17" y="0"/>
                  </a:moveTo>
                  <a:cubicBezTo>
                    <a:pt x="12" y="5"/>
                    <a:pt x="4" y="7"/>
                    <a:pt x="0" y="12"/>
                  </a:cubicBezTo>
                  <a:lnTo>
                    <a:pt x="9" y="29"/>
                  </a:lnTo>
                  <a:cubicBezTo>
                    <a:pt x="16" y="26"/>
                    <a:pt x="22" y="22"/>
                    <a:pt x="29" y="19"/>
                  </a:cubicBez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8"/>
            <p:cNvSpPr/>
            <p:nvPr/>
          </p:nvSpPr>
          <p:spPr>
            <a:xfrm>
              <a:off x="6541533" y="3660394"/>
              <a:ext cx="17291" cy="17291"/>
            </a:xfrm>
            <a:custGeom>
              <a:rect b="b" l="l" r="r" t="t"/>
              <a:pathLst>
                <a:path extrusionOk="0" h="30" w="30">
                  <a:moveTo>
                    <a:pt x="16" y="0"/>
                  </a:moveTo>
                  <a:lnTo>
                    <a:pt x="0" y="12"/>
                  </a:lnTo>
                  <a:lnTo>
                    <a:pt x="10" y="29"/>
                  </a:lnTo>
                  <a:cubicBezTo>
                    <a:pt x="16" y="26"/>
                    <a:pt x="23" y="22"/>
                    <a:pt x="29" y="16"/>
                  </a:cubicBez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8"/>
            <p:cNvSpPr/>
            <p:nvPr/>
          </p:nvSpPr>
          <p:spPr>
            <a:xfrm>
              <a:off x="6648163" y="3501314"/>
              <a:ext cx="14409" cy="14409"/>
            </a:xfrm>
            <a:custGeom>
              <a:rect b="b" l="l" r="r" t="t"/>
              <a:pathLst>
                <a:path extrusionOk="0" h="25" w="25">
                  <a:moveTo>
                    <a:pt x="5" y="0"/>
                  </a:moveTo>
                  <a:cubicBezTo>
                    <a:pt x="2" y="7"/>
                    <a:pt x="2" y="15"/>
                    <a:pt x="0" y="20"/>
                  </a:cubicBezTo>
                  <a:lnTo>
                    <a:pt x="20" y="25"/>
                  </a:lnTo>
                  <a:cubicBezTo>
                    <a:pt x="22" y="18"/>
                    <a:pt x="25" y="10"/>
                    <a:pt x="25" y="3"/>
                  </a:cubicBez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8"/>
            <p:cNvSpPr/>
            <p:nvPr/>
          </p:nvSpPr>
          <p:spPr>
            <a:xfrm>
              <a:off x="6651045" y="3441947"/>
              <a:ext cx="15562" cy="48992"/>
            </a:xfrm>
            <a:custGeom>
              <a:rect b="b" l="l" r="r" t="t"/>
              <a:pathLst>
                <a:path extrusionOk="0" h="85" w="27">
                  <a:moveTo>
                    <a:pt x="5" y="1"/>
                  </a:moveTo>
                  <a:lnTo>
                    <a:pt x="5" y="2"/>
                  </a:lnTo>
                  <a:lnTo>
                    <a:pt x="5" y="30"/>
                  </a:lnTo>
                  <a:cubicBezTo>
                    <a:pt x="5" y="47"/>
                    <a:pt x="2" y="66"/>
                    <a:pt x="1" y="83"/>
                  </a:cubicBezTo>
                  <a:lnTo>
                    <a:pt x="23" y="84"/>
                  </a:lnTo>
                  <a:cubicBezTo>
                    <a:pt x="24" y="67"/>
                    <a:pt x="27" y="47"/>
                    <a:pt x="27" y="27"/>
                  </a:cubicBezTo>
                  <a:lnTo>
                    <a:pt x="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8"/>
            <p:cNvSpPr/>
            <p:nvPr/>
          </p:nvSpPr>
          <p:spPr>
            <a:xfrm>
              <a:off x="6642399" y="3525522"/>
              <a:ext cx="14409" cy="15562"/>
            </a:xfrm>
            <a:custGeom>
              <a:rect b="b" l="l" r="r" t="t"/>
              <a:pathLst>
                <a:path extrusionOk="0" h="27" w="25">
                  <a:moveTo>
                    <a:pt x="6" y="0"/>
                  </a:moveTo>
                  <a:cubicBezTo>
                    <a:pt x="3" y="6"/>
                    <a:pt x="1" y="12"/>
                    <a:pt x="0" y="19"/>
                  </a:cubicBezTo>
                  <a:lnTo>
                    <a:pt x="20" y="26"/>
                  </a:lnTo>
                  <a:cubicBezTo>
                    <a:pt x="22" y="19"/>
                    <a:pt x="23" y="12"/>
                    <a:pt x="25" y="6"/>
                  </a:cubicBez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8"/>
            <p:cNvSpPr/>
            <p:nvPr/>
          </p:nvSpPr>
          <p:spPr>
            <a:xfrm>
              <a:off x="6519055" y="3383156"/>
              <a:ext cx="73776" cy="38617"/>
            </a:xfrm>
            <a:custGeom>
              <a:rect b="b" l="l" r="r" t="t"/>
              <a:pathLst>
                <a:path extrusionOk="0" h="67" w="128">
                  <a:moveTo>
                    <a:pt x="7" y="0"/>
                  </a:moveTo>
                  <a:lnTo>
                    <a:pt x="0" y="20"/>
                  </a:lnTo>
                  <a:lnTo>
                    <a:pt x="120" y="67"/>
                  </a:lnTo>
                  <a:lnTo>
                    <a:pt x="127" y="46"/>
                  </a:lnTo>
                  <a:lnTo>
                    <a:pt x="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8"/>
            <p:cNvSpPr/>
            <p:nvPr/>
          </p:nvSpPr>
          <p:spPr>
            <a:xfrm>
              <a:off x="6599748" y="3414857"/>
              <a:ext cx="15562" cy="16139"/>
            </a:xfrm>
            <a:custGeom>
              <a:rect b="b" l="l" r="r" t="t"/>
              <a:pathLst>
                <a:path extrusionOk="0" h="28" w="27">
                  <a:moveTo>
                    <a:pt x="8" y="0"/>
                  </a:moveTo>
                  <a:lnTo>
                    <a:pt x="0" y="20"/>
                  </a:lnTo>
                  <a:lnTo>
                    <a:pt x="19" y="27"/>
                  </a:lnTo>
                  <a:lnTo>
                    <a:pt x="26" y="7"/>
                  </a:lnTo>
                  <a:lnTo>
                    <a:pt x="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8"/>
            <p:cNvSpPr/>
            <p:nvPr/>
          </p:nvSpPr>
          <p:spPr>
            <a:xfrm>
              <a:off x="6460841" y="3402177"/>
              <a:ext cx="16139" cy="16139"/>
            </a:xfrm>
            <a:custGeom>
              <a:rect b="b" l="l" r="r" t="t"/>
              <a:pathLst>
                <a:path extrusionOk="0" h="28" w="28">
                  <a:moveTo>
                    <a:pt x="20" y="0"/>
                  </a:moveTo>
                  <a:lnTo>
                    <a:pt x="0" y="8"/>
                  </a:lnTo>
                  <a:lnTo>
                    <a:pt x="7" y="28"/>
                  </a:lnTo>
                  <a:lnTo>
                    <a:pt x="28" y="21"/>
                  </a:lnTo>
                  <a:lnTo>
                    <a:pt x="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8"/>
            <p:cNvSpPr/>
            <p:nvPr/>
          </p:nvSpPr>
          <p:spPr>
            <a:xfrm>
              <a:off x="6381300" y="3410246"/>
              <a:ext cx="74353" cy="38041"/>
            </a:xfrm>
            <a:custGeom>
              <a:rect b="b" l="l" r="r" t="t"/>
              <a:pathLst>
                <a:path extrusionOk="0" h="66" w="129">
                  <a:moveTo>
                    <a:pt x="121" y="1"/>
                  </a:moveTo>
                  <a:lnTo>
                    <a:pt x="1" y="46"/>
                  </a:lnTo>
                  <a:lnTo>
                    <a:pt x="8" y="66"/>
                  </a:lnTo>
                  <a:lnTo>
                    <a:pt x="128" y="21"/>
                  </a:lnTo>
                  <a:lnTo>
                    <a:pt x="1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8"/>
            <p:cNvSpPr/>
            <p:nvPr/>
          </p:nvSpPr>
          <p:spPr>
            <a:xfrm>
              <a:off x="6328850" y="3330706"/>
              <a:ext cx="385597" cy="415568"/>
            </a:xfrm>
            <a:custGeom>
              <a:rect b="b" l="l" r="r" t="t"/>
              <a:pathLst>
                <a:path extrusionOk="0" h="721" w="669">
                  <a:moveTo>
                    <a:pt x="335" y="23"/>
                  </a:moveTo>
                  <a:lnTo>
                    <a:pt x="648" y="145"/>
                  </a:lnTo>
                  <a:lnTo>
                    <a:pt x="648" y="223"/>
                  </a:lnTo>
                  <a:cubicBezTo>
                    <a:pt x="648" y="429"/>
                    <a:pt x="525" y="615"/>
                    <a:pt x="335" y="696"/>
                  </a:cubicBezTo>
                  <a:cubicBezTo>
                    <a:pt x="142" y="615"/>
                    <a:pt x="20" y="429"/>
                    <a:pt x="20" y="223"/>
                  </a:cubicBezTo>
                  <a:lnTo>
                    <a:pt x="20" y="145"/>
                  </a:lnTo>
                  <a:lnTo>
                    <a:pt x="335" y="23"/>
                  </a:lnTo>
                  <a:close/>
                  <a:moveTo>
                    <a:pt x="336" y="0"/>
                  </a:moveTo>
                  <a:lnTo>
                    <a:pt x="1" y="129"/>
                  </a:lnTo>
                  <a:lnTo>
                    <a:pt x="1" y="223"/>
                  </a:lnTo>
                  <a:cubicBezTo>
                    <a:pt x="1" y="328"/>
                    <a:pt x="31" y="432"/>
                    <a:pt x="90" y="520"/>
                  </a:cubicBezTo>
                  <a:cubicBezTo>
                    <a:pt x="150" y="608"/>
                    <a:pt x="233" y="678"/>
                    <a:pt x="330" y="718"/>
                  </a:cubicBezTo>
                  <a:lnTo>
                    <a:pt x="335" y="721"/>
                  </a:lnTo>
                  <a:lnTo>
                    <a:pt x="337" y="718"/>
                  </a:lnTo>
                  <a:cubicBezTo>
                    <a:pt x="436" y="678"/>
                    <a:pt x="521" y="608"/>
                    <a:pt x="579" y="520"/>
                  </a:cubicBezTo>
                  <a:cubicBezTo>
                    <a:pt x="638" y="432"/>
                    <a:pt x="668" y="328"/>
                    <a:pt x="668" y="223"/>
                  </a:cubicBezTo>
                  <a:lnTo>
                    <a:pt x="668" y="129"/>
                  </a:lnTo>
                  <a:lnTo>
                    <a:pt x="3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8"/>
            <p:cNvSpPr/>
            <p:nvPr/>
          </p:nvSpPr>
          <p:spPr>
            <a:xfrm>
              <a:off x="6354211" y="3356067"/>
              <a:ext cx="337757" cy="361965"/>
            </a:xfrm>
            <a:custGeom>
              <a:rect b="b" l="l" r="r" t="t"/>
              <a:pathLst>
                <a:path extrusionOk="0" h="628" w="586">
                  <a:moveTo>
                    <a:pt x="292" y="24"/>
                  </a:moveTo>
                  <a:lnTo>
                    <a:pt x="564" y="129"/>
                  </a:lnTo>
                  <a:lnTo>
                    <a:pt x="564" y="179"/>
                  </a:lnTo>
                  <a:cubicBezTo>
                    <a:pt x="564" y="272"/>
                    <a:pt x="536" y="362"/>
                    <a:pt x="484" y="441"/>
                  </a:cubicBezTo>
                  <a:cubicBezTo>
                    <a:pt x="436" y="514"/>
                    <a:pt x="370" y="570"/>
                    <a:pt x="292" y="608"/>
                  </a:cubicBezTo>
                  <a:cubicBezTo>
                    <a:pt x="214" y="571"/>
                    <a:pt x="148" y="514"/>
                    <a:pt x="101" y="441"/>
                  </a:cubicBezTo>
                  <a:cubicBezTo>
                    <a:pt x="48" y="363"/>
                    <a:pt x="22" y="272"/>
                    <a:pt x="22" y="179"/>
                  </a:cubicBezTo>
                  <a:lnTo>
                    <a:pt x="22" y="129"/>
                  </a:lnTo>
                  <a:lnTo>
                    <a:pt x="292" y="24"/>
                  </a:lnTo>
                  <a:close/>
                  <a:moveTo>
                    <a:pt x="292" y="1"/>
                  </a:moveTo>
                  <a:lnTo>
                    <a:pt x="0" y="114"/>
                  </a:lnTo>
                  <a:lnTo>
                    <a:pt x="0" y="176"/>
                  </a:lnTo>
                  <a:cubicBezTo>
                    <a:pt x="0" y="274"/>
                    <a:pt x="29" y="369"/>
                    <a:pt x="83" y="450"/>
                  </a:cubicBezTo>
                  <a:cubicBezTo>
                    <a:pt x="133" y="527"/>
                    <a:pt x="204" y="587"/>
                    <a:pt x="289" y="625"/>
                  </a:cubicBezTo>
                  <a:lnTo>
                    <a:pt x="292" y="628"/>
                  </a:lnTo>
                  <a:lnTo>
                    <a:pt x="296" y="625"/>
                  </a:lnTo>
                  <a:cubicBezTo>
                    <a:pt x="379" y="587"/>
                    <a:pt x="449" y="527"/>
                    <a:pt x="501" y="450"/>
                  </a:cubicBezTo>
                  <a:cubicBezTo>
                    <a:pt x="556" y="369"/>
                    <a:pt x="585" y="274"/>
                    <a:pt x="585" y="176"/>
                  </a:cubicBezTo>
                  <a:lnTo>
                    <a:pt x="585" y="114"/>
                  </a:lnTo>
                  <a:lnTo>
                    <a:pt x="2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8"/>
            <p:cNvSpPr/>
            <p:nvPr/>
          </p:nvSpPr>
          <p:spPr>
            <a:xfrm>
              <a:off x="6464875" y="3460391"/>
              <a:ext cx="115276" cy="111241"/>
            </a:xfrm>
            <a:custGeom>
              <a:rect b="b" l="l" r="r" t="t"/>
              <a:pathLst>
                <a:path extrusionOk="0" h="193" w="200">
                  <a:moveTo>
                    <a:pt x="100" y="50"/>
                  </a:moveTo>
                  <a:lnTo>
                    <a:pt x="116" y="83"/>
                  </a:lnTo>
                  <a:lnTo>
                    <a:pt x="155" y="89"/>
                  </a:lnTo>
                  <a:lnTo>
                    <a:pt x="127" y="116"/>
                  </a:lnTo>
                  <a:lnTo>
                    <a:pt x="135" y="154"/>
                  </a:lnTo>
                  <a:lnTo>
                    <a:pt x="135" y="154"/>
                  </a:lnTo>
                  <a:lnTo>
                    <a:pt x="100" y="136"/>
                  </a:lnTo>
                  <a:lnTo>
                    <a:pt x="65" y="154"/>
                  </a:lnTo>
                  <a:lnTo>
                    <a:pt x="73" y="116"/>
                  </a:lnTo>
                  <a:lnTo>
                    <a:pt x="47" y="89"/>
                  </a:lnTo>
                  <a:lnTo>
                    <a:pt x="84" y="83"/>
                  </a:lnTo>
                  <a:lnTo>
                    <a:pt x="100" y="50"/>
                  </a:lnTo>
                  <a:close/>
                  <a:moveTo>
                    <a:pt x="100" y="0"/>
                  </a:moveTo>
                  <a:lnTo>
                    <a:pt x="70" y="64"/>
                  </a:lnTo>
                  <a:lnTo>
                    <a:pt x="0" y="74"/>
                  </a:lnTo>
                  <a:lnTo>
                    <a:pt x="51" y="123"/>
                  </a:lnTo>
                  <a:lnTo>
                    <a:pt x="38" y="193"/>
                  </a:lnTo>
                  <a:lnTo>
                    <a:pt x="38" y="193"/>
                  </a:lnTo>
                  <a:lnTo>
                    <a:pt x="100" y="159"/>
                  </a:lnTo>
                  <a:lnTo>
                    <a:pt x="161" y="193"/>
                  </a:lnTo>
                  <a:lnTo>
                    <a:pt x="149" y="123"/>
                  </a:lnTo>
                  <a:lnTo>
                    <a:pt x="200" y="74"/>
                  </a:lnTo>
                  <a:lnTo>
                    <a:pt x="130" y="64"/>
                  </a:lnTo>
                  <a:lnTo>
                    <a:pt x="1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8"/>
            <p:cNvSpPr/>
            <p:nvPr/>
          </p:nvSpPr>
          <p:spPr>
            <a:xfrm>
              <a:off x="6434904" y="3432725"/>
              <a:ext cx="175219" cy="175795"/>
            </a:xfrm>
            <a:custGeom>
              <a:rect b="b" l="l" r="r" t="t"/>
              <a:pathLst>
                <a:path extrusionOk="0" h="305" w="304">
                  <a:moveTo>
                    <a:pt x="152" y="25"/>
                  </a:moveTo>
                  <a:cubicBezTo>
                    <a:pt x="224" y="25"/>
                    <a:pt x="282" y="83"/>
                    <a:pt x="282" y="155"/>
                  </a:cubicBezTo>
                  <a:cubicBezTo>
                    <a:pt x="282" y="226"/>
                    <a:pt x="223" y="285"/>
                    <a:pt x="152" y="285"/>
                  </a:cubicBezTo>
                  <a:cubicBezTo>
                    <a:pt x="80" y="285"/>
                    <a:pt x="22" y="228"/>
                    <a:pt x="22" y="155"/>
                  </a:cubicBezTo>
                  <a:cubicBezTo>
                    <a:pt x="22" y="83"/>
                    <a:pt x="80" y="25"/>
                    <a:pt x="152" y="25"/>
                  </a:cubicBezTo>
                  <a:close/>
                  <a:moveTo>
                    <a:pt x="152" y="1"/>
                  </a:moveTo>
                  <a:cubicBezTo>
                    <a:pt x="70" y="1"/>
                    <a:pt x="0" y="70"/>
                    <a:pt x="0" y="152"/>
                  </a:cubicBezTo>
                  <a:cubicBezTo>
                    <a:pt x="0" y="236"/>
                    <a:pt x="70" y="304"/>
                    <a:pt x="152" y="304"/>
                  </a:cubicBezTo>
                  <a:cubicBezTo>
                    <a:pt x="236" y="304"/>
                    <a:pt x="304" y="236"/>
                    <a:pt x="304" y="152"/>
                  </a:cubicBezTo>
                  <a:cubicBezTo>
                    <a:pt x="304" y="70"/>
                    <a:pt x="236" y="1"/>
                    <a:pt x="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48"/>
          <p:cNvGrpSpPr/>
          <p:nvPr/>
        </p:nvGrpSpPr>
        <p:grpSpPr>
          <a:xfrm>
            <a:off x="6313288" y="2654615"/>
            <a:ext cx="416145" cy="414992"/>
            <a:chOff x="6313288" y="2654615"/>
            <a:chExt cx="416145" cy="414992"/>
          </a:xfrm>
        </p:grpSpPr>
        <p:sp>
          <p:nvSpPr>
            <p:cNvPr id="1914" name="Google Shape;1914;p48"/>
            <p:cNvSpPr/>
            <p:nvPr/>
          </p:nvSpPr>
          <p:spPr>
            <a:xfrm>
              <a:off x="6313288" y="2654615"/>
              <a:ext cx="358507" cy="360236"/>
            </a:xfrm>
            <a:custGeom>
              <a:rect b="b" l="l" r="r" t="t"/>
              <a:pathLst>
                <a:path extrusionOk="0" h="625" w="622">
                  <a:moveTo>
                    <a:pt x="304" y="30"/>
                  </a:moveTo>
                  <a:lnTo>
                    <a:pt x="321" y="48"/>
                  </a:lnTo>
                  <a:lnTo>
                    <a:pt x="169" y="200"/>
                  </a:lnTo>
                  <a:lnTo>
                    <a:pt x="152" y="182"/>
                  </a:lnTo>
                  <a:lnTo>
                    <a:pt x="304" y="30"/>
                  </a:lnTo>
                  <a:close/>
                  <a:moveTo>
                    <a:pt x="325" y="75"/>
                  </a:moveTo>
                  <a:lnTo>
                    <a:pt x="552" y="302"/>
                  </a:lnTo>
                  <a:lnTo>
                    <a:pt x="421" y="435"/>
                  </a:lnTo>
                  <a:lnTo>
                    <a:pt x="194" y="207"/>
                  </a:lnTo>
                  <a:lnTo>
                    <a:pt x="325" y="75"/>
                  </a:lnTo>
                  <a:close/>
                  <a:moveTo>
                    <a:pt x="577" y="306"/>
                  </a:moveTo>
                  <a:lnTo>
                    <a:pt x="594" y="324"/>
                  </a:lnTo>
                  <a:lnTo>
                    <a:pt x="442" y="475"/>
                  </a:lnTo>
                  <a:lnTo>
                    <a:pt x="425" y="458"/>
                  </a:lnTo>
                  <a:lnTo>
                    <a:pt x="577" y="306"/>
                  </a:lnTo>
                  <a:close/>
                  <a:moveTo>
                    <a:pt x="272" y="317"/>
                  </a:moveTo>
                  <a:lnTo>
                    <a:pt x="308" y="353"/>
                  </a:lnTo>
                  <a:lnTo>
                    <a:pt x="68" y="592"/>
                  </a:lnTo>
                  <a:lnTo>
                    <a:pt x="32" y="556"/>
                  </a:lnTo>
                  <a:lnTo>
                    <a:pt x="272" y="317"/>
                  </a:lnTo>
                  <a:close/>
                  <a:moveTo>
                    <a:pt x="304" y="0"/>
                  </a:moveTo>
                  <a:lnTo>
                    <a:pt x="120" y="184"/>
                  </a:lnTo>
                  <a:lnTo>
                    <a:pt x="168" y="230"/>
                  </a:lnTo>
                  <a:lnTo>
                    <a:pt x="175" y="223"/>
                  </a:lnTo>
                  <a:lnTo>
                    <a:pt x="255" y="302"/>
                  </a:lnTo>
                  <a:lnTo>
                    <a:pt x="0" y="556"/>
                  </a:lnTo>
                  <a:lnTo>
                    <a:pt x="67" y="624"/>
                  </a:lnTo>
                  <a:lnTo>
                    <a:pt x="321" y="369"/>
                  </a:lnTo>
                  <a:lnTo>
                    <a:pt x="401" y="448"/>
                  </a:lnTo>
                  <a:lnTo>
                    <a:pt x="392" y="458"/>
                  </a:lnTo>
                  <a:lnTo>
                    <a:pt x="438" y="504"/>
                  </a:lnTo>
                  <a:lnTo>
                    <a:pt x="622" y="322"/>
                  </a:lnTo>
                  <a:lnTo>
                    <a:pt x="577" y="278"/>
                  </a:lnTo>
                  <a:lnTo>
                    <a:pt x="567" y="286"/>
                  </a:lnTo>
                  <a:lnTo>
                    <a:pt x="340" y="58"/>
                  </a:lnTo>
                  <a:lnTo>
                    <a:pt x="350" y="48"/>
                  </a:lnTo>
                  <a:lnTo>
                    <a:pt x="3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8"/>
            <p:cNvSpPr/>
            <p:nvPr/>
          </p:nvSpPr>
          <p:spPr>
            <a:xfrm>
              <a:off x="6472368" y="2984303"/>
              <a:ext cx="257064" cy="85304"/>
            </a:xfrm>
            <a:custGeom>
              <a:rect b="b" l="l" r="r" t="t"/>
              <a:pathLst>
                <a:path extrusionOk="0" h="148" w="446">
                  <a:moveTo>
                    <a:pt x="389" y="20"/>
                  </a:moveTo>
                  <a:lnTo>
                    <a:pt x="389" y="84"/>
                  </a:lnTo>
                  <a:lnTo>
                    <a:pt x="58" y="84"/>
                  </a:lnTo>
                  <a:lnTo>
                    <a:pt x="58" y="20"/>
                  </a:lnTo>
                  <a:close/>
                  <a:moveTo>
                    <a:pt x="424" y="104"/>
                  </a:moveTo>
                  <a:lnTo>
                    <a:pt x="424" y="126"/>
                  </a:lnTo>
                  <a:lnTo>
                    <a:pt x="22" y="126"/>
                  </a:lnTo>
                  <a:lnTo>
                    <a:pt x="22" y="104"/>
                  </a:lnTo>
                  <a:close/>
                  <a:moveTo>
                    <a:pt x="36" y="0"/>
                  </a:moveTo>
                  <a:lnTo>
                    <a:pt x="36" y="84"/>
                  </a:lnTo>
                  <a:lnTo>
                    <a:pt x="0" y="84"/>
                  </a:lnTo>
                  <a:lnTo>
                    <a:pt x="0" y="148"/>
                  </a:lnTo>
                  <a:lnTo>
                    <a:pt x="445" y="148"/>
                  </a:lnTo>
                  <a:lnTo>
                    <a:pt x="445" y="84"/>
                  </a:lnTo>
                  <a:lnTo>
                    <a:pt x="411" y="84"/>
                  </a:lnTo>
                  <a:lnTo>
                    <a:pt x="4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8"/>
            <p:cNvSpPr/>
            <p:nvPr/>
          </p:nvSpPr>
          <p:spPr>
            <a:xfrm>
              <a:off x="6547297" y="2784300"/>
              <a:ext cx="17291" cy="17291"/>
            </a:xfrm>
            <a:custGeom>
              <a:rect b="b" l="l" r="r" t="t"/>
              <a:pathLst>
                <a:path extrusionOk="0" h="30" w="30">
                  <a:moveTo>
                    <a:pt x="15" y="1"/>
                  </a:moveTo>
                  <a:lnTo>
                    <a:pt x="0" y="15"/>
                  </a:lnTo>
                  <a:lnTo>
                    <a:pt x="15" y="29"/>
                  </a:lnTo>
                  <a:lnTo>
                    <a:pt x="29" y="15"/>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8"/>
            <p:cNvSpPr/>
            <p:nvPr/>
          </p:nvSpPr>
          <p:spPr>
            <a:xfrm>
              <a:off x="6530582" y="2765856"/>
              <a:ext cx="17291" cy="17291"/>
            </a:xfrm>
            <a:custGeom>
              <a:rect b="b" l="l" r="r" t="t"/>
              <a:pathLst>
                <a:path extrusionOk="0" h="30" w="30">
                  <a:moveTo>
                    <a:pt x="15" y="1"/>
                  </a:moveTo>
                  <a:lnTo>
                    <a:pt x="0" y="15"/>
                  </a:lnTo>
                  <a:lnTo>
                    <a:pt x="15" y="30"/>
                  </a:lnTo>
                  <a:lnTo>
                    <a:pt x="29" y="15"/>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8"/>
            <p:cNvSpPr/>
            <p:nvPr/>
          </p:nvSpPr>
          <p:spPr>
            <a:xfrm>
              <a:off x="6564589" y="2799862"/>
              <a:ext cx="38041" cy="39194"/>
            </a:xfrm>
            <a:custGeom>
              <a:rect b="b" l="l" r="r" t="t"/>
              <a:pathLst>
                <a:path extrusionOk="0" h="68" w="66">
                  <a:moveTo>
                    <a:pt x="15" y="1"/>
                  </a:moveTo>
                  <a:lnTo>
                    <a:pt x="1" y="15"/>
                  </a:lnTo>
                  <a:lnTo>
                    <a:pt x="51" y="67"/>
                  </a:lnTo>
                  <a:lnTo>
                    <a:pt x="66" y="52"/>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8"/>
            <p:cNvSpPr/>
            <p:nvPr/>
          </p:nvSpPr>
          <p:spPr>
            <a:xfrm>
              <a:off x="6489659" y="2724933"/>
              <a:ext cx="40923" cy="40923"/>
            </a:xfrm>
            <a:custGeom>
              <a:rect b="b" l="l" r="r" t="t"/>
              <a:pathLst>
                <a:path extrusionOk="0" h="71" w="71">
                  <a:moveTo>
                    <a:pt x="15" y="1"/>
                  </a:moveTo>
                  <a:lnTo>
                    <a:pt x="1" y="17"/>
                  </a:lnTo>
                  <a:lnTo>
                    <a:pt x="56" y="70"/>
                  </a:lnTo>
                  <a:lnTo>
                    <a:pt x="70" y="56"/>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8"/>
            <p:cNvSpPr/>
            <p:nvPr/>
          </p:nvSpPr>
          <p:spPr>
            <a:xfrm>
              <a:off x="6565741" y="2839056"/>
              <a:ext cx="17291" cy="17291"/>
            </a:xfrm>
            <a:custGeom>
              <a:rect b="b" l="l" r="r" t="t"/>
              <a:pathLst>
                <a:path extrusionOk="0" h="30" w="30">
                  <a:moveTo>
                    <a:pt x="15" y="1"/>
                  </a:moveTo>
                  <a:lnTo>
                    <a:pt x="0" y="15"/>
                  </a:lnTo>
                  <a:lnTo>
                    <a:pt x="15" y="30"/>
                  </a:lnTo>
                  <a:lnTo>
                    <a:pt x="29" y="15"/>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8"/>
            <p:cNvSpPr/>
            <p:nvPr/>
          </p:nvSpPr>
          <p:spPr>
            <a:xfrm>
              <a:off x="6471215" y="2744530"/>
              <a:ext cx="17291" cy="17291"/>
            </a:xfrm>
            <a:custGeom>
              <a:rect b="b" l="l" r="r" t="t"/>
              <a:pathLst>
                <a:path extrusionOk="0" h="30" w="30">
                  <a:moveTo>
                    <a:pt x="15" y="0"/>
                  </a:moveTo>
                  <a:lnTo>
                    <a:pt x="1" y="15"/>
                  </a:lnTo>
                  <a:lnTo>
                    <a:pt x="15" y="29"/>
                  </a:lnTo>
                  <a:lnTo>
                    <a:pt x="30" y="15"/>
                  </a:lnTo>
                  <a:lnTo>
                    <a:pt x="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8"/>
            <p:cNvSpPr/>
            <p:nvPr/>
          </p:nvSpPr>
          <p:spPr>
            <a:xfrm>
              <a:off x="6489083" y="2761821"/>
              <a:ext cx="77235" cy="77811"/>
            </a:xfrm>
            <a:custGeom>
              <a:rect b="b" l="l" r="r" t="t"/>
              <a:pathLst>
                <a:path extrusionOk="0" h="135" w="134">
                  <a:moveTo>
                    <a:pt x="15" y="1"/>
                  </a:moveTo>
                  <a:lnTo>
                    <a:pt x="0" y="15"/>
                  </a:lnTo>
                  <a:lnTo>
                    <a:pt x="120" y="135"/>
                  </a:lnTo>
                  <a:lnTo>
                    <a:pt x="133" y="120"/>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8"/>
            <p:cNvSpPr/>
            <p:nvPr/>
          </p:nvSpPr>
          <p:spPr>
            <a:xfrm>
              <a:off x="6530582" y="2840785"/>
              <a:ext cx="17291" cy="17291"/>
            </a:xfrm>
            <a:custGeom>
              <a:rect b="b" l="l" r="r" t="t"/>
              <a:pathLst>
                <a:path extrusionOk="0" h="30" w="30">
                  <a:moveTo>
                    <a:pt x="15" y="1"/>
                  </a:moveTo>
                  <a:lnTo>
                    <a:pt x="0" y="15"/>
                  </a:lnTo>
                  <a:lnTo>
                    <a:pt x="15" y="30"/>
                  </a:lnTo>
                  <a:lnTo>
                    <a:pt x="29" y="15"/>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8"/>
            <p:cNvSpPr/>
            <p:nvPr/>
          </p:nvSpPr>
          <p:spPr>
            <a:xfrm>
              <a:off x="6547297" y="2857500"/>
              <a:ext cx="17291" cy="17291"/>
            </a:xfrm>
            <a:custGeom>
              <a:rect b="b" l="l" r="r" t="t"/>
              <a:pathLst>
                <a:path extrusionOk="0" h="30" w="30">
                  <a:moveTo>
                    <a:pt x="15" y="1"/>
                  </a:moveTo>
                  <a:lnTo>
                    <a:pt x="0" y="15"/>
                  </a:lnTo>
                  <a:lnTo>
                    <a:pt x="15" y="30"/>
                  </a:lnTo>
                  <a:lnTo>
                    <a:pt x="29" y="15"/>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8"/>
            <p:cNvSpPr/>
            <p:nvPr/>
          </p:nvSpPr>
          <p:spPr>
            <a:xfrm>
              <a:off x="6452195" y="2763551"/>
              <a:ext cx="78387" cy="77235"/>
            </a:xfrm>
            <a:custGeom>
              <a:rect b="b" l="l" r="r" t="t"/>
              <a:pathLst>
                <a:path extrusionOk="0" h="134" w="136">
                  <a:moveTo>
                    <a:pt x="15" y="0"/>
                  </a:moveTo>
                  <a:lnTo>
                    <a:pt x="1" y="15"/>
                  </a:lnTo>
                  <a:lnTo>
                    <a:pt x="121" y="133"/>
                  </a:lnTo>
                  <a:lnTo>
                    <a:pt x="135" y="119"/>
                  </a:lnTo>
                  <a:lnTo>
                    <a:pt x="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8"/>
            <p:cNvSpPr/>
            <p:nvPr/>
          </p:nvSpPr>
          <p:spPr>
            <a:xfrm>
              <a:off x="6525395" y="3009087"/>
              <a:ext cx="41499" cy="13257"/>
            </a:xfrm>
            <a:custGeom>
              <a:rect b="b" l="l" r="r" t="t"/>
              <a:pathLst>
                <a:path extrusionOk="0" h="23" w="72">
                  <a:moveTo>
                    <a:pt x="1" y="1"/>
                  </a:moveTo>
                  <a:lnTo>
                    <a:pt x="1" y="22"/>
                  </a:lnTo>
                  <a:lnTo>
                    <a:pt x="72" y="22"/>
                  </a:lnTo>
                  <a:lnTo>
                    <a:pt x="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8"/>
            <p:cNvSpPr/>
            <p:nvPr/>
          </p:nvSpPr>
          <p:spPr>
            <a:xfrm>
              <a:off x="6578998" y="3009087"/>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48"/>
          <p:cNvGrpSpPr/>
          <p:nvPr/>
        </p:nvGrpSpPr>
        <p:grpSpPr>
          <a:xfrm>
            <a:off x="6313864" y="2029822"/>
            <a:ext cx="416145" cy="415568"/>
            <a:chOff x="6313864" y="2029822"/>
            <a:chExt cx="416145" cy="415568"/>
          </a:xfrm>
        </p:grpSpPr>
        <p:sp>
          <p:nvSpPr>
            <p:cNvPr id="1929" name="Google Shape;1929;p48"/>
            <p:cNvSpPr/>
            <p:nvPr/>
          </p:nvSpPr>
          <p:spPr>
            <a:xfrm>
              <a:off x="6313864" y="2029822"/>
              <a:ext cx="416145" cy="415568"/>
            </a:xfrm>
            <a:custGeom>
              <a:rect b="b" l="l" r="r" t="t"/>
              <a:pathLst>
                <a:path extrusionOk="0" h="721" w="722">
                  <a:moveTo>
                    <a:pt x="362" y="20"/>
                  </a:moveTo>
                  <a:cubicBezTo>
                    <a:pt x="550" y="20"/>
                    <a:pt x="702" y="171"/>
                    <a:pt x="702" y="359"/>
                  </a:cubicBezTo>
                  <a:cubicBezTo>
                    <a:pt x="700" y="547"/>
                    <a:pt x="548" y="698"/>
                    <a:pt x="362" y="698"/>
                  </a:cubicBezTo>
                  <a:cubicBezTo>
                    <a:pt x="176" y="698"/>
                    <a:pt x="23" y="547"/>
                    <a:pt x="23" y="359"/>
                  </a:cubicBezTo>
                  <a:cubicBezTo>
                    <a:pt x="23" y="173"/>
                    <a:pt x="174" y="20"/>
                    <a:pt x="362" y="20"/>
                  </a:cubicBezTo>
                  <a:close/>
                  <a:moveTo>
                    <a:pt x="361" y="1"/>
                  </a:moveTo>
                  <a:cubicBezTo>
                    <a:pt x="264" y="1"/>
                    <a:pt x="174" y="40"/>
                    <a:pt x="106" y="106"/>
                  </a:cubicBezTo>
                  <a:cubicBezTo>
                    <a:pt x="37" y="173"/>
                    <a:pt x="1" y="265"/>
                    <a:pt x="1" y="360"/>
                  </a:cubicBezTo>
                  <a:cubicBezTo>
                    <a:pt x="1" y="457"/>
                    <a:pt x="38" y="547"/>
                    <a:pt x="106" y="616"/>
                  </a:cubicBezTo>
                  <a:cubicBezTo>
                    <a:pt x="174" y="684"/>
                    <a:pt x="264" y="720"/>
                    <a:pt x="361" y="720"/>
                  </a:cubicBezTo>
                  <a:cubicBezTo>
                    <a:pt x="456" y="720"/>
                    <a:pt x="545" y="683"/>
                    <a:pt x="615" y="616"/>
                  </a:cubicBezTo>
                  <a:cubicBezTo>
                    <a:pt x="684" y="547"/>
                    <a:pt x="720" y="457"/>
                    <a:pt x="720" y="360"/>
                  </a:cubicBezTo>
                  <a:cubicBezTo>
                    <a:pt x="722" y="264"/>
                    <a:pt x="684" y="173"/>
                    <a:pt x="615" y="106"/>
                  </a:cubicBezTo>
                  <a:cubicBezTo>
                    <a:pt x="547" y="37"/>
                    <a:pt x="456" y="1"/>
                    <a:pt x="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8"/>
            <p:cNvSpPr/>
            <p:nvPr/>
          </p:nvSpPr>
          <p:spPr>
            <a:xfrm>
              <a:off x="6369197" y="2098411"/>
              <a:ext cx="306056" cy="280119"/>
            </a:xfrm>
            <a:custGeom>
              <a:rect b="b" l="l" r="r" t="t"/>
              <a:pathLst>
                <a:path extrusionOk="0" h="486" w="531">
                  <a:moveTo>
                    <a:pt x="205" y="29"/>
                  </a:moveTo>
                  <a:lnTo>
                    <a:pt x="205" y="29"/>
                  </a:lnTo>
                  <a:cubicBezTo>
                    <a:pt x="192" y="44"/>
                    <a:pt x="179" y="61"/>
                    <a:pt x="169" y="83"/>
                  </a:cubicBezTo>
                  <a:cubicBezTo>
                    <a:pt x="145" y="132"/>
                    <a:pt x="133" y="194"/>
                    <a:pt x="130" y="257"/>
                  </a:cubicBezTo>
                  <a:cubicBezTo>
                    <a:pt x="114" y="243"/>
                    <a:pt x="94" y="234"/>
                    <a:pt x="72" y="233"/>
                  </a:cubicBezTo>
                  <a:cubicBezTo>
                    <a:pt x="70" y="233"/>
                    <a:pt x="67" y="232"/>
                    <a:pt x="64" y="232"/>
                  </a:cubicBezTo>
                  <a:cubicBezTo>
                    <a:pt x="50" y="232"/>
                    <a:pt x="37" y="236"/>
                    <a:pt x="22" y="244"/>
                  </a:cubicBezTo>
                  <a:cubicBezTo>
                    <a:pt x="32" y="139"/>
                    <a:pt x="106" y="54"/>
                    <a:pt x="205" y="29"/>
                  </a:cubicBezTo>
                  <a:close/>
                  <a:moveTo>
                    <a:pt x="328" y="29"/>
                  </a:moveTo>
                  <a:lnTo>
                    <a:pt x="328" y="29"/>
                  </a:lnTo>
                  <a:cubicBezTo>
                    <a:pt x="426" y="54"/>
                    <a:pt x="502" y="139"/>
                    <a:pt x="510" y="243"/>
                  </a:cubicBezTo>
                  <a:cubicBezTo>
                    <a:pt x="491" y="237"/>
                    <a:pt x="475" y="233"/>
                    <a:pt x="458" y="233"/>
                  </a:cubicBezTo>
                  <a:cubicBezTo>
                    <a:pt x="436" y="234"/>
                    <a:pt x="416" y="244"/>
                    <a:pt x="400" y="257"/>
                  </a:cubicBezTo>
                  <a:cubicBezTo>
                    <a:pt x="397" y="192"/>
                    <a:pt x="386" y="130"/>
                    <a:pt x="364" y="83"/>
                  </a:cubicBezTo>
                  <a:cubicBezTo>
                    <a:pt x="353" y="59"/>
                    <a:pt x="340" y="41"/>
                    <a:pt x="328" y="29"/>
                  </a:cubicBezTo>
                  <a:close/>
                  <a:moveTo>
                    <a:pt x="257" y="23"/>
                  </a:moveTo>
                  <a:lnTo>
                    <a:pt x="257" y="260"/>
                  </a:lnTo>
                  <a:lnTo>
                    <a:pt x="256" y="260"/>
                  </a:lnTo>
                  <a:cubicBezTo>
                    <a:pt x="239" y="249"/>
                    <a:pt x="221" y="244"/>
                    <a:pt x="202" y="244"/>
                  </a:cubicBezTo>
                  <a:cubicBezTo>
                    <a:pt x="185" y="244"/>
                    <a:pt x="169" y="249"/>
                    <a:pt x="155" y="259"/>
                  </a:cubicBezTo>
                  <a:cubicBezTo>
                    <a:pt x="158" y="137"/>
                    <a:pt x="202" y="36"/>
                    <a:pt x="257" y="23"/>
                  </a:cubicBezTo>
                  <a:close/>
                  <a:moveTo>
                    <a:pt x="278" y="23"/>
                  </a:moveTo>
                  <a:cubicBezTo>
                    <a:pt x="331" y="36"/>
                    <a:pt x="374" y="135"/>
                    <a:pt x="380" y="257"/>
                  </a:cubicBezTo>
                  <a:cubicBezTo>
                    <a:pt x="364" y="247"/>
                    <a:pt x="345" y="244"/>
                    <a:pt x="330" y="244"/>
                  </a:cubicBezTo>
                  <a:cubicBezTo>
                    <a:pt x="309" y="244"/>
                    <a:pt x="292" y="249"/>
                    <a:pt x="278" y="260"/>
                  </a:cubicBezTo>
                  <a:lnTo>
                    <a:pt x="278" y="23"/>
                  </a:lnTo>
                  <a:close/>
                  <a:moveTo>
                    <a:pt x="266" y="0"/>
                  </a:moveTo>
                  <a:cubicBezTo>
                    <a:pt x="120" y="0"/>
                    <a:pt x="0" y="119"/>
                    <a:pt x="0" y="266"/>
                  </a:cubicBezTo>
                  <a:lnTo>
                    <a:pt x="0" y="289"/>
                  </a:lnTo>
                  <a:lnTo>
                    <a:pt x="19" y="273"/>
                  </a:lnTo>
                  <a:cubicBezTo>
                    <a:pt x="32" y="261"/>
                    <a:pt x="49" y="254"/>
                    <a:pt x="67" y="254"/>
                  </a:cubicBezTo>
                  <a:cubicBezTo>
                    <a:pt x="69" y="254"/>
                    <a:pt x="71" y="254"/>
                    <a:pt x="72" y="254"/>
                  </a:cubicBezTo>
                  <a:cubicBezTo>
                    <a:pt x="93" y="256"/>
                    <a:pt x="111" y="266"/>
                    <a:pt x="123" y="280"/>
                  </a:cubicBezTo>
                  <a:lnTo>
                    <a:pt x="139" y="298"/>
                  </a:lnTo>
                  <a:lnTo>
                    <a:pt x="146" y="289"/>
                  </a:lnTo>
                  <a:cubicBezTo>
                    <a:pt x="161" y="273"/>
                    <a:pt x="181" y="263"/>
                    <a:pt x="202" y="263"/>
                  </a:cubicBezTo>
                  <a:cubicBezTo>
                    <a:pt x="223" y="263"/>
                    <a:pt x="240" y="270"/>
                    <a:pt x="254" y="285"/>
                  </a:cubicBezTo>
                  <a:lnTo>
                    <a:pt x="254" y="425"/>
                  </a:lnTo>
                  <a:cubicBezTo>
                    <a:pt x="254" y="458"/>
                    <a:pt x="282" y="486"/>
                    <a:pt x="317" y="486"/>
                  </a:cubicBezTo>
                  <a:cubicBezTo>
                    <a:pt x="351" y="486"/>
                    <a:pt x="377" y="458"/>
                    <a:pt x="377" y="425"/>
                  </a:cubicBezTo>
                  <a:lnTo>
                    <a:pt x="377" y="396"/>
                  </a:lnTo>
                  <a:lnTo>
                    <a:pt x="356" y="396"/>
                  </a:lnTo>
                  <a:lnTo>
                    <a:pt x="356" y="425"/>
                  </a:lnTo>
                  <a:cubicBezTo>
                    <a:pt x="356" y="447"/>
                    <a:pt x="338" y="465"/>
                    <a:pt x="315" y="465"/>
                  </a:cubicBezTo>
                  <a:cubicBezTo>
                    <a:pt x="291" y="465"/>
                    <a:pt x="273" y="448"/>
                    <a:pt x="273" y="425"/>
                  </a:cubicBezTo>
                  <a:lnTo>
                    <a:pt x="273" y="289"/>
                  </a:lnTo>
                  <a:cubicBezTo>
                    <a:pt x="288" y="273"/>
                    <a:pt x="308" y="266"/>
                    <a:pt x="327" y="266"/>
                  </a:cubicBezTo>
                  <a:cubicBezTo>
                    <a:pt x="348" y="266"/>
                    <a:pt x="369" y="275"/>
                    <a:pt x="383" y="291"/>
                  </a:cubicBezTo>
                  <a:lnTo>
                    <a:pt x="390" y="299"/>
                  </a:lnTo>
                  <a:lnTo>
                    <a:pt x="406" y="282"/>
                  </a:lnTo>
                  <a:cubicBezTo>
                    <a:pt x="419" y="267"/>
                    <a:pt x="438" y="257"/>
                    <a:pt x="457" y="256"/>
                  </a:cubicBezTo>
                  <a:cubicBezTo>
                    <a:pt x="458" y="256"/>
                    <a:pt x="460" y="256"/>
                    <a:pt x="462" y="256"/>
                  </a:cubicBezTo>
                  <a:cubicBezTo>
                    <a:pt x="480" y="256"/>
                    <a:pt x="497" y="263"/>
                    <a:pt x="512" y="275"/>
                  </a:cubicBezTo>
                  <a:lnTo>
                    <a:pt x="529" y="291"/>
                  </a:lnTo>
                  <a:lnTo>
                    <a:pt x="529" y="267"/>
                  </a:lnTo>
                  <a:cubicBezTo>
                    <a:pt x="530" y="119"/>
                    <a:pt x="410"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8"/>
            <p:cNvSpPr/>
            <p:nvPr/>
          </p:nvSpPr>
          <p:spPr>
            <a:xfrm>
              <a:off x="6483896" y="2056335"/>
              <a:ext cx="13833" cy="14409"/>
            </a:xfrm>
            <a:custGeom>
              <a:rect b="b" l="l" r="r" t="t"/>
              <a:pathLst>
                <a:path extrusionOk="0" h="25" w="24">
                  <a:moveTo>
                    <a:pt x="22" y="1"/>
                  </a:moveTo>
                  <a:cubicBezTo>
                    <a:pt x="15" y="2"/>
                    <a:pt x="8" y="2"/>
                    <a:pt x="1" y="4"/>
                  </a:cubicBezTo>
                  <a:lnTo>
                    <a:pt x="3" y="24"/>
                  </a:lnTo>
                  <a:cubicBezTo>
                    <a:pt x="11" y="23"/>
                    <a:pt x="16" y="23"/>
                    <a:pt x="24" y="21"/>
                  </a:cubicBez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8"/>
            <p:cNvSpPr/>
            <p:nvPr/>
          </p:nvSpPr>
          <p:spPr>
            <a:xfrm>
              <a:off x="6392252" y="2061523"/>
              <a:ext cx="82998" cy="55332"/>
            </a:xfrm>
            <a:custGeom>
              <a:rect b="b" l="l" r="r" t="t"/>
              <a:pathLst>
                <a:path extrusionOk="0" h="96" w="144">
                  <a:moveTo>
                    <a:pt x="138" y="1"/>
                  </a:moveTo>
                  <a:cubicBezTo>
                    <a:pt x="87" y="15"/>
                    <a:pt x="38" y="44"/>
                    <a:pt x="1" y="82"/>
                  </a:cubicBezTo>
                  <a:lnTo>
                    <a:pt x="15" y="96"/>
                  </a:lnTo>
                  <a:cubicBezTo>
                    <a:pt x="51" y="60"/>
                    <a:pt x="95" y="35"/>
                    <a:pt x="144" y="21"/>
                  </a:cubicBezTo>
                  <a:lnTo>
                    <a:pt x="1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8"/>
            <p:cNvSpPr/>
            <p:nvPr/>
          </p:nvSpPr>
          <p:spPr>
            <a:xfrm>
              <a:off x="6508680" y="2054030"/>
              <a:ext cx="13257" cy="13257"/>
            </a:xfrm>
            <a:custGeom>
              <a:rect b="b" l="l" r="r" t="t"/>
              <a:pathLst>
                <a:path extrusionOk="0" h="23" w="23">
                  <a:moveTo>
                    <a:pt x="1" y="1"/>
                  </a:moveTo>
                  <a:lnTo>
                    <a:pt x="2"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8"/>
            <p:cNvSpPr/>
            <p:nvPr/>
          </p:nvSpPr>
          <p:spPr>
            <a:xfrm>
              <a:off x="6346718" y="2284581"/>
              <a:ext cx="55332" cy="82422"/>
            </a:xfrm>
            <a:custGeom>
              <a:rect b="b" l="l" r="r" t="t"/>
              <a:pathLst>
                <a:path extrusionOk="0" h="143" w="96">
                  <a:moveTo>
                    <a:pt x="19" y="1"/>
                  </a:moveTo>
                  <a:lnTo>
                    <a:pt x="0" y="5"/>
                  </a:lnTo>
                  <a:cubicBezTo>
                    <a:pt x="15" y="56"/>
                    <a:pt x="44" y="105"/>
                    <a:pt x="81" y="142"/>
                  </a:cubicBezTo>
                  <a:lnTo>
                    <a:pt x="96" y="128"/>
                  </a:lnTo>
                  <a:cubicBezTo>
                    <a:pt x="59" y="92"/>
                    <a:pt x="32" y="48"/>
                    <a:pt x="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8"/>
            <p:cNvSpPr/>
            <p:nvPr/>
          </p:nvSpPr>
          <p:spPr>
            <a:xfrm>
              <a:off x="6339801" y="2261526"/>
              <a:ext cx="14986" cy="15562"/>
            </a:xfrm>
            <a:custGeom>
              <a:rect b="b" l="l" r="r" t="t"/>
              <a:pathLst>
                <a:path extrusionOk="0" h="27" w="26">
                  <a:moveTo>
                    <a:pt x="22" y="0"/>
                  </a:moveTo>
                  <a:lnTo>
                    <a:pt x="1" y="5"/>
                  </a:lnTo>
                  <a:cubicBezTo>
                    <a:pt x="2" y="10"/>
                    <a:pt x="2" y="19"/>
                    <a:pt x="5" y="26"/>
                  </a:cubicBezTo>
                  <a:lnTo>
                    <a:pt x="25" y="22"/>
                  </a:lnTo>
                  <a:cubicBezTo>
                    <a:pt x="25" y="13"/>
                    <a:pt x="25" y="8"/>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8"/>
            <p:cNvSpPr/>
            <p:nvPr/>
          </p:nvSpPr>
          <p:spPr>
            <a:xfrm>
              <a:off x="6338072" y="2237318"/>
              <a:ext cx="13833" cy="13257"/>
            </a:xfrm>
            <a:custGeom>
              <a:rect b="b" l="l" r="r" t="t"/>
              <a:pathLst>
                <a:path extrusionOk="0" h="23" w="24">
                  <a:moveTo>
                    <a:pt x="1" y="0"/>
                  </a:moveTo>
                  <a:lnTo>
                    <a:pt x="1" y="22"/>
                  </a:lnTo>
                  <a:lnTo>
                    <a:pt x="22" y="21"/>
                  </a:lnTo>
                  <a:cubicBezTo>
                    <a:pt x="24" y="15"/>
                    <a:pt x="22" y="8"/>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8"/>
            <p:cNvSpPr/>
            <p:nvPr/>
          </p:nvSpPr>
          <p:spPr>
            <a:xfrm>
              <a:off x="6568623" y="2357781"/>
              <a:ext cx="82998" cy="56485"/>
            </a:xfrm>
            <a:custGeom>
              <a:rect b="b" l="l" r="r" t="t"/>
              <a:pathLst>
                <a:path extrusionOk="0" h="98" w="144">
                  <a:moveTo>
                    <a:pt x="129" y="1"/>
                  </a:moveTo>
                  <a:cubicBezTo>
                    <a:pt x="93" y="37"/>
                    <a:pt x="50" y="63"/>
                    <a:pt x="1" y="77"/>
                  </a:cubicBezTo>
                  <a:lnTo>
                    <a:pt x="7" y="98"/>
                  </a:lnTo>
                  <a:cubicBezTo>
                    <a:pt x="57" y="83"/>
                    <a:pt x="106" y="54"/>
                    <a:pt x="144" y="15"/>
                  </a:cubicBezTo>
                  <a:lnTo>
                    <a:pt x="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8"/>
            <p:cNvSpPr/>
            <p:nvPr/>
          </p:nvSpPr>
          <p:spPr>
            <a:xfrm>
              <a:off x="6546144" y="2403891"/>
              <a:ext cx="14986" cy="15562"/>
            </a:xfrm>
            <a:custGeom>
              <a:rect b="b" l="l" r="r" t="t"/>
              <a:pathLst>
                <a:path extrusionOk="0" h="27" w="26">
                  <a:moveTo>
                    <a:pt x="21" y="0"/>
                  </a:moveTo>
                  <a:cubicBezTo>
                    <a:pt x="14" y="3"/>
                    <a:pt x="8" y="3"/>
                    <a:pt x="1" y="5"/>
                  </a:cubicBezTo>
                  <a:lnTo>
                    <a:pt x="4" y="26"/>
                  </a:lnTo>
                  <a:cubicBezTo>
                    <a:pt x="11" y="23"/>
                    <a:pt x="18" y="23"/>
                    <a:pt x="25" y="22"/>
                  </a:cubicBez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8"/>
            <p:cNvSpPr/>
            <p:nvPr/>
          </p:nvSpPr>
          <p:spPr>
            <a:xfrm>
              <a:off x="6523089" y="2407349"/>
              <a:ext cx="13257" cy="12680"/>
            </a:xfrm>
            <a:custGeom>
              <a:rect b="b" l="l" r="r" t="t"/>
              <a:pathLst>
                <a:path extrusionOk="0" h="22" w="23">
                  <a:moveTo>
                    <a:pt x="0" y="0"/>
                  </a:moveTo>
                  <a:lnTo>
                    <a:pt x="0" y="22"/>
                  </a:lnTo>
                  <a:lnTo>
                    <a:pt x="22" y="22"/>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8"/>
            <p:cNvSpPr/>
            <p:nvPr/>
          </p:nvSpPr>
          <p:spPr>
            <a:xfrm>
              <a:off x="6642976" y="2107633"/>
              <a:ext cx="55332" cy="82998"/>
            </a:xfrm>
            <a:custGeom>
              <a:rect b="b" l="l" r="r" t="t"/>
              <a:pathLst>
                <a:path extrusionOk="0" h="144" w="96">
                  <a:moveTo>
                    <a:pt x="15" y="0"/>
                  </a:moveTo>
                  <a:lnTo>
                    <a:pt x="0" y="15"/>
                  </a:lnTo>
                  <a:cubicBezTo>
                    <a:pt x="37" y="51"/>
                    <a:pt x="63" y="94"/>
                    <a:pt x="77" y="143"/>
                  </a:cubicBezTo>
                  <a:lnTo>
                    <a:pt x="96" y="137"/>
                  </a:lnTo>
                  <a:cubicBezTo>
                    <a:pt x="80" y="87"/>
                    <a:pt x="53" y="38"/>
                    <a:pt x="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8"/>
            <p:cNvSpPr/>
            <p:nvPr/>
          </p:nvSpPr>
          <p:spPr>
            <a:xfrm>
              <a:off x="6689662" y="2199277"/>
              <a:ext cx="15562" cy="13833"/>
            </a:xfrm>
            <a:custGeom>
              <a:rect b="b" l="l" r="r" t="t"/>
              <a:pathLst>
                <a:path extrusionOk="0" h="24" w="27">
                  <a:moveTo>
                    <a:pt x="21" y="0"/>
                  </a:moveTo>
                  <a:lnTo>
                    <a:pt x="0" y="4"/>
                  </a:lnTo>
                  <a:cubicBezTo>
                    <a:pt x="2" y="10"/>
                    <a:pt x="2" y="16"/>
                    <a:pt x="5" y="23"/>
                  </a:cubicBezTo>
                  <a:lnTo>
                    <a:pt x="26" y="20"/>
                  </a:lnTo>
                  <a:cubicBezTo>
                    <a:pt x="22" y="14"/>
                    <a:pt x="21" y="7"/>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8"/>
            <p:cNvSpPr/>
            <p:nvPr/>
          </p:nvSpPr>
          <p:spPr>
            <a:xfrm>
              <a:off x="6691968" y="2224061"/>
              <a:ext cx="13257" cy="13257"/>
            </a:xfrm>
            <a:custGeom>
              <a:rect b="b" l="l" r="r" t="t"/>
              <a:pathLst>
                <a:path extrusionOk="0" h="23" w="23">
                  <a:moveTo>
                    <a:pt x="22" y="0"/>
                  </a:moveTo>
                  <a:lnTo>
                    <a:pt x="1" y="2"/>
                  </a:ln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8"/>
            <p:cNvSpPr/>
            <p:nvPr/>
          </p:nvSpPr>
          <p:spPr>
            <a:xfrm>
              <a:off x="6608970" y="2173340"/>
              <a:ext cx="19597" cy="31124"/>
            </a:xfrm>
            <a:custGeom>
              <a:rect b="b" l="l" r="r" t="t"/>
              <a:pathLst>
                <a:path extrusionOk="0" h="54" w="34">
                  <a:moveTo>
                    <a:pt x="20" y="0"/>
                  </a:moveTo>
                  <a:lnTo>
                    <a:pt x="0" y="9"/>
                  </a:lnTo>
                  <a:cubicBezTo>
                    <a:pt x="5" y="23"/>
                    <a:pt x="10" y="38"/>
                    <a:pt x="15" y="54"/>
                  </a:cubicBezTo>
                  <a:lnTo>
                    <a:pt x="33" y="51"/>
                  </a:lnTo>
                  <a:cubicBezTo>
                    <a:pt x="32" y="32"/>
                    <a:pt x="28" y="16"/>
                    <a:pt x="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8"/>
            <p:cNvSpPr/>
            <p:nvPr/>
          </p:nvSpPr>
          <p:spPr>
            <a:xfrm>
              <a:off x="6408967" y="2181409"/>
              <a:ext cx="20750" cy="30548"/>
            </a:xfrm>
            <a:custGeom>
              <a:rect b="b" l="l" r="r" t="t"/>
              <a:pathLst>
                <a:path extrusionOk="0" h="53" w="36">
                  <a:moveTo>
                    <a:pt x="16" y="1"/>
                  </a:moveTo>
                  <a:cubicBezTo>
                    <a:pt x="9" y="17"/>
                    <a:pt x="3" y="32"/>
                    <a:pt x="1" y="50"/>
                  </a:cubicBezTo>
                  <a:lnTo>
                    <a:pt x="21" y="53"/>
                  </a:lnTo>
                  <a:cubicBezTo>
                    <a:pt x="24" y="37"/>
                    <a:pt x="29" y="22"/>
                    <a:pt x="35" y="8"/>
                  </a:cubicBez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8"/>
            <p:cNvSpPr/>
            <p:nvPr/>
          </p:nvSpPr>
          <p:spPr>
            <a:xfrm>
              <a:off x="6546144" y="2203888"/>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8"/>
            <p:cNvSpPr/>
            <p:nvPr/>
          </p:nvSpPr>
          <p:spPr>
            <a:xfrm>
              <a:off x="6546144" y="2157201"/>
              <a:ext cx="13257" cy="35735"/>
            </a:xfrm>
            <a:custGeom>
              <a:rect b="b" l="l" r="r" t="t"/>
              <a:pathLst>
                <a:path extrusionOk="0" h="62" w="23">
                  <a:moveTo>
                    <a:pt x="1" y="1"/>
                  </a:moveTo>
                  <a:lnTo>
                    <a:pt x="1" y="61"/>
                  </a:lnTo>
                  <a:lnTo>
                    <a:pt x="23" y="61"/>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8"/>
            <p:cNvSpPr/>
            <p:nvPr/>
          </p:nvSpPr>
          <p:spPr>
            <a:xfrm>
              <a:off x="6487930" y="2194666"/>
              <a:ext cx="13257" cy="17291"/>
            </a:xfrm>
            <a:custGeom>
              <a:rect b="b" l="l" r="r" t="t"/>
              <a:pathLst>
                <a:path extrusionOk="0" h="30" w="23">
                  <a:moveTo>
                    <a:pt x="1" y="1"/>
                  </a:moveTo>
                  <a:lnTo>
                    <a:pt x="1" y="30"/>
                  </a:lnTo>
                  <a:lnTo>
                    <a:pt x="22" y="30"/>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8"/>
            <p:cNvSpPr/>
            <p:nvPr/>
          </p:nvSpPr>
          <p:spPr>
            <a:xfrm>
              <a:off x="6487930" y="2170458"/>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 name="Google Shape;1949;p48"/>
          <p:cNvGrpSpPr/>
          <p:nvPr/>
        </p:nvGrpSpPr>
        <p:grpSpPr>
          <a:xfrm>
            <a:off x="5534026" y="3330706"/>
            <a:ext cx="414992" cy="414992"/>
            <a:chOff x="5534026" y="3330706"/>
            <a:chExt cx="414992" cy="414992"/>
          </a:xfrm>
        </p:grpSpPr>
        <p:sp>
          <p:nvSpPr>
            <p:cNvPr id="1950" name="Google Shape;1950;p48"/>
            <p:cNvSpPr/>
            <p:nvPr/>
          </p:nvSpPr>
          <p:spPr>
            <a:xfrm>
              <a:off x="5534026" y="3330706"/>
              <a:ext cx="414992" cy="414992"/>
            </a:xfrm>
            <a:custGeom>
              <a:rect b="b" l="l" r="r" t="t"/>
              <a:pathLst>
                <a:path extrusionOk="0" h="720" w="720">
                  <a:moveTo>
                    <a:pt x="697" y="22"/>
                  </a:moveTo>
                  <a:lnTo>
                    <a:pt x="697" y="43"/>
                  </a:lnTo>
                  <a:lnTo>
                    <a:pt x="19" y="43"/>
                  </a:lnTo>
                  <a:lnTo>
                    <a:pt x="19" y="22"/>
                  </a:lnTo>
                  <a:close/>
                  <a:moveTo>
                    <a:pt x="366" y="173"/>
                  </a:moveTo>
                  <a:cubicBezTo>
                    <a:pt x="385" y="173"/>
                    <a:pt x="399" y="188"/>
                    <a:pt x="399" y="205"/>
                  </a:cubicBezTo>
                  <a:lnTo>
                    <a:pt x="399" y="210"/>
                  </a:lnTo>
                  <a:lnTo>
                    <a:pt x="318" y="210"/>
                  </a:lnTo>
                  <a:lnTo>
                    <a:pt x="304" y="173"/>
                  </a:lnTo>
                  <a:close/>
                  <a:moveTo>
                    <a:pt x="398" y="231"/>
                  </a:moveTo>
                  <a:lnTo>
                    <a:pt x="398" y="276"/>
                  </a:lnTo>
                  <a:cubicBezTo>
                    <a:pt x="398" y="288"/>
                    <a:pt x="393" y="296"/>
                    <a:pt x="386" y="303"/>
                  </a:cubicBezTo>
                  <a:cubicBezTo>
                    <a:pt x="379" y="311"/>
                    <a:pt x="370" y="314"/>
                    <a:pt x="359" y="314"/>
                  </a:cubicBezTo>
                  <a:cubicBezTo>
                    <a:pt x="349" y="314"/>
                    <a:pt x="340" y="311"/>
                    <a:pt x="333" y="303"/>
                  </a:cubicBezTo>
                  <a:cubicBezTo>
                    <a:pt x="325" y="296"/>
                    <a:pt x="321" y="288"/>
                    <a:pt x="321" y="276"/>
                  </a:cubicBezTo>
                  <a:lnTo>
                    <a:pt x="321" y="231"/>
                  </a:lnTo>
                  <a:close/>
                  <a:moveTo>
                    <a:pt x="401" y="319"/>
                  </a:moveTo>
                  <a:cubicBezTo>
                    <a:pt x="424" y="328"/>
                    <a:pt x="444" y="342"/>
                    <a:pt x="457" y="363"/>
                  </a:cubicBezTo>
                  <a:lnTo>
                    <a:pt x="268" y="363"/>
                  </a:lnTo>
                  <a:cubicBezTo>
                    <a:pt x="278" y="345"/>
                    <a:pt x="297" y="328"/>
                    <a:pt x="320" y="319"/>
                  </a:cubicBezTo>
                  <a:cubicBezTo>
                    <a:pt x="321" y="321"/>
                    <a:pt x="321" y="321"/>
                    <a:pt x="323" y="321"/>
                  </a:cubicBezTo>
                  <a:cubicBezTo>
                    <a:pt x="323" y="321"/>
                    <a:pt x="325" y="321"/>
                    <a:pt x="325" y="324"/>
                  </a:cubicBezTo>
                  <a:lnTo>
                    <a:pt x="328" y="324"/>
                  </a:lnTo>
                  <a:cubicBezTo>
                    <a:pt x="328" y="324"/>
                    <a:pt x="330" y="324"/>
                    <a:pt x="330" y="325"/>
                  </a:cubicBezTo>
                  <a:cubicBezTo>
                    <a:pt x="336" y="328"/>
                    <a:pt x="343" y="331"/>
                    <a:pt x="350" y="332"/>
                  </a:cubicBezTo>
                  <a:lnTo>
                    <a:pt x="372" y="332"/>
                  </a:lnTo>
                  <a:cubicBezTo>
                    <a:pt x="379" y="331"/>
                    <a:pt x="385" y="328"/>
                    <a:pt x="392" y="325"/>
                  </a:cubicBezTo>
                  <a:cubicBezTo>
                    <a:pt x="392" y="325"/>
                    <a:pt x="393" y="325"/>
                    <a:pt x="393" y="324"/>
                  </a:cubicBezTo>
                  <a:lnTo>
                    <a:pt x="398" y="324"/>
                  </a:lnTo>
                  <a:cubicBezTo>
                    <a:pt x="398" y="324"/>
                    <a:pt x="399" y="324"/>
                    <a:pt x="399" y="321"/>
                  </a:cubicBezTo>
                  <a:lnTo>
                    <a:pt x="401" y="319"/>
                  </a:lnTo>
                  <a:close/>
                  <a:moveTo>
                    <a:pt x="52" y="64"/>
                  </a:moveTo>
                  <a:lnTo>
                    <a:pt x="52" y="472"/>
                  </a:lnTo>
                  <a:lnTo>
                    <a:pt x="19" y="472"/>
                  </a:lnTo>
                  <a:lnTo>
                    <a:pt x="19" y="64"/>
                  </a:lnTo>
                  <a:close/>
                  <a:moveTo>
                    <a:pt x="429" y="448"/>
                  </a:moveTo>
                  <a:lnTo>
                    <a:pt x="429" y="472"/>
                  </a:lnTo>
                  <a:lnTo>
                    <a:pt x="286" y="472"/>
                  </a:lnTo>
                  <a:lnTo>
                    <a:pt x="286" y="448"/>
                  </a:lnTo>
                  <a:close/>
                  <a:moveTo>
                    <a:pt x="461" y="384"/>
                  </a:moveTo>
                  <a:cubicBezTo>
                    <a:pt x="467" y="397"/>
                    <a:pt x="468" y="412"/>
                    <a:pt x="468" y="426"/>
                  </a:cubicBezTo>
                  <a:lnTo>
                    <a:pt x="468" y="472"/>
                  </a:lnTo>
                  <a:lnTo>
                    <a:pt x="447" y="472"/>
                  </a:lnTo>
                  <a:lnTo>
                    <a:pt x="447" y="410"/>
                  </a:lnTo>
                  <a:lnTo>
                    <a:pt x="429" y="410"/>
                  </a:lnTo>
                  <a:lnTo>
                    <a:pt x="429" y="428"/>
                  </a:lnTo>
                  <a:lnTo>
                    <a:pt x="286" y="428"/>
                  </a:lnTo>
                  <a:lnTo>
                    <a:pt x="286" y="410"/>
                  </a:lnTo>
                  <a:lnTo>
                    <a:pt x="265" y="410"/>
                  </a:lnTo>
                  <a:lnTo>
                    <a:pt x="265" y="472"/>
                  </a:lnTo>
                  <a:lnTo>
                    <a:pt x="243" y="472"/>
                  </a:lnTo>
                  <a:lnTo>
                    <a:pt x="243" y="426"/>
                  </a:lnTo>
                  <a:cubicBezTo>
                    <a:pt x="243" y="412"/>
                    <a:pt x="247" y="397"/>
                    <a:pt x="250" y="384"/>
                  </a:cubicBezTo>
                  <a:close/>
                  <a:moveTo>
                    <a:pt x="559" y="64"/>
                  </a:moveTo>
                  <a:lnTo>
                    <a:pt x="559" y="472"/>
                  </a:lnTo>
                  <a:lnTo>
                    <a:pt x="493" y="472"/>
                  </a:lnTo>
                  <a:lnTo>
                    <a:pt x="493" y="426"/>
                  </a:lnTo>
                  <a:cubicBezTo>
                    <a:pt x="493" y="397"/>
                    <a:pt x="484" y="368"/>
                    <a:pt x="466" y="344"/>
                  </a:cubicBezTo>
                  <a:cubicBezTo>
                    <a:pt x="451" y="327"/>
                    <a:pt x="434" y="311"/>
                    <a:pt x="412" y="302"/>
                  </a:cubicBezTo>
                  <a:cubicBezTo>
                    <a:pt x="416" y="292"/>
                    <a:pt x="419" y="283"/>
                    <a:pt x="419" y="272"/>
                  </a:cubicBezTo>
                  <a:lnTo>
                    <a:pt x="419" y="204"/>
                  </a:lnTo>
                  <a:cubicBezTo>
                    <a:pt x="419" y="175"/>
                    <a:pt x="395" y="152"/>
                    <a:pt x="366" y="152"/>
                  </a:cubicBezTo>
                  <a:lnTo>
                    <a:pt x="272" y="152"/>
                  </a:lnTo>
                  <a:lnTo>
                    <a:pt x="299" y="220"/>
                  </a:lnTo>
                  <a:lnTo>
                    <a:pt x="299" y="272"/>
                  </a:lnTo>
                  <a:cubicBezTo>
                    <a:pt x="299" y="283"/>
                    <a:pt x="301" y="292"/>
                    <a:pt x="307" y="302"/>
                  </a:cubicBezTo>
                  <a:cubicBezTo>
                    <a:pt x="285" y="311"/>
                    <a:pt x="265" y="325"/>
                    <a:pt x="253" y="344"/>
                  </a:cubicBezTo>
                  <a:cubicBezTo>
                    <a:pt x="234" y="368"/>
                    <a:pt x="226" y="394"/>
                    <a:pt x="226" y="426"/>
                  </a:cubicBezTo>
                  <a:lnTo>
                    <a:pt x="226" y="472"/>
                  </a:lnTo>
                  <a:lnTo>
                    <a:pt x="159" y="472"/>
                  </a:lnTo>
                  <a:lnTo>
                    <a:pt x="159" y="64"/>
                  </a:lnTo>
                  <a:lnTo>
                    <a:pt x="221" y="64"/>
                  </a:lnTo>
                  <a:lnTo>
                    <a:pt x="221" y="319"/>
                  </a:lnTo>
                  <a:lnTo>
                    <a:pt x="242" y="319"/>
                  </a:lnTo>
                  <a:lnTo>
                    <a:pt x="242" y="64"/>
                  </a:lnTo>
                  <a:lnTo>
                    <a:pt x="305" y="64"/>
                  </a:lnTo>
                  <a:lnTo>
                    <a:pt x="305" y="130"/>
                  </a:lnTo>
                  <a:lnTo>
                    <a:pt x="327" y="130"/>
                  </a:lnTo>
                  <a:lnTo>
                    <a:pt x="327" y="64"/>
                  </a:lnTo>
                  <a:lnTo>
                    <a:pt x="390" y="64"/>
                  </a:lnTo>
                  <a:lnTo>
                    <a:pt x="390" y="130"/>
                  </a:lnTo>
                  <a:lnTo>
                    <a:pt x="412" y="130"/>
                  </a:lnTo>
                  <a:lnTo>
                    <a:pt x="412" y="64"/>
                  </a:lnTo>
                  <a:lnTo>
                    <a:pt x="474" y="64"/>
                  </a:lnTo>
                  <a:lnTo>
                    <a:pt x="474" y="319"/>
                  </a:lnTo>
                  <a:lnTo>
                    <a:pt x="496" y="319"/>
                  </a:lnTo>
                  <a:lnTo>
                    <a:pt x="496" y="64"/>
                  </a:lnTo>
                  <a:close/>
                  <a:moveTo>
                    <a:pt x="138" y="64"/>
                  </a:moveTo>
                  <a:lnTo>
                    <a:pt x="138" y="472"/>
                  </a:lnTo>
                  <a:lnTo>
                    <a:pt x="74" y="475"/>
                  </a:lnTo>
                  <a:lnTo>
                    <a:pt x="74" y="64"/>
                  </a:lnTo>
                  <a:close/>
                  <a:moveTo>
                    <a:pt x="645" y="64"/>
                  </a:moveTo>
                  <a:lnTo>
                    <a:pt x="645" y="472"/>
                  </a:lnTo>
                  <a:lnTo>
                    <a:pt x="581" y="475"/>
                  </a:lnTo>
                  <a:lnTo>
                    <a:pt x="581" y="64"/>
                  </a:lnTo>
                  <a:close/>
                  <a:moveTo>
                    <a:pt x="697" y="64"/>
                  </a:moveTo>
                  <a:lnTo>
                    <a:pt x="697" y="475"/>
                  </a:lnTo>
                  <a:lnTo>
                    <a:pt x="665" y="475"/>
                  </a:lnTo>
                  <a:lnTo>
                    <a:pt x="665" y="64"/>
                  </a:lnTo>
                  <a:close/>
                  <a:moveTo>
                    <a:pt x="697" y="494"/>
                  </a:moveTo>
                  <a:lnTo>
                    <a:pt x="697" y="699"/>
                  </a:lnTo>
                  <a:lnTo>
                    <a:pt x="19" y="699"/>
                  </a:lnTo>
                  <a:lnTo>
                    <a:pt x="19" y="494"/>
                  </a:lnTo>
                  <a:close/>
                  <a:moveTo>
                    <a:pt x="0" y="0"/>
                  </a:moveTo>
                  <a:lnTo>
                    <a:pt x="0" y="719"/>
                  </a:lnTo>
                  <a:lnTo>
                    <a:pt x="720" y="719"/>
                  </a:lnTo>
                  <a:lnTo>
                    <a:pt x="7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8"/>
            <p:cNvSpPr/>
            <p:nvPr/>
          </p:nvSpPr>
          <p:spPr>
            <a:xfrm>
              <a:off x="5557081" y="3658665"/>
              <a:ext cx="13257" cy="32277"/>
            </a:xfrm>
            <a:custGeom>
              <a:rect b="b" l="l" r="r" t="t"/>
              <a:pathLst>
                <a:path extrusionOk="0" h="56" w="23">
                  <a:moveTo>
                    <a:pt x="1" y="0"/>
                  </a:moveTo>
                  <a:lnTo>
                    <a:pt x="1" y="55"/>
                  </a:lnTo>
                  <a:lnTo>
                    <a:pt x="22" y="5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8"/>
            <p:cNvSpPr/>
            <p:nvPr/>
          </p:nvSpPr>
          <p:spPr>
            <a:xfrm>
              <a:off x="5557081" y="3702470"/>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8"/>
            <p:cNvSpPr/>
            <p:nvPr/>
          </p:nvSpPr>
          <p:spPr>
            <a:xfrm>
              <a:off x="5714432" y="3627540"/>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8"/>
            <p:cNvSpPr/>
            <p:nvPr/>
          </p:nvSpPr>
          <p:spPr>
            <a:xfrm>
              <a:off x="5738640" y="3627540"/>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8"/>
            <p:cNvSpPr/>
            <p:nvPr/>
          </p:nvSpPr>
          <p:spPr>
            <a:xfrm>
              <a:off x="5764000" y="3627540"/>
              <a:ext cx="49568" cy="13257"/>
            </a:xfrm>
            <a:custGeom>
              <a:rect b="b" l="l" r="r" t="t"/>
              <a:pathLst>
                <a:path extrusionOk="0" h="23" w="86">
                  <a:moveTo>
                    <a:pt x="0" y="1"/>
                  </a:moveTo>
                  <a:lnTo>
                    <a:pt x="0" y="22"/>
                  </a:lnTo>
                  <a:lnTo>
                    <a:pt x="85" y="22"/>
                  </a:lnTo>
                  <a:lnTo>
                    <a:pt x="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8"/>
            <p:cNvSpPr/>
            <p:nvPr/>
          </p:nvSpPr>
          <p:spPr>
            <a:xfrm>
              <a:off x="5868901" y="3627540"/>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8"/>
            <p:cNvSpPr/>
            <p:nvPr/>
          </p:nvSpPr>
          <p:spPr>
            <a:xfrm>
              <a:off x="5910976" y="3670769"/>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8"/>
            <p:cNvSpPr/>
            <p:nvPr/>
          </p:nvSpPr>
          <p:spPr>
            <a:xfrm>
              <a:off x="5892532" y="3629270"/>
              <a:ext cx="31701" cy="30548"/>
            </a:xfrm>
            <a:custGeom>
              <a:rect b="b" l="l" r="r" t="t"/>
              <a:pathLst>
                <a:path extrusionOk="0" h="53" w="55">
                  <a:moveTo>
                    <a:pt x="1" y="1"/>
                  </a:moveTo>
                  <a:lnTo>
                    <a:pt x="1" y="19"/>
                  </a:lnTo>
                  <a:lnTo>
                    <a:pt x="33" y="19"/>
                  </a:lnTo>
                  <a:lnTo>
                    <a:pt x="33" y="53"/>
                  </a:lnTo>
                  <a:lnTo>
                    <a:pt x="54" y="5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8"/>
            <p:cNvSpPr/>
            <p:nvPr/>
          </p:nvSpPr>
          <p:spPr>
            <a:xfrm>
              <a:off x="5607802" y="3650019"/>
              <a:ext cx="38041" cy="13257"/>
            </a:xfrm>
            <a:custGeom>
              <a:rect b="b" l="l" r="r" t="t"/>
              <a:pathLst>
                <a:path extrusionOk="0" h="23" w="66">
                  <a:moveTo>
                    <a:pt x="1" y="1"/>
                  </a:moveTo>
                  <a:lnTo>
                    <a:pt x="1" y="22"/>
                  </a:lnTo>
                  <a:lnTo>
                    <a:pt x="66" y="22"/>
                  </a:lnTo>
                  <a:lnTo>
                    <a:pt x="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8"/>
            <p:cNvSpPr/>
            <p:nvPr/>
          </p:nvSpPr>
          <p:spPr>
            <a:xfrm>
              <a:off x="5646419" y="3677109"/>
              <a:ext cx="17868" cy="12680"/>
            </a:xfrm>
            <a:custGeom>
              <a:rect b="b" l="l" r="r" t="t"/>
              <a:pathLst>
                <a:path extrusionOk="0" h="22" w="31">
                  <a:moveTo>
                    <a:pt x="0" y="0"/>
                  </a:moveTo>
                  <a:lnTo>
                    <a:pt x="0" y="22"/>
                  </a:lnTo>
                  <a:lnTo>
                    <a:pt x="31" y="22"/>
                  </a:lnTo>
                  <a:lnTo>
                    <a:pt x="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8"/>
            <p:cNvSpPr/>
            <p:nvPr/>
          </p:nvSpPr>
          <p:spPr>
            <a:xfrm>
              <a:off x="5663134" y="3700740"/>
              <a:ext cx="17868" cy="13257"/>
            </a:xfrm>
            <a:custGeom>
              <a:rect b="b" l="l" r="r" t="t"/>
              <a:pathLst>
                <a:path extrusionOk="0" h="23" w="31">
                  <a:moveTo>
                    <a:pt x="0" y="1"/>
                  </a:moveTo>
                  <a:lnTo>
                    <a:pt x="0" y="23"/>
                  </a:lnTo>
                  <a:lnTo>
                    <a:pt x="31" y="23"/>
                  </a:lnTo>
                  <a:lnTo>
                    <a:pt x="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8"/>
            <p:cNvSpPr/>
            <p:nvPr/>
          </p:nvSpPr>
          <p:spPr>
            <a:xfrm>
              <a:off x="5587052" y="3698435"/>
              <a:ext cx="36312" cy="13257"/>
            </a:xfrm>
            <a:custGeom>
              <a:rect b="b" l="l" r="r" t="t"/>
              <a:pathLst>
                <a:path extrusionOk="0" h="23" w="63">
                  <a:moveTo>
                    <a:pt x="1" y="1"/>
                  </a:moveTo>
                  <a:lnTo>
                    <a:pt x="1" y="22"/>
                  </a:lnTo>
                  <a:lnTo>
                    <a:pt x="63" y="22"/>
                  </a:lnTo>
                  <a:lnTo>
                    <a:pt x="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8"/>
            <p:cNvSpPr/>
            <p:nvPr/>
          </p:nvSpPr>
          <p:spPr>
            <a:xfrm>
              <a:off x="5693682" y="3662123"/>
              <a:ext cx="58214" cy="12680"/>
            </a:xfrm>
            <a:custGeom>
              <a:rect b="b" l="l" r="r" t="t"/>
              <a:pathLst>
                <a:path extrusionOk="0" h="22" w="101">
                  <a:moveTo>
                    <a:pt x="1" y="0"/>
                  </a:moveTo>
                  <a:lnTo>
                    <a:pt x="1" y="22"/>
                  </a:lnTo>
                  <a:lnTo>
                    <a:pt x="100" y="22"/>
                  </a:lnTo>
                  <a:lnTo>
                    <a:pt x="1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8"/>
            <p:cNvSpPr/>
            <p:nvPr/>
          </p:nvSpPr>
          <p:spPr>
            <a:xfrm>
              <a:off x="5756507" y="3685755"/>
              <a:ext cx="23631" cy="13257"/>
            </a:xfrm>
            <a:custGeom>
              <a:rect b="b" l="l" r="r" t="t"/>
              <a:pathLst>
                <a:path extrusionOk="0" h="23" w="41">
                  <a:moveTo>
                    <a:pt x="0" y="1"/>
                  </a:moveTo>
                  <a:lnTo>
                    <a:pt x="0" y="23"/>
                  </a:lnTo>
                  <a:lnTo>
                    <a:pt x="41" y="23"/>
                  </a:lnTo>
                  <a:lnTo>
                    <a:pt x="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8"/>
            <p:cNvSpPr/>
            <p:nvPr/>
          </p:nvSpPr>
          <p:spPr>
            <a:xfrm>
              <a:off x="5705210" y="3702470"/>
              <a:ext cx="31701" cy="13257"/>
            </a:xfrm>
            <a:custGeom>
              <a:rect b="b" l="l" r="r" t="t"/>
              <a:pathLst>
                <a:path extrusionOk="0" h="23" w="55">
                  <a:moveTo>
                    <a:pt x="1" y="1"/>
                  </a:moveTo>
                  <a:lnTo>
                    <a:pt x="1" y="22"/>
                  </a:lnTo>
                  <a:lnTo>
                    <a:pt x="54" y="22"/>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8"/>
            <p:cNvSpPr/>
            <p:nvPr/>
          </p:nvSpPr>
          <p:spPr>
            <a:xfrm>
              <a:off x="5780139" y="3660394"/>
              <a:ext cx="31701" cy="12680"/>
            </a:xfrm>
            <a:custGeom>
              <a:rect b="b" l="l" r="r" t="t"/>
              <a:pathLst>
                <a:path extrusionOk="0" h="22" w="55">
                  <a:moveTo>
                    <a:pt x="1" y="0"/>
                  </a:moveTo>
                  <a:lnTo>
                    <a:pt x="1" y="22"/>
                  </a:lnTo>
                  <a:lnTo>
                    <a:pt x="54" y="22"/>
                  </a:lnTo>
                  <a:lnTo>
                    <a:pt x="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8"/>
            <p:cNvSpPr/>
            <p:nvPr/>
          </p:nvSpPr>
          <p:spPr>
            <a:xfrm>
              <a:off x="5798583" y="3700740"/>
              <a:ext cx="63978" cy="13257"/>
            </a:xfrm>
            <a:custGeom>
              <a:rect b="b" l="l" r="r" t="t"/>
              <a:pathLst>
                <a:path extrusionOk="0" h="23" w="111">
                  <a:moveTo>
                    <a:pt x="1" y="1"/>
                  </a:moveTo>
                  <a:lnTo>
                    <a:pt x="1" y="23"/>
                  </a:lnTo>
                  <a:lnTo>
                    <a:pt x="111" y="23"/>
                  </a:lnTo>
                  <a:lnTo>
                    <a:pt x="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8"/>
            <p:cNvSpPr/>
            <p:nvPr/>
          </p:nvSpPr>
          <p:spPr>
            <a:xfrm>
              <a:off x="5856797" y="3671922"/>
              <a:ext cx="28819" cy="13257"/>
            </a:xfrm>
            <a:custGeom>
              <a:rect b="b" l="l" r="r" t="t"/>
              <a:pathLst>
                <a:path extrusionOk="0" h="23" w="50">
                  <a:moveTo>
                    <a:pt x="1" y="0"/>
                  </a:moveTo>
                  <a:lnTo>
                    <a:pt x="1" y="22"/>
                  </a:lnTo>
                  <a:lnTo>
                    <a:pt x="50" y="22"/>
                  </a:lnTo>
                  <a:lnTo>
                    <a:pt x="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8"/>
            <p:cNvSpPr/>
            <p:nvPr/>
          </p:nvSpPr>
          <p:spPr>
            <a:xfrm>
              <a:off x="5890227" y="3701893"/>
              <a:ext cx="19597" cy="13257"/>
            </a:xfrm>
            <a:custGeom>
              <a:rect b="b" l="l" r="r" t="t"/>
              <a:pathLst>
                <a:path extrusionOk="0" h="23" w="34">
                  <a:moveTo>
                    <a:pt x="1" y="0"/>
                  </a:moveTo>
                  <a:lnTo>
                    <a:pt x="1" y="22"/>
                  </a:lnTo>
                  <a:lnTo>
                    <a:pt x="34" y="22"/>
                  </a:lnTo>
                  <a:lnTo>
                    <a:pt x="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8"/>
            <p:cNvSpPr/>
            <p:nvPr/>
          </p:nvSpPr>
          <p:spPr>
            <a:xfrm>
              <a:off x="5834318" y="3651748"/>
              <a:ext cx="20173" cy="13257"/>
            </a:xfrm>
            <a:custGeom>
              <a:rect b="b" l="l" r="r" t="t"/>
              <a:pathLst>
                <a:path extrusionOk="0" h="23" w="35">
                  <a:moveTo>
                    <a:pt x="1" y="1"/>
                  </a:moveTo>
                  <a:lnTo>
                    <a:pt x="1" y="22"/>
                  </a:lnTo>
                  <a:lnTo>
                    <a:pt x="34" y="22"/>
                  </a:lnTo>
                  <a:lnTo>
                    <a:pt x="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8"/>
            <p:cNvSpPr/>
            <p:nvPr/>
          </p:nvSpPr>
          <p:spPr>
            <a:xfrm>
              <a:off x="5660252" y="3630422"/>
              <a:ext cx="29395" cy="12680"/>
            </a:xfrm>
            <a:custGeom>
              <a:rect b="b" l="l" r="r" t="t"/>
              <a:pathLst>
                <a:path extrusionOk="0" h="22" w="51">
                  <a:moveTo>
                    <a:pt x="1" y="0"/>
                  </a:moveTo>
                  <a:lnTo>
                    <a:pt x="1" y="22"/>
                  </a:lnTo>
                  <a:lnTo>
                    <a:pt x="50" y="22"/>
                  </a:lnTo>
                  <a:lnTo>
                    <a:pt x="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8"/>
            <p:cNvSpPr/>
            <p:nvPr/>
          </p:nvSpPr>
          <p:spPr>
            <a:xfrm>
              <a:off x="5579559" y="3626964"/>
              <a:ext cx="20173" cy="13257"/>
            </a:xfrm>
            <a:custGeom>
              <a:rect b="b" l="l" r="r" t="t"/>
              <a:pathLst>
                <a:path extrusionOk="0" h="23" w="35">
                  <a:moveTo>
                    <a:pt x="1" y="0"/>
                  </a:moveTo>
                  <a:lnTo>
                    <a:pt x="1" y="22"/>
                  </a:lnTo>
                  <a:lnTo>
                    <a:pt x="34" y="22"/>
                  </a:lnTo>
                  <a:lnTo>
                    <a:pt x="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8"/>
            <p:cNvSpPr/>
            <p:nvPr/>
          </p:nvSpPr>
          <p:spPr>
            <a:xfrm>
              <a:off x="5880428" y="3393531"/>
              <a:ext cx="12680" cy="50145"/>
            </a:xfrm>
            <a:custGeom>
              <a:rect b="b" l="l" r="r" t="t"/>
              <a:pathLst>
                <a:path extrusionOk="0" h="87" w="22">
                  <a:moveTo>
                    <a:pt x="0" y="1"/>
                  </a:moveTo>
                  <a:lnTo>
                    <a:pt x="0" y="86"/>
                  </a:lnTo>
                  <a:lnTo>
                    <a:pt x="22" y="86"/>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8"/>
            <p:cNvSpPr/>
            <p:nvPr/>
          </p:nvSpPr>
          <p:spPr>
            <a:xfrm>
              <a:off x="5880428" y="3453474"/>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8"/>
            <p:cNvSpPr/>
            <p:nvPr/>
          </p:nvSpPr>
          <p:spPr>
            <a:xfrm>
              <a:off x="5880428" y="3478835"/>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8"/>
            <p:cNvSpPr/>
            <p:nvPr/>
          </p:nvSpPr>
          <p:spPr>
            <a:xfrm>
              <a:off x="5588781" y="3464426"/>
              <a:ext cx="13257" cy="41499"/>
            </a:xfrm>
            <a:custGeom>
              <a:rect b="b" l="l" r="r" t="t"/>
              <a:pathLst>
                <a:path extrusionOk="0" h="72" w="23">
                  <a:moveTo>
                    <a:pt x="1" y="1"/>
                  </a:moveTo>
                  <a:lnTo>
                    <a:pt x="1" y="71"/>
                  </a:lnTo>
                  <a:lnTo>
                    <a:pt x="22" y="7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8"/>
            <p:cNvSpPr/>
            <p:nvPr/>
          </p:nvSpPr>
          <p:spPr>
            <a:xfrm>
              <a:off x="5588781" y="3518029"/>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 name="Google Shape;1978;p48"/>
          <p:cNvGrpSpPr/>
          <p:nvPr/>
        </p:nvGrpSpPr>
        <p:grpSpPr>
          <a:xfrm>
            <a:off x="5534026" y="2653462"/>
            <a:ext cx="414415" cy="416721"/>
            <a:chOff x="5534026" y="2653462"/>
            <a:chExt cx="414415" cy="416721"/>
          </a:xfrm>
        </p:grpSpPr>
        <p:sp>
          <p:nvSpPr>
            <p:cNvPr id="1979" name="Google Shape;1979;p48"/>
            <p:cNvSpPr/>
            <p:nvPr/>
          </p:nvSpPr>
          <p:spPr>
            <a:xfrm>
              <a:off x="5710397" y="2902458"/>
              <a:ext cx="238044" cy="115276"/>
            </a:xfrm>
            <a:custGeom>
              <a:rect b="b" l="l" r="r" t="t"/>
              <a:pathLst>
                <a:path extrusionOk="0" h="200" w="413">
                  <a:moveTo>
                    <a:pt x="67" y="24"/>
                  </a:moveTo>
                  <a:cubicBezTo>
                    <a:pt x="93" y="24"/>
                    <a:pt x="112" y="44"/>
                    <a:pt x="112" y="70"/>
                  </a:cubicBezTo>
                  <a:cubicBezTo>
                    <a:pt x="112" y="95"/>
                    <a:pt x="93" y="115"/>
                    <a:pt x="67" y="115"/>
                  </a:cubicBezTo>
                  <a:cubicBezTo>
                    <a:pt x="43" y="115"/>
                    <a:pt x="22" y="95"/>
                    <a:pt x="22" y="70"/>
                  </a:cubicBezTo>
                  <a:cubicBezTo>
                    <a:pt x="22" y="44"/>
                    <a:pt x="43" y="24"/>
                    <a:pt x="67" y="24"/>
                  </a:cubicBezTo>
                  <a:close/>
                  <a:moveTo>
                    <a:pt x="67" y="1"/>
                  </a:moveTo>
                  <a:cubicBezTo>
                    <a:pt x="31" y="1"/>
                    <a:pt x="1" y="31"/>
                    <a:pt x="1" y="67"/>
                  </a:cubicBezTo>
                  <a:cubicBezTo>
                    <a:pt x="1" y="103"/>
                    <a:pt x="31" y="135"/>
                    <a:pt x="67" y="135"/>
                  </a:cubicBezTo>
                  <a:cubicBezTo>
                    <a:pt x="80" y="135"/>
                    <a:pt x="93" y="131"/>
                    <a:pt x="102" y="125"/>
                  </a:cubicBezTo>
                  <a:lnTo>
                    <a:pt x="165" y="200"/>
                  </a:lnTo>
                  <a:lnTo>
                    <a:pt x="412" y="200"/>
                  </a:lnTo>
                  <a:lnTo>
                    <a:pt x="412" y="178"/>
                  </a:lnTo>
                  <a:lnTo>
                    <a:pt x="174" y="178"/>
                  </a:lnTo>
                  <a:lnTo>
                    <a:pt x="118" y="110"/>
                  </a:lnTo>
                  <a:cubicBezTo>
                    <a:pt x="129" y="100"/>
                    <a:pt x="135" y="84"/>
                    <a:pt x="135" y="67"/>
                  </a:cubicBezTo>
                  <a:cubicBezTo>
                    <a:pt x="135" y="31"/>
                    <a:pt x="103"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8"/>
            <p:cNvSpPr/>
            <p:nvPr/>
          </p:nvSpPr>
          <p:spPr>
            <a:xfrm>
              <a:off x="5857950" y="2980845"/>
              <a:ext cx="41499" cy="13257"/>
            </a:xfrm>
            <a:custGeom>
              <a:rect b="b" l="l" r="r" t="t"/>
              <a:pathLst>
                <a:path extrusionOk="0" h="23" w="72">
                  <a:moveTo>
                    <a:pt x="0" y="0"/>
                  </a:moveTo>
                  <a:lnTo>
                    <a:pt x="0" y="22"/>
                  </a:lnTo>
                  <a:lnTo>
                    <a:pt x="71" y="22"/>
                  </a:lnTo>
                  <a:lnTo>
                    <a:pt x="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8"/>
            <p:cNvSpPr/>
            <p:nvPr/>
          </p:nvSpPr>
          <p:spPr>
            <a:xfrm>
              <a:off x="5910976" y="2980845"/>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8"/>
            <p:cNvSpPr/>
            <p:nvPr/>
          </p:nvSpPr>
          <p:spPr>
            <a:xfrm>
              <a:off x="5857950" y="2956061"/>
              <a:ext cx="90491" cy="12680"/>
            </a:xfrm>
            <a:custGeom>
              <a:rect b="b" l="l" r="r" t="t"/>
              <a:pathLst>
                <a:path extrusionOk="0" h="22" w="157">
                  <a:moveTo>
                    <a:pt x="0" y="0"/>
                  </a:moveTo>
                  <a:lnTo>
                    <a:pt x="0" y="22"/>
                  </a:lnTo>
                  <a:lnTo>
                    <a:pt x="156" y="22"/>
                  </a:lnTo>
                  <a:lnTo>
                    <a:pt x="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8"/>
            <p:cNvSpPr/>
            <p:nvPr/>
          </p:nvSpPr>
          <p:spPr>
            <a:xfrm>
              <a:off x="5857950" y="2931853"/>
              <a:ext cx="90491" cy="12680"/>
            </a:xfrm>
            <a:custGeom>
              <a:rect b="b" l="l" r="r" t="t"/>
              <a:pathLst>
                <a:path extrusionOk="0" h="22" w="157">
                  <a:moveTo>
                    <a:pt x="0" y="0"/>
                  </a:moveTo>
                  <a:lnTo>
                    <a:pt x="0" y="22"/>
                  </a:lnTo>
                  <a:lnTo>
                    <a:pt x="156" y="22"/>
                  </a:lnTo>
                  <a:lnTo>
                    <a:pt x="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8"/>
            <p:cNvSpPr/>
            <p:nvPr/>
          </p:nvSpPr>
          <p:spPr>
            <a:xfrm>
              <a:off x="5693106" y="2703607"/>
              <a:ext cx="255335" cy="99713"/>
            </a:xfrm>
            <a:custGeom>
              <a:rect b="b" l="l" r="r" t="t"/>
              <a:pathLst>
                <a:path extrusionOk="0" h="173" w="443">
                  <a:moveTo>
                    <a:pt x="67" y="61"/>
                  </a:moveTo>
                  <a:cubicBezTo>
                    <a:pt x="93" y="61"/>
                    <a:pt x="112" y="80"/>
                    <a:pt x="112" y="106"/>
                  </a:cubicBezTo>
                  <a:cubicBezTo>
                    <a:pt x="112" y="130"/>
                    <a:pt x="93" y="151"/>
                    <a:pt x="67" y="151"/>
                  </a:cubicBezTo>
                  <a:cubicBezTo>
                    <a:pt x="42" y="151"/>
                    <a:pt x="22" y="130"/>
                    <a:pt x="22" y="106"/>
                  </a:cubicBezTo>
                  <a:cubicBezTo>
                    <a:pt x="22" y="80"/>
                    <a:pt x="42" y="61"/>
                    <a:pt x="67" y="61"/>
                  </a:cubicBezTo>
                  <a:close/>
                  <a:moveTo>
                    <a:pt x="155" y="0"/>
                  </a:moveTo>
                  <a:lnTo>
                    <a:pt x="155" y="2"/>
                  </a:lnTo>
                  <a:lnTo>
                    <a:pt x="106" y="51"/>
                  </a:lnTo>
                  <a:cubicBezTo>
                    <a:pt x="96" y="44"/>
                    <a:pt x="81" y="38"/>
                    <a:pt x="67" y="38"/>
                  </a:cubicBezTo>
                  <a:cubicBezTo>
                    <a:pt x="31" y="38"/>
                    <a:pt x="0" y="70"/>
                    <a:pt x="0" y="106"/>
                  </a:cubicBezTo>
                  <a:cubicBezTo>
                    <a:pt x="0" y="142"/>
                    <a:pt x="31" y="172"/>
                    <a:pt x="67" y="172"/>
                  </a:cubicBezTo>
                  <a:cubicBezTo>
                    <a:pt x="103" y="172"/>
                    <a:pt x="133" y="142"/>
                    <a:pt x="133" y="106"/>
                  </a:cubicBezTo>
                  <a:cubicBezTo>
                    <a:pt x="133" y="91"/>
                    <a:pt x="129" y="77"/>
                    <a:pt x="120" y="65"/>
                  </a:cubicBezTo>
                  <a:lnTo>
                    <a:pt x="162" y="22"/>
                  </a:lnTo>
                  <a:lnTo>
                    <a:pt x="442" y="22"/>
                  </a:lnTo>
                  <a:lnTo>
                    <a:pt x="4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8"/>
            <p:cNvSpPr/>
            <p:nvPr/>
          </p:nvSpPr>
          <p:spPr>
            <a:xfrm>
              <a:off x="5878699" y="2679976"/>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8"/>
            <p:cNvSpPr/>
            <p:nvPr/>
          </p:nvSpPr>
          <p:spPr>
            <a:xfrm>
              <a:off x="5809534" y="2679976"/>
              <a:ext cx="57061" cy="13257"/>
            </a:xfrm>
            <a:custGeom>
              <a:rect b="b" l="l" r="r" t="t"/>
              <a:pathLst>
                <a:path extrusionOk="0" h="23" w="99">
                  <a:moveTo>
                    <a:pt x="1" y="1"/>
                  </a:moveTo>
                  <a:lnTo>
                    <a:pt x="1" y="23"/>
                  </a:lnTo>
                  <a:lnTo>
                    <a:pt x="99" y="23"/>
                  </a:lnTo>
                  <a:lnTo>
                    <a:pt x="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8"/>
            <p:cNvSpPr/>
            <p:nvPr/>
          </p:nvSpPr>
          <p:spPr>
            <a:xfrm>
              <a:off x="5809534" y="2653462"/>
              <a:ext cx="114699" cy="13257"/>
            </a:xfrm>
            <a:custGeom>
              <a:rect b="b" l="l" r="r" t="t"/>
              <a:pathLst>
                <a:path extrusionOk="0" h="23" w="199">
                  <a:moveTo>
                    <a:pt x="1" y="1"/>
                  </a:moveTo>
                  <a:lnTo>
                    <a:pt x="1" y="22"/>
                  </a:lnTo>
                  <a:lnTo>
                    <a:pt x="198" y="22"/>
                  </a:lnTo>
                  <a:lnTo>
                    <a:pt x="1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8"/>
            <p:cNvSpPr/>
            <p:nvPr/>
          </p:nvSpPr>
          <p:spPr>
            <a:xfrm>
              <a:off x="5833742" y="3031566"/>
              <a:ext cx="13257" cy="38041"/>
            </a:xfrm>
            <a:custGeom>
              <a:rect b="b" l="l" r="r" t="t"/>
              <a:pathLst>
                <a:path extrusionOk="0" h="66" w="23">
                  <a:moveTo>
                    <a:pt x="0" y="1"/>
                  </a:moveTo>
                  <a:lnTo>
                    <a:pt x="0" y="66"/>
                  </a:lnTo>
                  <a:lnTo>
                    <a:pt x="22" y="66"/>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8"/>
            <p:cNvSpPr/>
            <p:nvPr/>
          </p:nvSpPr>
          <p:spPr>
            <a:xfrm>
              <a:off x="5534026" y="2686892"/>
              <a:ext cx="227093" cy="382715"/>
            </a:xfrm>
            <a:custGeom>
              <a:rect b="b" l="l" r="r" t="t"/>
              <a:pathLst>
                <a:path extrusionOk="0" h="664" w="394">
                  <a:moveTo>
                    <a:pt x="271" y="1"/>
                  </a:moveTo>
                  <a:cubicBezTo>
                    <a:pt x="120" y="1"/>
                    <a:pt x="0" y="122"/>
                    <a:pt x="0" y="272"/>
                  </a:cubicBezTo>
                  <a:lnTo>
                    <a:pt x="0" y="664"/>
                  </a:lnTo>
                  <a:lnTo>
                    <a:pt x="22" y="664"/>
                  </a:lnTo>
                  <a:lnTo>
                    <a:pt x="22" y="272"/>
                  </a:lnTo>
                  <a:cubicBezTo>
                    <a:pt x="22" y="135"/>
                    <a:pt x="133" y="22"/>
                    <a:pt x="271" y="22"/>
                  </a:cubicBezTo>
                  <a:cubicBezTo>
                    <a:pt x="311" y="22"/>
                    <a:pt x="349" y="31"/>
                    <a:pt x="385" y="50"/>
                  </a:cubicBezTo>
                  <a:lnTo>
                    <a:pt x="393" y="31"/>
                  </a:lnTo>
                  <a:cubicBezTo>
                    <a:pt x="354" y="11"/>
                    <a:pt x="312"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8"/>
            <p:cNvSpPr/>
            <p:nvPr/>
          </p:nvSpPr>
          <p:spPr>
            <a:xfrm>
              <a:off x="5786479" y="2728392"/>
              <a:ext cx="60520" cy="263981"/>
            </a:xfrm>
            <a:custGeom>
              <a:rect b="b" l="l" r="r" t="t"/>
              <a:pathLst>
                <a:path extrusionOk="0" h="458" w="105">
                  <a:moveTo>
                    <a:pt x="15" y="1"/>
                  </a:moveTo>
                  <a:lnTo>
                    <a:pt x="0" y="17"/>
                  </a:lnTo>
                  <a:cubicBezTo>
                    <a:pt x="51" y="64"/>
                    <a:pt x="82" y="131"/>
                    <a:pt x="82" y="202"/>
                  </a:cubicBezTo>
                  <a:lnTo>
                    <a:pt x="82" y="457"/>
                  </a:lnTo>
                  <a:lnTo>
                    <a:pt x="104" y="457"/>
                  </a:lnTo>
                  <a:lnTo>
                    <a:pt x="104" y="202"/>
                  </a:lnTo>
                  <a:cubicBezTo>
                    <a:pt x="104" y="124"/>
                    <a:pt x="71" y="51"/>
                    <a:pt x="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8"/>
            <p:cNvSpPr/>
            <p:nvPr/>
          </p:nvSpPr>
          <p:spPr>
            <a:xfrm>
              <a:off x="5802617" y="3031566"/>
              <a:ext cx="13257" cy="38041"/>
            </a:xfrm>
            <a:custGeom>
              <a:rect b="b" l="l" r="r" t="t"/>
              <a:pathLst>
                <a:path extrusionOk="0" h="66" w="23">
                  <a:moveTo>
                    <a:pt x="1" y="1"/>
                  </a:moveTo>
                  <a:lnTo>
                    <a:pt x="1" y="66"/>
                  </a:lnTo>
                  <a:lnTo>
                    <a:pt x="23" y="66"/>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8"/>
            <p:cNvSpPr/>
            <p:nvPr/>
          </p:nvSpPr>
          <p:spPr>
            <a:xfrm>
              <a:off x="5802617" y="2953179"/>
              <a:ext cx="13257" cy="24784"/>
            </a:xfrm>
            <a:custGeom>
              <a:rect b="b" l="l" r="r" t="t"/>
              <a:pathLst>
                <a:path extrusionOk="0" h="43" w="23">
                  <a:moveTo>
                    <a:pt x="1" y="1"/>
                  </a:moveTo>
                  <a:lnTo>
                    <a:pt x="1" y="43"/>
                  </a:lnTo>
                  <a:lnTo>
                    <a:pt x="23" y="43"/>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8"/>
            <p:cNvSpPr/>
            <p:nvPr/>
          </p:nvSpPr>
          <p:spPr>
            <a:xfrm>
              <a:off x="5802617" y="2868451"/>
              <a:ext cx="13257" cy="49568"/>
            </a:xfrm>
            <a:custGeom>
              <a:rect b="b" l="l" r="r" t="t"/>
              <a:pathLst>
                <a:path extrusionOk="0" h="86" w="23">
                  <a:moveTo>
                    <a:pt x="1" y="0"/>
                  </a:moveTo>
                  <a:lnTo>
                    <a:pt x="1" y="86"/>
                  </a:lnTo>
                  <a:lnTo>
                    <a:pt x="23" y="86"/>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8"/>
            <p:cNvSpPr/>
            <p:nvPr/>
          </p:nvSpPr>
          <p:spPr>
            <a:xfrm>
              <a:off x="5802617" y="2930124"/>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8"/>
            <p:cNvSpPr/>
            <p:nvPr/>
          </p:nvSpPr>
          <p:spPr>
            <a:xfrm>
              <a:off x="5798583" y="2808508"/>
              <a:ext cx="17291" cy="39770"/>
            </a:xfrm>
            <a:custGeom>
              <a:rect b="b" l="l" r="r" t="t"/>
              <a:pathLst>
                <a:path extrusionOk="0" h="69" w="30">
                  <a:moveTo>
                    <a:pt x="21" y="0"/>
                  </a:moveTo>
                  <a:lnTo>
                    <a:pt x="1" y="6"/>
                  </a:lnTo>
                  <a:cubicBezTo>
                    <a:pt x="7" y="25"/>
                    <a:pt x="8" y="41"/>
                    <a:pt x="8" y="58"/>
                  </a:cubicBezTo>
                  <a:lnTo>
                    <a:pt x="8" y="68"/>
                  </a:lnTo>
                  <a:lnTo>
                    <a:pt x="30" y="68"/>
                  </a:lnTo>
                  <a:lnTo>
                    <a:pt x="30" y="58"/>
                  </a:lnTo>
                  <a:cubicBezTo>
                    <a:pt x="30" y="41"/>
                    <a:pt x="27" y="21"/>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8"/>
            <p:cNvSpPr/>
            <p:nvPr/>
          </p:nvSpPr>
          <p:spPr>
            <a:xfrm>
              <a:off x="5777257" y="2763551"/>
              <a:ext cx="29395" cy="36312"/>
            </a:xfrm>
            <a:custGeom>
              <a:rect b="b" l="l" r="r" t="t"/>
              <a:pathLst>
                <a:path extrusionOk="0" h="63" w="51">
                  <a:moveTo>
                    <a:pt x="16" y="0"/>
                  </a:moveTo>
                  <a:lnTo>
                    <a:pt x="0" y="12"/>
                  </a:lnTo>
                  <a:cubicBezTo>
                    <a:pt x="13" y="26"/>
                    <a:pt x="23" y="45"/>
                    <a:pt x="31" y="63"/>
                  </a:cubicBezTo>
                  <a:lnTo>
                    <a:pt x="51" y="54"/>
                  </a:lnTo>
                  <a:cubicBezTo>
                    <a:pt x="42" y="34"/>
                    <a:pt x="29" y="16"/>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8"/>
            <p:cNvSpPr/>
            <p:nvPr/>
          </p:nvSpPr>
          <p:spPr>
            <a:xfrm>
              <a:off x="5615295" y="2716288"/>
              <a:ext cx="81846" cy="35159"/>
            </a:xfrm>
            <a:custGeom>
              <a:rect b="b" l="l" r="r" t="t"/>
              <a:pathLst>
                <a:path extrusionOk="0" h="61" w="142">
                  <a:moveTo>
                    <a:pt x="141" y="0"/>
                  </a:moveTo>
                  <a:cubicBezTo>
                    <a:pt x="135" y="3"/>
                    <a:pt x="131" y="3"/>
                    <a:pt x="130" y="3"/>
                  </a:cubicBezTo>
                  <a:cubicBezTo>
                    <a:pt x="83" y="3"/>
                    <a:pt x="40" y="17"/>
                    <a:pt x="1" y="43"/>
                  </a:cubicBezTo>
                  <a:lnTo>
                    <a:pt x="14" y="61"/>
                  </a:lnTo>
                  <a:cubicBezTo>
                    <a:pt x="49" y="35"/>
                    <a:pt x="88" y="22"/>
                    <a:pt x="130" y="22"/>
                  </a:cubicBezTo>
                  <a:lnTo>
                    <a:pt x="138" y="22"/>
                  </a:lnTo>
                  <a:lnTo>
                    <a:pt x="1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8"/>
            <p:cNvSpPr/>
            <p:nvPr/>
          </p:nvSpPr>
          <p:spPr>
            <a:xfrm>
              <a:off x="5581288" y="2752023"/>
              <a:ext cx="29972" cy="32854"/>
            </a:xfrm>
            <a:custGeom>
              <a:rect b="b" l="l" r="r" t="t"/>
              <a:pathLst>
                <a:path extrusionOk="0" h="57" w="52">
                  <a:moveTo>
                    <a:pt x="37" y="0"/>
                  </a:moveTo>
                  <a:cubicBezTo>
                    <a:pt x="22" y="15"/>
                    <a:pt x="9" y="29"/>
                    <a:pt x="1" y="45"/>
                  </a:cubicBezTo>
                  <a:lnTo>
                    <a:pt x="20" y="57"/>
                  </a:lnTo>
                  <a:cubicBezTo>
                    <a:pt x="28" y="42"/>
                    <a:pt x="38" y="26"/>
                    <a:pt x="51" y="15"/>
                  </a:cubicBez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8"/>
            <p:cNvSpPr/>
            <p:nvPr/>
          </p:nvSpPr>
          <p:spPr>
            <a:xfrm>
              <a:off x="5562844" y="2796980"/>
              <a:ext cx="21902" cy="93373"/>
            </a:xfrm>
            <a:custGeom>
              <a:rect b="b" l="l" r="r" t="t"/>
              <a:pathLst>
                <a:path extrusionOk="0" h="162" w="38">
                  <a:moveTo>
                    <a:pt x="17" y="0"/>
                  </a:moveTo>
                  <a:cubicBezTo>
                    <a:pt x="5" y="25"/>
                    <a:pt x="1" y="54"/>
                    <a:pt x="1" y="81"/>
                  </a:cubicBezTo>
                  <a:lnTo>
                    <a:pt x="1" y="162"/>
                  </a:lnTo>
                  <a:lnTo>
                    <a:pt x="23" y="162"/>
                  </a:lnTo>
                  <a:lnTo>
                    <a:pt x="23" y="81"/>
                  </a:lnTo>
                  <a:cubicBezTo>
                    <a:pt x="23" y="55"/>
                    <a:pt x="27" y="31"/>
                    <a:pt x="37" y="6"/>
                  </a:cubicBez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8"/>
            <p:cNvSpPr/>
            <p:nvPr/>
          </p:nvSpPr>
          <p:spPr>
            <a:xfrm>
              <a:off x="5562844" y="2912256"/>
              <a:ext cx="13257" cy="75505"/>
            </a:xfrm>
            <a:custGeom>
              <a:rect b="b" l="l" r="r" t="t"/>
              <a:pathLst>
                <a:path extrusionOk="0" h="131" w="23">
                  <a:moveTo>
                    <a:pt x="1" y="1"/>
                  </a:moveTo>
                  <a:lnTo>
                    <a:pt x="1" y="131"/>
                  </a:lnTo>
                  <a:lnTo>
                    <a:pt x="23" y="131"/>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8"/>
            <p:cNvSpPr/>
            <p:nvPr/>
          </p:nvSpPr>
          <p:spPr>
            <a:xfrm>
              <a:off x="5562844" y="3003324"/>
              <a:ext cx="13257" cy="66283"/>
            </a:xfrm>
            <a:custGeom>
              <a:rect b="b" l="l" r="r" t="t"/>
              <a:pathLst>
                <a:path extrusionOk="0" h="115" w="23">
                  <a:moveTo>
                    <a:pt x="1" y="0"/>
                  </a:moveTo>
                  <a:lnTo>
                    <a:pt x="1" y="115"/>
                  </a:lnTo>
                  <a:lnTo>
                    <a:pt x="23" y="115"/>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8"/>
            <p:cNvSpPr/>
            <p:nvPr/>
          </p:nvSpPr>
          <p:spPr>
            <a:xfrm>
              <a:off x="5772646" y="3011393"/>
              <a:ext cx="13257" cy="58214"/>
            </a:xfrm>
            <a:custGeom>
              <a:rect b="b" l="l" r="r" t="t"/>
              <a:pathLst>
                <a:path extrusionOk="0" h="101" w="23">
                  <a:moveTo>
                    <a:pt x="1" y="1"/>
                  </a:moveTo>
                  <a:lnTo>
                    <a:pt x="1" y="101"/>
                  </a:lnTo>
                  <a:lnTo>
                    <a:pt x="23" y="101"/>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8"/>
            <p:cNvSpPr/>
            <p:nvPr/>
          </p:nvSpPr>
          <p:spPr>
            <a:xfrm>
              <a:off x="5764000" y="2798710"/>
              <a:ext cx="21902" cy="75505"/>
            </a:xfrm>
            <a:custGeom>
              <a:rect b="b" l="l" r="r" t="t"/>
              <a:pathLst>
                <a:path extrusionOk="0" h="131" w="38">
                  <a:moveTo>
                    <a:pt x="17" y="0"/>
                  </a:moveTo>
                  <a:lnTo>
                    <a:pt x="0" y="9"/>
                  </a:lnTo>
                  <a:cubicBezTo>
                    <a:pt x="10" y="29"/>
                    <a:pt x="16" y="52"/>
                    <a:pt x="16" y="75"/>
                  </a:cubicBezTo>
                  <a:lnTo>
                    <a:pt x="16" y="130"/>
                  </a:lnTo>
                  <a:lnTo>
                    <a:pt x="38" y="130"/>
                  </a:lnTo>
                  <a:lnTo>
                    <a:pt x="38" y="75"/>
                  </a:lnTo>
                  <a:cubicBezTo>
                    <a:pt x="38" y="51"/>
                    <a:pt x="30" y="23"/>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8"/>
            <p:cNvSpPr/>
            <p:nvPr/>
          </p:nvSpPr>
          <p:spPr>
            <a:xfrm>
              <a:off x="5772646" y="2885743"/>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8"/>
            <p:cNvSpPr/>
            <p:nvPr/>
          </p:nvSpPr>
          <p:spPr>
            <a:xfrm>
              <a:off x="5660252" y="2747412"/>
              <a:ext cx="20173" cy="16715"/>
            </a:xfrm>
            <a:custGeom>
              <a:rect b="b" l="l" r="r" t="t"/>
              <a:pathLst>
                <a:path extrusionOk="0" h="29" w="35">
                  <a:moveTo>
                    <a:pt x="34" y="1"/>
                  </a:moveTo>
                  <a:cubicBezTo>
                    <a:pt x="23" y="2"/>
                    <a:pt x="13" y="4"/>
                    <a:pt x="1" y="8"/>
                  </a:cubicBezTo>
                  <a:lnTo>
                    <a:pt x="7" y="28"/>
                  </a:lnTo>
                  <a:cubicBezTo>
                    <a:pt x="15" y="24"/>
                    <a:pt x="24" y="23"/>
                    <a:pt x="34" y="23"/>
                  </a:cubicBezTo>
                  <a:lnTo>
                    <a:pt x="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8"/>
            <p:cNvSpPr/>
            <p:nvPr/>
          </p:nvSpPr>
          <p:spPr>
            <a:xfrm>
              <a:off x="5597427" y="2761245"/>
              <a:ext cx="49568" cy="59367"/>
            </a:xfrm>
            <a:custGeom>
              <a:rect b="b" l="l" r="r" t="t"/>
              <a:pathLst>
                <a:path extrusionOk="0" h="103" w="86">
                  <a:moveTo>
                    <a:pt x="74" y="0"/>
                  </a:moveTo>
                  <a:cubicBezTo>
                    <a:pt x="38" y="22"/>
                    <a:pt x="10" y="58"/>
                    <a:pt x="0" y="98"/>
                  </a:cubicBezTo>
                  <a:lnTo>
                    <a:pt x="19" y="103"/>
                  </a:lnTo>
                  <a:cubicBezTo>
                    <a:pt x="31" y="67"/>
                    <a:pt x="52" y="36"/>
                    <a:pt x="85" y="16"/>
                  </a:cubicBezTo>
                  <a:lnTo>
                    <a:pt x="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8"/>
            <p:cNvSpPr/>
            <p:nvPr/>
          </p:nvSpPr>
          <p:spPr>
            <a:xfrm>
              <a:off x="5592816" y="2843667"/>
              <a:ext cx="13257" cy="75505"/>
            </a:xfrm>
            <a:custGeom>
              <a:rect b="b" l="l" r="r" t="t"/>
              <a:pathLst>
                <a:path extrusionOk="0" h="131" w="23">
                  <a:moveTo>
                    <a:pt x="1" y="0"/>
                  </a:moveTo>
                  <a:lnTo>
                    <a:pt x="1" y="130"/>
                  </a:lnTo>
                  <a:lnTo>
                    <a:pt x="23" y="130"/>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8"/>
            <p:cNvSpPr/>
            <p:nvPr/>
          </p:nvSpPr>
          <p:spPr>
            <a:xfrm>
              <a:off x="5592816" y="2934735"/>
              <a:ext cx="13257" cy="20173"/>
            </a:xfrm>
            <a:custGeom>
              <a:rect b="b" l="l" r="r" t="t"/>
              <a:pathLst>
                <a:path extrusionOk="0" h="35" w="23">
                  <a:moveTo>
                    <a:pt x="1" y="1"/>
                  </a:moveTo>
                  <a:lnTo>
                    <a:pt x="1" y="34"/>
                  </a:lnTo>
                  <a:lnTo>
                    <a:pt x="23" y="34"/>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8"/>
            <p:cNvSpPr/>
            <p:nvPr/>
          </p:nvSpPr>
          <p:spPr>
            <a:xfrm>
              <a:off x="5592816" y="2972199"/>
              <a:ext cx="13257" cy="47263"/>
            </a:xfrm>
            <a:custGeom>
              <a:rect b="b" l="l" r="r" t="t"/>
              <a:pathLst>
                <a:path extrusionOk="0" h="82" w="23">
                  <a:moveTo>
                    <a:pt x="1" y="1"/>
                  </a:moveTo>
                  <a:lnTo>
                    <a:pt x="1" y="82"/>
                  </a:lnTo>
                  <a:lnTo>
                    <a:pt x="23" y="8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8"/>
            <p:cNvSpPr/>
            <p:nvPr/>
          </p:nvSpPr>
          <p:spPr>
            <a:xfrm>
              <a:off x="5592816" y="3039635"/>
              <a:ext cx="13257" cy="29972"/>
            </a:xfrm>
            <a:custGeom>
              <a:rect b="b" l="l" r="r" t="t"/>
              <a:pathLst>
                <a:path extrusionOk="0" h="52" w="23">
                  <a:moveTo>
                    <a:pt x="1" y="1"/>
                  </a:moveTo>
                  <a:lnTo>
                    <a:pt x="1" y="52"/>
                  </a:lnTo>
                  <a:lnTo>
                    <a:pt x="23" y="5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8"/>
            <p:cNvSpPr/>
            <p:nvPr/>
          </p:nvSpPr>
          <p:spPr>
            <a:xfrm>
              <a:off x="5622788" y="2843667"/>
              <a:ext cx="13257" cy="38617"/>
            </a:xfrm>
            <a:custGeom>
              <a:rect b="b" l="l" r="r" t="t"/>
              <a:pathLst>
                <a:path extrusionOk="0" h="67" w="23">
                  <a:moveTo>
                    <a:pt x="1" y="0"/>
                  </a:moveTo>
                  <a:lnTo>
                    <a:pt x="1" y="67"/>
                  </a:lnTo>
                  <a:lnTo>
                    <a:pt x="23" y="67"/>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8"/>
            <p:cNvSpPr/>
            <p:nvPr/>
          </p:nvSpPr>
          <p:spPr>
            <a:xfrm>
              <a:off x="5622788" y="2902458"/>
              <a:ext cx="13257" cy="54756"/>
            </a:xfrm>
            <a:custGeom>
              <a:rect b="b" l="l" r="r" t="t"/>
              <a:pathLst>
                <a:path extrusionOk="0" h="95" w="23">
                  <a:moveTo>
                    <a:pt x="1" y="1"/>
                  </a:moveTo>
                  <a:lnTo>
                    <a:pt x="1" y="95"/>
                  </a:lnTo>
                  <a:lnTo>
                    <a:pt x="23" y="95"/>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8"/>
            <p:cNvSpPr/>
            <p:nvPr/>
          </p:nvSpPr>
          <p:spPr>
            <a:xfrm>
              <a:off x="5622788" y="2972199"/>
              <a:ext cx="13257" cy="21902"/>
            </a:xfrm>
            <a:custGeom>
              <a:rect b="b" l="l" r="r" t="t"/>
              <a:pathLst>
                <a:path extrusionOk="0" h="38" w="23">
                  <a:moveTo>
                    <a:pt x="1" y="1"/>
                  </a:moveTo>
                  <a:lnTo>
                    <a:pt x="1" y="37"/>
                  </a:lnTo>
                  <a:lnTo>
                    <a:pt x="23" y="37"/>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8"/>
            <p:cNvSpPr/>
            <p:nvPr/>
          </p:nvSpPr>
          <p:spPr>
            <a:xfrm>
              <a:off x="5622788" y="3011393"/>
              <a:ext cx="13257" cy="58214"/>
            </a:xfrm>
            <a:custGeom>
              <a:rect b="b" l="l" r="r" t="t"/>
              <a:pathLst>
                <a:path extrusionOk="0" h="101" w="23">
                  <a:moveTo>
                    <a:pt x="1" y="1"/>
                  </a:moveTo>
                  <a:lnTo>
                    <a:pt x="1" y="101"/>
                  </a:lnTo>
                  <a:lnTo>
                    <a:pt x="23" y="101"/>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8"/>
            <p:cNvSpPr/>
            <p:nvPr/>
          </p:nvSpPr>
          <p:spPr>
            <a:xfrm>
              <a:off x="5742674" y="3035024"/>
              <a:ext cx="13257" cy="35159"/>
            </a:xfrm>
            <a:custGeom>
              <a:rect b="b" l="l" r="r" t="t"/>
              <a:pathLst>
                <a:path extrusionOk="0" h="61" w="23">
                  <a:moveTo>
                    <a:pt x="1" y="0"/>
                  </a:moveTo>
                  <a:lnTo>
                    <a:pt x="1" y="61"/>
                  </a:lnTo>
                  <a:lnTo>
                    <a:pt x="23" y="61"/>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8"/>
            <p:cNvSpPr/>
            <p:nvPr/>
          </p:nvSpPr>
          <p:spPr>
            <a:xfrm>
              <a:off x="5742674" y="2998136"/>
              <a:ext cx="13257" cy="17291"/>
            </a:xfrm>
            <a:custGeom>
              <a:rect b="b" l="l" r="r" t="t"/>
              <a:pathLst>
                <a:path extrusionOk="0" h="30" w="23">
                  <a:moveTo>
                    <a:pt x="1" y="1"/>
                  </a:moveTo>
                  <a:lnTo>
                    <a:pt x="1" y="30"/>
                  </a:lnTo>
                  <a:lnTo>
                    <a:pt x="23" y="30"/>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8"/>
            <p:cNvSpPr/>
            <p:nvPr/>
          </p:nvSpPr>
          <p:spPr>
            <a:xfrm>
              <a:off x="5742674" y="2843667"/>
              <a:ext cx="13257" cy="42076"/>
            </a:xfrm>
            <a:custGeom>
              <a:rect b="b" l="l" r="r" t="t"/>
              <a:pathLst>
                <a:path extrusionOk="0" h="73" w="23">
                  <a:moveTo>
                    <a:pt x="1" y="0"/>
                  </a:moveTo>
                  <a:lnTo>
                    <a:pt x="1" y="72"/>
                  </a:lnTo>
                  <a:lnTo>
                    <a:pt x="23" y="7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8"/>
            <p:cNvSpPr/>
            <p:nvPr/>
          </p:nvSpPr>
          <p:spPr>
            <a:xfrm>
              <a:off x="5736334" y="2810814"/>
              <a:ext cx="16139" cy="16715"/>
            </a:xfrm>
            <a:custGeom>
              <a:rect b="b" l="l" r="r" t="t"/>
              <a:pathLst>
                <a:path extrusionOk="0" h="29" w="28">
                  <a:moveTo>
                    <a:pt x="19" y="1"/>
                  </a:moveTo>
                  <a:lnTo>
                    <a:pt x="0" y="12"/>
                  </a:lnTo>
                  <a:cubicBezTo>
                    <a:pt x="5" y="17"/>
                    <a:pt x="6" y="22"/>
                    <a:pt x="8" y="28"/>
                  </a:cubicBezTo>
                  <a:lnTo>
                    <a:pt x="28" y="21"/>
                  </a:lnTo>
                  <a:cubicBezTo>
                    <a:pt x="26" y="15"/>
                    <a:pt x="22" y="8"/>
                    <a:pt x="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8"/>
            <p:cNvSpPr/>
            <p:nvPr/>
          </p:nvSpPr>
          <p:spPr>
            <a:xfrm>
              <a:off x="5630281" y="2777384"/>
              <a:ext cx="55909" cy="43228"/>
            </a:xfrm>
            <a:custGeom>
              <a:rect b="b" l="l" r="r" t="t"/>
              <a:pathLst>
                <a:path extrusionOk="0" h="75" w="97">
                  <a:moveTo>
                    <a:pt x="93" y="1"/>
                  </a:moveTo>
                  <a:cubicBezTo>
                    <a:pt x="53" y="4"/>
                    <a:pt x="17" y="30"/>
                    <a:pt x="1" y="66"/>
                  </a:cubicBezTo>
                  <a:lnTo>
                    <a:pt x="21" y="75"/>
                  </a:lnTo>
                  <a:cubicBezTo>
                    <a:pt x="34" y="46"/>
                    <a:pt x="65" y="27"/>
                    <a:pt x="96" y="23"/>
                  </a:cubicBezTo>
                  <a:lnTo>
                    <a:pt x="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8"/>
            <p:cNvSpPr/>
            <p:nvPr/>
          </p:nvSpPr>
          <p:spPr>
            <a:xfrm>
              <a:off x="5652759" y="2988914"/>
              <a:ext cx="13257" cy="80693"/>
            </a:xfrm>
            <a:custGeom>
              <a:rect b="b" l="l" r="r" t="t"/>
              <a:pathLst>
                <a:path extrusionOk="0" h="140" w="23">
                  <a:moveTo>
                    <a:pt x="1" y="1"/>
                  </a:moveTo>
                  <a:lnTo>
                    <a:pt x="1" y="140"/>
                  </a:lnTo>
                  <a:lnTo>
                    <a:pt x="23" y="140"/>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8"/>
            <p:cNvSpPr/>
            <p:nvPr/>
          </p:nvSpPr>
          <p:spPr>
            <a:xfrm>
              <a:off x="5652759" y="2928395"/>
              <a:ext cx="13257" cy="43228"/>
            </a:xfrm>
            <a:custGeom>
              <a:rect b="b" l="l" r="r" t="t"/>
              <a:pathLst>
                <a:path extrusionOk="0" h="75" w="23">
                  <a:moveTo>
                    <a:pt x="1" y="0"/>
                  </a:moveTo>
                  <a:lnTo>
                    <a:pt x="1" y="74"/>
                  </a:lnTo>
                  <a:lnTo>
                    <a:pt x="23" y="74"/>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8"/>
            <p:cNvSpPr/>
            <p:nvPr/>
          </p:nvSpPr>
          <p:spPr>
            <a:xfrm>
              <a:off x="5652759" y="2885166"/>
              <a:ext cx="13257" cy="27090"/>
            </a:xfrm>
            <a:custGeom>
              <a:rect b="b" l="l" r="r" t="t"/>
              <a:pathLst>
                <a:path extrusionOk="0" h="47" w="23">
                  <a:moveTo>
                    <a:pt x="1" y="0"/>
                  </a:moveTo>
                  <a:lnTo>
                    <a:pt x="1" y="47"/>
                  </a:lnTo>
                  <a:lnTo>
                    <a:pt x="23" y="47"/>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8"/>
            <p:cNvSpPr/>
            <p:nvPr/>
          </p:nvSpPr>
          <p:spPr>
            <a:xfrm>
              <a:off x="5652759" y="2806779"/>
              <a:ext cx="62249" cy="58214"/>
            </a:xfrm>
            <a:custGeom>
              <a:rect b="b" l="l" r="r" t="t"/>
              <a:pathLst>
                <a:path extrusionOk="0" h="101" w="108">
                  <a:moveTo>
                    <a:pt x="65" y="1"/>
                  </a:moveTo>
                  <a:cubicBezTo>
                    <a:pt x="30" y="1"/>
                    <a:pt x="1" y="29"/>
                    <a:pt x="1" y="64"/>
                  </a:cubicBezTo>
                  <a:lnTo>
                    <a:pt x="1" y="100"/>
                  </a:lnTo>
                  <a:lnTo>
                    <a:pt x="23" y="100"/>
                  </a:lnTo>
                  <a:lnTo>
                    <a:pt x="23" y="64"/>
                  </a:lnTo>
                  <a:cubicBezTo>
                    <a:pt x="23" y="40"/>
                    <a:pt x="41" y="22"/>
                    <a:pt x="65" y="22"/>
                  </a:cubicBezTo>
                  <a:cubicBezTo>
                    <a:pt x="76" y="22"/>
                    <a:pt x="86" y="25"/>
                    <a:pt x="93" y="35"/>
                  </a:cubicBezTo>
                  <a:lnTo>
                    <a:pt x="108" y="21"/>
                  </a:lnTo>
                  <a:cubicBezTo>
                    <a:pt x="98" y="8"/>
                    <a:pt x="80"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8"/>
            <p:cNvSpPr/>
            <p:nvPr/>
          </p:nvSpPr>
          <p:spPr>
            <a:xfrm>
              <a:off x="5713855" y="2984880"/>
              <a:ext cx="13257" cy="84727"/>
            </a:xfrm>
            <a:custGeom>
              <a:rect b="b" l="l" r="r" t="t"/>
              <a:pathLst>
                <a:path extrusionOk="0" h="147" w="23">
                  <a:moveTo>
                    <a:pt x="0" y="1"/>
                  </a:moveTo>
                  <a:lnTo>
                    <a:pt x="0" y="147"/>
                  </a:lnTo>
                  <a:lnTo>
                    <a:pt x="22" y="14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8"/>
            <p:cNvSpPr/>
            <p:nvPr/>
          </p:nvSpPr>
          <p:spPr>
            <a:xfrm>
              <a:off x="5713855" y="2843667"/>
              <a:ext cx="13257" cy="55332"/>
            </a:xfrm>
            <a:custGeom>
              <a:rect b="b" l="l" r="r" t="t"/>
              <a:pathLst>
                <a:path extrusionOk="0" h="96" w="23">
                  <a:moveTo>
                    <a:pt x="0" y="0"/>
                  </a:moveTo>
                  <a:lnTo>
                    <a:pt x="0" y="95"/>
                  </a:lnTo>
                  <a:lnTo>
                    <a:pt x="22" y="9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8"/>
            <p:cNvSpPr/>
            <p:nvPr/>
          </p:nvSpPr>
          <p:spPr>
            <a:xfrm>
              <a:off x="5683884" y="2878250"/>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8"/>
            <p:cNvSpPr/>
            <p:nvPr/>
          </p:nvSpPr>
          <p:spPr>
            <a:xfrm>
              <a:off x="5683884" y="3040788"/>
              <a:ext cx="13257" cy="28819"/>
            </a:xfrm>
            <a:custGeom>
              <a:rect b="b" l="l" r="r" t="t"/>
              <a:pathLst>
                <a:path extrusionOk="0" h="50" w="23">
                  <a:moveTo>
                    <a:pt x="0" y="0"/>
                  </a:moveTo>
                  <a:lnTo>
                    <a:pt x="0" y="50"/>
                  </a:lnTo>
                  <a:lnTo>
                    <a:pt x="22" y="50"/>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8"/>
            <p:cNvSpPr/>
            <p:nvPr/>
          </p:nvSpPr>
          <p:spPr>
            <a:xfrm>
              <a:off x="5683884" y="3016580"/>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8"/>
            <p:cNvSpPr/>
            <p:nvPr/>
          </p:nvSpPr>
          <p:spPr>
            <a:xfrm>
              <a:off x="5683884" y="2972199"/>
              <a:ext cx="13257" cy="33430"/>
            </a:xfrm>
            <a:custGeom>
              <a:rect b="b" l="l" r="r" t="t"/>
              <a:pathLst>
                <a:path extrusionOk="0" h="58" w="23">
                  <a:moveTo>
                    <a:pt x="0" y="1"/>
                  </a:moveTo>
                  <a:lnTo>
                    <a:pt x="0" y="57"/>
                  </a:lnTo>
                  <a:lnTo>
                    <a:pt x="22" y="5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8"/>
            <p:cNvSpPr/>
            <p:nvPr/>
          </p:nvSpPr>
          <p:spPr>
            <a:xfrm>
              <a:off x="5683884" y="2903610"/>
              <a:ext cx="13257" cy="57638"/>
            </a:xfrm>
            <a:custGeom>
              <a:rect b="b" l="l" r="r" t="t"/>
              <a:pathLst>
                <a:path extrusionOk="0" h="100" w="23">
                  <a:moveTo>
                    <a:pt x="0" y="0"/>
                  </a:moveTo>
                  <a:lnTo>
                    <a:pt x="0" y="100"/>
                  </a:lnTo>
                  <a:lnTo>
                    <a:pt x="22" y="100"/>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8"/>
            <p:cNvSpPr/>
            <p:nvPr/>
          </p:nvSpPr>
          <p:spPr>
            <a:xfrm>
              <a:off x="5683884" y="2833292"/>
              <a:ext cx="13257" cy="33430"/>
            </a:xfrm>
            <a:custGeom>
              <a:rect b="b" l="l" r="r" t="t"/>
              <a:pathLst>
                <a:path extrusionOk="0" h="58" w="23">
                  <a:moveTo>
                    <a:pt x="0" y="1"/>
                  </a:moveTo>
                  <a:lnTo>
                    <a:pt x="0" y="57"/>
                  </a:lnTo>
                  <a:lnTo>
                    <a:pt x="22" y="5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8"/>
            <p:cNvSpPr/>
            <p:nvPr/>
          </p:nvSpPr>
          <p:spPr>
            <a:xfrm>
              <a:off x="5725383" y="2757787"/>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8"/>
            <p:cNvSpPr/>
            <p:nvPr/>
          </p:nvSpPr>
          <p:spPr>
            <a:xfrm>
              <a:off x="5742674" y="2935887"/>
              <a:ext cx="13257" cy="13257"/>
            </a:xfrm>
            <a:custGeom>
              <a:rect b="b" l="l" r="r" t="t"/>
              <a:pathLst>
                <a:path extrusionOk="0" h="23"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48"/>
          <p:cNvGrpSpPr/>
          <p:nvPr/>
        </p:nvGrpSpPr>
        <p:grpSpPr>
          <a:xfrm>
            <a:off x="4751305" y="3351456"/>
            <a:ext cx="414992" cy="416145"/>
            <a:chOff x="4751305" y="3351456"/>
            <a:chExt cx="414992" cy="416145"/>
          </a:xfrm>
        </p:grpSpPr>
        <p:sp>
          <p:nvSpPr>
            <p:cNvPr id="2035" name="Google Shape;2035;p48"/>
            <p:cNvSpPr/>
            <p:nvPr/>
          </p:nvSpPr>
          <p:spPr>
            <a:xfrm>
              <a:off x="4751305" y="3501314"/>
              <a:ext cx="414992" cy="266286"/>
            </a:xfrm>
            <a:custGeom>
              <a:rect b="b" l="l" r="r" t="t"/>
              <a:pathLst>
                <a:path extrusionOk="0" h="462" w="720">
                  <a:moveTo>
                    <a:pt x="603" y="96"/>
                  </a:moveTo>
                  <a:lnTo>
                    <a:pt x="575" y="133"/>
                  </a:lnTo>
                  <a:lnTo>
                    <a:pt x="347" y="159"/>
                  </a:lnTo>
                  <a:lnTo>
                    <a:pt x="354" y="198"/>
                  </a:lnTo>
                  <a:lnTo>
                    <a:pt x="337" y="201"/>
                  </a:lnTo>
                  <a:cubicBezTo>
                    <a:pt x="336" y="201"/>
                    <a:pt x="335" y="201"/>
                    <a:pt x="335" y="201"/>
                  </a:cubicBezTo>
                  <a:cubicBezTo>
                    <a:pt x="326" y="201"/>
                    <a:pt x="318" y="194"/>
                    <a:pt x="314" y="184"/>
                  </a:cubicBezTo>
                  <a:lnTo>
                    <a:pt x="301" y="130"/>
                  </a:lnTo>
                  <a:lnTo>
                    <a:pt x="603" y="96"/>
                  </a:lnTo>
                  <a:close/>
                  <a:moveTo>
                    <a:pt x="510" y="202"/>
                  </a:moveTo>
                  <a:cubicBezTo>
                    <a:pt x="518" y="202"/>
                    <a:pt x="528" y="209"/>
                    <a:pt x="529" y="217"/>
                  </a:cubicBezTo>
                  <a:lnTo>
                    <a:pt x="538" y="241"/>
                  </a:lnTo>
                  <a:lnTo>
                    <a:pt x="522" y="244"/>
                  </a:lnTo>
                  <a:cubicBezTo>
                    <a:pt x="521" y="245"/>
                    <a:pt x="519" y="245"/>
                    <a:pt x="518" y="245"/>
                  </a:cubicBezTo>
                  <a:cubicBezTo>
                    <a:pt x="508" y="245"/>
                    <a:pt x="499" y="241"/>
                    <a:pt x="492" y="234"/>
                  </a:cubicBezTo>
                  <a:cubicBezTo>
                    <a:pt x="482" y="227"/>
                    <a:pt x="477" y="217"/>
                    <a:pt x="474" y="205"/>
                  </a:cubicBezTo>
                  <a:lnTo>
                    <a:pt x="508" y="202"/>
                  </a:lnTo>
                  <a:cubicBezTo>
                    <a:pt x="508" y="202"/>
                    <a:pt x="509" y="202"/>
                    <a:pt x="510" y="202"/>
                  </a:cubicBezTo>
                  <a:close/>
                  <a:moveTo>
                    <a:pt x="652" y="90"/>
                  </a:moveTo>
                  <a:lnTo>
                    <a:pt x="658" y="142"/>
                  </a:lnTo>
                  <a:cubicBezTo>
                    <a:pt x="658" y="148"/>
                    <a:pt x="655" y="153"/>
                    <a:pt x="653" y="159"/>
                  </a:cubicBezTo>
                  <a:cubicBezTo>
                    <a:pt x="651" y="162"/>
                    <a:pt x="645" y="166"/>
                    <a:pt x="639" y="166"/>
                  </a:cubicBezTo>
                  <a:lnTo>
                    <a:pt x="609" y="169"/>
                  </a:lnTo>
                  <a:lnTo>
                    <a:pt x="658" y="301"/>
                  </a:lnTo>
                  <a:lnTo>
                    <a:pt x="658" y="306"/>
                  </a:lnTo>
                  <a:cubicBezTo>
                    <a:pt x="658" y="306"/>
                    <a:pt x="655" y="308"/>
                    <a:pt x="653" y="308"/>
                  </a:cubicBezTo>
                  <a:lnTo>
                    <a:pt x="593" y="315"/>
                  </a:lnTo>
                  <a:cubicBezTo>
                    <a:pt x="590" y="315"/>
                    <a:pt x="587" y="314"/>
                    <a:pt x="587" y="312"/>
                  </a:cubicBezTo>
                  <a:lnTo>
                    <a:pt x="549" y="210"/>
                  </a:lnTo>
                  <a:cubicBezTo>
                    <a:pt x="543" y="192"/>
                    <a:pt x="526" y="181"/>
                    <a:pt x="507" y="181"/>
                  </a:cubicBezTo>
                  <a:cubicBezTo>
                    <a:pt x="505" y="181"/>
                    <a:pt x="504" y="181"/>
                    <a:pt x="503" y="181"/>
                  </a:cubicBezTo>
                  <a:lnTo>
                    <a:pt x="376" y="195"/>
                  </a:lnTo>
                  <a:lnTo>
                    <a:pt x="372" y="176"/>
                  </a:lnTo>
                  <a:lnTo>
                    <a:pt x="587" y="153"/>
                  </a:lnTo>
                  <a:lnTo>
                    <a:pt x="632" y="93"/>
                  </a:lnTo>
                  <a:lnTo>
                    <a:pt x="652" y="90"/>
                  </a:lnTo>
                  <a:close/>
                  <a:moveTo>
                    <a:pt x="276" y="20"/>
                  </a:moveTo>
                  <a:cubicBezTo>
                    <a:pt x="317" y="20"/>
                    <a:pt x="350" y="52"/>
                    <a:pt x="350" y="94"/>
                  </a:cubicBezTo>
                  <a:lnTo>
                    <a:pt x="350" y="101"/>
                  </a:lnTo>
                  <a:lnTo>
                    <a:pt x="276" y="110"/>
                  </a:lnTo>
                  <a:lnTo>
                    <a:pt x="294" y="188"/>
                  </a:lnTo>
                  <a:cubicBezTo>
                    <a:pt x="299" y="208"/>
                    <a:pt x="316" y="220"/>
                    <a:pt x="333" y="220"/>
                  </a:cubicBezTo>
                  <a:cubicBezTo>
                    <a:pt x="335" y="220"/>
                    <a:pt x="337" y="220"/>
                    <a:pt x="339" y="220"/>
                  </a:cubicBezTo>
                  <a:lnTo>
                    <a:pt x="451" y="208"/>
                  </a:lnTo>
                  <a:cubicBezTo>
                    <a:pt x="453" y="224"/>
                    <a:pt x="461" y="240"/>
                    <a:pt x="474" y="252"/>
                  </a:cubicBezTo>
                  <a:cubicBezTo>
                    <a:pt x="486" y="260"/>
                    <a:pt x="500" y="266"/>
                    <a:pt x="515" y="266"/>
                  </a:cubicBezTo>
                  <a:lnTo>
                    <a:pt x="522" y="266"/>
                  </a:lnTo>
                  <a:lnTo>
                    <a:pt x="544" y="263"/>
                  </a:lnTo>
                  <a:lnTo>
                    <a:pt x="565" y="321"/>
                  </a:lnTo>
                  <a:cubicBezTo>
                    <a:pt x="568" y="332"/>
                    <a:pt x="580" y="340"/>
                    <a:pt x="590" y="340"/>
                  </a:cubicBezTo>
                  <a:lnTo>
                    <a:pt x="594" y="340"/>
                  </a:lnTo>
                  <a:lnTo>
                    <a:pt x="655" y="332"/>
                  </a:lnTo>
                  <a:cubicBezTo>
                    <a:pt x="662" y="332"/>
                    <a:pt x="669" y="327"/>
                    <a:pt x="675" y="319"/>
                  </a:cubicBezTo>
                  <a:cubicBezTo>
                    <a:pt x="681" y="312"/>
                    <a:pt x="681" y="305"/>
                    <a:pt x="677" y="296"/>
                  </a:cubicBezTo>
                  <a:lnTo>
                    <a:pt x="639" y="189"/>
                  </a:lnTo>
                  <a:lnTo>
                    <a:pt x="642" y="189"/>
                  </a:lnTo>
                  <a:cubicBezTo>
                    <a:pt x="653" y="188"/>
                    <a:pt x="664" y="182"/>
                    <a:pt x="671" y="174"/>
                  </a:cubicBezTo>
                  <a:cubicBezTo>
                    <a:pt x="678" y="165"/>
                    <a:pt x="682" y="153"/>
                    <a:pt x="681" y="143"/>
                  </a:cubicBezTo>
                  <a:lnTo>
                    <a:pt x="671" y="68"/>
                  </a:lnTo>
                  <a:lnTo>
                    <a:pt x="372" y="101"/>
                  </a:lnTo>
                  <a:lnTo>
                    <a:pt x="372" y="96"/>
                  </a:lnTo>
                  <a:cubicBezTo>
                    <a:pt x="372" y="54"/>
                    <a:pt x="404" y="22"/>
                    <a:pt x="445" y="22"/>
                  </a:cubicBezTo>
                  <a:lnTo>
                    <a:pt x="700" y="22"/>
                  </a:lnTo>
                  <a:lnTo>
                    <a:pt x="700" y="354"/>
                  </a:lnTo>
                  <a:lnTo>
                    <a:pt x="445" y="354"/>
                  </a:lnTo>
                  <a:cubicBezTo>
                    <a:pt x="417" y="354"/>
                    <a:pt x="389" y="369"/>
                    <a:pt x="372" y="390"/>
                  </a:cubicBezTo>
                  <a:lnTo>
                    <a:pt x="372" y="240"/>
                  </a:lnTo>
                  <a:lnTo>
                    <a:pt x="350" y="240"/>
                  </a:lnTo>
                  <a:lnTo>
                    <a:pt x="350" y="390"/>
                  </a:lnTo>
                  <a:cubicBezTo>
                    <a:pt x="331" y="369"/>
                    <a:pt x="307" y="354"/>
                    <a:pt x="276" y="354"/>
                  </a:cubicBezTo>
                  <a:lnTo>
                    <a:pt x="21" y="354"/>
                  </a:lnTo>
                  <a:lnTo>
                    <a:pt x="21" y="20"/>
                  </a:lnTo>
                  <a:close/>
                  <a:moveTo>
                    <a:pt x="276" y="376"/>
                  </a:moveTo>
                  <a:cubicBezTo>
                    <a:pt x="314" y="376"/>
                    <a:pt x="344" y="403"/>
                    <a:pt x="349" y="439"/>
                  </a:cubicBezTo>
                  <a:lnTo>
                    <a:pt x="328" y="439"/>
                  </a:lnTo>
                  <a:cubicBezTo>
                    <a:pt x="323" y="415"/>
                    <a:pt x="301" y="397"/>
                    <a:pt x="276" y="397"/>
                  </a:cubicBezTo>
                  <a:lnTo>
                    <a:pt x="22" y="397"/>
                  </a:lnTo>
                  <a:lnTo>
                    <a:pt x="22" y="376"/>
                  </a:lnTo>
                  <a:close/>
                  <a:moveTo>
                    <a:pt x="701" y="376"/>
                  </a:moveTo>
                  <a:lnTo>
                    <a:pt x="701" y="397"/>
                  </a:lnTo>
                  <a:lnTo>
                    <a:pt x="445" y="397"/>
                  </a:lnTo>
                  <a:cubicBezTo>
                    <a:pt x="421" y="397"/>
                    <a:pt x="399" y="415"/>
                    <a:pt x="393" y="439"/>
                  </a:cubicBezTo>
                  <a:lnTo>
                    <a:pt x="373" y="439"/>
                  </a:lnTo>
                  <a:cubicBezTo>
                    <a:pt x="379" y="403"/>
                    <a:pt x="409" y="376"/>
                    <a:pt x="445" y="376"/>
                  </a:cubicBezTo>
                  <a:close/>
                  <a:moveTo>
                    <a:pt x="1" y="0"/>
                  </a:moveTo>
                  <a:lnTo>
                    <a:pt x="1" y="418"/>
                  </a:lnTo>
                  <a:lnTo>
                    <a:pt x="275" y="418"/>
                  </a:lnTo>
                  <a:cubicBezTo>
                    <a:pt x="292" y="418"/>
                    <a:pt x="307" y="432"/>
                    <a:pt x="307" y="449"/>
                  </a:cubicBezTo>
                  <a:lnTo>
                    <a:pt x="307" y="461"/>
                  </a:lnTo>
                  <a:lnTo>
                    <a:pt x="412" y="461"/>
                  </a:lnTo>
                  <a:lnTo>
                    <a:pt x="412" y="449"/>
                  </a:lnTo>
                  <a:cubicBezTo>
                    <a:pt x="412" y="432"/>
                    <a:pt x="427" y="418"/>
                    <a:pt x="444" y="418"/>
                  </a:cubicBezTo>
                  <a:lnTo>
                    <a:pt x="720" y="418"/>
                  </a:lnTo>
                  <a:lnTo>
                    <a:pt x="720" y="0"/>
                  </a:lnTo>
                  <a:lnTo>
                    <a:pt x="445" y="0"/>
                  </a:lnTo>
                  <a:cubicBezTo>
                    <a:pt x="409" y="0"/>
                    <a:pt x="378" y="22"/>
                    <a:pt x="362" y="52"/>
                  </a:cubicBezTo>
                  <a:cubicBezTo>
                    <a:pt x="344" y="22"/>
                    <a:pt x="314" y="0"/>
                    <a:pt x="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8"/>
            <p:cNvSpPr/>
            <p:nvPr/>
          </p:nvSpPr>
          <p:spPr>
            <a:xfrm>
              <a:off x="4819317" y="3351456"/>
              <a:ext cx="283001" cy="124498"/>
            </a:xfrm>
            <a:custGeom>
              <a:rect b="b" l="l" r="r" t="t"/>
              <a:pathLst>
                <a:path extrusionOk="0" h="216" w="491">
                  <a:moveTo>
                    <a:pt x="95" y="22"/>
                  </a:moveTo>
                  <a:lnTo>
                    <a:pt x="140" y="109"/>
                  </a:lnTo>
                  <a:lnTo>
                    <a:pt x="49" y="109"/>
                  </a:lnTo>
                  <a:lnTo>
                    <a:pt x="89" y="22"/>
                  </a:lnTo>
                  <a:close/>
                  <a:moveTo>
                    <a:pt x="392" y="22"/>
                  </a:moveTo>
                  <a:lnTo>
                    <a:pt x="439" y="109"/>
                  </a:lnTo>
                  <a:lnTo>
                    <a:pt x="346" y="109"/>
                  </a:lnTo>
                  <a:lnTo>
                    <a:pt x="388" y="22"/>
                  </a:lnTo>
                  <a:close/>
                  <a:moveTo>
                    <a:pt x="167" y="130"/>
                  </a:moveTo>
                  <a:cubicBezTo>
                    <a:pt x="161" y="166"/>
                    <a:pt x="131" y="194"/>
                    <a:pt x="95" y="194"/>
                  </a:cubicBezTo>
                  <a:cubicBezTo>
                    <a:pt x="59" y="194"/>
                    <a:pt x="27" y="166"/>
                    <a:pt x="23" y="130"/>
                  </a:cubicBezTo>
                  <a:close/>
                  <a:moveTo>
                    <a:pt x="465" y="130"/>
                  </a:moveTo>
                  <a:cubicBezTo>
                    <a:pt x="460" y="166"/>
                    <a:pt x="429" y="194"/>
                    <a:pt x="391" y="194"/>
                  </a:cubicBezTo>
                  <a:cubicBezTo>
                    <a:pt x="353" y="194"/>
                    <a:pt x="323" y="166"/>
                    <a:pt x="319" y="130"/>
                  </a:cubicBezTo>
                  <a:close/>
                  <a:moveTo>
                    <a:pt x="79" y="0"/>
                  </a:moveTo>
                  <a:lnTo>
                    <a:pt x="27" y="109"/>
                  </a:lnTo>
                  <a:lnTo>
                    <a:pt x="1" y="109"/>
                  </a:lnTo>
                  <a:lnTo>
                    <a:pt x="1" y="119"/>
                  </a:lnTo>
                  <a:cubicBezTo>
                    <a:pt x="1" y="172"/>
                    <a:pt x="44" y="215"/>
                    <a:pt x="96" y="215"/>
                  </a:cubicBezTo>
                  <a:cubicBezTo>
                    <a:pt x="150" y="215"/>
                    <a:pt x="193" y="172"/>
                    <a:pt x="193" y="119"/>
                  </a:cubicBezTo>
                  <a:lnTo>
                    <a:pt x="193" y="109"/>
                  </a:lnTo>
                  <a:lnTo>
                    <a:pt x="167" y="109"/>
                  </a:lnTo>
                  <a:lnTo>
                    <a:pt x="122" y="22"/>
                  </a:lnTo>
                  <a:lnTo>
                    <a:pt x="232" y="22"/>
                  </a:lnTo>
                  <a:lnTo>
                    <a:pt x="232" y="166"/>
                  </a:lnTo>
                  <a:lnTo>
                    <a:pt x="254" y="166"/>
                  </a:lnTo>
                  <a:lnTo>
                    <a:pt x="254" y="22"/>
                  </a:lnTo>
                  <a:lnTo>
                    <a:pt x="366" y="22"/>
                  </a:lnTo>
                  <a:lnTo>
                    <a:pt x="325" y="109"/>
                  </a:lnTo>
                  <a:lnTo>
                    <a:pt x="299" y="109"/>
                  </a:lnTo>
                  <a:lnTo>
                    <a:pt x="299" y="119"/>
                  </a:lnTo>
                  <a:cubicBezTo>
                    <a:pt x="299" y="172"/>
                    <a:pt x="342" y="215"/>
                    <a:pt x="395" y="215"/>
                  </a:cubicBezTo>
                  <a:cubicBezTo>
                    <a:pt x="447" y="215"/>
                    <a:pt x="491" y="172"/>
                    <a:pt x="491" y="119"/>
                  </a:cubicBezTo>
                  <a:lnTo>
                    <a:pt x="491" y="109"/>
                  </a:lnTo>
                  <a:lnTo>
                    <a:pt x="462" y="109"/>
                  </a:lnTo>
                  <a:lnTo>
                    <a:pt x="4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8"/>
            <p:cNvSpPr/>
            <p:nvPr/>
          </p:nvSpPr>
          <p:spPr>
            <a:xfrm>
              <a:off x="4951884" y="3483446"/>
              <a:ext cx="13257" cy="11528"/>
            </a:xfrm>
            <a:custGeom>
              <a:rect b="b" l="l" r="r" t="t"/>
              <a:pathLst>
                <a:path extrusionOk="0" h="20" w="23">
                  <a:moveTo>
                    <a:pt x="1" y="1"/>
                  </a:moveTo>
                  <a:lnTo>
                    <a:pt x="1" y="20"/>
                  </a:lnTo>
                  <a:lnTo>
                    <a:pt x="22" y="20"/>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8"/>
            <p:cNvSpPr/>
            <p:nvPr/>
          </p:nvSpPr>
          <p:spPr>
            <a:xfrm>
              <a:off x="4951884" y="345981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8"/>
            <p:cNvSpPr/>
            <p:nvPr/>
          </p:nvSpPr>
          <p:spPr>
            <a:xfrm>
              <a:off x="4773784" y="3552611"/>
              <a:ext cx="131990" cy="140636"/>
            </a:xfrm>
            <a:custGeom>
              <a:rect b="b" l="l" r="r" t="t"/>
              <a:pathLst>
                <a:path extrusionOk="0" h="244" w="229">
                  <a:moveTo>
                    <a:pt x="196" y="31"/>
                  </a:moveTo>
                  <a:lnTo>
                    <a:pt x="196" y="31"/>
                  </a:lnTo>
                  <a:cubicBezTo>
                    <a:pt x="203" y="46"/>
                    <a:pt x="201" y="66"/>
                    <a:pt x="188" y="79"/>
                  </a:cubicBezTo>
                  <a:lnTo>
                    <a:pt x="125" y="142"/>
                  </a:lnTo>
                  <a:lnTo>
                    <a:pt x="106" y="122"/>
                  </a:lnTo>
                  <a:lnTo>
                    <a:pt x="196" y="31"/>
                  </a:lnTo>
                  <a:close/>
                  <a:moveTo>
                    <a:pt x="92" y="137"/>
                  </a:moveTo>
                  <a:lnTo>
                    <a:pt x="110" y="157"/>
                  </a:lnTo>
                  <a:lnTo>
                    <a:pt x="48" y="220"/>
                  </a:lnTo>
                  <a:cubicBezTo>
                    <a:pt x="45" y="223"/>
                    <a:pt x="42" y="224"/>
                    <a:pt x="38" y="224"/>
                  </a:cubicBezTo>
                  <a:cubicBezTo>
                    <a:pt x="34" y="224"/>
                    <a:pt x="31" y="223"/>
                    <a:pt x="28" y="220"/>
                  </a:cubicBezTo>
                  <a:cubicBezTo>
                    <a:pt x="22" y="215"/>
                    <a:pt x="22" y="206"/>
                    <a:pt x="28" y="200"/>
                  </a:cubicBezTo>
                  <a:lnTo>
                    <a:pt x="92" y="137"/>
                  </a:lnTo>
                  <a:close/>
                  <a:moveTo>
                    <a:pt x="197" y="1"/>
                  </a:moveTo>
                  <a:lnTo>
                    <a:pt x="15" y="184"/>
                  </a:lnTo>
                  <a:cubicBezTo>
                    <a:pt x="1" y="199"/>
                    <a:pt x="1" y="220"/>
                    <a:pt x="15" y="232"/>
                  </a:cubicBezTo>
                  <a:cubicBezTo>
                    <a:pt x="22" y="239"/>
                    <a:pt x="31" y="243"/>
                    <a:pt x="40" y="243"/>
                  </a:cubicBezTo>
                  <a:cubicBezTo>
                    <a:pt x="50" y="243"/>
                    <a:pt x="58" y="239"/>
                    <a:pt x="66" y="232"/>
                  </a:cubicBezTo>
                  <a:lnTo>
                    <a:pt x="206" y="92"/>
                  </a:lnTo>
                  <a:cubicBezTo>
                    <a:pt x="229" y="70"/>
                    <a:pt x="229" y="33"/>
                    <a:pt x="204" y="8"/>
                  </a:cubicBezTo>
                  <a:lnTo>
                    <a:pt x="1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8"/>
            <p:cNvSpPr/>
            <p:nvPr/>
          </p:nvSpPr>
          <p:spPr>
            <a:xfrm>
              <a:off x="4914420" y="3681144"/>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8"/>
            <p:cNvSpPr/>
            <p:nvPr/>
          </p:nvSpPr>
          <p:spPr>
            <a:xfrm>
              <a:off x="4852747" y="3681144"/>
              <a:ext cx="49568" cy="12680"/>
            </a:xfrm>
            <a:custGeom>
              <a:rect b="b" l="l" r="r" t="t"/>
              <a:pathLst>
                <a:path extrusionOk="0" h="22" w="86">
                  <a:moveTo>
                    <a:pt x="1" y="0"/>
                  </a:moveTo>
                  <a:lnTo>
                    <a:pt x="1" y="22"/>
                  </a:lnTo>
                  <a:lnTo>
                    <a:pt x="86" y="22"/>
                  </a:lnTo>
                  <a:lnTo>
                    <a:pt x="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8"/>
            <p:cNvSpPr/>
            <p:nvPr/>
          </p:nvSpPr>
          <p:spPr>
            <a:xfrm>
              <a:off x="5047563" y="3681144"/>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8"/>
            <p:cNvSpPr/>
            <p:nvPr/>
          </p:nvSpPr>
          <p:spPr>
            <a:xfrm>
              <a:off x="4985314" y="3679991"/>
              <a:ext cx="50721" cy="16715"/>
            </a:xfrm>
            <a:custGeom>
              <a:rect b="b" l="l" r="r" t="t"/>
              <a:pathLst>
                <a:path extrusionOk="0" h="29" w="88">
                  <a:moveTo>
                    <a:pt x="39" y="1"/>
                  </a:moveTo>
                  <a:lnTo>
                    <a:pt x="39" y="2"/>
                  </a:lnTo>
                  <a:cubicBezTo>
                    <a:pt x="25" y="2"/>
                    <a:pt x="13" y="4"/>
                    <a:pt x="0" y="8"/>
                  </a:cubicBezTo>
                  <a:lnTo>
                    <a:pt x="6" y="28"/>
                  </a:lnTo>
                  <a:cubicBezTo>
                    <a:pt x="16" y="24"/>
                    <a:pt x="28" y="22"/>
                    <a:pt x="39" y="22"/>
                  </a:cubicBezTo>
                  <a:lnTo>
                    <a:pt x="87" y="22"/>
                  </a:lnTo>
                  <a:lnTo>
                    <a:pt x="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8"/>
            <p:cNvSpPr/>
            <p:nvPr/>
          </p:nvSpPr>
          <p:spPr>
            <a:xfrm>
              <a:off x="4777242" y="3580278"/>
              <a:ext cx="12680" cy="28819"/>
            </a:xfrm>
            <a:custGeom>
              <a:rect b="b" l="l" r="r" t="t"/>
              <a:pathLst>
                <a:path extrusionOk="0" h="50" w="22">
                  <a:moveTo>
                    <a:pt x="0" y="0"/>
                  </a:moveTo>
                  <a:lnTo>
                    <a:pt x="0" y="50"/>
                  </a:lnTo>
                  <a:lnTo>
                    <a:pt x="22" y="50"/>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8"/>
            <p:cNvSpPr/>
            <p:nvPr/>
          </p:nvSpPr>
          <p:spPr>
            <a:xfrm>
              <a:off x="4777242" y="3620048"/>
              <a:ext cx="12680" cy="12680"/>
            </a:xfrm>
            <a:custGeom>
              <a:rect b="b" l="l" r="r" t="t"/>
              <a:pathLst>
                <a:path extrusionOk="0" h="22" w="22">
                  <a:moveTo>
                    <a:pt x="0" y="1"/>
                  </a:moveTo>
                  <a:lnTo>
                    <a:pt x="0" y="21"/>
                  </a:lnTo>
                  <a:lnTo>
                    <a:pt x="22" y="2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8"/>
            <p:cNvSpPr/>
            <p:nvPr/>
          </p:nvSpPr>
          <p:spPr>
            <a:xfrm>
              <a:off x="4777242" y="3525522"/>
              <a:ext cx="59367" cy="34583"/>
            </a:xfrm>
            <a:custGeom>
              <a:rect b="b" l="l" r="r" t="t"/>
              <a:pathLst>
                <a:path extrusionOk="0" h="60" w="103">
                  <a:moveTo>
                    <a:pt x="0" y="0"/>
                  </a:moveTo>
                  <a:lnTo>
                    <a:pt x="0" y="59"/>
                  </a:lnTo>
                  <a:lnTo>
                    <a:pt x="22" y="59"/>
                  </a:lnTo>
                  <a:lnTo>
                    <a:pt x="22" y="20"/>
                  </a:lnTo>
                  <a:lnTo>
                    <a:pt x="103" y="20"/>
                  </a:lnTo>
                  <a:lnTo>
                    <a:pt x="1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8"/>
            <p:cNvSpPr/>
            <p:nvPr/>
          </p:nvSpPr>
          <p:spPr>
            <a:xfrm>
              <a:off x="4874650" y="352552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8"/>
            <p:cNvSpPr/>
            <p:nvPr/>
          </p:nvSpPr>
          <p:spPr>
            <a:xfrm>
              <a:off x="4898858" y="352552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8"/>
            <p:cNvSpPr/>
            <p:nvPr/>
          </p:nvSpPr>
          <p:spPr>
            <a:xfrm>
              <a:off x="4849289" y="3525522"/>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8"/>
            <p:cNvSpPr/>
            <p:nvPr/>
          </p:nvSpPr>
          <p:spPr>
            <a:xfrm>
              <a:off x="5006064" y="3525522"/>
              <a:ext cx="52450" cy="12680"/>
            </a:xfrm>
            <a:custGeom>
              <a:rect b="b" l="l" r="r" t="t"/>
              <a:pathLst>
                <a:path extrusionOk="0" h="22" w="91">
                  <a:moveTo>
                    <a:pt x="1" y="0"/>
                  </a:moveTo>
                  <a:lnTo>
                    <a:pt x="1" y="22"/>
                  </a:lnTo>
                  <a:lnTo>
                    <a:pt x="90" y="22"/>
                  </a:lnTo>
                  <a:lnTo>
                    <a:pt x="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8"/>
            <p:cNvSpPr/>
            <p:nvPr/>
          </p:nvSpPr>
          <p:spPr>
            <a:xfrm>
              <a:off x="5038341" y="3438489"/>
              <a:ext cx="13257" cy="13257"/>
            </a:xfrm>
            <a:custGeom>
              <a:rect b="b" l="l" r="r" t="t"/>
              <a:pathLst>
                <a:path extrusionOk="0" h="23" w="23">
                  <a:moveTo>
                    <a:pt x="1" y="1"/>
                  </a:moveTo>
                  <a:lnTo>
                    <a:pt x="1" y="23"/>
                  </a:lnTo>
                  <a:lnTo>
                    <a:pt x="23" y="23"/>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8"/>
            <p:cNvSpPr/>
            <p:nvPr/>
          </p:nvSpPr>
          <p:spPr>
            <a:xfrm>
              <a:off x="4867733" y="3438489"/>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8"/>
            <p:cNvSpPr/>
            <p:nvPr/>
          </p:nvSpPr>
          <p:spPr>
            <a:xfrm>
              <a:off x="5082722" y="3614284"/>
              <a:ext cx="29395" cy="54756"/>
            </a:xfrm>
            <a:custGeom>
              <a:rect b="b" l="l" r="r" t="t"/>
              <a:pathLst>
                <a:path extrusionOk="0" h="95" w="51">
                  <a:moveTo>
                    <a:pt x="21" y="1"/>
                  </a:moveTo>
                  <a:lnTo>
                    <a:pt x="0" y="8"/>
                  </a:lnTo>
                  <a:lnTo>
                    <a:pt x="32" y="95"/>
                  </a:lnTo>
                  <a:lnTo>
                    <a:pt x="51" y="87"/>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 name="Google Shape;2054;p48"/>
          <p:cNvGrpSpPr/>
          <p:nvPr/>
        </p:nvGrpSpPr>
        <p:grpSpPr>
          <a:xfrm>
            <a:off x="5592816" y="2029246"/>
            <a:ext cx="296258" cy="416145"/>
            <a:chOff x="5592816" y="2029246"/>
            <a:chExt cx="296258" cy="416145"/>
          </a:xfrm>
        </p:grpSpPr>
        <p:sp>
          <p:nvSpPr>
            <p:cNvPr id="2055" name="Google Shape;2055;p48"/>
            <p:cNvSpPr/>
            <p:nvPr/>
          </p:nvSpPr>
          <p:spPr>
            <a:xfrm>
              <a:off x="5629704" y="2316282"/>
              <a:ext cx="225364" cy="127956"/>
            </a:xfrm>
            <a:custGeom>
              <a:rect b="b" l="l" r="r" t="t"/>
              <a:pathLst>
                <a:path extrusionOk="0" h="222" w="391">
                  <a:moveTo>
                    <a:pt x="60" y="1"/>
                  </a:moveTo>
                  <a:cubicBezTo>
                    <a:pt x="27" y="1"/>
                    <a:pt x="1" y="28"/>
                    <a:pt x="1" y="61"/>
                  </a:cubicBezTo>
                  <a:cubicBezTo>
                    <a:pt x="1" y="93"/>
                    <a:pt x="27" y="121"/>
                    <a:pt x="60" y="121"/>
                  </a:cubicBezTo>
                  <a:cubicBezTo>
                    <a:pt x="63" y="121"/>
                    <a:pt x="67" y="121"/>
                    <a:pt x="70" y="119"/>
                  </a:cubicBezTo>
                  <a:lnTo>
                    <a:pt x="70" y="222"/>
                  </a:lnTo>
                  <a:lnTo>
                    <a:pt x="92" y="222"/>
                  </a:lnTo>
                  <a:lnTo>
                    <a:pt x="92" y="112"/>
                  </a:lnTo>
                  <a:cubicBezTo>
                    <a:pt x="109" y="100"/>
                    <a:pt x="120" y="82"/>
                    <a:pt x="120" y="60"/>
                  </a:cubicBezTo>
                  <a:lnTo>
                    <a:pt x="120" y="43"/>
                  </a:lnTo>
                  <a:lnTo>
                    <a:pt x="99" y="43"/>
                  </a:lnTo>
                  <a:lnTo>
                    <a:pt x="99" y="60"/>
                  </a:lnTo>
                  <a:cubicBezTo>
                    <a:pt x="99" y="82"/>
                    <a:pt x="81" y="99"/>
                    <a:pt x="61" y="99"/>
                  </a:cubicBezTo>
                  <a:cubicBezTo>
                    <a:pt x="41" y="99"/>
                    <a:pt x="24" y="80"/>
                    <a:pt x="24" y="60"/>
                  </a:cubicBezTo>
                  <a:cubicBezTo>
                    <a:pt x="24" y="40"/>
                    <a:pt x="41" y="22"/>
                    <a:pt x="61" y="22"/>
                  </a:cubicBezTo>
                  <a:lnTo>
                    <a:pt x="328" y="22"/>
                  </a:lnTo>
                  <a:cubicBezTo>
                    <a:pt x="350" y="22"/>
                    <a:pt x="366" y="41"/>
                    <a:pt x="366" y="60"/>
                  </a:cubicBezTo>
                  <a:cubicBezTo>
                    <a:pt x="366" y="82"/>
                    <a:pt x="349" y="99"/>
                    <a:pt x="328" y="99"/>
                  </a:cubicBezTo>
                  <a:cubicBezTo>
                    <a:pt x="308" y="99"/>
                    <a:pt x="291" y="80"/>
                    <a:pt x="291" y="60"/>
                  </a:cubicBezTo>
                  <a:lnTo>
                    <a:pt x="291" y="43"/>
                  </a:lnTo>
                  <a:lnTo>
                    <a:pt x="269" y="43"/>
                  </a:lnTo>
                  <a:lnTo>
                    <a:pt x="269" y="60"/>
                  </a:lnTo>
                  <a:cubicBezTo>
                    <a:pt x="269" y="82"/>
                    <a:pt x="279" y="100"/>
                    <a:pt x="298" y="112"/>
                  </a:cubicBezTo>
                  <a:lnTo>
                    <a:pt x="298" y="222"/>
                  </a:lnTo>
                  <a:lnTo>
                    <a:pt x="320" y="222"/>
                  </a:lnTo>
                  <a:lnTo>
                    <a:pt x="320" y="119"/>
                  </a:lnTo>
                  <a:cubicBezTo>
                    <a:pt x="323" y="119"/>
                    <a:pt x="327" y="121"/>
                    <a:pt x="330" y="121"/>
                  </a:cubicBezTo>
                  <a:cubicBezTo>
                    <a:pt x="363" y="121"/>
                    <a:pt x="391" y="93"/>
                    <a:pt x="391" y="61"/>
                  </a:cubicBezTo>
                  <a:cubicBezTo>
                    <a:pt x="386" y="28"/>
                    <a:pt x="359" y="1"/>
                    <a:pt x="3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8"/>
            <p:cNvSpPr/>
            <p:nvPr/>
          </p:nvSpPr>
          <p:spPr>
            <a:xfrm>
              <a:off x="5661405" y="2147403"/>
              <a:ext cx="158504" cy="158504"/>
            </a:xfrm>
            <a:custGeom>
              <a:rect b="b" l="l" r="r" t="t"/>
              <a:pathLst>
                <a:path extrusionOk="0" h="275" w="275">
                  <a:moveTo>
                    <a:pt x="91" y="31"/>
                  </a:moveTo>
                  <a:lnTo>
                    <a:pt x="91" y="31"/>
                  </a:lnTo>
                  <a:cubicBezTo>
                    <a:pt x="80" y="47"/>
                    <a:pt x="73" y="67"/>
                    <a:pt x="70" y="90"/>
                  </a:cubicBezTo>
                  <a:lnTo>
                    <a:pt x="34" y="90"/>
                  </a:lnTo>
                  <a:cubicBezTo>
                    <a:pt x="42" y="64"/>
                    <a:pt x="64" y="44"/>
                    <a:pt x="91" y="31"/>
                  </a:cubicBezTo>
                  <a:close/>
                  <a:moveTo>
                    <a:pt x="128" y="24"/>
                  </a:moveTo>
                  <a:lnTo>
                    <a:pt x="128" y="90"/>
                  </a:lnTo>
                  <a:lnTo>
                    <a:pt x="89" y="90"/>
                  </a:lnTo>
                  <a:cubicBezTo>
                    <a:pt x="93" y="76"/>
                    <a:pt x="96" y="63"/>
                    <a:pt x="102" y="51"/>
                  </a:cubicBezTo>
                  <a:cubicBezTo>
                    <a:pt x="109" y="38"/>
                    <a:pt x="119" y="26"/>
                    <a:pt x="128" y="24"/>
                  </a:cubicBezTo>
                  <a:close/>
                  <a:moveTo>
                    <a:pt x="187" y="31"/>
                  </a:moveTo>
                  <a:lnTo>
                    <a:pt x="187" y="31"/>
                  </a:lnTo>
                  <a:cubicBezTo>
                    <a:pt x="213" y="44"/>
                    <a:pt x="233" y="64"/>
                    <a:pt x="245" y="90"/>
                  </a:cubicBezTo>
                  <a:lnTo>
                    <a:pt x="208" y="90"/>
                  </a:lnTo>
                  <a:cubicBezTo>
                    <a:pt x="204" y="67"/>
                    <a:pt x="195" y="45"/>
                    <a:pt x="187" y="31"/>
                  </a:cubicBezTo>
                  <a:close/>
                  <a:moveTo>
                    <a:pt x="149" y="24"/>
                  </a:moveTo>
                  <a:cubicBezTo>
                    <a:pt x="158" y="26"/>
                    <a:pt x="167" y="38"/>
                    <a:pt x="174" y="52"/>
                  </a:cubicBezTo>
                  <a:cubicBezTo>
                    <a:pt x="180" y="63"/>
                    <a:pt x="185" y="77"/>
                    <a:pt x="187" y="91"/>
                  </a:cubicBezTo>
                  <a:lnTo>
                    <a:pt x="149" y="91"/>
                  </a:lnTo>
                  <a:lnTo>
                    <a:pt x="149" y="24"/>
                  </a:lnTo>
                  <a:close/>
                  <a:moveTo>
                    <a:pt x="128" y="110"/>
                  </a:moveTo>
                  <a:lnTo>
                    <a:pt x="128" y="161"/>
                  </a:lnTo>
                  <a:lnTo>
                    <a:pt x="86" y="161"/>
                  </a:lnTo>
                  <a:cubicBezTo>
                    <a:pt x="86" y="154"/>
                    <a:pt x="84" y="145"/>
                    <a:pt x="84" y="135"/>
                  </a:cubicBezTo>
                  <a:cubicBezTo>
                    <a:pt x="84" y="126"/>
                    <a:pt x="84" y="119"/>
                    <a:pt x="86" y="110"/>
                  </a:cubicBezTo>
                  <a:close/>
                  <a:moveTo>
                    <a:pt x="252" y="110"/>
                  </a:moveTo>
                  <a:cubicBezTo>
                    <a:pt x="253" y="117"/>
                    <a:pt x="253" y="126"/>
                    <a:pt x="253" y="135"/>
                  </a:cubicBezTo>
                  <a:cubicBezTo>
                    <a:pt x="253" y="145"/>
                    <a:pt x="252" y="152"/>
                    <a:pt x="252" y="161"/>
                  </a:cubicBezTo>
                  <a:lnTo>
                    <a:pt x="210" y="161"/>
                  </a:lnTo>
                  <a:cubicBezTo>
                    <a:pt x="210" y="154"/>
                    <a:pt x="213" y="145"/>
                    <a:pt x="213" y="135"/>
                  </a:cubicBezTo>
                  <a:cubicBezTo>
                    <a:pt x="213" y="126"/>
                    <a:pt x="213" y="119"/>
                    <a:pt x="210" y="110"/>
                  </a:cubicBezTo>
                  <a:close/>
                  <a:moveTo>
                    <a:pt x="65" y="112"/>
                  </a:moveTo>
                  <a:cubicBezTo>
                    <a:pt x="65" y="119"/>
                    <a:pt x="64" y="128"/>
                    <a:pt x="64" y="136"/>
                  </a:cubicBezTo>
                  <a:cubicBezTo>
                    <a:pt x="64" y="146"/>
                    <a:pt x="64" y="154"/>
                    <a:pt x="65" y="162"/>
                  </a:cubicBezTo>
                  <a:lnTo>
                    <a:pt x="25" y="162"/>
                  </a:lnTo>
                  <a:cubicBezTo>
                    <a:pt x="22" y="154"/>
                    <a:pt x="22" y="145"/>
                    <a:pt x="22" y="136"/>
                  </a:cubicBezTo>
                  <a:cubicBezTo>
                    <a:pt x="22" y="128"/>
                    <a:pt x="25" y="120"/>
                    <a:pt x="25" y="112"/>
                  </a:cubicBezTo>
                  <a:close/>
                  <a:moveTo>
                    <a:pt x="188" y="113"/>
                  </a:moveTo>
                  <a:cubicBezTo>
                    <a:pt x="191" y="120"/>
                    <a:pt x="191" y="128"/>
                    <a:pt x="191" y="136"/>
                  </a:cubicBezTo>
                  <a:cubicBezTo>
                    <a:pt x="191" y="146"/>
                    <a:pt x="191" y="154"/>
                    <a:pt x="188" y="162"/>
                  </a:cubicBezTo>
                  <a:lnTo>
                    <a:pt x="148" y="162"/>
                  </a:lnTo>
                  <a:lnTo>
                    <a:pt x="148" y="113"/>
                  </a:lnTo>
                  <a:close/>
                  <a:moveTo>
                    <a:pt x="68" y="182"/>
                  </a:moveTo>
                  <a:cubicBezTo>
                    <a:pt x="71" y="206"/>
                    <a:pt x="80" y="227"/>
                    <a:pt x="90" y="242"/>
                  </a:cubicBezTo>
                  <a:cubicBezTo>
                    <a:pt x="64" y="232"/>
                    <a:pt x="42" y="208"/>
                    <a:pt x="32" y="182"/>
                  </a:cubicBezTo>
                  <a:close/>
                  <a:moveTo>
                    <a:pt x="243" y="182"/>
                  </a:moveTo>
                  <a:cubicBezTo>
                    <a:pt x="233" y="208"/>
                    <a:pt x="213" y="232"/>
                    <a:pt x="185" y="242"/>
                  </a:cubicBezTo>
                  <a:cubicBezTo>
                    <a:pt x="195" y="226"/>
                    <a:pt x="203" y="206"/>
                    <a:pt x="207" y="182"/>
                  </a:cubicBezTo>
                  <a:close/>
                  <a:moveTo>
                    <a:pt x="128" y="182"/>
                  </a:moveTo>
                  <a:lnTo>
                    <a:pt x="128" y="250"/>
                  </a:lnTo>
                  <a:cubicBezTo>
                    <a:pt x="119" y="247"/>
                    <a:pt x="109" y="236"/>
                    <a:pt x="102" y="221"/>
                  </a:cubicBezTo>
                  <a:cubicBezTo>
                    <a:pt x="97" y="211"/>
                    <a:pt x="91" y="197"/>
                    <a:pt x="89" y="182"/>
                  </a:cubicBezTo>
                  <a:close/>
                  <a:moveTo>
                    <a:pt x="187" y="184"/>
                  </a:moveTo>
                  <a:cubicBezTo>
                    <a:pt x="184" y="198"/>
                    <a:pt x="180" y="211"/>
                    <a:pt x="174" y="224"/>
                  </a:cubicBezTo>
                  <a:cubicBezTo>
                    <a:pt x="165" y="236"/>
                    <a:pt x="158" y="245"/>
                    <a:pt x="149" y="250"/>
                  </a:cubicBezTo>
                  <a:lnTo>
                    <a:pt x="149" y="184"/>
                  </a:lnTo>
                  <a:close/>
                  <a:moveTo>
                    <a:pt x="138" y="0"/>
                  </a:moveTo>
                  <a:cubicBezTo>
                    <a:pt x="63" y="0"/>
                    <a:pt x="0" y="61"/>
                    <a:pt x="0" y="138"/>
                  </a:cubicBezTo>
                  <a:cubicBezTo>
                    <a:pt x="0" y="213"/>
                    <a:pt x="63" y="275"/>
                    <a:pt x="138" y="275"/>
                  </a:cubicBezTo>
                  <a:cubicBezTo>
                    <a:pt x="214" y="275"/>
                    <a:pt x="275" y="213"/>
                    <a:pt x="275" y="138"/>
                  </a:cubicBezTo>
                  <a:cubicBezTo>
                    <a:pt x="275" y="61"/>
                    <a:pt x="214"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8"/>
            <p:cNvSpPr/>
            <p:nvPr/>
          </p:nvSpPr>
          <p:spPr>
            <a:xfrm>
              <a:off x="5697140" y="2390634"/>
              <a:ext cx="38041" cy="54756"/>
            </a:xfrm>
            <a:custGeom>
              <a:rect b="b" l="l" r="r" t="t"/>
              <a:pathLst>
                <a:path extrusionOk="0" h="95" w="66">
                  <a:moveTo>
                    <a:pt x="32" y="0"/>
                  </a:moveTo>
                  <a:cubicBezTo>
                    <a:pt x="15" y="0"/>
                    <a:pt x="1" y="15"/>
                    <a:pt x="1" y="33"/>
                  </a:cubicBezTo>
                  <a:lnTo>
                    <a:pt x="1" y="94"/>
                  </a:lnTo>
                  <a:lnTo>
                    <a:pt x="22" y="94"/>
                  </a:lnTo>
                  <a:lnTo>
                    <a:pt x="22" y="33"/>
                  </a:lnTo>
                  <a:cubicBezTo>
                    <a:pt x="22" y="28"/>
                    <a:pt x="28" y="22"/>
                    <a:pt x="32" y="22"/>
                  </a:cubicBezTo>
                  <a:cubicBezTo>
                    <a:pt x="38" y="22"/>
                    <a:pt x="44" y="28"/>
                    <a:pt x="44" y="33"/>
                  </a:cubicBezTo>
                  <a:lnTo>
                    <a:pt x="44" y="94"/>
                  </a:lnTo>
                  <a:lnTo>
                    <a:pt x="66" y="94"/>
                  </a:lnTo>
                  <a:lnTo>
                    <a:pt x="66" y="33"/>
                  </a:lnTo>
                  <a:cubicBezTo>
                    <a:pt x="66" y="15"/>
                    <a:pt x="51" y="0"/>
                    <a:pt x="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8"/>
            <p:cNvSpPr/>
            <p:nvPr/>
          </p:nvSpPr>
          <p:spPr>
            <a:xfrm>
              <a:off x="5746132" y="2390634"/>
              <a:ext cx="38041" cy="54756"/>
            </a:xfrm>
            <a:custGeom>
              <a:rect b="b" l="l" r="r" t="t"/>
              <a:pathLst>
                <a:path extrusionOk="0" h="95" w="66">
                  <a:moveTo>
                    <a:pt x="33" y="0"/>
                  </a:moveTo>
                  <a:cubicBezTo>
                    <a:pt x="14" y="0"/>
                    <a:pt x="1" y="15"/>
                    <a:pt x="1" y="33"/>
                  </a:cubicBezTo>
                  <a:lnTo>
                    <a:pt x="1" y="94"/>
                  </a:lnTo>
                  <a:lnTo>
                    <a:pt x="22" y="94"/>
                  </a:lnTo>
                  <a:lnTo>
                    <a:pt x="22" y="33"/>
                  </a:lnTo>
                  <a:cubicBezTo>
                    <a:pt x="22" y="28"/>
                    <a:pt x="27" y="22"/>
                    <a:pt x="33" y="22"/>
                  </a:cubicBezTo>
                  <a:cubicBezTo>
                    <a:pt x="38" y="22"/>
                    <a:pt x="44" y="28"/>
                    <a:pt x="44" y="33"/>
                  </a:cubicBezTo>
                  <a:lnTo>
                    <a:pt x="44" y="94"/>
                  </a:lnTo>
                  <a:lnTo>
                    <a:pt x="66" y="94"/>
                  </a:lnTo>
                  <a:lnTo>
                    <a:pt x="66" y="33"/>
                  </a:lnTo>
                  <a:cubicBezTo>
                    <a:pt x="66" y="15"/>
                    <a:pt x="50" y="0"/>
                    <a:pt x="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8"/>
            <p:cNvSpPr/>
            <p:nvPr/>
          </p:nvSpPr>
          <p:spPr>
            <a:xfrm>
              <a:off x="5679849" y="2029246"/>
              <a:ext cx="121039" cy="113546"/>
            </a:xfrm>
            <a:custGeom>
              <a:rect b="b" l="l" r="r" t="t"/>
              <a:pathLst>
                <a:path extrusionOk="0" h="197" w="210">
                  <a:moveTo>
                    <a:pt x="106" y="48"/>
                  </a:moveTo>
                  <a:lnTo>
                    <a:pt x="124" y="84"/>
                  </a:lnTo>
                  <a:lnTo>
                    <a:pt x="163" y="88"/>
                  </a:lnTo>
                  <a:lnTo>
                    <a:pt x="135" y="119"/>
                  </a:lnTo>
                  <a:lnTo>
                    <a:pt x="142" y="158"/>
                  </a:lnTo>
                  <a:lnTo>
                    <a:pt x="142" y="158"/>
                  </a:lnTo>
                  <a:lnTo>
                    <a:pt x="106" y="140"/>
                  </a:lnTo>
                  <a:lnTo>
                    <a:pt x="70" y="158"/>
                  </a:lnTo>
                  <a:lnTo>
                    <a:pt x="70" y="158"/>
                  </a:lnTo>
                  <a:lnTo>
                    <a:pt x="77" y="119"/>
                  </a:lnTo>
                  <a:lnTo>
                    <a:pt x="48" y="88"/>
                  </a:lnTo>
                  <a:lnTo>
                    <a:pt x="88" y="84"/>
                  </a:lnTo>
                  <a:lnTo>
                    <a:pt x="106" y="48"/>
                  </a:lnTo>
                  <a:close/>
                  <a:moveTo>
                    <a:pt x="104" y="0"/>
                  </a:moveTo>
                  <a:lnTo>
                    <a:pt x="72" y="65"/>
                  </a:lnTo>
                  <a:lnTo>
                    <a:pt x="0" y="77"/>
                  </a:lnTo>
                  <a:lnTo>
                    <a:pt x="52" y="127"/>
                  </a:lnTo>
                  <a:lnTo>
                    <a:pt x="39" y="197"/>
                  </a:lnTo>
                  <a:lnTo>
                    <a:pt x="103" y="164"/>
                  </a:lnTo>
                  <a:lnTo>
                    <a:pt x="166" y="197"/>
                  </a:lnTo>
                  <a:lnTo>
                    <a:pt x="153" y="127"/>
                  </a:lnTo>
                  <a:lnTo>
                    <a:pt x="210" y="77"/>
                  </a:lnTo>
                  <a:lnTo>
                    <a:pt x="137" y="65"/>
                  </a:lnTo>
                  <a:lnTo>
                    <a:pt x="1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8"/>
            <p:cNvSpPr/>
            <p:nvPr/>
          </p:nvSpPr>
          <p:spPr>
            <a:xfrm>
              <a:off x="5592816" y="2118008"/>
              <a:ext cx="55909" cy="201732"/>
            </a:xfrm>
            <a:custGeom>
              <a:rect b="b" l="l" r="r" t="t"/>
              <a:pathLst>
                <a:path extrusionOk="0" h="350" w="97">
                  <a:moveTo>
                    <a:pt x="82" y="1"/>
                  </a:moveTo>
                  <a:cubicBezTo>
                    <a:pt x="57" y="24"/>
                    <a:pt x="37" y="53"/>
                    <a:pt x="23" y="83"/>
                  </a:cubicBezTo>
                  <a:cubicBezTo>
                    <a:pt x="8" y="116"/>
                    <a:pt x="1" y="150"/>
                    <a:pt x="1" y="186"/>
                  </a:cubicBezTo>
                  <a:cubicBezTo>
                    <a:pt x="1" y="246"/>
                    <a:pt x="21" y="304"/>
                    <a:pt x="59" y="349"/>
                  </a:cubicBezTo>
                  <a:lnTo>
                    <a:pt x="75" y="336"/>
                  </a:lnTo>
                  <a:cubicBezTo>
                    <a:pt x="40" y="294"/>
                    <a:pt x="23" y="241"/>
                    <a:pt x="23" y="186"/>
                  </a:cubicBezTo>
                  <a:cubicBezTo>
                    <a:pt x="21" y="121"/>
                    <a:pt x="47" y="62"/>
                    <a:pt x="96" y="17"/>
                  </a:cubicBezTo>
                  <a:lnTo>
                    <a:pt x="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8"/>
            <p:cNvSpPr/>
            <p:nvPr/>
          </p:nvSpPr>
          <p:spPr>
            <a:xfrm>
              <a:off x="5669474" y="2089765"/>
              <a:ext cx="17291" cy="16715"/>
            </a:xfrm>
            <a:custGeom>
              <a:rect b="b" l="l" r="r" t="t"/>
              <a:pathLst>
                <a:path extrusionOk="0" h="29" w="30">
                  <a:moveTo>
                    <a:pt x="21" y="1"/>
                  </a:moveTo>
                  <a:cubicBezTo>
                    <a:pt x="14" y="4"/>
                    <a:pt x="8" y="7"/>
                    <a:pt x="1" y="9"/>
                  </a:cubicBezTo>
                  <a:lnTo>
                    <a:pt x="12" y="28"/>
                  </a:lnTo>
                  <a:cubicBezTo>
                    <a:pt x="17" y="24"/>
                    <a:pt x="25" y="22"/>
                    <a:pt x="30" y="18"/>
                  </a:cubicBez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8"/>
            <p:cNvSpPr/>
            <p:nvPr/>
          </p:nvSpPr>
          <p:spPr>
            <a:xfrm>
              <a:off x="5648725" y="2102446"/>
              <a:ext cx="17291" cy="17291"/>
            </a:xfrm>
            <a:custGeom>
              <a:rect b="b" l="l" r="r" t="t"/>
              <a:pathLst>
                <a:path extrusionOk="0" h="30" w="30">
                  <a:moveTo>
                    <a:pt x="20" y="0"/>
                  </a:moveTo>
                  <a:cubicBezTo>
                    <a:pt x="14" y="3"/>
                    <a:pt x="7" y="9"/>
                    <a:pt x="1" y="13"/>
                  </a:cubicBezTo>
                  <a:lnTo>
                    <a:pt x="14" y="29"/>
                  </a:lnTo>
                  <a:cubicBezTo>
                    <a:pt x="20" y="25"/>
                    <a:pt x="25" y="22"/>
                    <a:pt x="30" y="16"/>
                  </a:cubicBezTo>
                  <a:lnTo>
                    <a:pt x="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8"/>
            <p:cNvSpPr/>
            <p:nvPr/>
          </p:nvSpPr>
          <p:spPr>
            <a:xfrm>
              <a:off x="5833742" y="2118008"/>
              <a:ext cx="55332" cy="202309"/>
            </a:xfrm>
            <a:custGeom>
              <a:rect b="b" l="l" r="r" t="t"/>
              <a:pathLst>
                <a:path extrusionOk="0" h="351" w="96">
                  <a:moveTo>
                    <a:pt x="15" y="1"/>
                  </a:moveTo>
                  <a:lnTo>
                    <a:pt x="0" y="17"/>
                  </a:lnTo>
                  <a:cubicBezTo>
                    <a:pt x="48" y="62"/>
                    <a:pt x="74" y="122"/>
                    <a:pt x="74" y="187"/>
                  </a:cubicBezTo>
                  <a:cubicBezTo>
                    <a:pt x="74" y="242"/>
                    <a:pt x="55" y="294"/>
                    <a:pt x="22" y="337"/>
                  </a:cubicBezTo>
                  <a:lnTo>
                    <a:pt x="38" y="350"/>
                  </a:lnTo>
                  <a:cubicBezTo>
                    <a:pt x="76" y="306"/>
                    <a:pt x="96" y="248"/>
                    <a:pt x="96" y="187"/>
                  </a:cubicBezTo>
                  <a:cubicBezTo>
                    <a:pt x="96" y="151"/>
                    <a:pt x="89" y="115"/>
                    <a:pt x="74" y="83"/>
                  </a:cubicBezTo>
                  <a:cubicBezTo>
                    <a:pt x="60" y="51"/>
                    <a:pt x="39" y="24"/>
                    <a:pt x="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8"/>
            <p:cNvSpPr/>
            <p:nvPr/>
          </p:nvSpPr>
          <p:spPr>
            <a:xfrm>
              <a:off x="5793972" y="2089765"/>
              <a:ext cx="16715" cy="17291"/>
            </a:xfrm>
            <a:custGeom>
              <a:rect b="b" l="l" r="r" t="t"/>
              <a:pathLst>
                <a:path extrusionOk="0" h="30" w="29">
                  <a:moveTo>
                    <a:pt x="9" y="1"/>
                  </a:moveTo>
                  <a:lnTo>
                    <a:pt x="0" y="21"/>
                  </a:lnTo>
                  <a:cubicBezTo>
                    <a:pt x="6" y="22"/>
                    <a:pt x="13" y="25"/>
                    <a:pt x="19" y="30"/>
                  </a:cubicBezTo>
                  <a:lnTo>
                    <a:pt x="29" y="11"/>
                  </a:lnTo>
                  <a:cubicBezTo>
                    <a:pt x="23" y="8"/>
                    <a:pt x="16" y="4"/>
                    <a:pt x="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8"/>
            <p:cNvSpPr/>
            <p:nvPr/>
          </p:nvSpPr>
          <p:spPr>
            <a:xfrm>
              <a:off x="5815298" y="2102446"/>
              <a:ext cx="17291" cy="17868"/>
            </a:xfrm>
            <a:custGeom>
              <a:rect b="b" l="l" r="r" t="t"/>
              <a:pathLst>
                <a:path extrusionOk="0" h="31" w="30">
                  <a:moveTo>
                    <a:pt x="12" y="0"/>
                  </a:moveTo>
                  <a:lnTo>
                    <a:pt x="1" y="18"/>
                  </a:lnTo>
                  <a:cubicBezTo>
                    <a:pt x="6" y="22"/>
                    <a:pt x="12" y="25"/>
                    <a:pt x="17" y="31"/>
                  </a:cubicBezTo>
                  <a:lnTo>
                    <a:pt x="30" y="15"/>
                  </a:lnTo>
                  <a:cubicBezTo>
                    <a:pt x="25" y="9"/>
                    <a:pt x="18" y="3"/>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8"/>
            <p:cNvSpPr/>
            <p:nvPr/>
          </p:nvSpPr>
          <p:spPr>
            <a:xfrm>
              <a:off x="5704633" y="2365274"/>
              <a:ext cx="23631" cy="13257"/>
            </a:xfrm>
            <a:custGeom>
              <a:rect b="b" l="l" r="r" t="t"/>
              <a:pathLst>
                <a:path extrusionOk="0" h="23" w="41">
                  <a:moveTo>
                    <a:pt x="1" y="1"/>
                  </a:moveTo>
                  <a:lnTo>
                    <a:pt x="1" y="23"/>
                  </a:lnTo>
                  <a:lnTo>
                    <a:pt x="41" y="23"/>
                  </a:lnTo>
                  <a:lnTo>
                    <a:pt x="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8"/>
            <p:cNvSpPr/>
            <p:nvPr/>
          </p:nvSpPr>
          <p:spPr>
            <a:xfrm>
              <a:off x="5756507" y="234164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8"/>
            <p:cNvSpPr/>
            <p:nvPr/>
          </p:nvSpPr>
          <p:spPr>
            <a:xfrm>
              <a:off x="5712126" y="2341642"/>
              <a:ext cx="32854" cy="12680"/>
            </a:xfrm>
            <a:custGeom>
              <a:rect b="b" l="l" r="r" t="t"/>
              <a:pathLst>
                <a:path extrusionOk="0" h="22" w="57">
                  <a:moveTo>
                    <a:pt x="1" y="0"/>
                  </a:moveTo>
                  <a:lnTo>
                    <a:pt x="1" y="22"/>
                  </a:lnTo>
                  <a:lnTo>
                    <a:pt x="57" y="22"/>
                  </a:lnTo>
                  <a:lnTo>
                    <a:pt x="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8"/>
            <p:cNvSpPr/>
            <p:nvPr/>
          </p:nvSpPr>
          <p:spPr>
            <a:xfrm>
              <a:off x="5621635" y="2252304"/>
              <a:ext cx="15562" cy="15562"/>
            </a:xfrm>
            <a:custGeom>
              <a:rect b="b" l="l" r="r" t="t"/>
              <a:pathLst>
                <a:path extrusionOk="0" h="27" w="27">
                  <a:moveTo>
                    <a:pt x="19" y="0"/>
                  </a:moveTo>
                  <a:lnTo>
                    <a:pt x="0" y="6"/>
                  </a:lnTo>
                  <a:cubicBezTo>
                    <a:pt x="2" y="12"/>
                    <a:pt x="3" y="21"/>
                    <a:pt x="7" y="26"/>
                  </a:cubicBezTo>
                  <a:lnTo>
                    <a:pt x="26" y="21"/>
                  </a:lnTo>
                  <a:cubicBezTo>
                    <a:pt x="23" y="15"/>
                    <a:pt x="22" y="8"/>
                    <a:pt x="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8"/>
            <p:cNvSpPr/>
            <p:nvPr/>
          </p:nvSpPr>
          <p:spPr>
            <a:xfrm>
              <a:off x="5615295" y="2205617"/>
              <a:ext cx="15562" cy="38041"/>
            </a:xfrm>
            <a:custGeom>
              <a:rect b="b" l="l" r="r" t="t"/>
              <a:pathLst>
                <a:path extrusionOk="0" h="66" w="27">
                  <a:moveTo>
                    <a:pt x="5" y="1"/>
                  </a:moveTo>
                  <a:cubicBezTo>
                    <a:pt x="2" y="11"/>
                    <a:pt x="1" y="24"/>
                    <a:pt x="1" y="37"/>
                  </a:cubicBezTo>
                  <a:cubicBezTo>
                    <a:pt x="1" y="45"/>
                    <a:pt x="1" y="55"/>
                    <a:pt x="2" y="66"/>
                  </a:cubicBezTo>
                  <a:lnTo>
                    <a:pt x="24" y="61"/>
                  </a:lnTo>
                  <a:cubicBezTo>
                    <a:pt x="23" y="53"/>
                    <a:pt x="23" y="44"/>
                    <a:pt x="23" y="34"/>
                  </a:cubicBezTo>
                  <a:cubicBezTo>
                    <a:pt x="24" y="25"/>
                    <a:pt x="24" y="15"/>
                    <a:pt x="27" y="3"/>
                  </a:cubicBezTo>
                  <a:lnTo>
                    <a:pt x="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8"/>
            <p:cNvSpPr/>
            <p:nvPr/>
          </p:nvSpPr>
          <p:spPr>
            <a:xfrm>
              <a:off x="5646419" y="2137605"/>
              <a:ext cx="17868" cy="16715"/>
            </a:xfrm>
            <a:custGeom>
              <a:rect b="b" l="l" r="r" t="t"/>
              <a:pathLst>
                <a:path extrusionOk="0" h="29" w="31">
                  <a:moveTo>
                    <a:pt x="15" y="0"/>
                  </a:moveTo>
                  <a:cubicBezTo>
                    <a:pt x="9" y="6"/>
                    <a:pt x="3" y="12"/>
                    <a:pt x="0" y="16"/>
                  </a:cubicBezTo>
                  <a:lnTo>
                    <a:pt x="16" y="29"/>
                  </a:lnTo>
                  <a:cubicBezTo>
                    <a:pt x="19" y="23"/>
                    <a:pt x="25" y="19"/>
                    <a:pt x="31" y="15"/>
                  </a:cubicBezTo>
                  <a:lnTo>
                    <a:pt x="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8"/>
            <p:cNvSpPr/>
            <p:nvPr/>
          </p:nvSpPr>
          <p:spPr>
            <a:xfrm>
              <a:off x="5631433" y="2156625"/>
              <a:ext cx="16139" cy="16139"/>
            </a:xfrm>
            <a:custGeom>
              <a:rect b="b" l="l" r="r" t="t"/>
              <a:pathLst>
                <a:path extrusionOk="0" h="28" w="28">
                  <a:moveTo>
                    <a:pt x="12" y="0"/>
                  </a:moveTo>
                  <a:lnTo>
                    <a:pt x="0" y="16"/>
                  </a:lnTo>
                  <a:lnTo>
                    <a:pt x="19" y="28"/>
                  </a:lnTo>
                  <a:cubicBezTo>
                    <a:pt x="22" y="22"/>
                    <a:pt x="24" y="16"/>
                    <a:pt x="28" y="12"/>
                  </a:cubicBezTo>
                  <a:lnTo>
                    <a:pt x="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8"/>
            <p:cNvSpPr/>
            <p:nvPr/>
          </p:nvSpPr>
          <p:spPr>
            <a:xfrm>
              <a:off x="5846422" y="2236742"/>
              <a:ext cx="17868" cy="28819"/>
            </a:xfrm>
            <a:custGeom>
              <a:rect b="b" l="l" r="r" t="t"/>
              <a:pathLst>
                <a:path extrusionOk="0" h="50" w="31">
                  <a:moveTo>
                    <a:pt x="9" y="0"/>
                  </a:moveTo>
                  <a:cubicBezTo>
                    <a:pt x="7" y="14"/>
                    <a:pt x="4" y="29"/>
                    <a:pt x="0" y="42"/>
                  </a:cubicBezTo>
                  <a:lnTo>
                    <a:pt x="19" y="49"/>
                  </a:lnTo>
                  <a:cubicBezTo>
                    <a:pt x="25" y="35"/>
                    <a:pt x="29" y="17"/>
                    <a:pt x="30" y="1"/>
                  </a:cubicBezTo>
                  <a:lnTo>
                    <a:pt x="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8"/>
            <p:cNvSpPr/>
            <p:nvPr/>
          </p:nvSpPr>
          <p:spPr>
            <a:xfrm>
              <a:off x="5836047" y="2272477"/>
              <a:ext cx="17291" cy="17291"/>
            </a:xfrm>
            <a:custGeom>
              <a:rect b="b" l="l" r="r" t="t"/>
              <a:pathLst>
                <a:path extrusionOk="0" h="30" w="30">
                  <a:moveTo>
                    <a:pt x="11" y="0"/>
                  </a:moveTo>
                  <a:cubicBezTo>
                    <a:pt x="7" y="4"/>
                    <a:pt x="5" y="12"/>
                    <a:pt x="1" y="17"/>
                  </a:cubicBezTo>
                  <a:lnTo>
                    <a:pt x="20" y="29"/>
                  </a:lnTo>
                  <a:cubicBezTo>
                    <a:pt x="22" y="22"/>
                    <a:pt x="27" y="16"/>
                    <a:pt x="30" y="9"/>
                  </a:cubicBez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8"/>
            <p:cNvSpPr/>
            <p:nvPr/>
          </p:nvSpPr>
          <p:spPr>
            <a:xfrm>
              <a:off x="5842964" y="2176798"/>
              <a:ext cx="15562" cy="15562"/>
            </a:xfrm>
            <a:custGeom>
              <a:rect b="b" l="l" r="r" t="t"/>
              <a:pathLst>
                <a:path extrusionOk="0" h="27" w="27">
                  <a:moveTo>
                    <a:pt x="21" y="0"/>
                  </a:moveTo>
                  <a:lnTo>
                    <a:pt x="0" y="9"/>
                  </a:lnTo>
                  <a:cubicBezTo>
                    <a:pt x="2" y="14"/>
                    <a:pt x="5" y="22"/>
                    <a:pt x="8" y="26"/>
                  </a:cubicBezTo>
                  <a:lnTo>
                    <a:pt x="26" y="19"/>
                  </a:lnTo>
                  <a:cubicBezTo>
                    <a:pt x="25" y="13"/>
                    <a:pt x="22" y="7"/>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8"/>
            <p:cNvSpPr/>
            <p:nvPr/>
          </p:nvSpPr>
          <p:spPr>
            <a:xfrm>
              <a:off x="5831436" y="2154320"/>
              <a:ext cx="16715" cy="16715"/>
            </a:xfrm>
            <a:custGeom>
              <a:rect b="b" l="l" r="r" t="t"/>
              <a:pathLst>
                <a:path extrusionOk="0" h="29" w="29">
                  <a:moveTo>
                    <a:pt x="19" y="0"/>
                  </a:moveTo>
                  <a:lnTo>
                    <a:pt x="0" y="13"/>
                  </a:lnTo>
                  <a:lnTo>
                    <a:pt x="12" y="29"/>
                  </a:lnTo>
                  <a:lnTo>
                    <a:pt x="29" y="19"/>
                  </a:lnTo>
                  <a:cubicBezTo>
                    <a:pt x="26" y="13"/>
                    <a:pt x="22" y="6"/>
                    <a:pt x="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8"/>
            <p:cNvSpPr/>
            <p:nvPr/>
          </p:nvSpPr>
          <p:spPr>
            <a:xfrm>
              <a:off x="5802617" y="2124348"/>
              <a:ext cx="31701" cy="29395"/>
            </a:xfrm>
            <a:custGeom>
              <a:rect b="b" l="l" r="r" t="t"/>
              <a:pathLst>
                <a:path extrusionOk="0" h="51" w="55">
                  <a:moveTo>
                    <a:pt x="14" y="0"/>
                  </a:moveTo>
                  <a:lnTo>
                    <a:pt x="1" y="19"/>
                  </a:lnTo>
                  <a:cubicBezTo>
                    <a:pt x="14" y="27"/>
                    <a:pt x="27" y="38"/>
                    <a:pt x="37" y="51"/>
                  </a:cubicBezTo>
                  <a:lnTo>
                    <a:pt x="54" y="36"/>
                  </a:lnTo>
                  <a:cubicBezTo>
                    <a:pt x="41" y="22"/>
                    <a:pt x="28" y="9"/>
                    <a:pt x="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8"/>
            <p:cNvSpPr/>
            <p:nvPr/>
          </p:nvSpPr>
          <p:spPr>
            <a:xfrm>
              <a:off x="5657370" y="2345677"/>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8"/>
            <p:cNvSpPr/>
            <p:nvPr/>
          </p:nvSpPr>
          <p:spPr>
            <a:xfrm>
              <a:off x="5811263" y="2345677"/>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8"/>
            <p:cNvSpPr/>
            <p:nvPr/>
          </p:nvSpPr>
          <p:spPr>
            <a:xfrm>
              <a:off x="5734605" y="2086307"/>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 name="Google Shape;2081;p48"/>
          <p:cNvGrpSpPr/>
          <p:nvPr/>
        </p:nvGrpSpPr>
        <p:grpSpPr>
          <a:xfrm>
            <a:off x="6315017" y="1404452"/>
            <a:ext cx="419026" cy="416145"/>
            <a:chOff x="6315017" y="1404452"/>
            <a:chExt cx="419026" cy="416145"/>
          </a:xfrm>
        </p:grpSpPr>
        <p:sp>
          <p:nvSpPr>
            <p:cNvPr id="2082" name="Google Shape;2082;p48"/>
            <p:cNvSpPr/>
            <p:nvPr/>
          </p:nvSpPr>
          <p:spPr>
            <a:xfrm>
              <a:off x="6315017" y="1404452"/>
              <a:ext cx="419026" cy="416145"/>
            </a:xfrm>
            <a:custGeom>
              <a:rect b="b" l="l" r="r" t="t"/>
              <a:pathLst>
                <a:path extrusionOk="0" h="722" w="727">
                  <a:moveTo>
                    <a:pt x="321" y="23"/>
                  </a:moveTo>
                  <a:lnTo>
                    <a:pt x="321" y="53"/>
                  </a:lnTo>
                  <a:lnTo>
                    <a:pt x="286" y="53"/>
                  </a:lnTo>
                  <a:lnTo>
                    <a:pt x="286" y="41"/>
                  </a:lnTo>
                  <a:lnTo>
                    <a:pt x="285" y="41"/>
                  </a:lnTo>
                  <a:cubicBezTo>
                    <a:pt x="285" y="33"/>
                    <a:pt x="291" y="23"/>
                    <a:pt x="302" y="23"/>
                  </a:cubicBezTo>
                  <a:close/>
                  <a:moveTo>
                    <a:pt x="374" y="23"/>
                  </a:moveTo>
                  <a:lnTo>
                    <a:pt x="374" y="70"/>
                  </a:lnTo>
                  <a:cubicBezTo>
                    <a:pt x="367" y="62"/>
                    <a:pt x="357" y="56"/>
                    <a:pt x="344" y="56"/>
                  </a:cubicBezTo>
                  <a:lnTo>
                    <a:pt x="340" y="56"/>
                  </a:lnTo>
                  <a:lnTo>
                    <a:pt x="340" y="23"/>
                  </a:lnTo>
                  <a:close/>
                  <a:moveTo>
                    <a:pt x="473" y="23"/>
                  </a:moveTo>
                  <a:cubicBezTo>
                    <a:pt x="481" y="23"/>
                    <a:pt x="490" y="30"/>
                    <a:pt x="490" y="41"/>
                  </a:cubicBezTo>
                  <a:lnTo>
                    <a:pt x="490" y="131"/>
                  </a:lnTo>
                  <a:lnTo>
                    <a:pt x="489" y="131"/>
                  </a:lnTo>
                  <a:cubicBezTo>
                    <a:pt x="489" y="141"/>
                    <a:pt x="481" y="150"/>
                    <a:pt x="473" y="150"/>
                  </a:cubicBezTo>
                  <a:cubicBezTo>
                    <a:pt x="467" y="150"/>
                    <a:pt x="463" y="147"/>
                    <a:pt x="460" y="144"/>
                  </a:cubicBezTo>
                  <a:cubicBezTo>
                    <a:pt x="455" y="141"/>
                    <a:pt x="454" y="137"/>
                    <a:pt x="454" y="131"/>
                  </a:cubicBezTo>
                  <a:lnTo>
                    <a:pt x="454" y="23"/>
                  </a:lnTo>
                  <a:close/>
                  <a:moveTo>
                    <a:pt x="432" y="21"/>
                  </a:moveTo>
                  <a:lnTo>
                    <a:pt x="432" y="23"/>
                  </a:lnTo>
                  <a:lnTo>
                    <a:pt x="432" y="171"/>
                  </a:lnTo>
                  <a:cubicBezTo>
                    <a:pt x="432" y="180"/>
                    <a:pt x="425" y="189"/>
                    <a:pt x="416" y="189"/>
                  </a:cubicBezTo>
                  <a:cubicBezTo>
                    <a:pt x="411" y="189"/>
                    <a:pt x="408" y="187"/>
                    <a:pt x="403" y="183"/>
                  </a:cubicBezTo>
                  <a:cubicBezTo>
                    <a:pt x="399" y="180"/>
                    <a:pt x="398" y="177"/>
                    <a:pt x="398" y="171"/>
                  </a:cubicBezTo>
                  <a:lnTo>
                    <a:pt x="398" y="21"/>
                  </a:lnTo>
                  <a:close/>
                  <a:moveTo>
                    <a:pt x="321" y="134"/>
                  </a:moveTo>
                  <a:lnTo>
                    <a:pt x="321" y="173"/>
                  </a:lnTo>
                  <a:cubicBezTo>
                    <a:pt x="321" y="179"/>
                    <a:pt x="318" y="181"/>
                    <a:pt x="315" y="186"/>
                  </a:cubicBezTo>
                  <a:cubicBezTo>
                    <a:pt x="311" y="189"/>
                    <a:pt x="308" y="192"/>
                    <a:pt x="302" y="192"/>
                  </a:cubicBezTo>
                  <a:cubicBezTo>
                    <a:pt x="294" y="192"/>
                    <a:pt x="286" y="181"/>
                    <a:pt x="286" y="173"/>
                  </a:cubicBezTo>
                  <a:lnTo>
                    <a:pt x="286" y="134"/>
                  </a:lnTo>
                  <a:close/>
                  <a:moveTo>
                    <a:pt x="376" y="116"/>
                  </a:moveTo>
                  <a:lnTo>
                    <a:pt x="376" y="173"/>
                  </a:lnTo>
                  <a:cubicBezTo>
                    <a:pt x="376" y="181"/>
                    <a:pt x="369" y="192"/>
                    <a:pt x="359" y="192"/>
                  </a:cubicBezTo>
                  <a:cubicBezTo>
                    <a:pt x="350" y="192"/>
                    <a:pt x="340" y="184"/>
                    <a:pt x="340" y="173"/>
                  </a:cubicBezTo>
                  <a:lnTo>
                    <a:pt x="340" y="131"/>
                  </a:lnTo>
                  <a:lnTo>
                    <a:pt x="344" y="131"/>
                  </a:lnTo>
                  <a:cubicBezTo>
                    <a:pt x="359" y="131"/>
                    <a:pt x="369" y="125"/>
                    <a:pt x="376" y="116"/>
                  </a:cubicBezTo>
                  <a:close/>
                  <a:moveTo>
                    <a:pt x="94" y="86"/>
                  </a:moveTo>
                  <a:lnTo>
                    <a:pt x="146" y="236"/>
                  </a:lnTo>
                  <a:lnTo>
                    <a:pt x="44" y="236"/>
                  </a:lnTo>
                  <a:lnTo>
                    <a:pt x="94" y="86"/>
                  </a:lnTo>
                  <a:close/>
                  <a:moveTo>
                    <a:pt x="624" y="86"/>
                  </a:moveTo>
                  <a:lnTo>
                    <a:pt x="676" y="236"/>
                  </a:lnTo>
                  <a:lnTo>
                    <a:pt x="574" y="236"/>
                  </a:lnTo>
                  <a:lnTo>
                    <a:pt x="624" y="86"/>
                  </a:lnTo>
                  <a:close/>
                  <a:moveTo>
                    <a:pt x="344" y="72"/>
                  </a:moveTo>
                  <a:cubicBezTo>
                    <a:pt x="353" y="72"/>
                    <a:pt x="361" y="79"/>
                    <a:pt x="361" y="89"/>
                  </a:cubicBezTo>
                  <a:cubicBezTo>
                    <a:pt x="361" y="101"/>
                    <a:pt x="354" y="108"/>
                    <a:pt x="344" y="108"/>
                  </a:cubicBezTo>
                  <a:lnTo>
                    <a:pt x="262" y="108"/>
                  </a:lnTo>
                  <a:lnTo>
                    <a:pt x="262" y="168"/>
                  </a:lnTo>
                  <a:cubicBezTo>
                    <a:pt x="262" y="190"/>
                    <a:pt x="279" y="208"/>
                    <a:pt x="298" y="209"/>
                  </a:cubicBezTo>
                  <a:cubicBezTo>
                    <a:pt x="309" y="209"/>
                    <a:pt x="321" y="205"/>
                    <a:pt x="327" y="197"/>
                  </a:cubicBezTo>
                  <a:lnTo>
                    <a:pt x="330" y="196"/>
                  </a:lnTo>
                  <a:cubicBezTo>
                    <a:pt x="337" y="203"/>
                    <a:pt x="346" y="209"/>
                    <a:pt x="359" y="209"/>
                  </a:cubicBezTo>
                  <a:cubicBezTo>
                    <a:pt x="372" y="209"/>
                    <a:pt x="380" y="203"/>
                    <a:pt x="387" y="196"/>
                  </a:cubicBezTo>
                  <a:lnTo>
                    <a:pt x="389" y="197"/>
                  </a:lnTo>
                  <a:cubicBezTo>
                    <a:pt x="396" y="205"/>
                    <a:pt x="408" y="209"/>
                    <a:pt x="418" y="209"/>
                  </a:cubicBezTo>
                  <a:cubicBezTo>
                    <a:pt x="438" y="208"/>
                    <a:pt x="454" y="190"/>
                    <a:pt x="454" y="168"/>
                  </a:cubicBezTo>
                  <a:lnTo>
                    <a:pt x="454" y="164"/>
                  </a:lnTo>
                  <a:cubicBezTo>
                    <a:pt x="460" y="167"/>
                    <a:pt x="467" y="167"/>
                    <a:pt x="474" y="167"/>
                  </a:cubicBezTo>
                  <a:cubicBezTo>
                    <a:pt x="480" y="167"/>
                    <a:pt x="484" y="166"/>
                    <a:pt x="490" y="164"/>
                  </a:cubicBezTo>
                  <a:lnTo>
                    <a:pt x="490" y="213"/>
                  </a:lnTo>
                  <a:lnTo>
                    <a:pt x="489" y="213"/>
                  </a:lnTo>
                  <a:lnTo>
                    <a:pt x="460" y="255"/>
                  </a:lnTo>
                  <a:lnTo>
                    <a:pt x="460" y="317"/>
                  </a:lnTo>
                  <a:lnTo>
                    <a:pt x="311" y="317"/>
                  </a:lnTo>
                  <a:lnTo>
                    <a:pt x="311" y="247"/>
                  </a:lnTo>
                  <a:lnTo>
                    <a:pt x="301" y="247"/>
                  </a:lnTo>
                  <a:cubicBezTo>
                    <a:pt x="259" y="247"/>
                    <a:pt x="226" y="215"/>
                    <a:pt x="226" y="173"/>
                  </a:cubicBezTo>
                  <a:lnTo>
                    <a:pt x="226" y="89"/>
                  </a:lnTo>
                  <a:cubicBezTo>
                    <a:pt x="226" y="80"/>
                    <a:pt x="233" y="72"/>
                    <a:pt x="244" y="72"/>
                  </a:cubicBezTo>
                  <a:close/>
                  <a:moveTo>
                    <a:pt x="169" y="258"/>
                  </a:moveTo>
                  <a:cubicBezTo>
                    <a:pt x="166" y="297"/>
                    <a:pt x="135" y="332"/>
                    <a:pt x="94" y="332"/>
                  </a:cubicBezTo>
                  <a:cubicBezTo>
                    <a:pt x="55" y="332"/>
                    <a:pt x="21" y="300"/>
                    <a:pt x="21" y="258"/>
                  </a:cubicBezTo>
                  <a:close/>
                  <a:moveTo>
                    <a:pt x="698" y="258"/>
                  </a:moveTo>
                  <a:cubicBezTo>
                    <a:pt x="698" y="297"/>
                    <a:pt x="665" y="332"/>
                    <a:pt x="624" y="332"/>
                  </a:cubicBezTo>
                  <a:cubicBezTo>
                    <a:pt x="584" y="332"/>
                    <a:pt x="549" y="300"/>
                    <a:pt x="549" y="258"/>
                  </a:cubicBezTo>
                  <a:close/>
                  <a:moveTo>
                    <a:pt x="304" y="1"/>
                  </a:moveTo>
                  <a:cubicBezTo>
                    <a:pt x="282" y="1"/>
                    <a:pt x="266" y="20"/>
                    <a:pt x="266" y="38"/>
                  </a:cubicBezTo>
                  <a:lnTo>
                    <a:pt x="266" y="53"/>
                  </a:lnTo>
                  <a:lnTo>
                    <a:pt x="86" y="53"/>
                  </a:lnTo>
                  <a:lnTo>
                    <a:pt x="25" y="236"/>
                  </a:lnTo>
                  <a:lnTo>
                    <a:pt x="0" y="236"/>
                  </a:lnTo>
                  <a:lnTo>
                    <a:pt x="0" y="257"/>
                  </a:lnTo>
                  <a:cubicBezTo>
                    <a:pt x="0" y="309"/>
                    <a:pt x="44" y="352"/>
                    <a:pt x="97" y="352"/>
                  </a:cubicBezTo>
                  <a:cubicBezTo>
                    <a:pt x="149" y="352"/>
                    <a:pt x="192" y="309"/>
                    <a:pt x="192" y="257"/>
                  </a:cubicBezTo>
                  <a:lnTo>
                    <a:pt x="192" y="236"/>
                  </a:lnTo>
                  <a:lnTo>
                    <a:pt x="172" y="236"/>
                  </a:lnTo>
                  <a:lnTo>
                    <a:pt x="116" y="76"/>
                  </a:lnTo>
                  <a:lnTo>
                    <a:pt x="214" y="76"/>
                  </a:lnTo>
                  <a:cubicBezTo>
                    <a:pt x="210" y="80"/>
                    <a:pt x="210" y="86"/>
                    <a:pt x="210" y="93"/>
                  </a:cubicBezTo>
                  <a:lnTo>
                    <a:pt x="210" y="177"/>
                  </a:lnTo>
                  <a:cubicBezTo>
                    <a:pt x="210" y="225"/>
                    <a:pt x="246" y="265"/>
                    <a:pt x="295" y="271"/>
                  </a:cubicBezTo>
                  <a:lnTo>
                    <a:pt x="295" y="319"/>
                  </a:lnTo>
                  <a:lnTo>
                    <a:pt x="253" y="319"/>
                  </a:lnTo>
                  <a:lnTo>
                    <a:pt x="253" y="722"/>
                  </a:lnTo>
                  <a:lnTo>
                    <a:pt x="275" y="722"/>
                  </a:lnTo>
                  <a:lnTo>
                    <a:pt x="275" y="340"/>
                  </a:lnTo>
                  <a:lnTo>
                    <a:pt x="431" y="340"/>
                  </a:lnTo>
                  <a:lnTo>
                    <a:pt x="431" y="462"/>
                  </a:lnTo>
                  <a:lnTo>
                    <a:pt x="452" y="462"/>
                  </a:lnTo>
                  <a:lnTo>
                    <a:pt x="452" y="340"/>
                  </a:lnTo>
                  <a:lnTo>
                    <a:pt x="509" y="340"/>
                  </a:lnTo>
                  <a:lnTo>
                    <a:pt x="509" y="722"/>
                  </a:lnTo>
                  <a:lnTo>
                    <a:pt x="530" y="722"/>
                  </a:lnTo>
                  <a:lnTo>
                    <a:pt x="530" y="319"/>
                  </a:lnTo>
                  <a:lnTo>
                    <a:pt x="489" y="319"/>
                  </a:lnTo>
                  <a:lnTo>
                    <a:pt x="489" y="264"/>
                  </a:lnTo>
                  <a:lnTo>
                    <a:pt x="517" y="221"/>
                  </a:lnTo>
                  <a:lnTo>
                    <a:pt x="517" y="76"/>
                  </a:lnTo>
                  <a:lnTo>
                    <a:pt x="613" y="76"/>
                  </a:lnTo>
                  <a:lnTo>
                    <a:pt x="559" y="236"/>
                  </a:lnTo>
                  <a:lnTo>
                    <a:pt x="535" y="236"/>
                  </a:lnTo>
                  <a:lnTo>
                    <a:pt x="535" y="257"/>
                  </a:lnTo>
                  <a:cubicBezTo>
                    <a:pt x="535" y="309"/>
                    <a:pt x="578" y="352"/>
                    <a:pt x="632" y="352"/>
                  </a:cubicBezTo>
                  <a:cubicBezTo>
                    <a:pt x="684" y="352"/>
                    <a:pt x="727" y="309"/>
                    <a:pt x="727" y="257"/>
                  </a:cubicBezTo>
                  <a:lnTo>
                    <a:pt x="727" y="236"/>
                  </a:lnTo>
                  <a:lnTo>
                    <a:pt x="700" y="236"/>
                  </a:lnTo>
                  <a:lnTo>
                    <a:pt x="636" y="53"/>
                  </a:lnTo>
                  <a:lnTo>
                    <a:pt x="510" y="53"/>
                  </a:lnTo>
                  <a:lnTo>
                    <a:pt x="510" y="38"/>
                  </a:lnTo>
                  <a:cubicBezTo>
                    <a:pt x="510" y="17"/>
                    <a:pt x="491" y="1"/>
                    <a:pt x="4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8"/>
            <p:cNvSpPr/>
            <p:nvPr/>
          </p:nvSpPr>
          <p:spPr>
            <a:xfrm>
              <a:off x="6350176" y="1566415"/>
              <a:ext cx="39194" cy="17291"/>
            </a:xfrm>
            <a:custGeom>
              <a:rect b="b" l="l" r="r" t="t"/>
              <a:pathLst>
                <a:path extrusionOk="0" h="30" w="68">
                  <a:moveTo>
                    <a:pt x="13" y="0"/>
                  </a:moveTo>
                  <a:lnTo>
                    <a:pt x="0" y="16"/>
                  </a:lnTo>
                  <a:cubicBezTo>
                    <a:pt x="9" y="25"/>
                    <a:pt x="22" y="29"/>
                    <a:pt x="33" y="29"/>
                  </a:cubicBezTo>
                  <a:cubicBezTo>
                    <a:pt x="46" y="29"/>
                    <a:pt x="59" y="25"/>
                    <a:pt x="68" y="16"/>
                  </a:cubicBezTo>
                  <a:lnTo>
                    <a:pt x="53" y="0"/>
                  </a:lnTo>
                  <a:cubicBezTo>
                    <a:pt x="48" y="6"/>
                    <a:pt x="40" y="7"/>
                    <a:pt x="33" y="7"/>
                  </a:cubicBezTo>
                  <a:cubicBezTo>
                    <a:pt x="26" y="7"/>
                    <a:pt x="19" y="6"/>
                    <a:pt x="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8"/>
            <p:cNvSpPr/>
            <p:nvPr/>
          </p:nvSpPr>
          <p:spPr>
            <a:xfrm>
              <a:off x="6655656" y="1566415"/>
              <a:ext cx="39770" cy="17291"/>
            </a:xfrm>
            <a:custGeom>
              <a:rect b="b" l="l" r="r" t="t"/>
              <a:pathLst>
                <a:path extrusionOk="0" h="30" w="69">
                  <a:moveTo>
                    <a:pt x="15" y="0"/>
                  </a:moveTo>
                  <a:lnTo>
                    <a:pt x="0" y="16"/>
                  </a:lnTo>
                  <a:cubicBezTo>
                    <a:pt x="9" y="25"/>
                    <a:pt x="22" y="29"/>
                    <a:pt x="35" y="29"/>
                  </a:cubicBezTo>
                  <a:cubicBezTo>
                    <a:pt x="48" y="29"/>
                    <a:pt x="59" y="25"/>
                    <a:pt x="68" y="16"/>
                  </a:cubicBezTo>
                  <a:lnTo>
                    <a:pt x="55" y="0"/>
                  </a:lnTo>
                  <a:cubicBezTo>
                    <a:pt x="49" y="6"/>
                    <a:pt x="42" y="7"/>
                    <a:pt x="35" y="7"/>
                  </a:cubicBezTo>
                  <a:cubicBezTo>
                    <a:pt x="28" y="7"/>
                    <a:pt x="20" y="6"/>
                    <a:pt x="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8"/>
            <p:cNvSpPr/>
            <p:nvPr/>
          </p:nvSpPr>
          <p:spPr>
            <a:xfrm>
              <a:off x="6482167" y="1686877"/>
              <a:ext cx="13257" cy="58214"/>
            </a:xfrm>
            <a:custGeom>
              <a:rect b="b" l="l" r="r" t="t"/>
              <a:pathLst>
                <a:path extrusionOk="0" h="101" w="23">
                  <a:moveTo>
                    <a:pt x="1" y="1"/>
                  </a:moveTo>
                  <a:lnTo>
                    <a:pt x="1" y="100"/>
                  </a:lnTo>
                  <a:lnTo>
                    <a:pt x="22" y="100"/>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8"/>
            <p:cNvSpPr/>
            <p:nvPr/>
          </p:nvSpPr>
          <p:spPr>
            <a:xfrm>
              <a:off x="6482167" y="1791778"/>
              <a:ext cx="13257" cy="12104"/>
            </a:xfrm>
            <a:custGeom>
              <a:rect b="b" l="l" r="r" t="t"/>
              <a:pathLst>
                <a:path extrusionOk="0" h="21" w="23">
                  <a:moveTo>
                    <a:pt x="1" y="1"/>
                  </a:moveTo>
                  <a:lnTo>
                    <a:pt x="1" y="21"/>
                  </a:lnTo>
                  <a:lnTo>
                    <a:pt x="22" y="2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8"/>
            <p:cNvSpPr/>
            <p:nvPr/>
          </p:nvSpPr>
          <p:spPr>
            <a:xfrm>
              <a:off x="6482167" y="1756043"/>
              <a:ext cx="13257" cy="23631"/>
            </a:xfrm>
            <a:custGeom>
              <a:rect b="b" l="l" r="r" t="t"/>
              <a:pathLst>
                <a:path extrusionOk="0" h="41" w="23">
                  <a:moveTo>
                    <a:pt x="1" y="1"/>
                  </a:moveTo>
                  <a:lnTo>
                    <a:pt x="1" y="41"/>
                  </a:lnTo>
                  <a:lnTo>
                    <a:pt x="22" y="4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8"/>
            <p:cNvSpPr/>
            <p:nvPr/>
          </p:nvSpPr>
          <p:spPr>
            <a:xfrm>
              <a:off x="6489083" y="1613101"/>
              <a:ext cx="55332" cy="12680"/>
            </a:xfrm>
            <a:custGeom>
              <a:rect b="b" l="l" r="r" t="t"/>
              <a:pathLst>
                <a:path extrusionOk="0" h="22" w="96">
                  <a:moveTo>
                    <a:pt x="0" y="0"/>
                  </a:moveTo>
                  <a:lnTo>
                    <a:pt x="0" y="22"/>
                  </a:lnTo>
                  <a:lnTo>
                    <a:pt x="96" y="22"/>
                  </a:lnTo>
                  <a:lnTo>
                    <a:pt x="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8"/>
            <p:cNvSpPr/>
            <p:nvPr/>
          </p:nvSpPr>
          <p:spPr>
            <a:xfrm>
              <a:off x="6559977" y="1705321"/>
              <a:ext cx="12680" cy="12104"/>
            </a:xfrm>
            <a:custGeom>
              <a:rect b="b" l="l" r="r" t="t"/>
              <a:pathLst>
                <a:path extrusionOk="0" h="21" w="22">
                  <a:moveTo>
                    <a:pt x="0" y="0"/>
                  </a:moveTo>
                  <a:lnTo>
                    <a:pt x="0" y="21"/>
                  </a:lnTo>
                  <a:lnTo>
                    <a:pt x="22" y="2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8"/>
            <p:cNvSpPr/>
            <p:nvPr/>
          </p:nvSpPr>
          <p:spPr>
            <a:xfrm>
              <a:off x="6559977" y="1681690"/>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8"/>
            <p:cNvSpPr/>
            <p:nvPr/>
          </p:nvSpPr>
          <p:spPr>
            <a:xfrm>
              <a:off x="6508680" y="1553158"/>
              <a:ext cx="13257" cy="24208"/>
            </a:xfrm>
            <a:custGeom>
              <a:rect b="b" l="l" r="r" t="t"/>
              <a:pathLst>
                <a:path extrusionOk="0" h="42" w="23">
                  <a:moveTo>
                    <a:pt x="1" y="0"/>
                  </a:moveTo>
                  <a:lnTo>
                    <a:pt x="1" y="42"/>
                  </a:lnTo>
                  <a:lnTo>
                    <a:pt x="23" y="4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48"/>
          <p:cNvGrpSpPr/>
          <p:nvPr/>
        </p:nvGrpSpPr>
        <p:grpSpPr>
          <a:xfrm>
            <a:off x="4798568" y="2685163"/>
            <a:ext cx="321042" cy="416145"/>
            <a:chOff x="4798568" y="2685163"/>
            <a:chExt cx="321042" cy="416145"/>
          </a:xfrm>
        </p:grpSpPr>
        <p:sp>
          <p:nvSpPr>
            <p:cNvPr id="2093" name="Google Shape;2093;p48"/>
            <p:cNvSpPr/>
            <p:nvPr/>
          </p:nvSpPr>
          <p:spPr>
            <a:xfrm>
              <a:off x="4798568" y="2685163"/>
              <a:ext cx="321042" cy="416145"/>
            </a:xfrm>
            <a:custGeom>
              <a:rect b="b" l="l" r="r" t="t"/>
              <a:pathLst>
                <a:path extrusionOk="0" h="722" w="557">
                  <a:moveTo>
                    <a:pt x="426" y="22"/>
                  </a:moveTo>
                  <a:cubicBezTo>
                    <a:pt x="431" y="82"/>
                    <a:pt x="478" y="129"/>
                    <a:pt x="537" y="134"/>
                  </a:cubicBezTo>
                  <a:lnTo>
                    <a:pt x="537" y="363"/>
                  </a:lnTo>
                  <a:cubicBezTo>
                    <a:pt x="537" y="521"/>
                    <a:pt x="433" y="658"/>
                    <a:pt x="281" y="700"/>
                  </a:cubicBezTo>
                  <a:cubicBezTo>
                    <a:pt x="129" y="658"/>
                    <a:pt x="24" y="521"/>
                    <a:pt x="24" y="363"/>
                  </a:cubicBezTo>
                  <a:lnTo>
                    <a:pt x="24" y="134"/>
                  </a:lnTo>
                  <a:cubicBezTo>
                    <a:pt x="85" y="129"/>
                    <a:pt x="131" y="82"/>
                    <a:pt x="137" y="22"/>
                  </a:cubicBezTo>
                  <a:close/>
                  <a:moveTo>
                    <a:pt x="115" y="1"/>
                  </a:moveTo>
                  <a:lnTo>
                    <a:pt x="115" y="11"/>
                  </a:lnTo>
                  <a:cubicBezTo>
                    <a:pt x="115" y="67"/>
                    <a:pt x="70" y="115"/>
                    <a:pt x="12" y="115"/>
                  </a:cubicBezTo>
                  <a:lnTo>
                    <a:pt x="1" y="115"/>
                  </a:lnTo>
                  <a:lnTo>
                    <a:pt x="1" y="363"/>
                  </a:lnTo>
                  <a:cubicBezTo>
                    <a:pt x="1" y="531"/>
                    <a:pt x="115" y="678"/>
                    <a:pt x="277" y="721"/>
                  </a:cubicBezTo>
                  <a:lnTo>
                    <a:pt x="281" y="721"/>
                  </a:lnTo>
                  <a:cubicBezTo>
                    <a:pt x="443" y="678"/>
                    <a:pt x="557" y="531"/>
                    <a:pt x="557" y="363"/>
                  </a:cubicBezTo>
                  <a:lnTo>
                    <a:pt x="557" y="115"/>
                  </a:lnTo>
                  <a:lnTo>
                    <a:pt x="548" y="115"/>
                  </a:lnTo>
                  <a:cubicBezTo>
                    <a:pt x="492" y="115"/>
                    <a:pt x="446" y="69"/>
                    <a:pt x="446" y="11"/>
                  </a:cubicBezTo>
                  <a:lnTo>
                    <a:pt x="4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8"/>
            <p:cNvSpPr/>
            <p:nvPr/>
          </p:nvSpPr>
          <p:spPr>
            <a:xfrm>
              <a:off x="4824505" y="2709947"/>
              <a:ext cx="273779" cy="364847"/>
            </a:xfrm>
            <a:custGeom>
              <a:rect b="b" l="l" r="r" t="t"/>
              <a:pathLst>
                <a:path extrusionOk="0" h="633" w="475">
                  <a:moveTo>
                    <a:pt x="295" y="21"/>
                  </a:moveTo>
                  <a:lnTo>
                    <a:pt x="279" y="98"/>
                  </a:lnTo>
                  <a:lnTo>
                    <a:pt x="193" y="98"/>
                  </a:lnTo>
                  <a:lnTo>
                    <a:pt x="177" y="21"/>
                  </a:lnTo>
                  <a:close/>
                  <a:moveTo>
                    <a:pt x="251" y="303"/>
                  </a:moveTo>
                  <a:lnTo>
                    <a:pt x="251" y="325"/>
                  </a:lnTo>
                  <a:lnTo>
                    <a:pt x="173" y="325"/>
                  </a:lnTo>
                  <a:lnTo>
                    <a:pt x="174" y="303"/>
                  </a:lnTo>
                  <a:close/>
                  <a:moveTo>
                    <a:pt x="277" y="119"/>
                  </a:moveTo>
                  <a:lnTo>
                    <a:pt x="308" y="442"/>
                  </a:lnTo>
                  <a:lnTo>
                    <a:pt x="233" y="520"/>
                  </a:lnTo>
                  <a:lnTo>
                    <a:pt x="160" y="442"/>
                  </a:lnTo>
                  <a:lnTo>
                    <a:pt x="168" y="346"/>
                  </a:lnTo>
                  <a:lnTo>
                    <a:pt x="268" y="346"/>
                  </a:lnTo>
                  <a:lnTo>
                    <a:pt x="268" y="283"/>
                  </a:lnTo>
                  <a:lnTo>
                    <a:pt x="177" y="283"/>
                  </a:lnTo>
                  <a:lnTo>
                    <a:pt x="193" y="119"/>
                  </a:lnTo>
                  <a:close/>
                  <a:moveTo>
                    <a:pt x="152" y="21"/>
                  </a:moveTo>
                  <a:lnTo>
                    <a:pt x="173" y="109"/>
                  </a:lnTo>
                  <a:lnTo>
                    <a:pt x="141" y="443"/>
                  </a:lnTo>
                  <a:lnTo>
                    <a:pt x="141" y="449"/>
                  </a:lnTo>
                  <a:lnTo>
                    <a:pt x="236" y="550"/>
                  </a:lnTo>
                  <a:lnTo>
                    <a:pt x="331" y="449"/>
                  </a:lnTo>
                  <a:lnTo>
                    <a:pt x="300" y="111"/>
                  </a:lnTo>
                  <a:lnTo>
                    <a:pt x="318" y="23"/>
                  </a:lnTo>
                  <a:lnTo>
                    <a:pt x="347" y="23"/>
                  </a:lnTo>
                  <a:cubicBezTo>
                    <a:pt x="365" y="72"/>
                    <a:pt x="404" y="109"/>
                    <a:pt x="453" y="127"/>
                  </a:cubicBezTo>
                  <a:lnTo>
                    <a:pt x="453" y="322"/>
                  </a:lnTo>
                  <a:cubicBezTo>
                    <a:pt x="448" y="452"/>
                    <a:pt x="362" y="573"/>
                    <a:pt x="235" y="613"/>
                  </a:cubicBezTo>
                  <a:cubicBezTo>
                    <a:pt x="108" y="573"/>
                    <a:pt x="19" y="455"/>
                    <a:pt x="19" y="320"/>
                  </a:cubicBezTo>
                  <a:lnTo>
                    <a:pt x="19" y="125"/>
                  </a:lnTo>
                  <a:cubicBezTo>
                    <a:pt x="69" y="109"/>
                    <a:pt x="106" y="69"/>
                    <a:pt x="123" y="21"/>
                  </a:cubicBezTo>
                  <a:close/>
                  <a:moveTo>
                    <a:pt x="109" y="1"/>
                  </a:moveTo>
                  <a:lnTo>
                    <a:pt x="108" y="8"/>
                  </a:lnTo>
                  <a:cubicBezTo>
                    <a:pt x="93" y="54"/>
                    <a:pt x="56" y="95"/>
                    <a:pt x="8" y="108"/>
                  </a:cubicBezTo>
                  <a:lnTo>
                    <a:pt x="1" y="109"/>
                  </a:lnTo>
                  <a:lnTo>
                    <a:pt x="1" y="319"/>
                  </a:lnTo>
                  <a:cubicBezTo>
                    <a:pt x="1" y="390"/>
                    <a:pt x="22" y="457"/>
                    <a:pt x="66" y="514"/>
                  </a:cubicBezTo>
                  <a:cubicBezTo>
                    <a:pt x="108" y="570"/>
                    <a:pt x="167" y="611"/>
                    <a:pt x="235" y="631"/>
                  </a:cubicBezTo>
                  <a:lnTo>
                    <a:pt x="238" y="632"/>
                  </a:lnTo>
                  <a:lnTo>
                    <a:pt x="242" y="631"/>
                  </a:lnTo>
                  <a:cubicBezTo>
                    <a:pt x="308" y="611"/>
                    <a:pt x="368" y="570"/>
                    <a:pt x="409" y="514"/>
                  </a:cubicBezTo>
                  <a:cubicBezTo>
                    <a:pt x="451" y="456"/>
                    <a:pt x="474" y="390"/>
                    <a:pt x="474" y="319"/>
                  </a:cubicBezTo>
                  <a:lnTo>
                    <a:pt x="474" y="109"/>
                  </a:lnTo>
                  <a:lnTo>
                    <a:pt x="463" y="108"/>
                  </a:lnTo>
                  <a:cubicBezTo>
                    <a:pt x="417" y="93"/>
                    <a:pt x="376" y="54"/>
                    <a:pt x="365" y="8"/>
                  </a:cubicBezTo>
                  <a:lnTo>
                    <a:pt x="3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8"/>
            <p:cNvSpPr/>
            <p:nvPr/>
          </p:nvSpPr>
          <p:spPr>
            <a:xfrm>
              <a:off x="4851018" y="2782571"/>
              <a:ext cx="17291" cy="17291"/>
            </a:xfrm>
            <a:custGeom>
              <a:rect b="b" l="l" r="r" t="t"/>
              <a:pathLst>
                <a:path extrusionOk="0" h="30" w="30">
                  <a:moveTo>
                    <a:pt x="18" y="1"/>
                  </a:moveTo>
                  <a:cubicBezTo>
                    <a:pt x="12" y="5"/>
                    <a:pt x="8" y="8"/>
                    <a:pt x="1" y="9"/>
                  </a:cubicBezTo>
                  <a:lnTo>
                    <a:pt x="10" y="30"/>
                  </a:lnTo>
                  <a:cubicBezTo>
                    <a:pt x="17" y="27"/>
                    <a:pt x="23" y="22"/>
                    <a:pt x="30" y="19"/>
                  </a:cubicBezTo>
                  <a:lnTo>
                    <a:pt x="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8"/>
            <p:cNvSpPr/>
            <p:nvPr/>
          </p:nvSpPr>
          <p:spPr>
            <a:xfrm>
              <a:off x="4871768" y="2761245"/>
              <a:ext cx="25937" cy="25361"/>
            </a:xfrm>
            <a:custGeom>
              <a:rect b="b" l="l" r="r" t="t"/>
              <a:pathLst>
                <a:path extrusionOk="0" h="44" w="45">
                  <a:moveTo>
                    <a:pt x="27" y="0"/>
                  </a:moveTo>
                  <a:lnTo>
                    <a:pt x="1" y="28"/>
                  </a:lnTo>
                  <a:lnTo>
                    <a:pt x="13" y="43"/>
                  </a:lnTo>
                  <a:cubicBezTo>
                    <a:pt x="24" y="35"/>
                    <a:pt x="34" y="26"/>
                    <a:pt x="44" y="15"/>
                  </a:cubicBezTo>
                  <a:lnTo>
                    <a:pt x="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8"/>
            <p:cNvSpPr/>
            <p:nvPr/>
          </p:nvSpPr>
          <p:spPr>
            <a:xfrm>
              <a:off x="4848136" y="2889777"/>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8"/>
            <p:cNvSpPr/>
            <p:nvPr/>
          </p:nvSpPr>
          <p:spPr>
            <a:xfrm>
              <a:off x="4848136" y="2866146"/>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8"/>
            <p:cNvSpPr/>
            <p:nvPr/>
          </p:nvSpPr>
          <p:spPr>
            <a:xfrm>
              <a:off x="4848136" y="2821765"/>
              <a:ext cx="12680" cy="32277"/>
            </a:xfrm>
            <a:custGeom>
              <a:rect b="b" l="l" r="r" t="t"/>
              <a:pathLst>
                <a:path extrusionOk="0" h="56" w="22">
                  <a:moveTo>
                    <a:pt x="0" y="1"/>
                  </a:moveTo>
                  <a:lnTo>
                    <a:pt x="0" y="55"/>
                  </a:lnTo>
                  <a:lnTo>
                    <a:pt x="22" y="55"/>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8"/>
            <p:cNvSpPr/>
            <p:nvPr/>
          </p:nvSpPr>
          <p:spPr>
            <a:xfrm>
              <a:off x="4899434" y="3005053"/>
              <a:ext cx="17291" cy="17868"/>
            </a:xfrm>
            <a:custGeom>
              <a:rect b="b" l="l" r="r" t="t"/>
              <a:pathLst>
                <a:path extrusionOk="0" h="31" w="30">
                  <a:moveTo>
                    <a:pt x="15" y="0"/>
                  </a:moveTo>
                  <a:lnTo>
                    <a:pt x="1" y="16"/>
                  </a:lnTo>
                  <a:cubicBezTo>
                    <a:pt x="6" y="21"/>
                    <a:pt x="12" y="25"/>
                    <a:pt x="18" y="31"/>
                  </a:cubicBezTo>
                  <a:lnTo>
                    <a:pt x="30" y="15"/>
                  </a:lnTo>
                  <a:lnTo>
                    <a:pt x="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8"/>
            <p:cNvSpPr/>
            <p:nvPr/>
          </p:nvSpPr>
          <p:spPr>
            <a:xfrm>
              <a:off x="4861969" y="2957213"/>
              <a:ext cx="24208" cy="28242"/>
            </a:xfrm>
            <a:custGeom>
              <a:rect b="b" l="l" r="r" t="t"/>
              <a:pathLst>
                <a:path extrusionOk="0" h="49" w="42">
                  <a:moveTo>
                    <a:pt x="21" y="1"/>
                  </a:moveTo>
                  <a:lnTo>
                    <a:pt x="1" y="11"/>
                  </a:lnTo>
                  <a:cubicBezTo>
                    <a:pt x="6" y="23"/>
                    <a:pt x="14" y="36"/>
                    <a:pt x="22" y="49"/>
                  </a:cubicBezTo>
                  <a:lnTo>
                    <a:pt x="41" y="37"/>
                  </a:lnTo>
                  <a:cubicBezTo>
                    <a:pt x="34" y="27"/>
                    <a:pt x="28" y="14"/>
                    <a:pt x="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8"/>
            <p:cNvSpPr/>
            <p:nvPr/>
          </p:nvSpPr>
          <p:spPr>
            <a:xfrm>
              <a:off x="4882719" y="2988338"/>
              <a:ext cx="19020" cy="17291"/>
            </a:xfrm>
            <a:custGeom>
              <a:rect b="b" l="l" r="r" t="t"/>
              <a:pathLst>
                <a:path extrusionOk="0" h="30" w="33">
                  <a:moveTo>
                    <a:pt x="18" y="0"/>
                  </a:moveTo>
                  <a:lnTo>
                    <a:pt x="1" y="12"/>
                  </a:lnTo>
                  <a:cubicBezTo>
                    <a:pt x="5" y="18"/>
                    <a:pt x="11" y="24"/>
                    <a:pt x="15" y="29"/>
                  </a:cubicBezTo>
                  <a:lnTo>
                    <a:pt x="33" y="13"/>
                  </a:lnTo>
                  <a:cubicBezTo>
                    <a:pt x="27" y="11"/>
                    <a:pt x="21" y="5"/>
                    <a:pt x="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8"/>
            <p:cNvSpPr/>
            <p:nvPr/>
          </p:nvSpPr>
          <p:spPr>
            <a:xfrm>
              <a:off x="4987043" y="3014851"/>
              <a:ext cx="19597" cy="17868"/>
            </a:xfrm>
            <a:custGeom>
              <a:rect b="b" l="l" r="r" t="t"/>
              <a:pathLst>
                <a:path extrusionOk="0" h="31" w="34">
                  <a:moveTo>
                    <a:pt x="21" y="1"/>
                  </a:moveTo>
                  <a:cubicBezTo>
                    <a:pt x="15" y="6"/>
                    <a:pt x="8" y="9"/>
                    <a:pt x="0" y="14"/>
                  </a:cubicBezTo>
                  <a:lnTo>
                    <a:pt x="12" y="31"/>
                  </a:lnTo>
                  <a:cubicBezTo>
                    <a:pt x="19" y="28"/>
                    <a:pt x="26" y="22"/>
                    <a:pt x="34" y="17"/>
                  </a:cubicBez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8"/>
            <p:cNvSpPr/>
            <p:nvPr/>
          </p:nvSpPr>
          <p:spPr>
            <a:xfrm>
              <a:off x="5007793" y="3001018"/>
              <a:ext cx="17868" cy="17868"/>
            </a:xfrm>
            <a:custGeom>
              <a:rect b="b" l="l" r="r" t="t"/>
              <a:pathLst>
                <a:path extrusionOk="0" h="31" w="31">
                  <a:moveTo>
                    <a:pt x="15" y="0"/>
                  </a:moveTo>
                  <a:lnTo>
                    <a:pt x="0" y="15"/>
                  </a:lnTo>
                  <a:lnTo>
                    <a:pt x="15" y="30"/>
                  </a:lnTo>
                  <a:cubicBezTo>
                    <a:pt x="21" y="25"/>
                    <a:pt x="26" y="19"/>
                    <a:pt x="31" y="16"/>
                  </a:cubicBezTo>
                  <a:lnTo>
                    <a:pt x="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8"/>
            <p:cNvSpPr/>
            <p:nvPr/>
          </p:nvSpPr>
          <p:spPr>
            <a:xfrm>
              <a:off x="5045257" y="2947415"/>
              <a:ext cx="17291" cy="16715"/>
            </a:xfrm>
            <a:custGeom>
              <a:rect b="b" l="l" r="r" t="t"/>
              <a:pathLst>
                <a:path extrusionOk="0" h="29" w="30">
                  <a:moveTo>
                    <a:pt x="8" y="1"/>
                  </a:moveTo>
                  <a:cubicBezTo>
                    <a:pt x="6" y="6"/>
                    <a:pt x="3" y="12"/>
                    <a:pt x="0" y="18"/>
                  </a:cubicBezTo>
                  <a:lnTo>
                    <a:pt x="21" y="28"/>
                  </a:lnTo>
                  <a:cubicBezTo>
                    <a:pt x="25" y="21"/>
                    <a:pt x="26" y="15"/>
                    <a:pt x="29" y="8"/>
                  </a:cubicBezTo>
                  <a:lnTo>
                    <a:pt x="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8"/>
            <p:cNvSpPr/>
            <p:nvPr/>
          </p:nvSpPr>
          <p:spPr>
            <a:xfrm>
              <a:off x="5052750" y="2909950"/>
              <a:ext cx="17291" cy="29972"/>
            </a:xfrm>
            <a:custGeom>
              <a:rect b="b" l="l" r="r" t="t"/>
              <a:pathLst>
                <a:path extrusionOk="0" h="52" w="30">
                  <a:moveTo>
                    <a:pt x="9" y="1"/>
                  </a:moveTo>
                  <a:cubicBezTo>
                    <a:pt x="8" y="17"/>
                    <a:pt x="5" y="31"/>
                    <a:pt x="0" y="45"/>
                  </a:cubicBezTo>
                  <a:lnTo>
                    <a:pt x="21" y="51"/>
                  </a:lnTo>
                  <a:cubicBezTo>
                    <a:pt x="26" y="35"/>
                    <a:pt x="28" y="18"/>
                    <a:pt x="29" y="2"/>
                  </a:cubicBezTo>
                  <a:lnTo>
                    <a:pt x="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8"/>
            <p:cNvSpPr/>
            <p:nvPr/>
          </p:nvSpPr>
          <p:spPr>
            <a:xfrm>
              <a:off x="5059667" y="2852313"/>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8"/>
            <p:cNvSpPr/>
            <p:nvPr/>
          </p:nvSpPr>
          <p:spPr>
            <a:xfrm>
              <a:off x="5059667" y="2814272"/>
              <a:ext cx="12680" cy="27090"/>
            </a:xfrm>
            <a:custGeom>
              <a:rect b="b" l="l" r="r" t="t"/>
              <a:pathLst>
                <a:path extrusionOk="0" h="47" w="22">
                  <a:moveTo>
                    <a:pt x="0" y="1"/>
                  </a:moveTo>
                  <a:lnTo>
                    <a:pt x="0" y="47"/>
                  </a:lnTo>
                  <a:lnTo>
                    <a:pt x="22" y="4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8"/>
            <p:cNvSpPr/>
            <p:nvPr/>
          </p:nvSpPr>
          <p:spPr>
            <a:xfrm>
              <a:off x="5014133" y="2752023"/>
              <a:ext cx="17291" cy="17868"/>
            </a:xfrm>
            <a:custGeom>
              <a:rect b="b" l="l" r="r" t="t"/>
              <a:pathLst>
                <a:path extrusionOk="0" h="31" w="30">
                  <a:moveTo>
                    <a:pt x="18" y="0"/>
                  </a:moveTo>
                  <a:lnTo>
                    <a:pt x="1" y="12"/>
                  </a:lnTo>
                  <a:cubicBezTo>
                    <a:pt x="4" y="18"/>
                    <a:pt x="10" y="25"/>
                    <a:pt x="14" y="31"/>
                  </a:cubicBezTo>
                  <a:lnTo>
                    <a:pt x="30" y="16"/>
                  </a:lnTo>
                  <a:lnTo>
                    <a:pt x="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8"/>
            <p:cNvSpPr/>
            <p:nvPr/>
          </p:nvSpPr>
          <p:spPr>
            <a:xfrm>
              <a:off x="5030848" y="2769314"/>
              <a:ext cx="19020" cy="17868"/>
            </a:xfrm>
            <a:custGeom>
              <a:rect b="b" l="l" r="r" t="t"/>
              <a:pathLst>
                <a:path extrusionOk="0" h="31" w="33">
                  <a:moveTo>
                    <a:pt x="15" y="1"/>
                  </a:moveTo>
                  <a:lnTo>
                    <a:pt x="1" y="15"/>
                  </a:lnTo>
                  <a:cubicBezTo>
                    <a:pt x="7" y="21"/>
                    <a:pt x="14" y="27"/>
                    <a:pt x="21" y="31"/>
                  </a:cubicBezTo>
                  <a:lnTo>
                    <a:pt x="33" y="15"/>
                  </a:lnTo>
                  <a:cubicBezTo>
                    <a:pt x="25" y="9"/>
                    <a:pt x="21" y="6"/>
                    <a:pt x="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8"/>
            <p:cNvSpPr/>
            <p:nvPr/>
          </p:nvSpPr>
          <p:spPr>
            <a:xfrm>
              <a:off x="4965141" y="2836174"/>
              <a:ext cx="13833" cy="13833"/>
            </a:xfrm>
            <a:custGeom>
              <a:rect b="b" l="l" r="r" t="t"/>
              <a:pathLst>
                <a:path extrusionOk="0" h="24" w="24">
                  <a:moveTo>
                    <a:pt x="22" y="0"/>
                  </a:moveTo>
                  <a:lnTo>
                    <a:pt x="1" y="2"/>
                  </a:lnTo>
                  <a:lnTo>
                    <a:pt x="2" y="23"/>
                  </a:lnTo>
                  <a:lnTo>
                    <a:pt x="24"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8"/>
            <p:cNvSpPr/>
            <p:nvPr/>
          </p:nvSpPr>
          <p:spPr>
            <a:xfrm>
              <a:off x="4961106" y="2797557"/>
              <a:ext cx="15562" cy="27090"/>
            </a:xfrm>
            <a:custGeom>
              <a:rect b="b" l="l" r="r" t="t"/>
              <a:pathLst>
                <a:path extrusionOk="0" h="47" w="27">
                  <a:moveTo>
                    <a:pt x="22" y="1"/>
                  </a:moveTo>
                  <a:lnTo>
                    <a:pt x="1" y="2"/>
                  </a:lnTo>
                  <a:lnTo>
                    <a:pt x="5" y="47"/>
                  </a:lnTo>
                  <a:lnTo>
                    <a:pt x="27" y="45"/>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8"/>
            <p:cNvSpPr/>
            <p:nvPr/>
          </p:nvSpPr>
          <p:spPr>
            <a:xfrm>
              <a:off x="4928829" y="2931853"/>
              <a:ext cx="24784" cy="42652"/>
            </a:xfrm>
            <a:custGeom>
              <a:rect b="b" l="l" r="r" t="t"/>
              <a:pathLst>
                <a:path extrusionOk="0" h="74" w="43">
                  <a:moveTo>
                    <a:pt x="6" y="0"/>
                  </a:moveTo>
                  <a:lnTo>
                    <a:pt x="0" y="46"/>
                  </a:lnTo>
                  <a:lnTo>
                    <a:pt x="26" y="74"/>
                  </a:lnTo>
                  <a:lnTo>
                    <a:pt x="42" y="59"/>
                  </a:lnTo>
                  <a:lnTo>
                    <a:pt x="25" y="39"/>
                  </a:lnTo>
                  <a:lnTo>
                    <a:pt x="28" y="2"/>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8"/>
            <p:cNvSpPr/>
            <p:nvPr/>
          </p:nvSpPr>
          <p:spPr>
            <a:xfrm>
              <a:off x="4961683" y="2731273"/>
              <a:ext cx="17291" cy="25361"/>
            </a:xfrm>
            <a:custGeom>
              <a:rect b="b" l="l" r="r" t="t"/>
              <a:pathLst>
                <a:path extrusionOk="0" h="44" w="30">
                  <a:moveTo>
                    <a:pt x="11" y="0"/>
                  </a:moveTo>
                  <a:lnTo>
                    <a:pt x="1" y="39"/>
                  </a:lnTo>
                  <a:lnTo>
                    <a:pt x="21" y="43"/>
                  </a:lnTo>
                  <a:lnTo>
                    <a:pt x="30" y="3"/>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48"/>
          <p:cNvGrpSpPr/>
          <p:nvPr/>
        </p:nvGrpSpPr>
        <p:grpSpPr>
          <a:xfrm>
            <a:off x="4743812" y="2011378"/>
            <a:ext cx="429401" cy="412110"/>
            <a:chOff x="4743812" y="2011378"/>
            <a:chExt cx="429401" cy="412110"/>
          </a:xfrm>
        </p:grpSpPr>
        <p:sp>
          <p:nvSpPr>
            <p:cNvPr id="2116" name="Google Shape;2116;p48"/>
            <p:cNvSpPr/>
            <p:nvPr/>
          </p:nvSpPr>
          <p:spPr>
            <a:xfrm>
              <a:off x="4743812" y="2011378"/>
              <a:ext cx="429401" cy="412110"/>
            </a:xfrm>
            <a:custGeom>
              <a:rect b="b" l="l" r="r" t="t"/>
              <a:pathLst>
                <a:path extrusionOk="0" h="715" w="745">
                  <a:moveTo>
                    <a:pt x="292" y="23"/>
                  </a:moveTo>
                  <a:cubicBezTo>
                    <a:pt x="300" y="31"/>
                    <a:pt x="311" y="52"/>
                    <a:pt x="307" y="67"/>
                  </a:cubicBezTo>
                  <a:cubicBezTo>
                    <a:pt x="307" y="72"/>
                    <a:pt x="305" y="75"/>
                    <a:pt x="304" y="79"/>
                  </a:cubicBezTo>
                  <a:cubicBezTo>
                    <a:pt x="291" y="82"/>
                    <a:pt x="281" y="86"/>
                    <a:pt x="269" y="89"/>
                  </a:cubicBezTo>
                  <a:cubicBezTo>
                    <a:pt x="263" y="82"/>
                    <a:pt x="261" y="72"/>
                    <a:pt x="262" y="60"/>
                  </a:cubicBezTo>
                  <a:cubicBezTo>
                    <a:pt x="266" y="43"/>
                    <a:pt x="282" y="30"/>
                    <a:pt x="292" y="23"/>
                  </a:cubicBezTo>
                  <a:close/>
                  <a:moveTo>
                    <a:pt x="457" y="24"/>
                  </a:moveTo>
                  <a:cubicBezTo>
                    <a:pt x="469" y="31"/>
                    <a:pt x="484" y="44"/>
                    <a:pt x="487" y="63"/>
                  </a:cubicBezTo>
                  <a:cubicBezTo>
                    <a:pt x="490" y="72"/>
                    <a:pt x="486" y="82"/>
                    <a:pt x="480" y="92"/>
                  </a:cubicBezTo>
                  <a:cubicBezTo>
                    <a:pt x="470" y="88"/>
                    <a:pt x="457" y="82"/>
                    <a:pt x="447" y="80"/>
                  </a:cubicBezTo>
                  <a:cubicBezTo>
                    <a:pt x="444" y="78"/>
                    <a:pt x="443" y="73"/>
                    <a:pt x="443" y="69"/>
                  </a:cubicBezTo>
                  <a:cubicBezTo>
                    <a:pt x="440" y="52"/>
                    <a:pt x="450" y="33"/>
                    <a:pt x="457" y="24"/>
                  </a:cubicBezTo>
                  <a:close/>
                  <a:moveTo>
                    <a:pt x="133" y="86"/>
                  </a:moveTo>
                  <a:cubicBezTo>
                    <a:pt x="146" y="93"/>
                    <a:pt x="170" y="109"/>
                    <a:pt x="174" y="132"/>
                  </a:cubicBezTo>
                  <a:cubicBezTo>
                    <a:pt x="175" y="138"/>
                    <a:pt x="175" y="144"/>
                    <a:pt x="174" y="150"/>
                  </a:cubicBezTo>
                  <a:lnTo>
                    <a:pt x="158" y="166"/>
                  </a:lnTo>
                  <a:cubicBezTo>
                    <a:pt x="152" y="171"/>
                    <a:pt x="146" y="177"/>
                    <a:pt x="141" y="183"/>
                  </a:cubicBezTo>
                  <a:cubicBezTo>
                    <a:pt x="132" y="176"/>
                    <a:pt x="119" y="161"/>
                    <a:pt x="116" y="145"/>
                  </a:cubicBezTo>
                  <a:cubicBezTo>
                    <a:pt x="110" y="122"/>
                    <a:pt x="126" y="96"/>
                    <a:pt x="133" y="86"/>
                  </a:cubicBezTo>
                  <a:close/>
                  <a:moveTo>
                    <a:pt x="613" y="88"/>
                  </a:moveTo>
                  <a:cubicBezTo>
                    <a:pt x="622" y="99"/>
                    <a:pt x="636" y="124"/>
                    <a:pt x="630" y="147"/>
                  </a:cubicBezTo>
                  <a:cubicBezTo>
                    <a:pt x="630" y="161"/>
                    <a:pt x="616" y="176"/>
                    <a:pt x="606" y="186"/>
                  </a:cubicBezTo>
                  <a:cubicBezTo>
                    <a:pt x="600" y="179"/>
                    <a:pt x="594" y="173"/>
                    <a:pt x="588" y="167"/>
                  </a:cubicBezTo>
                  <a:lnTo>
                    <a:pt x="573" y="151"/>
                  </a:lnTo>
                  <a:lnTo>
                    <a:pt x="573" y="135"/>
                  </a:lnTo>
                  <a:cubicBezTo>
                    <a:pt x="578" y="111"/>
                    <a:pt x="601" y="95"/>
                    <a:pt x="613" y="88"/>
                  </a:cubicBezTo>
                  <a:close/>
                  <a:moveTo>
                    <a:pt x="45" y="247"/>
                  </a:moveTo>
                  <a:cubicBezTo>
                    <a:pt x="60" y="249"/>
                    <a:pt x="86" y="261"/>
                    <a:pt x="96" y="281"/>
                  </a:cubicBezTo>
                  <a:cubicBezTo>
                    <a:pt x="89" y="300"/>
                    <a:pt x="86" y="323"/>
                    <a:pt x="83" y="342"/>
                  </a:cubicBezTo>
                  <a:cubicBezTo>
                    <a:pt x="68" y="336"/>
                    <a:pt x="50" y="326"/>
                    <a:pt x="42" y="310"/>
                  </a:cubicBezTo>
                  <a:cubicBezTo>
                    <a:pt x="31" y="288"/>
                    <a:pt x="40" y="261"/>
                    <a:pt x="45" y="247"/>
                  </a:cubicBezTo>
                  <a:close/>
                  <a:moveTo>
                    <a:pt x="704" y="248"/>
                  </a:moveTo>
                  <a:cubicBezTo>
                    <a:pt x="710" y="261"/>
                    <a:pt x="718" y="290"/>
                    <a:pt x="708" y="310"/>
                  </a:cubicBezTo>
                  <a:cubicBezTo>
                    <a:pt x="700" y="327"/>
                    <a:pt x="679" y="336"/>
                    <a:pt x="666" y="342"/>
                  </a:cubicBezTo>
                  <a:cubicBezTo>
                    <a:pt x="665" y="320"/>
                    <a:pt x="661" y="300"/>
                    <a:pt x="655" y="281"/>
                  </a:cubicBezTo>
                  <a:cubicBezTo>
                    <a:pt x="666" y="261"/>
                    <a:pt x="692" y="252"/>
                    <a:pt x="704" y="248"/>
                  </a:cubicBezTo>
                  <a:close/>
                  <a:moveTo>
                    <a:pt x="85" y="467"/>
                  </a:moveTo>
                  <a:cubicBezTo>
                    <a:pt x="91" y="467"/>
                    <a:pt x="96" y="467"/>
                    <a:pt x="102" y="469"/>
                  </a:cubicBezTo>
                  <a:cubicBezTo>
                    <a:pt x="109" y="486"/>
                    <a:pt x="118" y="505"/>
                    <a:pt x="128" y="521"/>
                  </a:cubicBezTo>
                  <a:cubicBezTo>
                    <a:pt x="119" y="525"/>
                    <a:pt x="108" y="529"/>
                    <a:pt x="96" y="529"/>
                  </a:cubicBezTo>
                  <a:cubicBezTo>
                    <a:pt x="91" y="529"/>
                    <a:pt x="86" y="528"/>
                    <a:pt x="81" y="527"/>
                  </a:cubicBezTo>
                  <a:cubicBezTo>
                    <a:pt x="60" y="520"/>
                    <a:pt x="45" y="494"/>
                    <a:pt x="40" y="479"/>
                  </a:cubicBezTo>
                  <a:cubicBezTo>
                    <a:pt x="49" y="474"/>
                    <a:pt x="68" y="467"/>
                    <a:pt x="85" y="467"/>
                  </a:cubicBezTo>
                  <a:close/>
                  <a:moveTo>
                    <a:pt x="661" y="468"/>
                  </a:moveTo>
                  <a:cubicBezTo>
                    <a:pt x="679" y="468"/>
                    <a:pt x="698" y="476"/>
                    <a:pt x="708" y="482"/>
                  </a:cubicBezTo>
                  <a:cubicBezTo>
                    <a:pt x="703" y="492"/>
                    <a:pt x="690" y="517"/>
                    <a:pt x="666" y="527"/>
                  </a:cubicBezTo>
                  <a:cubicBezTo>
                    <a:pt x="661" y="529"/>
                    <a:pt x="656" y="530"/>
                    <a:pt x="650" y="530"/>
                  </a:cubicBezTo>
                  <a:cubicBezTo>
                    <a:pt x="639" y="530"/>
                    <a:pt x="628" y="526"/>
                    <a:pt x="620" y="522"/>
                  </a:cubicBezTo>
                  <a:cubicBezTo>
                    <a:pt x="630" y="507"/>
                    <a:pt x="639" y="489"/>
                    <a:pt x="646" y="470"/>
                  </a:cubicBezTo>
                  <a:cubicBezTo>
                    <a:pt x="651" y="469"/>
                    <a:pt x="656" y="468"/>
                    <a:pt x="661" y="468"/>
                  </a:cubicBezTo>
                  <a:close/>
                  <a:moveTo>
                    <a:pt x="557" y="608"/>
                  </a:moveTo>
                  <a:cubicBezTo>
                    <a:pt x="591" y="609"/>
                    <a:pt x="620" y="642"/>
                    <a:pt x="630" y="657"/>
                  </a:cubicBezTo>
                  <a:cubicBezTo>
                    <a:pt x="618" y="669"/>
                    <a:pt x="586" y="694"/>
                    <a:pt x="552" y="694"/>
                  </a:cubicBezTo>
                  <a:cubicBezTo>
                    <a:pt x="551" y="694"/>
                    <a:pt x="550" y="694"/>
                    <a:pt x="549" y="694"/>
                  </a:cubicBezTo>
                  <a:cubicBezTo>
                    <a:pt x="513" y="691"/>
                    <a:pt x="483" y="655"/>
                    <a:pt x="473" y="642"/>
                  </a:cubicBezTo>
                  <a:lnTo>
                    <a:pt x="471" y="641"/>
                  </a:lnTo>
                  <a:cubicBezTo>
                    <a:pt x="493" y="634"/>
                    <a:pt x="513" y="622"/>
                    <a:pt x="531" y="612"/>
                  </a:cubicBezTo>
                  <a:cubicBezTo>
                    <a:pt x="541" y="609"/>
                    <a:pt x="549" y="608"/>
                    <a:pt x="557" y="608"/>
                  </a:cubicBezTo>
                  <a:close/>
                  <a:moveTo>
                    <a:pt x="194" y="606"/>
                  </a:moveTo>
                  <a:cubicBezTo>
                    <a:pt x="201" y="606"/>
                    <a:pt x="210" y="606"/>
                    <a:pt x="219" y="609"/>
                  </a:cubicBezTo>
                  <a:cubicBezTo>
                    <a:pt x="237" y="622"/>
                    <a:pt x="259" y="631"/>
                    <a:pt x="278" y="638"/>
                  </a:cubicBezTo>
                  <a:cubicBezTo>
                    <a:pt x="278" y="641"/>
                    <a:pt x="276" y="641"/>
                    <a:pt x="276" y="642"/>
                  </a:cubicBezTo>
                  <a:cubicBezTo>
                    <a:pt x="268" y="655"/>
                    <a:pt x="237" y="693"/>
                    <a:pt x="201" y="694"/>
                  </a:cubicBezTo>
                  <a:cubicBezTo>
                    <a:pt x="200" y="695"/>
                    <a:pt x="198" y="695"/>
                    <a:pt x="196" y="695"/>
                  </a:cubicBezTo>
                  <a:cubicBezTo>
                    <a:pt x="163" y="695"/>
                    <a:pt x="131" y="669"/>
                    <a:pt x="119" y="657"/>
                  </a:cubicBezTo>
                  <a:cubicBezTo>
                    <a:pt x="131" y="642"/>
                    <a:pt x="159" y="609"/>
                    <a:pt x="194" y="606"/>
                  </a:cubicBezTo>
                  <a:close/>
                  <a:moveTo>
                    <a:pt x="292" y="1"/>
                  </a:moveTo>
                  <a:lnTo>
                    <a:pt x="285" y="5"/>
                  </a:lnTo>
                  <a:cubicBezTo>
                    <a:pt x="284" y="5"/>
                    <a:pt x="245" y="27"/>
                    <a:pt x="237" y="60"/>
                  </a:cubicBezTo>
                  <a:cubicBezTo>
                    <a:pt x="233" y="78"/>
                    <a:pt x="239" y="92"/>
                    <a:pt x="245" y="104"/>
                  </a:cubicBezTo>
                  <a:cubicBezTo>
                    <a:pt x="226" y="114"/>
                    <a:pt x="209" y="124"/>
                    <a:pt x="191" y="137"/>
                  </a:cubicBezTo>
                  <a:lnTo>
                    <a:pt x="191" y="132"/>
                  </a:lnTo>
                  <a:cubicBezTo>
                    <a:pt x="183" y="92"/>
                    <a:pt x="133" y="67"/>
                    <a:pt x="132" y="66"/>
                  </a:cubicBezTo>
                  <a:lnTo>
                    <a:pt x="125" y="63"/>
                  </a:lnTo>
                  <a:lnTo>
                    <a:pt x="119" y="67"/>
                  </a:lnTo>
                  <a:cubicBezTo>
                    <a:pt x="118" y="70"/>
                    <a:pt x="81" y="111"/>
                    <a:pt x="90" y="153"/>
                  </a:cubicBezTo>
                  <a:cubicBezTo>
                    <a:pt x="96" y="176"/>
                    <a:pt x="112" y="193"/>
                    <a:pt x="126" y="205"/>
                  </a:cubicBezTo>
                  <a:cubicBezTo>
                    <a:pt x="115" y="223"/>
                    <a:pt x="105" y="241"/>
                    <a:pt x="97" y="261"/>
                  </a:cubicBezTo>
                  <a:cubicBezTo>
                    <a:pt x="74" y="236"/>
                    <a:pt x="38" y="229"/>
                    <a:pt x="37" y="229"/>
                  </a:cubicBezTo>
                  <a:lnTo>
                    <a:pt x="29" y="226"/>
                  </a:lnTo>
                  <a:lnTo>
                    <a:pt x="25" y="234"/>
                  </a:lnTo>
                  <a:cubicBezTo>
                    <a:pt x="24" y="236"/>
                    <a:pt x="1" y="284"/>
                    <a:pt x="18" y="323"/>
                  </a:cubicBezTo>
                  <a:cubicBezTo>
                    <a:pt x="31" y="349"/>
                    <a:pt x="61" y="362"/>
                    <a:pt x="80" y="368"/>
                  </a:cubicBezTo>
                  <a:cubicBezTo>
                    <a:pt x="80" y="395"/>
                    <a:pt x="83" y="421"/>
                    <a:pt x="90" y="447"/>
                  </a:cubicBezTo>
                  <a:cubicBezTo>
                    <a:pt x="87" y="447"/>
                    <a:pt x="84" y="447"/>
                    <a:pt x="81" y="447"/>
                  </a:cubicBezTo>
                  <a:cubicBezTo>
                    <a:pt x="48" y="447"/>
                    <a:pt x="18" y="468"/>
                    <a:pt x="16" y="468"/>
                  </a:cubicBezTo>
                  <a:lnTo>
                    <a:pt x="9" y="470"/>
                  </a:lnTo>
                  <a:lnTo>
                    <a:pt x="11" y="478"/>
                  </a:lnTo>
                  <a:cubicBezTo>
                    <a:pt x="11" y="479"/>
                    <a:pt x="29" y="533"/>
                    <a:pt x="68" y="544"/>
                  </a:cubicBezTo>
                  <a:cubicBezTo>
                    <a:pt x="76" y="547"/>
                    <a:pt x="83" y="548"/>
                    <a:pt x="90" y="548"/>
                  </a:cubicBezTo>
                  <a:cubicBezTo>
                    <a:pt x="107" y="548"/>
                    <a:pt x="123" y="543"/>
                    <a:pt x="133" y="537"/>
                  </a:cubicBezTo>
                  <a:cubicBezTo>
                    <a:pt x="146" y="556"/>
                    <a:pt x="162" y="572"/>
                    <a:pt x="180" y="585"/>
                  </a:cubicBezTo>
                  <a:cubicBezTo>
                    <a:pt x="126" y="592"/>
                    <a:pt x="90" y="647"/>
                    <a:pt x="89" y="651"/>
                  </a:cubicBezTo>
                  <a:lnTo>
                    <a:pt x="86" y="658"/>
                  </a:lnTo>
                  <a:lnTo>
                    <a:pt x="90" y="664"/>
                  </a:lnTo>
                  <a:cubicBezTo>
                    <a:pt x="93" y="665"/>
                    <a:pt x="136" y="715"/>
                    <a:pt x="188" y="715"/>
                  </a:cubicBezTo>
                  <a:lnTo>
                    <a:pt x="196" y="715"/>
                  </a:lnTo>
                  <a:cubicBezTo>
                    <a:pt x="239" y="710"/>
                    <a:pt x="274" y="671"/>
                    <a:pt x="285" y="654"/>
                  </a:cubicBezTo>
                  <a:lnTo>
                    <a:pt x="295" y="645"/>
                  </a:lnTo>
                  <a:cubicBezTo>
                    <a:pt x="318" y="651"/>
                    <a:pt x="343" y="654"/>
                    <a:pt x="369" y="654"/>
                  </a:cubicBezTo>
                  <a:cubicBezTo>
                    <a:pt x="393" y="654"/>
                    <a:pt x="419" y="651"/>
                    <a:pt x="443" y="645"/>
                  </a:cubicBezTo>
                  <a:lnTo>
                    <a:pt x="451" y="654"/>
                  </a:lnTo>
                  <a:cubicBezTo>
                    <a:pt x="464" y="673"/>
                    <a:pt x="499" y="710"/>
                    <a:pt x="542" y="715"/>
                  </a:cubicBezTo>
                  <a:lnTo>
                    <a:pt x="549" y="715"/>
                  </a:lnTo>
                  <a:cubicBezTo>
                    <a:pt x="601" y="715"/>
                    <a:pt x="645" y="665"/>
                    <a:pt x="646" y="664"/>
                  </a:cubicBezTo>
                  <a:lnTo>
                    <a:pt x="652" y="658"/>
                  </a:lnTo>
                  <a:lnTo>
                    <a:pt x="649" y="651"/>
                  </a:lnTo>
                  <a:cubicBezTo>
                    <a:pt x="646" y="650"/>
                    <a:pt x="610" y="593"/>
                    <a:pt x="558" y="585"/>
                  </a:cubicBezTo>
                  <a:cubicBezTo>
                    <a:pt x="574" y="570"/>
                    <a:pt x="591" y="553"/>
                    <a:pt x="603" y="537"/>
                  </a:cubicBezTo>
                  <a:cubicBezTo>
                    <a:pt x="614" y="543"/>
                    <a:pt x="630" y="548"/>
                    <a:pt x="646" y="548"/>
                  </a:cubicBezTo>
                  <a:cubicBezTo>
                    <a:pt x="653" y="548"/>
                    <a:pt x="661" y="546"/>
                    <a:pt x="668" y="544"/>
                  </a:cubicBezTo>
                  <a:cubicBezTo>
                    <a:pt x="708" y="530"/>
                    <a:pt x="726" y="479"/>
                    <a:pt x="726" y="478"/>
                  </a:cubicBezTo>
                  <a:lnTo>
                    <a:pt x="729" y="470"/>
                  </a:lnTo>
                  <a:lnTo>
                    <a:pt x="729" y="468"/>
                  </a:lnTo>
                  <a:cubicBezTo>
                    <a:pt x="726" y="465"/>
                    <a:pt x="697" y="446"/>
                    <a:pt x="665" y="446"/>
                  </a:cubicBezTo>
                  <a:cubicBezTo>
                    <a:pt x="661" y="446"/>
                    <a:pt x="657" y="447"/>
                    <a:pt x="653" y="447"/>
                  </a:cubicBezTo>
                  <a:cubicBezTo>
                    <a:pt x="661" y="421"/>
                    <a:pt x="665" y="395"/>
                    <a:pt x="665" y="368"/>
                  </a:cubicBezTo>
                  <a:cubicBezTo>
                    <a:pt x="682" y="362"/>
                    <a:pt x="711" y="348"/>
                    <a:pt x="726" y="323"/>
                  </a:cubicBezTo>
                  <a:cubicBezTo>
                    <a:pt x="744" y="284"/>
                    <a:pt x="721" y="236"/>
                    <a:pt x="718" y="234"/>
                  </a:cubicBezTo>
                  <a:lnTo>
                    <a:pt x="716" y="226"/>
                  </a:lnTo>
                  <a:lnTo>
                    <a:pt x="708" y="229"/>
                  </a:lnTo>
                  <a:cubicBezTo>
                    <a:pt x="707" y="229"/>
                    <a:pt x="668" y="236"/>
                    <a:pt x="646" y="261"/>
                  </a:cubicBezTo>
                  <a:cubicBezTo>
                    <a:pt x="639" y="241"/>
                    <a:pt x="629" y="223"/>
                    <a:pt x="617" y="205"/>
                  </a:cubicBezTo>
                  <a:cubicBezTo>
                    <a:pt x="635" y="193"/>
                    <a:pt x="651" y="176"/>
                    <a:pt x="653" y="153"/>
                  </a:cubicBezTo>
                  <a:cubicBezTo>
                    <a:pt x="664" y="111"/>
                    <a:pt x="627" y="70"/>
                    <a:pt x="625" y="67"/>
                  </a:cubicBezTo>
                  <a:lnTo>
                    <a:pt x="620" y="63"/>
                  </a:lnTo>
                  <a:lnTo>
                    <a:pt x="613" y="66"/>
                  </a:lnTo>
                  <a:cubicBezTo>
                    <a:pt x="610" y="67"/>
                    <a:pt x="562" y="92"/>
                    <a:pt x="552" y="132"/>
                  </a:cubicBezTo>
                  <a:lnTo>
                    <a:pt x="552" y="137"/>
                  </a:lnTo>
                  <a:cubicBezTo>
                    <a:pt x="536" y="124"/>
                    <a:pt x="519" y="114"/>
                    <a:pt x="500" y="104"/>
                  </a:cubicBezTo>
                  <a:cubicBezTo>
                    <a:pt x="506" y="92"/>
                    <a:pt x="512" y="78"/>
                    <a:pt x="508" y="60"/>
                  </a:cubicBezTo>
                  <a:cubicBezTo>
                    <a:pt x="500" y="24"/>
                    <a:pt x="461" y="5"/>
                    <a:pt x="458" y="5"/>
                  </a:cubicBezTo>
                  <a:lnTo>
                    <a:pt x="451" y="1"/>
                  </a:lnTo>
                  <a:lnTo>
                    <a:pt x="447" y="7"/>
                  </a:lnTo>
                  <a:cubicBezTo>
                    <a:pt x="444" y="8"/>
                    <a:pt x="414" y="41"/>
                    <a:pt x="421" y="78"/>
                  </a:cubicBezTo>
                  <a:lnTo>
                    <a:pt x="421" y="80"/>
                  </a:lnTo>
                  <a:cubicBezTo>
                    <a:pt x="414" y="79"/>
                    <a:pt x="406" y="79"/>
                    <a:pt x="399" y="79"/>
                  </a:cubicBezTo>
                  <a:lnTo>
                    <a:pt x="398" y="101"/>
                  </a:lnTo>
                  <a:cubicBezTo>
                    <a:pt x="538" y="114"/>
                    <a:pt x="643" y="229"/>
                    <a:pt x="643" y="369"/>
                  </a:cubicBezTo>
                  <a:cubicBezTo>
                    <a:pt x="643" y="520"/>
                    <a:pt x="522" y="641"/>
                    <a:pt x="372" y="641"/>
                  </a:cubicBezTo>
                  <a:cubicBezTo>
                    <a:pt x="223" y="641"/>
                    <a:pt x="102" y="520"/>
                    <a:pt x="102" y="369"/>
                  </a:cubicBezTo>
                  <a:cubicBezTo>
                    <a:pt x="102" y="228"/>
                    <a:pt x="209" y="114"/>
                    <a:pt x="347" y="101"/>
                  </a:cubicBezTo>
                  <a:lnTo>
                    <a:pt x="346" y="79"/>
                  </a:lnTo>
                  <a:cubicBezTo>
                    <a:pt x="339" y="79"/>
                    <a:pt x="331" y="80"/>
                    <a:pt x="324" y="80"/>
                  </a:cubicBezTo>
                  <a:lnTo>
                    <a:pt x="324" y="78"/>
                  </a:lnTo>
                  <a:cubicBezTo>
                    <a:pt x="331" y="41"/>
                    <a:pt x="300" y="8"/>
                    <a:pt x="298" y="7"/>
                  </a:cubicBezTo>
                  <a:lnTo>
                    <a:pt x="2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8"/>
            <p:cNvSpPr/>
            <p:nvPr/>
          </p:nvSpPr>
          <p:spPr>
            <a:xfrm>
              <a:off x="4864275" y="2113973"/>
              <a:ext cx="189628" cy="246113"/>
            </a:xfrm>
            <a:custGeom>
              <a:rect b="b" l="l" r="r" t="t"/>
              <a:pathLst>
                <a:path extrusionOk="0" h="427" w="329">
                  <a:moveTo>
                    <a:pt x="310" y="22"/>
                  </a:moveTo>
                  <a:lnTo>
                    <a:pt x="310" y="56"/>
                  </a:lnTo>
                  <a:lnTo>
                    <a:pt x="21" y="56"/>
                  </a:lnTo>
                  <a:lnTo>
                    <a:pt x="21" y="22"/>
                  </a:lnTo>
                  <a:close/>
                  <a:moveTo>
                    <a:pt x="167" y="170"/>
                  </a:moveTo>
                  <a:cubicBezTo>
                    <a:pt x="182" y="170"/>
                    <a:pt x="192" y="181"/>
                    <a:pt x="192" y="194"/>
                  </a:cubicBezTo>
                  <a:cubicBezTo>
                    <a:pt x="192" y="210"/>
                    <a:pt x="182" y="220"/>
                    <a:pt x="167" y="220"/>
                  </a:cubicBezTo>
                  <a:cubicBezTo>
                    <a:pt x="153" y="220"/>
                    <a:pt x="141" y="210"/>
                    <a:pt x="141" y="194"/>
                  </a:cubicBezTo>
                  <a:cubicBezTo>
                    <a:pt x="141" y="180"/>
                    <a:pt x="153" y="170"/>
                    <a:pt x="167" y="170"/>
                  </a:cubicBezTo>
                  <a:close/>
                  <a:moveTo>
                    <a:pt x="261" y="77"/>
                  </a:moveTo>
                  <a:lnTo>
                    <a:pt x="293" y="236"/>
                  </a:lnTo>
                  <a:lnTo>
                    <a:pt x="176" y="379"/>
                  </a:lnTo>
                  <a:lnTo>
                    <a:pt x="176" y="240"/>
                  </a:lnTo>
                  <a:cubicBezTo>
                    <a:pt x="196" y="235"/>
                    <a:pt x="210" y="216"/>
                    <a:pt x="210" y="194"/>
                  </a:cubicBezTo>
                  <a:cubicBezTo>
                    <a:pt x="210" y="170"/>
                    <a:pt x="190" y="149"/>
                    <a:pt x="166" y="149"/>
                  </a:cubicBezTo>
                  <a:cubicBezTo>
                    <a:pt x="140" y="149"/>
                    <a:pt x="119" y="170"/>
                    <a:pt x="119" y="194"/>
                  </a:cubicBezTo>
                  <a:cubicBezTo>
                    <a:pt x="119" y="216"/>
                    <a:pt x="134" y="235"/>
                    <a:pt x="154" y="240"/>
                  </a:cubicBezTo>
                  <a:lnTo>
                    <a:pt x="154" y="379"/>
                  </a:lnTo>
                  <a:lnTo>
                    <a:pt x="37" y="236"/>
                  </a:lnTo>
                  <a:lnTo>
                    <a:pt x="69" y="77"/>
                  </a:lnTo>
                  <a:close/>
                  <a:moveTo>
                    <a:pt x="1" y="1"/>
                  </a:moveTo>
                  <a:lnTo>
                    <a:pt x="1" y="77"/>
                  </a:lnTo>
                  <a:lnTo>
                    <a:pt x="50" y="77"/>
                  </a:lnTo>
                  <a:lnTo>
                    <a:pt x="15" y="242"/>
                  </a:lnTo>
                  <a:lnTo>
                    <a:pt x="166" y="427"/>
                  </a:lnTo>
                  <a:lnTo>
                    <a:pt x="314" y="242"/>
                  </a:lnTo>
                  <a:lnTo>
                    <a:pt x="281" y="77"/>
                  </a:lnTo>
                  <a:lnTo>
                    <a:pt x="329" y="77"/>
                  </a:lnTo>
                  <a:lnTo>
                    <a:pt x="3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8"/>
            <p:cNvSpPr/>
            <p:nvPr/>
          </p:nvSpPr>
          <p:spPr>
            <a:xfrm>
              <a:off x="4977821" y="2084002"/>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8"/>
            <p:cNvSpPr/>
            <p:nvPr/>
          </p:nvSpPr>
          <p:spPr>
            <a:xfrm>
              <a:off x="4928829" y="2084002"/>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8"/>
            <p:cNvSpPr/>
            <p:nvPr/>
          </p:nvSpPr>
          <p:spPr>
            <a:xfrm>
              <a:off x="4953037" y="2084002"/>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8"/>
            <p:cNvSpPr/>
            <p:nvPr/>
          </p:nvSpPr>
          <p:spPr>
            <a:xfrm>
              <a:off x="4836032" y="2381412"/>
              <a:ext cx="41499" cy="17868"/>
            </a:xfrm>
            <a:custGeom>
              <a:rect b="b" l="l" r="r" t="t"/>
              <a:pathLst>
                <a:path extrusionOk="0" h="31" w="72">
                  <a:moveTo>
                    <a:pt x="59" y="0"/>
                  </a:moveTo>
                  <a:cubicBezTo>
                    <a:pt x="51" y="8"/>
                    <a:pt x="43" y="10"/>
                    <a:pt x="37" y="10"/>
                  </a:cubicBezTo>
                  <a:lnTo>
                    <a:pt x="36" y="10"/>
                  </a:lnTo>
                  <a:cubicBezTo>
                    <a:pt x="30" y="10"/>
                    <a:pt x="21" y="8"/>
                    <a:pt x="12" y="2"/>
                  </a:cubicBezTo>
                  <a:lnTo>
                    <a:pt x="1" y="21"/>
                  </a:lnTo>
                  <a:cubicBezTo>
                    <a:pt x="14" y="28"/>
                    <a:pt x="24" y="31"/>
                    <a:pt x="36" y="31"/>
                  </a:cubicBezTo>
                  <a:lnTo>
                    <a:pt x="38" y="31"/>
                  </a:lnTo>
                  <a:cubicBezTo>
                    <a:pt x="50" y="31"/>
                    <a:pt x="60" y="25"/>
                    <a:pt x="72" y="16"/>
                  </a:cubicBezTo>
                  <a:lnTo>
                    <a:pt x="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8"/>
            <p:cNvSpPr/>
            <p:nvPr/>
          </p:nvSpPr>
          <p:spPr>
            <a:xfrm>
              <a:off x="5042952" y="2381412"/>
              <a:ext cx="40346" cy="17868"/>
            </a:xfrm>
            <a:custGeom>
              <a:rect b="b" l="l" r="r" t="t"/>
              <a:pathLst>
                <a:path extrusionOk="0" h="31" w="70">
                  <a:moveTo>
                    <a:pt x="12" y="0"/>
                  </a:moveTo>
                  <a:lnTo>
                    <a:pt x="0" y="16"/>
                  </a:lnTo>
                  <a:cubicBezTo>
                    <a:pt x="10" y="25"/>
                    <a:pt x="22" y="31"/>
                    <a:pt x="32" y="31"/>
                  </a:cubicBezTo>
                  <a:lnTo>
                    <a:pt x="36" y="31"/>
                  </a:lnTo>
                  <a:cubicBezTo>
                    <a:pt x="46" y="31"/>
                    <a:pt x="58" y="26"/>
                    <a:pt x="69" y="19"/>
                  </a:cubicBezTo>
                  <a:lnTo>
                    <a:pt x="59" y="2"/>
                  </a:lnTo>
                  <a:cubicBezTo>
                    <a:pt x="51" y="8"/>
                    <a:pt x="41" y="10"/>
                    <a:pt x="36" y="10"/>
                  </a:cubicBezTo>
                  <a:lnTo>
                    <a:pt x="33" y="10"/>
                  </a:lnTo>
                  <a:cubicBezTo>
                    <a:pt x="28" y="10"/>
                    <a:pt x="22" y="8"/>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8"/>
            <p:cNvSpPr/>
            <p:nvPr/>
          </p:nvSpPr>
          <p:spPr>
            <a:xfrm>
              <a:off x="4984161" y="2170458"/>
              <a:ext cx="26513" cy="36888"/>
            </a:xfrm>
            <a:custGeom>
              <a:rect b="b" l="l" r="r" t="t"/>
              <a:pathLst>
                <a:path extrusionOk="0" h="64" w="46">
                  <a:moveTo>
                    <a:pt x="1" y="1"/>
                  </a:moveTo>
                  <a:lnTo>
                    <a:pt x="1" y="23"/>
                  </a:lnTo>
                  <a:lnTo>
                    <a:pt x="18" y="23"/>
                  </a:lnTo>
                  <a:lnTo>
                    <a:pt x="26" y="63"/>
                  </a:lnTo>
                  <a:lnTo>
                    <a:pt x="46" y="59"/>
                  </a:lnTo>
                  <a:lnTo>
                    <a:pt x="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8"/>
            <p:cNvSpPr/>
            <p:nvPr/>
          </p:nvSpPr>
          <p:spPr>
            <a:xfrm>
              <a:off x="5002029" y="2215416"/>
              <a:ext cx="13833" cy="14409"/>
            </a:xfrm>
            <a:custGeom>
              <a:rect b="b" l="l" r="r" t="t"/>
              <a:pathLst>
                <a:path extrusionOk="0" h="25" w="24">
                  <a:moveTo>
                    <a:pt x="21" y="1"/>
                  </a:moveTo>
                  <a:lnTo>
                    <a:pt x="0" y="5"/>
                  </a:lnTo>
                  <a:lnTo>
                    <a:pt x="3" y="24"/>
                  </a:lnTo>
                  <a:lnTo>
                    <a:pt x="23" y="21"/>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8"/>
            <p:cNvSpPr/>
            <p:nvPr/>
          </p:nvSpPr>
          <p:spPr>
            <a:xfrm>
              <a:off x="4942086" y="2170458"/>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8"/>
            <p:cNvSpPr/>
            <p:nvPr/>
          </p:nvSpPr>
          <p:spPr>
            <a:xfrm>
              <a:off x="4918454" y="2170458"/>
              <a:ext cx="13257" cy="13257"/>
            </a:xfrm>
            <a:custGeom>
              <a:rect b="b" l="l" r="r" t="t"/>
              <a:pathLst>
                <a:path extrusionOk="0" h="23" w="23">
                  <a:moveTo>
                    <a:pt x="1" y="1"/>
                  </a:moveTo>
                  <a:lnTo>
                    <a:pt x="1" y="23"/>
                  </a:lnTo>
                  <a:lnTo>
                    <a:pt x="23" y="23"/>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8"/>
            <p:cNvSpPr/>
            <p:nvPr/>
          </p:nvSpPr>
          <p:spPr>
            <a:xfrm>
              <a:off x="4976668" y="2272477"/>
              <a:ext cx="17291" cy="16139"/>
            </a:xfrm>
            <a:custGeom>
              <a:rect b="b" l="l" r="r" t="t"/>
              <a:pathLst>
                <a:path extrusionOk="0" h="28" w="30">
                  <a:moveTo>
                    <a:pt x="14" y="0"/>
                  </a:moveTo>
                  <a:lnTo>
                    <a:pt x="1" y="16"/>
                  </a:lnTo>
                  <a:lnTo>
                    <a:pt x="17" y="28"/>
                  </a:lnTo>
                  <a:lnTo>
                    <a:pt x="30" y="12"/>
                  </a:lnTo>
                  <a:lnTo>
                    <a:pt x="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8"/>
            <p:cNvSpPr/>
            <p:nvPr/>
          </p:nvSpPr>
          <p:spPr>
            <a:xfrm>
              <a:off x="4991078" y="2249998"/>
              <a:ext cx="20750" cy="20173"/>
            </a:xfrm>
            <a:custGeom>
              <a:rect b="b" l="l" r="r" t="t"/>
              <a:pathLst>
                <a:path extrusionOk="0" h="35" w="36">
                  <a:moveTo>
                    <a:pt x="19" y="0"/>
                  </a:moveTo>
                  <a:lnTo>
                    <a:pt x="1" y="22"/>
                  </a:lnTo>
                  <a:lnTo>
                    <a:pt x="18" y="35"/>
                  </a:lnTo>
                  <a:lnTo>
                    <a:pt x="35" y="13"/>
                  </a:lnTo>
                  <a:lnTo>
                    <a:pt x="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8"/>
            <p:cNvSpPr/>
            <p:nvPr/>
          </p:nvSpPr>
          <p:spPr>
            <a:xfrm>
              <a:off x="4898858" y="2220027"/>
              <a:ext cx="28819" cy="51298"/>
            </a:xfrm>
            <a:custGeom>
              <a:rect b="b" l="l" r="r" t="t"/>
              <a:pathLst>
                <a:path extrusionOk="0" h="89" w="50">
                  <a:moveTo>
                    <a:pt x="10" y="0"/>
                  </a:moveTo>
                  <a:lnTo>
                    <a:pt x="0" y="49"/>
                  </a:lnTo>
                  <a:lnTo>
                    <a:pt x="32" y="88"/>
                  </a:lnTo>
                  <a:lnTo>
                    <a:pt x="49" y="77"/>
                  </a:lnTo>
                  <a:lnTo>
                    <a:pt x="23" y="42"/>
                  </a:lnTo>
                  <a:lnTo>
                    <a:pt x="31" y="4"/>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8"/>
            <p:cNvSpPr/>
            <p:nvPr/>
          </p:nvSpPr>
          <p:spPr>
            <a:xfrm>
              <a:off x="4785311" y="2289768"/>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8"/>
            <p:cNvSpPr/>
            <p:nvPr/>
          </p:nvSpPr>
          <p:spPr>
            <a:xfrm>
              <a:off x="4774360" y="2173340"/>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8"/>
            <p:cNvSpPr/>
            <p:nvPr/>
          </p:nvSpPr>
          <p:spPr>
            <a:xfrm>
              <a:off x="4819317" y="2081696"/>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8"/>
            <p:cNvSpPr/>
            <p:nvPr/>
          </p:nvSpPr>
          <p:spPr>
            <a:xfrm>
              <a:off x="5121916" y="2289768"/>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8"/>
            <p:cNvSpPr/>
            <p:nvPr/>
          </p:nvSpPr>
          <p:spPr>
            <a:xfrm>
              <a:off x="5131714" y="2173340"/>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8"/>
            <p:cNvSpPr/>
            <p:nvPr/>
          </p:nvSpPr>
          <p:spPr>
            <a:xfrm>
              <a:off x="5086757" y="2081696"/>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 name="Google Shape;2136;p48"/>
          <p:cNvGrpSpPr/>
          <p:nvPr/>
        </p:nvGrpSpPr>
        <p:grpSpPr>
          <a:xfrm>
            <a:off x="3970890" y="3342234"/>
            <a:ext cx="416145" cy="413263"/>
            <a:chOff x="3970890" y="3342234"/>
            <a:chExt cx="416145" cy="413263"/>
          </a:xfrm>
        </p:grpSpPr>
        <p:sp>
          <p:nvSpPr>
            <p:cNvPr id="2137" name="Google Shape;2137;p48"/>
            <p:cNvSpPr/>
            <p:nvPr/>
          </p:nvSpPr>
          <p:spPr>
            <a:xfrm>
              <a:off x="3970890" y="3602180"/>
              <a:ext cx="416145" cy="153316"/>
            </a:xfrm>
            <a:custGeom>
              <a:rect b="b" l="l" r="r" t="t"/>
              <a:pathLst>
                <a:path extrusionOk="0" h="266" w="722">
                  <a:moveTo>
                    <a:pt x="477" y="27"/>
                  </a:moveTo>
                  <a:cubicBezTo>
                    <a:pt x="534" y="27"/>
                    <a:pt x="592" y="57"/>
                    <a:pt x="592" y="58"/>
                  </a:cubicBezTo>
                  <a:lnTo>
                    <a:pt x="593" y="59"/>
                  </a:lnTo>
                  <a:lnTo>
                    <a:pt x="638" y="59"/>
                  </a:lnTo>
                  <a:lnTo>
                    <a:pt x="638" y="166"/>
                  </a:lnTo>
                  <a:lnTo>
                    <a:pt x="569" y="163"/>
                  </a:lnTo>
                  <a:lnTo>
                    <a:pt x="312" y="244"/>
                  </a:lnTo>
                  <a:lnTo>
                    <a:pt x="33" y="71"/>
                  </a:lnTo>
                  <a:cubicBezTo>
                    <a:pt x="43" y="62"/>
                    <a:pt x="56" y="57"/>
                    <a:pt x="69" y="57"/>
                  </a:cubicBezTo>
                  <a:cubicBezTo>
                    <a:pt x="77" y="57"/>
                    <a:pt x="85" y="58"/>
                    <a:pt x="92" y="62"/>
                  </a:cubicBezTo>
                  <a:lnTo>
                    <a:pt x="231" y="130"/>
                  </a:lnTo>
                  <a:cubicBezTo>
                    <a:pt x="229" y="136"/>
                    <a:pt x="229" y="143"/>
                    <a:pt x="229" y="150"/>
                  </a:cubicBezTo>
                  <a:lnTo>
                    <a:pt x="229" y="160"/>
                  </a:lnTo>
                  <a:lnTo>
                    <a:pt x="418" y="160"/>
                  </a:lnTo>
                  <a:lnTo>
                    <a:pt x="418" y="139"/>
                  </a:lnTo>
                  <a:lnTo>
                    <a:pt x="251" y="139"/>
                  </a:lnTo>
                  <a:cubicBezTo>
                    <a:pt x="257" y="116"/>
                    <a:pt x="277" y="95"/>
                    <a:pt x="303" y="95"/>
                  </a:cubicBezTo>
                  <a:lnTo>
                    <a:pt x="378" y="95"/>
                  </a:lnTo>
                  <a:lnTo>
                    <a:pt x="382" y="91"/>
                  </a:lnTo>
                  <a:cubicBezTo>
                    <a:pt x="388" y="78"/>
                    <a:pt x="400" y="56"/>
                    <a:pt x="407" y="51"/>
                  </a:cubicBezTo>
                  <a:cubicBezTo>
                    <a:pt x="426" y="33"/>
                    <a:pt x="451" y="27"/>
                    <a:pt x="477" y="27"/>
                  </a:cubicBezTo>
                  <a:close/>
                  <a:moveTo>
                    <a:pt x="476" y="1"/>
                  </a:moveTo>
                  <a:cubicBezTo>
                    <a:pt x="447" y="1"/>
                    <a:pt x="417" y="8"/>
                    <a:pt x="394" y="29"/>
                  </a:cubicBezTo>
                  <a:cubicBezTo>
                    <a:pt x="382" y="38"/>
                    <a:pt x="369" y="59"/>
                    <a:pt x="365" y="71"/>
                  </a:cubicBezTo>
                  <a:lnTo>
                    <a:pt x="301" y="71"/>
                  </a:lnTo>
                  <a:cubicBezTo>
                    <a:pt x="274" y="71"/>
                    <a:pt x="251" y="85"/>
                    <a:pt x="238" y="107"/>
                  </a:cubicBezTo>
                  <a:lnTo>
                    <a:pt x="101" y="40"/>
                  </a:lnTo>
                  <a:cubicBezTo>
                    <a:pt x="91" y="35"/>
                    <a:pt x="80" y="32"/>
                    <a:pt x="69" y="32"/>
                  </a:cubicBezTo>
                  <a:cubicBezTo>
                    <a:pt x="45" y="32"/>
                    <a:pt x="22" y="44"/>
                    <a:pt x="7" y="65"/>
                  </a:cubicBezTo>
                  <a:lnTo>
                    <a:pt x="1" y="74"/>
                  </a:lnTo>
                  <a:lnTo>
                    <a:pt x="309" y="266"/>
                  </a:lnTo>
                  <a:lnTo>
                    <a:pt x="572" y="182"/>
                  </a:lnTo>
                  <a:lnTo>
                    <a:pt x="641" y="182"/>
                  </a:lnTo>
                  <a:lnTo>
                    <a:pt x="641" y="209"/>
                  </a:lnTo>
                  <a:lnTo>
                    <a:pt x="722" y="209"/>
                  </a:lnTo>
                  <a:lnTo>
                    <a:pt x="722" y="188"/>
                  </a:lnTo>
                  <a:lnTo>
                    <a:pt x="663" y="188"/>
                  </a:lnTo>
                  <a:lnTo>
                    <a:pt x="663" y="26"/>
                  </a:lnTo>
                  <a:lnTo>
                    <a:pt x="720" y="26"/>
                  </a:lnTo>
                  <a:lnTo>
                    <a:pt x="720" y="6"/>
                  </a:lnTo>
                  <a:lnTo>
                    <a:pt x="639" y="6"/>
                  </a:lnTo>
                  <a:lnTo>
                    <a:pt x="639" y="33"/>
                  </a:lnTo>
                  <a:lnTo>
                    <a:pt x="599" y="33"/>
                  </a:lnTo>
                  <a:cubicBezTo>
                    <a:pt x="588" y="27"/>
                    <a:pt x="532" y="1"/>
                    <a:pt x="4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8"/>
            <p:cNvSpPr/>
            <p:nvPr/>
          </p:nvSpPr>
          <p:spPr>
            <a:xfrm>
              <a:off x="4317293" y="3414857"/>
              <a:ext cx="44957" cy="44381"/>
            </a:xfrm>
            <a:custGeom>
              <a:rect b="b" l="l" r="r" t="t"/>
              <a:pathLst>
                <a:path extrusionOk="0" h="77" w="78">
                  <a:moveTo>
                    <a:pt x="40" y="20"/>
                  </a:moveTo>
                  <a:cubicBezTo>
                    <a:pt x="50" y="20"/>
                    <a:pt x="57" y="27"/>
                    <a:pt x="57" y="38"/>
                  </a:cubicBezTo>
                  <a:cubicBezTo>
                    <a:pt x="57" y="49"/>
                    <a:pt x="49" y="56"/>
                    <a:pt x="40" y="56"/>
                  </a:cubicBezTo>
                  <a:cubicBezTo>
                    <a:pt x="31" y="56"/>
                    <a:pt x="21" y="49"/>
                    <a:pt x="21" y="38"/>
                  </a:cubicBezTo>
                  <a:cubicBezTo>
                    <a:pt x="21" y="27"/>
                    <a:pt x="28" y="20"/>
                    <a:pt x="40" y="20"/>
                  </a:cubicBezTo>
                  <a:close/>
                  <a:moveTo>
                    <a:pt x="40" y="0"/>
                  </a:moveTo>
                  <a:cubicBezTo>
                    <a:pt x="18" y="0"/>
                    <a:pt x="1" y="19"/>
                    <a:pt x="1" y="38"/>
                  </a:cubicBezTo>
                  <a:cubicBezTo>
                    <a:pt x="1" y="58"/>
                    <a:pt x="20" y="77"/>
                    <a:pt x="40" y="77"/>
                  </a:cubicBezTo>
                  <a:cubicBezTo>
                    <a:pt x="60" y="77"/>
                    <a:pt x="77" y="58"/>
                    <a:pt x="77" y="38"/>
                  </a:cubicBezTo>
                  <a:cubicBezTo>
                    <a:pt x="77" y="19"/>
                    <a:pt x="60" y="0"/>
                    <a:pt x="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8"/>
            <p:cNvSpPr/>
            <p:nvPr/>
          </p:nvSpPr>
          <p:spPr>
            <a:xfrm>
              <a:off x="3970890" y="3342234"/>
              <a:ext cx="415568" cy="191934"/>
            </a:xfrm>
            <a:custGeom>
              <a:rect b="b" l="l" r="r" t="t"/>
              <a:pathLst>
                <a:path extrusionOk="0" h="333" w="721">
                  <a:moveTo>
                    <a:pt x="556" y="21"/>
                  </a:moveTo>
                  <a:cubicBezTo>
                    <a:pt x="635" y="21"/>
                    <a:pt x="700" y="86"/>
                    <a:pt x="700" y="165"/>
                  </a:cubicBezTo>
                  <a:cubicBezTo>
                    <a:pt x="700" y="243"/>
                    <a:pt x="635" y="308"/>
                    <a:pt x="556" y="308"/>
                  </a:cubicBezTo>
                  <a:cubicBezTo>
                    <a:pt x="502" y="308"/>
                    <a:pt x="452" y="278"/>
                    <a:pt x="427" y="229"/>
                  </a:cubicBezTo>
                  <a:lnTo>
                    <a:pt x="424" y="224"/>
                  </a:lnTo>
                  <a:lnTo>
                    <a:pt x="304" y="224"/>
                  </a:lnTo>
                  <a:lnTo>
                    <a:pt x="280" y="177"/>
                  </a:lnTo>
                  <a:lnTo>
                    <a:pt x="261" y="177"/>
                  </a:lnTo>
                  <a:lnTo>
                    <a:pt x="236" y="224"/>
                  </a:lnTo>
                  <a:lnTo>
                    <a:pt x="216" y="224"/>
                  </a:lnTo>
                  <a:lnTo>
                    <a:pt x="192" y="177"/>
                  </a:lnTo>
                  <a:lnTo>
                    <a:pt x="173" y="177"/>
                  </a:lnTo>
                  <a:lnTo>
                    <a:pt x="148" y="224"/>
                  </a:lnTo>
                  <a:lnTo>
                    <a:pt x="95" y="224"/>
                  </a:lnTo>
                  <a:lnTo>
                    <a:pt x="33" y="164"/>
                  </a:lnTo>
                  <a:lnTo>
                    <a:pt x="95" y="104"/>
                  </a:lnTo>
                  <a:lnTo>
                    <a:pt x="424" y="104"/>
                  </a:lnTo>
                  <a:lnTo>
                    <a:pt x="427" y="99"/>
                  </a:lnTo>
                  <a:cubicBezTo>
                    <a:pt x="453" y="49"/>
                    <a:pt x="502" y="21"/>
                    <a:pt x="556" y="21"/>
                  </a:cubicBezTo>
                  <a:close/>
                  <a:moveTo>
                    <a:pt x="556" y="0"/>
                  </a:moveTo>
                  <a:cubicBezTo>
                    <a:pt x="496" y="0"/>
                    <a:pt x="440" y="32"/>
                    <a:pt x="411" y="84"/>
                  </a:cubicBezTo>
                  <a:lnTo>
                    <a:pt x="86" y="84"/>
                  </a:lnTo>
                  <a:lnTo>
                    <a:pt x="1" y="166"/>
                  </a:lnTo>
                  <a:lnTo>
                    <a:pt x="86" y="247"/>
                  </a:lnTo>
                  <a:lnTo>
                    <a:pt x="158" y="247"/>
                  </a:lnTo>
                  <a:lnTo>
                    <a:pt x="180" y="207"/>
                  </a:lnTo>
                  <a:lnTo>
                    <a:pt x="202" y="247"/>
                  </a:lnTo>
                  <a:lnTo>
                    <a:pt x="247" y="247"/>
                  </a:lnTo>
                  <a:lnTo>
                    <a:pt x="268" y="207"/>
                  </a:lnTo>
                  <a:lnTo>
                    <a:pt x="290" y="247"/>
                  </a:lnTo>
                  <a:lnTo>
                    <a:pt x="407" y="247"/>
                  </a:lnTo>
                  <a:cubicBezTo>
                    <a:pt x="437" y="299"/>
                    <a:pt x="492" y="333"/>
                    <a:pt x="551" y="333"/>
                  </a:cubicBezTo>
                  <a:cubicBezTo>
                    <a:pt x="642" y="333"/>
                    <a:pt x="717" y="257"/>
                    <a:pt x="717" y="166"/>
                  </a:cubicBezTo>
                  <a:cubicBezTo>
                    <a:pt x="720" y="74"/>
                    <a:pt x="647" y="0"/>
                    <a:pt x="5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8"/>
            <p:cNvSpPr/>
            <p:nvPr/>
          </p:nvSpPr>
          <p:spPr>
            <a:xfrm>
              <a:off x="4037173" y="3556070"/>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8"/>
            <p:cNvSpPr/>
            <p:nvPr/>
          </p:nvSpPr>
          <p:spPr>
            <a:xfrm>
              <a:off x="4037173" y="3580278"/>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8"/>
            <p:cNvSpPr/>
            <p:nvPr/>
          </p:nvSpPr>
          <p:spPr>
            <a:xfrm>
              <a:off x="4037173" y="3504772"/>
              <a:ext cx="12680" cy="39194"/>
            </a:xfrm>
            <a:custGeom>
              <a:rect b="b" l="l" r="r" t="t"/>
              <a:pathLst>
                <a:path extrusionOk="0" h="68" w="22">
                  <a:moveTo>
                    <a:pt x="0" y="0"/>
                  </a:moveTo>
                  <a:lnTo>
                    <a:pt x="0" y="68"/>
                  </a:lnTo>
                  <a:lnTo>
                    <a:pt x="22" y="68"/>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8"/>
            <p:cNvSpPr/>
            <p:nvPr/>
          </p:nvSpPr>
          <p:spPr>
            <a:xfrm>
              <a:off x="4093658" y="3523793"/>
              <a:ext cx="12680" cy="75505"/>
            </a:xfrm>
            <a:custGeom>
              <a:rect b="b" l="l" r="r" t="t"/>
              <a:pathLst>
                <a:path extrusionOk="0" h="131" w="22">
                  <a:moveTo>
                    <a:pt x="0" y="0"/>
                  </a:moveTo>
                  <a:lnTo>
                    <a:pt x="0" y="130"/>
                  </a:lnTo>
                  <a:lnTo>
                    <a:pt x="22" y="130"/>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8"/>
            <p:cNvSpPr/>
            <p:nvPr/>
          </p:nvSpPr>
          <p:spPr>
            <a:xfrm>
              <a:off x="4093658" y="3612555"/>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8"/>
            <p:cNvSpPr/>
            <p:nvPr/>
          </p:nvSpPr>
          <p:spPr>
            <a:xfrm>
              <a:off x="4148414" y="3582583"/>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8"/>
            <p:cNvSpPr/>
            <p:nvPr/>
          </p:nvSpPr>
          <p:spPr>
            <a:xfrm>
              <a:off x="4148414" y="3557799"/>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8"/>
            <p:cNvSpPr/>
            <p:nvPr/>
          </p:nvSpPr>
          <p:spPr>
            <a:xfrm>
              <a:off x="4148414" y="3511112"/>
              <a:ext cx="13257" cy="36312"/>
            </a:xfrm>
            <a:custGeom>
              <a:rect b="b" l="l" r="r" t="t"/>
              <a:pathLst>
                <a:path extrusionOk="0" h="63" w="23">
                  <a:moveTo>
                    <a:pt x="1" y="1"/>
                  </a:moveTo>
                  <a:lnTo>
                    <a:pt x="1" y="63"/>
                  </a:lnTo>
                  <a:lnTo>
                    <a:pt x="22" y="6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8"/>
            <p:cNvSpPr/>
            <p:nvPr/>
          </p:nvSpPr>
          <p:spPr>
            <a:xfrm>
              <a:off x="4204323" y="3526098"/>
              <a:ext cx="13257" cy="58791"/>
            </a:xfrm>
            <a:custGeom>
              <a:rect b="b" l="l" r="r" t="t"/>
              <a:pathLst>
                <a:path extrusionOk="0" h="102" w="23">
                  <a:moveTo>
                    <a:pt x="0" y="1"/>
                  </a:moveTo>
                  <a:lnTo>
                    <a:pt x="0" y="102"/>
                  </a:lnTo>
                  <a:lnTo>
                    <a:pt x="22" y="10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8"/>
            <p:cNvSpPr/>
            <p:nvPr/>
          </p:nvSpPr>
          <p:spPr>
            <a:xfrm>
              <a:off x="4260231" y="3548000"/>
              <a:ext cx="12680" cy="40923"/>
            </a:xfrm>
            <a:custGeom>
              <a:rect b="b" l="l" r="r" t="t"/>
              <a:pathLst>
                <a:path extrusionOk="0" h="71" w="22">
                  <a:moveTo>
                    <a:pt x="0" y="0"/>
                  </a:moveTo>
                  <a:lnTo>
                    <a:pt x="0" y="71"/>
                  </a:lnTo>
                  <a:lnTo>
                    <a:pt x="22" y="7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8"/>
            <p:cNvSpPr/>
            <p:nvPr/>
          </p:nvSpPr>
          <p:spPr>
            <a:xfrm>
              <a:off x="4157636" y="3447134"/>
              <a:ext cx="58791" cy="13257"/>
            </a:xfrm>
            <a:custGeom>
              <a:rect b="b" l="l" r="r" t="t"/>
              <a:pathLst>
                <a:path extrusionOk="0" h="23" w="102">
                  <a:moveTo>
                    <a:pt x="1" y="0"/>
                  </a:moveTo>
                  <a:lnTo>
                    <a:pt x="1" y="22"/>
                  </a:lnTo>
                  <a:lnTo>
                    <a:pt x="102" y="22"/>
                  </a:lnTo>
                  <a:lnTo>
                    <a:pt x="1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8"/>
            <p:cNvSpPr/>
            <p:nvPr/>
          </p:nvSpPr>
          <p:spPr>
            <a:xfrm>
              <a:off x="4227378" y="3463849"/>
              <a:ext cx="55909" cy="43805"/>
            </a:xfrm>
            <a:custGeom>
              <a:rect b="b" l="l" r="r" t="t"/>
              <a:pathLst>
                <a:path extrusionOk="0" h="76" w="97">
                  <a:moveTo>
                    <a:pt x="18" y="0"/>
                  </a:moveTo>
                  <a:lnTo>
                    <a:pt x="1" y="9"/>
                  </a:lnTo>
                  <a:cubicBezTo>
                    <a:pt x="18" y="45"/>
                    <a:pt x="53" y="71"/>
                    <a:pt x="93" y="75"/>
                  </a:cubicBezTo>
                  <a:lnTo>
                    <a:pt x="96" y="54"/>
                  </a:lnTo>
                  <a:cubicBezTo>
                    <a:pt x="64" y="51"/>
                    <a:pt x="36" y="29"/>
                    <a:pt x="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8"/>
            <p:cNvSpPr/>
            <p:nvPr/>
          </p:nvSpPr>
          <p:spPr>
            <a:xfrm>
              <a:off x="4314987" y="3485175"/>
              <a:ext cx="17291" cy="17291"/>
            </a:xfrm>
            <a:custGeom>
              <a:rect b="b" l="l" r="r" t="t"/>
              <a:pathLst>
                <a:path extrusionOk="0" h="30" w="30">
                  <a:moveTo>
                    <a:pt x="16" y="1"/>
                  </a:moveTo>
                  <a:cubicBezTo>
                    <a:pt x="11" y="4"/>
                    <a:pt x="5" y="8"/>
                    <a:pt x="1" y="9"/>
                  </a:cubicBezTo>
                  <a:lnTo>
                    <a:pt x="9" y="30"/>
                  </a:lnTo>
                  <a:cubicBezTo>
                    <a:pt x="16" y="27"/>
                    <a:pt x="24" y="22"/>
                    <a:pt x="29" y="18"/>
                  </a:cubicBez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8"/>
            <p:cNvSpPr/>
            <p:nvPr/>
          </p:nvSpPr>
          <p:spPr>
            <a:xfrm>
              <a:off x="4294238" y="3493821"/>
              <a:ext cx="14986" cy="13833"/>
            </a:xfrm>
            <a:custGeom>
              <a:rect b="b" l="l" r="r" t="t"/>
              <a:pathLst>
                <a:path extrusionOk="0" h="24" w="26">
                  <a:moveTo>
                    <a:pt x="18" y="0"/>
                  </a:moveTo>
                  <a:cubicBezTo>
                    <a:pt x="13" y="2"/>
                    <a:pt x="6" y="2"/>
                    <a:pt x="0" y="2"/>
                  </a:cubicBezTo>
                  <a:lnTo>
                    <a:pt x="2" y="23"/>
                  </a:lnTo>
                  <a:cubicBezTo>
                    <a:pt x="9" y="23"/>
                    <a:pt x="18" y="22"/>
                    <a:pt x="25" y="20"/>
                  </a:cubicBezTo>
                  <a:lnTo>
                    <a:pt x="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8"/>
            <p:cNvSpPr/>
            <p:nvPr/>
          </p:nvSpPr>
          <p:spPr>
            <a:xfrm>
              <a:off x="4314987" y="3372205"/>
              <a:ext cx="17291" cy="17291"/>
            </a:xfrm>
            <a:custGeom>
              <a:rect b="b" l="l" r="r" t="t"/>
              <a:pathLst>
                <a:path extrusionOk="0" h="30" w="30">
                  <a:moveTo>
                    <a:pt x="9" y="0"/>
                  </a:moveTo>
                  <a:lnTo>
                    <a:pt x="1" y="21"/>
                  </a:lnTo>
                  <a:cubicBezTo>
                    <a:pt x="6" y="22"/>
                    <a:pt x="11" y="25"/>
                    <a:pt x="16" y="29"/>
                  </a:cubicBezTo>
                  <a:lnTo>
                    <a:pt x="29" y="13"/>
                  </a:lnTo>
                  <a:cubicBezTo>
                    <a:pt x="24" y="8"/>
                    <a:pt x="16" y="3"/>
                    <a:pt x="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8"/>
            <p:cNvSpPr/>
            <p:nvPr/>
          </p:nvSpPr>
          <p:spPr>
            <a:xfrm>
              <a:off x="4247551" y="3365289"/>
              <a:ext cx="61672" cy="25937"/>
            </a:xfrm>
            <a:custGeom>
              <a:rect b="b" l="l" r="r" t="t"/>
              <a:pathLst>
                <a:path extrusionOk="0" h="45" w="107">
                  <a:moveTo>
                    <a:pt x="76" y="1"/>
                  </a:moveTo>
                  <a:cubicBezTo>
                    <a:pt x="48" y="1"/>
                    <a:pt x="22" y="9"/>
                    <a:pt x="1" y="28"/>
                  </a:cubicBezTo>
                  <a:lnTo>
                    <a:pt x="12" y="44"/>
                  </a:lnTo>
                  <a:cubicBezTo>
                    <a:pt x="31" y="30"/>
                    <a:pt x="53" y="22"/>
                    <a:pt x="76" y="22"/>
                  </a:cubicBezTo>
                  <a:cubicBezTo>
                    <a:pt x="84" y="22"/>
                    <a:pt x="92" y="25"/>
                    <a:pt x="102" y="27"/>
                  </a:cubicBezTo>
                  <a:lnTo>
                    <a:pt x="106" y="7"/>
                  </a:lnTo>
                  <a:cubicBezTo>
                    <a:pt x="96" y="4"/>
                    <a:pt x="84"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8"/>
            <p:cNvSpPr/>
            <p:nvPr/>
          </p:nvSpPr>
          <p:spPr>
            <a:xfrm>
              <a:off x="4118442" y="3414857"/>
              <a:ext cx="59943" cy="12680"/>
            </a:xfrm>
            <a:custGeom>
              <a:rect b="b" l="l" r="r" t="t"/>
              <a:pathLst>
                <a:path extrusionOk="0" h="22" w="104">
                  <a:moveTo>
                    <a:pt x="1" y="0"/>
                  </a:moveTo>
                  <a:lnTo>
                    <a:pt x="1" y="22"/>
                  </a:lnTo>
                  <a:lnTo>
                    <a:pt x="103" y="22"/>
                  </a:lnTo>
                  <a:lnTo>
                    <a:pt x="1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8"/>
            <p:cNvSpPr/>
            <p:nvPr/>
          </p:nvSpPr>
          <p:spPr>
            <a:xfrm>
              <a:off x="4213545" y="3414857"/>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8"/>
            <p:cNvSpPr/>
            <p:nvPr/>
          </p:nvSpPr>
          <p:spPr>
            <a:xfrm>
              <a:off x="4189913" y="3414857"/>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8"/>
            <p:cNvSpPr/>
            <p:nvPr/>
          </p:nvSpPr>
          <p:spPr>
            <a:xfrm>
              <a:off x="4011813" y="3413704"/>
              <a:ext cx="63402" cy="27090"/>
            </a:xfrm>
            <a:custGeom>
              <a:rect b="b" l="l" r="r" t="t"/>
              <a:pathLst>
                <a:path extrusionOk="0" h="47" w="110">
                  <a:moveTo>
                    <a:pt x="34" y="1"/>
                  </a:moveTo>
                  <a:lnTo>
                    <a:pt x="34" y="2"/>
                  </a:lnTo>
                  <a:lnTo>
                    <a:pt x="1" y="32"/>
                  </a:lnTo>
                  <a:lnTo>
                    <a:pt x="15" y="47"/>
                  </a:lnTo>
                  <a:lnTo>
                    <a:pt x="43" y="22"/>
                  </a:lnTo>
                  <a:lnTo>
                    <a:pt x="109" y="22"/>
                  </a:lnTo>
                  <a:lnTo>
                    <a:pt x="1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8"/>
            <p:cNvSpPr/>
            <p:nvPr/>
          </p:nvSpPr>
          <p:spPr>
            <a:xfrm>
              <a:off x="4266571" y="3630999"/>
              <a:ext cx="16715" cy="15562"/>
            </a:xfrm>
            <a:custGeom>
              <a:rect b="b" l="l" r="r" t="t"/>
              <a:pathLst>
                <a:path extrusionOk="0" h="27" w="29">
                  <a:moveTo>
                    <a:pt x="7" y="1"/>
                  </a:moveTo>
                  <a:lnTo>
                    <a:pt x="1" y="21"/>
                  </a:lnTo>
                  <a:cubicBezTo>
                    <a:pt x="8" y="22"/>
                    <a:pt x="14" y="24"/>
                    <a:pt x="21" y="27"/>
                  </a:cubicBezTo>
                  <a:lnTo>
                    <a:pt x="28" y="6"/>
                  </a:lnTo>
                  <a:lnTo>
                    <a:pt x="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8"/>
            <p:cNvSpPr/>
            <p:nvPr/>
          </p:nvSpPr>
          <p:spPr>
            <a:xfrm>
              <a:off x="4290203" y="3638492"/>
              <a:ext cx="16139" cy="17291"/>
            </a:xfrm>
            <a:custGeom>
              <a:rect b="b" l="l" r="r" t="t"/>
              <a:pathLst>
                <a:path extrusionOk="0" h="30" w="28">
                  <a:moveTo>
                    <a:pt x="7" y="1"/>
                  </a:moveTo>
                  <a:lnTo>
                    <a:pt x="0" y="21"/>
                  </a:lnTo>
                  <a:cubicBezTo>
                    <a:pt x="7" y="22"/>
                    <a:pt x="13" y="25"/>
                    <a:pt x="18" y="29"/>
                  </a:cubicBezTo>
                  <a:lnTo>
                    <a:pt x="28" y="11"/>
                  </a:lnTo>
                  <a:cubicBezTo>
                    <a:pt x="23" y="8"/>
                    <a:pt x="18" y="3"/>
                    <a:pt x="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8"/>
            <p:cNvSpPr/>
            <p:nvPr/>
          </p:nvSpPr>
          <p:spPr>
            <a:xfrm>
              <a:off x="4200288" y="3627540"/>
              <a:ext cx="57638" cy="35159"/>
            </a:xfrm>
            <a:custGeom>
              <a:rect b="b" l="l" r="r" t="t"/>
              <a:pathLst>
                <a:path extrusionOk="0" h="61" w="100">
                  <a:moveTo>
                    <a:pt x="78" y="1"/>
                  </a:moveTo>
                  <a:cubicBezTo>
                    <a:pt x="64" y="1"/>
                    <a:pt x="19" y="5"/>
                    <a:pt x="0" y="54"/>
                  </a:cubicBezTo>
                  <a:lnTo>
                    <a:pt x="20" y="60"/>
                  </a:lnTo>
                  <a:cubicBezTo>
                    <a:pt x="33" y="27"/>
                    <a:pt x="64" y="22"/>
                    <a:pt x="78" y="22"/>
                  </a:cubicBezTo>
                  <a:cubicBezTo>
                    <a:pt x="84" y="22"/>
                    <a:pt x="91" y="22"/>
                    <a:pt x="97" y="24"/>
                  </a:cubicBezTo>
                  <a:lnTo>
                    <a:pt x="100" y="4"/>
                  </a:lnTo>
                  <a:cubicBezTo>
                    <a:pt x="93" y="1"/>
                    <a:pt x="85"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8"/>
            <p:cNvSpPr/>
            <p:nvPr/>
          </p:nvSpPr>
          <p:spPr>
            <a:xfrm>
              <a:off x="4142074" y="3705351"/>
              <a:ext cx="36312" cy="12680"/>
            </a:xfrm>
            <a:custGeom>
              <a:rect b="b" l="l" r="r" t="t"/>
              <a:pathLst>
                <a:path extrusionOk="0" h="22" w="63">
                  <a:moveTo>
                    <a:pt x="0" y="0"/>
                  </a:moveTo>
                  <a:lnTo>
                    <a:pt x="0" y="22"/>
                  </a:lnTo>
                  <a:lnTo>
                    <a:pt x="62" y="22"/>
                  </a:lnTo>
                  <a:lnTo>
                    <a:pt x="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8"/>
            <p:cNvSpPr/>
            <p:nvPr/>
          </p:nvSpPr>
          <p:spPr>
            <a:xfrm>
              <a:off x="4273488" y="3671922"/>
              <a:ext cx="30548" cy="13257"/>
            </a:xfrm>
            <a:custGeom>
              <a:rect b="b" l="l" r="r" t="t"/>
              <a:pathLst>
                <a:path extrusionOk="0" h="23" w="53">
                  <a:moveTo>
                    <a:pt x="0" y="0"/>
                  </a:moveTo>
                  <a:lnTo>
                    <a:pt x="0" y="22"/>
                  </a:lnTo>
                  <a:lnTo>
                    <a:pt x="52" y="22"/>
                  </a:lnTo>
                  <a:lnTo>
                    <a:pt x="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48"/>
          <p:cNvGrpSpPr/>
          <p:nvPr/>
        </p:nvGrpSpPr>
        <p:grpSpPr>
          <a:xfrm>
            <a:off x="3181829" y="3343963"/>
            <a:ext cx="428825" cy="411534"/>
            <a:chOff x="3181829" y="3343963"/>
            <a:chExt cx="428825" cy="411534"/>
          </a:xfrm>
        </p:grpSpPr>
        <p:sp>
          <p:nvSpPr>
            <p:cNvPr id="2166" name="Google Shape;2166;p48"/>
            <p:cNvSpPr/>
            <p:nvPr/>
          </p:nvSpPr>
          <p:spPr>
            <a:xfrm>
              <a:off x="3181829" y="3343963"/>
              <a:ext cx="428825" cy="411534"/>
            </a:xfrm>
            <a:custGeom>
              <a:rect b="b" l="l" r="r" t="t"/>
              <a:pathLst>
                <a:path extrusionOk="0" h="714" w="744">
                  <a:moveTo>
                    <a:pt x="292" y="22"/>
                  </a:moveTo>
                  <a:cubicBezTo>
                    <a:pt x="300" y="31"/>
                    <a:pt x="311" y="51"/>
                    <a:pt x="307" y="67"/>
                  </a:cubicBezTo>
                  <a:cubicBezTo>
                    <a:pt x="307" y="71"/>
                    <a:pt x="305" y="74"/>
                    <a:pt x="304" y="78"/>
                  </a:cubicBezTo>
                  <a:cubicBezTo>
                    <a:pt x="291" y="81"/>
                    <a:pt x="279" y="85"/>
                    <a:pt x="269" y="88"/>
                  </a:cubicBezTo>
                  <a:cubicBezTo>
                    <a:pt x="263" y="81"/>
                    <a:pt x="261" y="71"/>
                    <a:pt x="262" y="59"/>
                  </a:cubicBezTo>
                  <a:cubicBezTo>
                    <a:pt x="265" y="42"/>
                    <a:pt x="282" y="29"/>
                    <a:pt x="292" y="22"/>
                  </a:cubicBezTo>
                  <a:close/>
                  <a:moveTo>
                    <a:pt x="458" y="23"/>
                  </a:moveTo>
                  <a:cubicBezTo>
                    <a:pt x="467" y="31"/>
                    <a:pt x="486" y="44"/>
                    <a:pt x="489" y="62"/>
                  </a:cubicBezTo>
                  <a:cubicBezTo>
                    <a:pt x="489" y="71"/>
                    <a:pt x="486" y="81"/>
                    <a:pt x="482" y="91"/>
                  </a:cubicBezTo>
                  <a:cubicBezTo>
                    <a:pt x="471" y="87"/>
                    <a:pt x="458" y="81"/>
                    <a:pt x="448" y="80"/>
                  </a:cubicBezTo>
                  <a:cubicBezTo>
                    <a:pt x="445" y="77"/>
                    <a:pt x="444" y="72"/>
                    <a:pt x="444" y="68"/>
                  </a:cubicBezTo>
                  <a:cubicBezTo>
                    <a:pt x="441" y="51"/>
                    <a:pt x="451" y="32"/>
                    <a:pt x="458" y="23"/>
                  </a:cubicBezTo>
                  <a:close/>
                  <a:moveTo>
                    <a:pt x="133" y="85"/>
                  </a:moveTo>
                  <a:cubicBezTo>
                    <a:pt x="146" y="93"/>
                    <a:pt x="170" y="109"/>
                    <a:pt x="174" y="132"/>
                  </a:cubicBezTo>
                  <a:cubicBezTo>
                    <a:pt x="175" y="137"/>
                    <a:pt x="175" y="143"/>
                    <a:pt x="174" y="149"/>
                  </a:cubicBezTo>
                  <a:lnTo>
                    <a:pt x="157" y="165"/>
                  </a:lnTo>
                  <a:cubicBezTo>
                    <a:pt x="152" y="171"/>
                    <a:pt x="146" y="176"/>
                    <a:pt x="141" y="182"/>
                  </a:cubicBezTo>
                  <a:cubicBezTo>
                    <a:pt x="133" y="175"/>
                    <a:pt x="119" y="161"/>
                    <a:pt x="116" y="145"/>
                  </a:cubicBezTo>
                  <a:cubicBezTo>
                    <a:pt x="110" y="122"/>
                    <a:pt x="126" y="96"/>
                    <a:pt x="133" y="85"/>
                  </a:cubicBezTo>
                  <a:close/>
                  <a:moveTo>
                    <a:pt x="612" y="87"/>
                  </a:moveTo>
                  <a:cubicBezTo>
                    <a:pt x="622" y="98"/>
                    <a:pt x="636" y="123"/>
                    <a:pt x="630" y="146"/>
                  </a:cubicBezTo>
                  <a:cubicBezTo>
                    <a:pt x="630" y="161"/>
                    <a:pt x="617" y="175"/>
                    <a:pt x="604" y="185"/>
                  </a:cubicBezTo>
                  <a:cubicBezTo>
                    <a:pt x="600" y="178"/>
                    <a:pt x="594" y="172"/>
                    <a:pt x="589" y="166"/>
                  </a:cubicBezTo>
                  <a:lnTo>
                    <a:pt x="573" y="150"/>
                  </a:lnTo>
                  <a:lnTo>
                    <a:pt x="573" y="135"/>
                  </a:lnTo>
                  <a:cubicBezTo>
                    <a:pt x="578" y="110"/>
                    <a:pt x="602" y="94"/>
                    <a:pt x="612" y="87"/>
                  </a:cubicBezTo>
                  <a:close/>
                  <a:moveTo>
                    <a:pt x="45" y="246"/>
                  </a:moveTo>
                  <a:cubicBezTo>
                    <a:pt x="60" y="249"/>
                    <a:pt x="84" y="260"/>
                    <a:pt x="96" y="280"/>
                  </a:cubicBezTo>
                  <a:cubicBezTo>
                    <a:pt x="89" y="299"/>
                    <a:pt x="84" y="322"/>
                    <a:pt x="83" y="341"/>
                  </a:cubicBezTo>
                  <a:cubicBezTo>
                    <a:pt x="68" y="335"/>
                    <a:pt x="48" y="325"/>
                    <a:pt x="41" y="309"/>
                  </a:cubicBezTo>
                  <a:cubicBezTo>
                    <a:pt x="31" y="288"/>
                    <a:pt x="40" y="260"/>
                    <a:pt x="45" y="246"/>
                  </a:cubicBezTo>
                  <a:close/>
                  <a:moveTo>
                    <a:pt x="706" y="247"/>
                  </a:moveTo>
                  <a:cubicBezTo>
                    <a:pt x="711" y="262"/>
                    <a:pt x="719" y="289"/>
                    <a:pt x="710" y="309"/>
                  </a:cubicBezTo>
                  <a:cubicBezTo>
                    <a:pt x="701" y="327"/>
                    <a:pt x="681" y="335"/>
                    <a:pt x="668" y="341"/>
                  </a:cubicBezTo>
                  <a:cubicBezTo>
                    <a:pt x="667" y="319"/>
                    <a:pt x="662" y="299"/>
                    <a:pt x="656" y="280"/>
                  </a:cubicBezTo>
                  <a:cubicBezTo>
                    <a:pt x="667" y="260"/>
                    <a:pt x="691" y="252"/>
                    <a:pt x="706" y="247"/>
                  </a:cubicBezTo>
                  <a:close/>
                  <a:moveTo>
                    <a:pt x="87" y="466"/>
                  </a:moveTo>
                  <a:cubicBezTo>
                    <a:pt x="92" y="466"/>
                    <a:pt x="98" y="467"/>
                    <a:pt x="103" y="468"/>
                  </a:cubicBezTo>
                  <a:cubicBezTo>
                    <a:pt x="110" y="486"/>
                    <a:pt x="119" y="504"/>
                    <a:pt x="129" y="520"/>
                  </a:cubicBezTo>
                  <a:cubicBezTo>
                    <a:pt x="120" y="524"/>
                    <a:pt x="108" y="528"/>
                    <a:pt x="96" y="528"/>
                  </a:cubicBezTo>
                  <a:cubicBezTo>
                    <a:pt x="92" y="528"/>
                    <a:pt x="87" y="528"/>
                    <a:pt x="83" y="526"/>
                  </a:cubicBezTo>
                  <a:cubicBezTo>
                    <a:pt x="61" y="519"/>
                    <a:pt x="47" y="493"/>
                    <a:pt x="41" y="478"/>
                  </a:cubicBezTo>
                  <a:cubicBezTo>
                    <a:pt x="51" y="473"/>
                    <a:pt x="69" y="466"/>
                    <a:pt x="87" y="466"/>
                  </a:cubicBezTo>
                  <a:close/>
                  <a:moveTo>
                    <a:pt x="663" y="467"/>
                  </a:moveTo>
                  <a:cubicBezTo>
                    <a:pt x="681" y="467"/>
                    <a:pt x="700" y="476"/>
                    <a:pt x="710" y="481"/>
                  </a:cubicBezTo>
                  <a:cubicBezTo>
                    <a:pt x="703" y="493"/>
                    <a:pt x="688" y="519"/>
                    <a:pt x="668" y="526"/>
                  </a:cubicBezTo>
                  <a:cubicBezTo>
                    <a:pt x="663" y="528"/>
                    <a:pt x="657" y="529"/>
                    <a:pt x="651" y="529"/>
                  </a:cubicBezTo>
                  <a:cubicBezTo>
                    <a:pt x="640" y="529"/>
                    <a:pt x="629" y="526"/>
                    <a:pt x="622" y="522"/>
                  </a:cubicBezTo>
                  <a:cubicBezTo>
                    <a:pt x="632" y="506"/>
                    <a:pt x="641" y="488"/>
                    <a:pt x="648" y="470"/>
                  </a:cubicBezTo>
                  <a:cubicBezTo>
                    <a:pt x="653" y="468"/>
                    <a:pt x="658" y="467"/>
                    <a:pt x="663" y="467"/>
                  </a:cubicBezTo>
                  <a:close/>
                  <a:moveTo>
                    <a:pt x="557" y="607"/>
                  </a:moveTo>
                  <a:cubicBezTo>
                    <a:pt x="590" y="608"/>
                    <a:pt x="619" y="642"/>
                    <a:pt x="630" y="656"/>
                  </a:cubicBezTo>
                  <a:cubicBezTo>
                    <a:pt x="618" y="669"/>
                    <a:pt x="585" y="694"/>
                    <a:pt x="552" y="694"/>
                  </a:cubicBezTo>
                  <a:cubicBezTo>
                    <a:pt x="551" y="694"/>
                    <a:pt x="550" y="694"/>
                    <a:pt x="550" y="694"/>
                  </a:cubicBezTo>
                  <a:cubicBezTo>
                    <a:pt x="513" y="691"/>
                    <a:pt x="482" y="655"/>
                    <a:pt x="473" y="642"/>
                  </a:cubicBezTo>
                  <a:lnTo>
                    <a:pt x="471" y="640"/>
                  </a:lnTo>
                  <a:cubicBezTo>
                    <a:pt x="493" y="633"/>
                    <a:pt x="513" y="621"/>
                    <a:pt x="531" y="611"/>
                  </a:cubicBezTo>
                  <a:cubicBezTo>
                    <a:pt x="539" y="608"/>
                    <a:pt x="550" y="607"/>
                    <a:pt x="557" y="607"/>
                  </a:cubicBezTo>
                  <a:close/>
                  <a:moveTo>
                    <a:pt x="193" y="605"/>
                  </a:moveTo>
                  <a:cubicBezTo>
                    <a:pt x="200" y="605"/>
                    <a:pt x="210" y="605"/>
                    <a:pt x="219" y="608"/>
                  </a:cubicBezTo>
                  <a:cubicBezTo>
                    <a:pt x="236" y="621"/>
                    <a:pt x="258" y="630"/>
                    <a:pt x="278" y="637"/>
                  </a:cubicBezTo>
                  <a:cubicBezTo>
                    <a:pt x="278" y="640"/>
                    <a:pt x="278" y="640"/>
                    <a:pt x="276" y="642"/>
                  </a:cubicBezTo>
                  <a:cubicBezTo>
                    <a:pt x="268" y="655"/>
                    <a:pt x="236" y="692"/>
                    <a:pt x="200" y="694"/>
                  </a:cubicBezTo>
                  <a:cubicBezTo>
                    <a:pt x="198" y="694"/>
                    <a:pt x="197" y="694"/>
                    <a:pt x="195" y="694"/>
                  </a:cubicBezTo>
                  <a:cubicBezTo>
                    <a:pt x="163" y="694"/>
                    <a:pt x="131" y="668"/>
                    <a:pt x="119" y="656"/>
                  </a:cubicBezTo>
                  <a:cubicBezTo>
                    <a:pt x="131" y="642"/>
                    <a:pt x="159" y="608"/>
                    <a:pt x="193" y="605"/>
                  </a:cubicBezTo>
                  <a:close/>
                  <a:moveTo>
                    <a:pt x="292" y="0"/>
                  </a:moveTo>
                  <a:lnTo>
                    <a:pt x="285" y="5"/>
                  </a:lnTo>
                  <a:cubicBezTo>
                    <a:pt x="284" y="5"/>
                    <a:pt x="243" y="26"/>
                    <a:pt x="236" y="59"/>
                  </a:cubicBezTo>
                  <a:cubicBezTo>
                    <a:pt x="233" y="77"/>
                    <a:pt x="239" y="91"/>
                    <a:pt x="243" y="103"/>
                  </a:cubicBezTo>
                  <a:cubicBezTo>
                    <a:pt x="226" y="113"/>
                    <a:pt x="207" y="123"/>
                    <a:pt x="191" y="136"/>
                  </a:cubicBezTo>
                  <a:lnTo>
                    <a:pt x="191" y="132"/>
                  </a:lnTo>
                  <a:cubicBezTo>
                    <a:pt x="183" y="91"/>
                    <a:pt x="133" y="67"/>
                    <a:pt x="132" y="65"/>
                  </a:cubicBezTo>
                  <a:lnTo>
                    <a:pt x="125" y="62"/>
                  </a:lnTo>
                  <a:lnTo>
                    <a:pt x="119" y="67"/>
                  </a:lnTo>
                  <a:cubicBezTo>
                    <a:pt x="118" y="70"/>
                    <a:pt x="81" y="110"/>
                    <a:pt x="90" y="152"/>
                  </a:cubicBezTo>
                  <a:cubicBezTo>
                    <a:pt x="96" y="175"/>
                    <a:pt x="112" y="192"/>
                    <a:pt x="126" y="204"/>
                  </a:cubicBezTo>
                  <a:cubicBezTo>
                    <a:pt x="113" y="223"/>
                    <a:pt x="105" y="240"/>
                    <a:pt x="97" y="260"/>
                  </a:cubicBezTo>
                  <a:cubicBezTo>
                    <a:pt x="74" y="236"/>
                    <a:pt x="38" y="228"/>
                    <a:pt x="37" y="228"/>
                  </a:cubicBezTo>
                  <a:lnTo>
                    <a:pt x="29" y="226"/>
                  </a:lnTo>
                  <a:lnTo>
                    <a:pt x="25" y="233"/>
                  </a:lnTo>
                  <a:cubicBezTo>
                    <a:pt x="24" y="236"/>
                    <a:pt x="1" y="283"/>
                    <a:pt x="18" y="322"/>
                  </a:cubicBezTo>
                  <a:cubicBezTo>
                    <a:pt x="31" y="348"/>
                    <a:pt x="61" y="361"/>
                    <a:pt x="80" y="367"/>
                  </a:cubicBezTo>
                  <a:cubicBezTo>
                    <a:pt x="80" y="395"/>
                    <a:pt x="83" y="421"/>
                    <a:pt x="90" y="447"/>
                  </a:cubicBezTo>
                  <a:cubicBezTo>
                    <a:pt x="87" y="446"/>
                    <a:pt x="84" y="446"/>
                    <a:pt x="81" y="446"/>
                  </a:cubicBezTo>
                  <a:cubicBezTo>
                    <a:pt x="48" y="446"/>
                    <a:pt x="18" y="467"/>
                    <a:pt x="16" y="467"/>
                  </a:cubicBezTo>
                  <a:lnTo>
                    <a:pt x="9" y="470"/>
                  </a:lnTo>
                  <a:lnTo>
                    <a:pt x="11" y="477"/>
                  </a:lnTo>
                  <a:cubicBezTo>
                    <a:pt x="11" y="478"/>
                    <a:pt x="29" y="532"/>
                    <a:pt x="68" y="543"/>
                  </a:cubicBezTo>
                  <a:cubicBezTo>
                    <a:pt x="76" y="546"/>
                    <a:pt x="83" y="548"/>
                    <a:pt x="90" y="548"/>
                  </a:cubicBezTo>
                  <a:cubicBezTo>
                    <a:pt x="106" y="548"/>
                    <a:pt x="123" y="542"/>
                    <a:pt x="133" y="536"/>
                  </a:cubicBezTo>
                  <a:cubicBezTo>
                    <a:pt x="146" y="555"/>
                    <a:pt x="162" y="571"/>
                    <a:pt x="178" y="584"/>
                  </a:cubicBezTo>
                  <a:cubicBezTo>
                    <a:pt x="126" y="591"/>
                    <a:pt x="90" y="646"/>
                    <a:pt x="89" y="650"/>
                  </a:cubicBezTo>
                  <a:lnTo>
                    <a:pt x="84" y="657"/>
                  </a:lnTo>
                  <a:lnTo>
                    <a:pt x="90" y="663"/>
                  </a:lnTo>
                  <a:cubicBezTo>
                    <a:pt x="92" y="665"/>
                    <a:pt x="135" y="714"/>
                    <a:pt x="188" y="714"/>
                  </a:cubicBezTo>
                  <a:lnTo>
                    <a:pt x="196" y="714"/>
                  </a:lnTo>
                  <a:cubicBezTo>
                    <a:pt x="239" y="709"/>
                    <a:pt x="272" y="670"/>
                    <a:pt x="285" y="653"/>
                  </a:cubicBezTo>
                  <a:lnTo>
                    <a:pt x="294" y="644"/>
                  </a:lnTo>
                  <a:cubicBezTo>
                    <a:pt x="318" y="650"/>
                    <a:pt x="343" y="653"/>
                    <a:pt x="369" y="653"/>
                  </a:cubicBezTo>
                  <a:cubicBezTo>
                    <a:pt x="393" y="653"/>
                    <a:pt x="419" y="650"/>
                    <a:pt x="443" y="644"/>
                  </a:cubicBezTo>
                  <a:lnTo>
                    <a:pt x="451" y="653"/>
                  </a:lnTo>
                  <a:cubicBezTo>
                    <a:pt x="464" y="672"/>
                    <a:pt x="499" y="709"/>
                    <a:pt x="542" y="714"/>
                  </a:cubicBezTo>
                  <a:lnTo>
                    <a:pt x="550" y="714"/>
                  </a:lnTo>
                  <a:cubicBezTo>
                    <a:pt x="602" y="714"/>
                    <a:pt x="645" y="665"/>
                    <a:pt x="646" y="663"/>
                  </a:cubicBezTo>
                  <a:lnTo>
                    <a:pt x="652" y="657"/>
                  </a:lnTo>
                  <a:lnTo>
                    <a:pt x="648" y="650"/>
                  </a:lnTo>
                  <a:cubicBezTo>
                    <a:pt x="646" y="649"/>
                    <a:pt x="610" y="592"/>
                    <a:pt x="558" y="584"/>
                  </a:cubicBezTo>
                  <a:cubicBezTo>
                    <a:pt x="574" y="569"/>
                    <a:pt x="590" y="552"/>
                    <a:pt x="603" y="536"/>
                  </a:cubicBezTo>
                  <a:cubicBezTo>
                    <a:pt x="615" y="542"/>
                    <a:pt x="630" y="548"/>
                    <a:pt x="646" y="548"/>
                  </a:cubicBezTo>
                  <a:cubicBezTo>
                    <a:pt x="654" y="548"/>
                    <a:pt x="661" y="545"/>
                    <a:pt x="668" y="543"/>
                  </a:cubicBezTo>
                  <a:cubicBezTo>
                    <a:pt x="708" y="529"/>
                    <a:pt x="726" y="478"/>
                    <a:pt x="726" y="477"/>
                  </a:cubicBezTo>
                  <a:lnTo>
                    <a:pt x="727" y="470"/>
                  </a:lnTo>
                  <a:lnTo>
                    <a:pt x="727" y="467"/>
                  </a:lnTo>
                  <a:cubicBezTo>
                    <a:pt x="726" y="464"/>
                    <a:pt x="697" y="446"/>
                    <a:pt x="665" y="446"/>
                  </a:cubicBezTo>
                  <a:cubicBezTo>
                    <a:pt x="661" y="446"/>
                    <a:pt x="657" y="446"/>
                    <a:pt x="654" y="447"/>
                  </a:cubicBezTo>
                  <a:cubicBezTo>
                    <a:pt x="661" y="421"/>
                    <a:pt x="665" y="395"/>
                    <a:pt x="665" y="367"/>
                  </a:cubicBezTo>
                  <a:cubicBezTo>
                    <a:pt x="682" y="361"/>
                    <a:pt x="711" y="347"/>
                    <a:pt x="726" y="322"/>
                  </a:cubicBezTo>
                  <a:cubicBezTo>
                    <a:pt x="743" y="283"/>
                    <a:pt x="720" y="236"/>
                    <a:pt x="719" y="233"/>
                  </a:cubicBezTo>
                  <a:lnTo>
                    <a:pt x="716" y="226"/>
                  </a:lnTo>
                  <a:lnTo>
                    <a:pt x="708" y="228"/>
                  </a:lnTo>
                  <a:cubicBezTo>
                    <a:pt x="706" y="228"/>
                    <a:pt x="668" y="236"/>
                    <a:pt x="646" y="260"/>
                  </a:cubicBezTo>
                  <a:cubicBezTo>
                    <a:pt x="639" y="240"/>
                    <a:pt x="629" y="223"/>
                    <a:pt x="617" y="204"/>
                  </a:cubicBezTo>
                  <a:cubicBezTo>
                    <a:pt x="633" y="192"/>
                    <a:pt x="651" y="175"/>
                    <a:pt x="654" y="152"/>
                  </a:cubicBezTo>
                  <a:cubicBezTo>
                    <a:pt x="662" y="110"/>
                    <a:pt x="626" y="70"/>
                    <a:pt x="625" y="67"/>
                  </a:cubicBezTo>
                  <a:lnTo>
                    <a:pt x="619" y="62"/>
                  </a:lnTo>
                  <a:lnTo>
                    <a:pt x="612" y="65"/>
                  </a:lnTo>
                  <a:cubicBezTo>
                    <a:pt x="610" y="67"/>
                    <a:pt x="561" y="91"/>
                    <a:pt x="552" y="132"/>
                  </a:cubicBezTo>
                  <a:lnTo>
                    <a:pt x="552" y="136"/>
                  </a:lnTo>
                  <a:cubicBezTo>
                    <a:pt x="537" y="123"/>
                    <a:pt x="518" y="113"/>
                    <a:pt x="500" y="103"/>
                  </a:cubicBezTo>
                  <a:cubicBezTo>
                    <a:pt x="506" y="91"/>
                    <a:pt x="511" y="77"/>
                    <a:pt x="508" y="59"/>
                  </a:cubicBezTo>
                  <a:cubicBezTo>
                    <a:pt x="500" y="23"/>
                    <a:pt x="460" y="5"/>
                    <a:pt x="458" y="5"/>
                  </a:cubicBezTo>
                  <a:lnTo>
                    <a:pt x="451" y="0"/>
                  </a:lnTo>
                  <a:lnTo>
                    <a:pt x="445" y="6"/>
                  </a:lnTo>
                  <a:cubicBezTo>
                    <a:pt x="444" y="7"/>
                    <a:pt x="414" y="41"/>
                    <a:pt x="421" y="77"/>
                  </a:cubicBezTo>
                  <a:lnTo>
                    <a:pt x="421" y="80"/>
                  </a:lnTo>
                  <a:cubicBezTo>
                    <a:pt x="414" y="78"/>
                    <a:pt x="406" y="78"/>
                    <a:pt x="399" y="78"/>
                  </a:cubicBezTo>
                  <a:lnTo>
                    <a:pt x="398" y="100"/>
                  </a:lnTo>
                  <a:cubicBezTo>
                    <a:pt x="538" y="113"/>
                    <a:pt x="643" y="228"/>
                    <a:pt x="643" y="369"/>
                  </a:cubicBezTo>
                  <a:cubicBezTo>
                    <a:pt x="643" y="519"/>
                    <a:pt x="522" y="640"/>
                    <a:pt x="372" y="640"/>
                  </a:cubicBezTo>
                  <a:cubicBezTo>
                    <a:pt x="222" y="640"/>
                    <a:pt x="102" y="519"/>
                    <a:pt x="102" y="369"/>
                  </a:cubicBezTo>
                  <a:cubicBezTo>
                    <a:pt x="102" y="227"/>
                    <a:pt x="207" y="113"/>
                    <a:pt x="347" y="100"/>
                  </a:cubicBezTo>
                  <a:lnTo>
                    <a:pt x="344" y="78"/>
                  </a:lnTo>
                  <a:cubicBezTo>
                    <a:pt x="337" y="78"/>
                    <a:pt x="330" y="80"/>
                    <a:pt x="323" y="80"/>
                  </a:cubicBezTo>
                  <a:lnTo>
                    <a:pt x="323" y="77"/>
                  </a:lnTo>
                  <a:cubicBezTo>
                    <a:pt x="330" y="41"/>
                    <a:pt x="300" y="7"/>
                    <a:pt x="298" y="6"/>
                  </a:cubicBezTo>
                  <a:lnTo>
                    <a:pt x="2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8"/>
            <p:cNvSpPr/>
            <p:nvPr/>
          </p:nvSpPr>
          <p:spPr>
            <a:xfrm>
              <a:off x="3266556" y="3415434"/>
              <a:ext cx="263981" cy="236315"/>
            </a:xfrm>
            <a:custGeom>
              <a:rect b="b" l="l" r="r" t="t"/>
              <a:pathLst>
                <a:path extrusionOk="0" h="410" w="458">
                  <a:moveTo>
                    <a:pt x="231" y="29"/>
                  </a:moveTo>
                  <a:lnTo>
                    <a:pt x="429" y="229"/>
                  </a:lnTo>
                  <a:lnTo>
                    <a:pt x="414" y="243"/>
                  </a:lnTo>
                  <a:lnTo>
                    <a:pt x="229" y="61"/>
                  </a:lnTo>
                  <a:lnTo>
                    <a:pt x="46" y="243"/>
                  </a:lnTo>
                  <a:lnTo>
                    <a:pt x="31" y="229"/>
                  </a:lnTo>
                  <a:lnTo>
                    <a:pt x="231" y="29"/>
                  </a:lnTo>
                  <a:close/>
                  <a:moveTo>
                    <a:pt x="291" y="282"/>
                  </a:moveTo>
                  <a:cubicBezTo>
                    <a:pt x="306" y="282"/>
                    <a:pt x="317" y="294"/>
                    <a:pt x="317" y="308"/>
                  </a:cubicBezTo>
                  <a:lnTo>
                    <a:pt x="317" y="389"/>
                  </a:lnTo>
                  <a:lnTo>
                    <a:pt x="267" y="389"/>
                  </a:lnTo>
                  <a:lnTo>
                    <a:pt x="267" y="308"/>
                  </a:lnTo>
                  <a:cubicBezTo>
                    <a:pt x="267" y="294"/>
                    <a:pt x="277" y="282"/>
                    <a:pt x="291" y="282"/>
                  </a:cubicBezTo>
                  <a:close/>
                  <a:moveTo>
                    <a:pt x="229" y="91"/>
                  </a:moveTo>
                  <a:lnTo>
                    <a:pt x="359" y="221"/>
                  </a:lnTo>
                  <a:lnTo>
                    <a:pt x="359" y="389"/>
                  </a:lnTo>
                  <a:lnTo>
                    <a:pt x="337" y="389"/>
                  </a:lnTo>
                  <a:lnTo>
                    <a:pt x="337" y="308"/>
                  </a:lnTo>
                  <a:cubicBezTo>
                    <a:pt x="337" y="282"/>
                    <a:pt x="317" y="263"/>
                    <a:pt x="291" y="263"/>
                  </a:cubicBezTo>
                  <a:cubicBezTo>
                    <a:pt x="267" y="263"/>
                    <a:pt x="246" y="282"/>
                    <a:pt x="246" y="308"/>
                  </a:cubicBezTo>
                  <a:lnTo>
                    <a:pt x="246" y="389"/>
                  </a:lnTo>
                  <a:lnTo>
                    <a:pt x="99" y="389"/>
                  </a:lnTo>
                  <a:lnTo>
                    <a:pt x="99" y="221"/>
                  </a:lnTo>
                  <a:lnTo>
                    <a:pt x="229" y="91"/>
                  </a:lnTo>
                  <a:close/>
                  <a:moveTo>
                    <a:pt x="229" y="0"/>
                  </a:moveTo>
                  <a:lnTo>
                    <a:pt x="1" y="229"/>
                  </a:lnTo>
                  <a:lnTo>
                    <a:pt x="46" y="273"/>
                  </a:lnTo>
                  <a:lnTo>
                    <a:pt x="79" y="242"/>
                  </a:lnTo>
                  <a:lnTo>
                    <a:pt x="79" y="409"/>
                  </a:lnTo>
                  <a:lnTo>
                    <a:pt x="379" y="409"/>
                  </a:lnTo>
                  <a:lnTo>
                    <a:pt x="379" y="242"/>
                  </a:lnTo>
                  <a:lnTo>
                    <a:pt x="413" y="273"/>
                  </a:lnTo>
                  <a:lnTo>
                    <a:pt x="457" y="229"/>
                  </a:lnTo>
                  <a:lnTo>
                    <a:pt x="2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8"/>
            <p:cNvSpPr/>
            <p:nvPr/>
          </p:nvSpPr>
          <p:spPr>
            <a:xfrm>
              <a:off x="3391630" y="3663276"/>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8"/>
            <p:cNvSpPr/>
            <p:nvPr/>
          </p:nvSpPr>
          <p:spPr>
            <a:xfrm>
              <a:off x="3415838" y="3663276"/>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8"/>
            <p:cNvSpPr/>
            <p:nvPr/>
          </p:nvSpPr>
          <p:spPr>
            <a:xfrm>
              <a:off x="3366846" y="3663276"/>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8"/>
            <p:cNvSpPr/>
            <p:nvPr/>
          </p:nvSpPr>
          <p:spPr>
            <a:xfrm>
              <a:off x="3333993" y="3573361"/>
              <a:ext cx="61672" cy="45534"/>
            </a:xfrm>
            <a:custGeom>
              <a:rect b="b" l="l" r="r" t="t"/>
              <a:pathLst>
                <a:path extrusionOk="0" h="79" w="107">
                  <a:moveTo>
                    <a:pt x="44" y="25"/>
                  </a:moveTo>
                  <a:lnTo>
                    <a:pt x="44" y="59"/>
                  </a:lnTo>
                  <a:lnTo>
                    <a:pt x="23" y="59"/>
                  </a:lnTo>
                  <a:lnTo>
                    <a:pt x="23" y="25"/>
                  </a:lnTo>
                  <a:close/>
                  <a:moveTo>
                    <a:pt x="86" y="25"/>
                  </a:moveTo>
                  <a:lnTo>
                    <a:pt x="86" y="59"/>
                  </a:lnTo>
                  <a:lnTo>
                    <a:pt x="64" y="59"/>
                  </a:lnTo>
                  <a:lnTo>
                    <a:pt x="64" y="25"/>
                  </a:lnTo>
                  <a:close/>
                  <a:moveTo>
                    <a:pt x="1" y="1"/>
                  </a:moveTo>
                  <a:lnTo>
                    <a:pt x="1" y="79"/>
                  </a:lnTo>
                  <a:lnTo>
                    <a:pt x="106" y="79"/>
                  </a:lnTo>
                  <a:lnTo>
                    <a:pt x="1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8"/>
            <p:cNvSpPr/>
            <p:nvPr/>
          </p:nvSpPr>
          <p:spPr>
            <a:xfrm>
              <a:off x="3370881" y="3500161"/>
              <a:ext cx="53027" cy="52450"/>
            </a:xfrm>
            <a:custGeom>
              <a:rect b="b" l="l" r="r" t="t"/>
              <a:pathLst>
                <a:path extrusionOk="0" h="91" w="92">
                  <a:moveTo>
                    <a:pt x="45" y="20"/>
                  </a:moveTo>
                  <a:cubicBezTo>
                    <a:pt x="60" y="20"/>
                    <a:pt x="71" y="31"/>
                    <a:pt x="71" y="46"/>
                  </a:cubicBezTo>
                  <a:cubicBezTo>
                    <a:pt x="71" y="60"/>
                    <a:pt x="58" y="70"/>
                    <a:pt x="45" y="70"/>
                  </a:cubicBezTo>
                  <a:cubicBezTo>
                    <a:pt x="31" y="70"/>
                    <a:pt x="21" y="60"/>
                    <a:pt x="21" y="46"/>
                  </a:cubicBezTo>
                  <a:cubicBezTo>
                    <a:pt x="21" y="31"/>
                    <a:pt x="31" y="20"/>
                    <a:pt x="45" y="20"/>
                  </a:cubicBezTo>
                  <a:close/>
                  <a:moveTo>
                    <a:pt x="45" y="1"/>
                  </a:moveTo>
                  <a:cubicBezTo>
                    <a:pt x="21" y="1"/>
                    <a:pt x="0" y="20"/>
                    <a:pt x="0" y="46"/>
                  </a:cubicBezTo>
                  <a:cubicBezTo>
                    <a:pt x="0" y="70"/>
                    <a:pt x="21" y="90"/>
                    <a:pt x="45" y="90"/>
                  </a:cubicBezTo>
                  <a:cubicBezTo>
                    <a:pt x="71" y="90"/>
                    <a:pt x="91" y="70"/>
                    <a:pt x="91" y="46"/>
                  </a:cubicBezTo>
                  <a:cubicBezTo>
                    <a:pt x="91" y="20"/>
                    <a:pt x="71"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8"/>
            <p:cNvSpPr/>
            <p:nvPr/>
          </p:nvSpPr>
          <p:spPr>
            <a:xfrm>
              <a:off x="3274049" y="3713421"/>
              <a:ext cx="40923" cy="17868"/>
            </a:xfrm>
            <a:custGeom>
              <a:rect b="b" l="l" r="r" t="t"/>
              <a:pathLst>
                <a:path extrusionOk="0" h="31" w="71">
                  <a:moveTo>
                    <a:pt x="59" y="1"/>
                  </a:moveTo>
                  <a:cubicBezTo>
                    <a:pt x="51" y="8"/>
                    <a:pt x="43" y="9"/>
                    <a:pt x="37" y="11"/>
                  </a:cubicBezTo>
                  <a:lnTo>
                    <a:pt x="36" y="11"/>
                  </a:lnTo>
                  <a:cubicBezTo>
                    <a:pt x="30" y="11"/>
                    <a:pt x="21" y="8"/>
                    <a:pt x="11" y="2"/>
                  </a:cubicBezTo>
                  <a:lnTo>
                    <a:pt x="1" y="21"/>
                  </a:lnTo>
                  <a:cubicBezTo>
                    <a:pt x="12" y="28"/>
                    <a:pt x="24" y="31"/>
                    <a:pt x="34" y="31"/>
                  </a:cubicBezTo>
                  <a:lnTo>
                    <a:pt x="38" y="31"/>
                  </a:lnTo>
                  <a:cubicBezTo>
                    <a:pt x="49" y="31"/>
                    <a:pt x="60" y="25"/>
                    <a:pt x="70" y="16"/>
                  </a:cubicBezTo>
                  <a:lnTo>
                    <a:pt x="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8"/>
            <p:cNvSpPr/>
            <p:nvPr/>
          </p:nvSpPr>
          <p:spPr>
            <a:xfrm>
              <a:off x="3479816" y="3713421"/>
              <a:ext cx="41499" cy="17868"/>
            </a:xfrm>
            <a:custGeom>
              <a:rect b="b" l="l" r="r" t="t"/>
              <a:pathLst>
                <a:path extrusionOk="0" h="31" w="72">
                  <a:moveTo>
                    <a:pt x="14" y="1"/>
                  </a:moveTo>
                  <a:lnTo>
                    <a:pt x="1" y="16"/>
                  </a:lnTo>
                  <a:cubicBezTo>
                    <a:pt x="12" y="25"/>
                    <a:pt x="22" y="31"/>
                    <a:pt x="34" y="31"/>
                  </a:cubicBezTo>
                  <a:lnTo>
                    <a:pt x="37" y="31"/>
                  </a:lnTo>
                  <a:cubicBezTo>
                    <a:pt x="48" y="31"/>
                    <a:pt x="59" y="27"/>
                    <a:pt x="72" y="19"/>
                  </a:cubicBezTo>
                  <a:lnTo>
                    <a:pt x="61" y="2"/>
                  </a:lnTo>
                  <a:cubicBezTo>
                    <a:pt x="51" y="8"/>
                    <a:pt x="43" y="11"/>
                    <a:pt x="37" y="11"/>
                  </a:cubicBezTo>
                  <a:lnTo>
                    <a:pt x="35" y="11"/>
                  </a:lnTo>
                  <a:cubicBezTo>
                    <a:pt x="30" y="11"/>
                    <a:pt x="22" y="8"/>
                    <a:pt x="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8"/>
            <p:cNvSpPr/>
            <p:nvPr/>
          </p:nvSpPr>
          <p:spPr>
            <a:xfrm>
              <a:off x="3223328" y="3621777"/>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8"/>
            <p:cNvSpPr/>
            <p:nvPr/>
          </p:nvSpPr>
          <p:spPr>
            <a:xfrm>
              <a:off x="3212953" y="3505348"/>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8"/>
            <p:cNvSpPr/>
            <p:nvPr/>
          </p:nvSpPr>
          <p:spPr>
            <a:xfrm>
              <a:off x="3258487" y="3413704"/>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8"/>
            <p:cNvSpPr/>
            <p:nvPr/>
          </p:nvSpPr>
          <p:spPr>
            <a:xfrm>
              <a:off x="3558780" y="3621777"/>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8"/>
            <p:cNvSpPr/>
            <p:nvPr/>
          </p:nvSpPr>
          <p:spPr>
            <a:xfrm>
              <a:off x="3570884" y="3505348"/>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8"/>
            <p:cNvSpPr/>
            <p:nvPr/>
          </p:nvSpPr>
          <p:spPr>
            <a:xfrm>
              <a:off x="3524774" y="3413704"/>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8"/>
            <p:cNvSpPr/>
            <p:nvPr/>
          </p:nvSpPr>
          <p:spPr>
            <a:xfrm>
              <a:off x="3428519" y="3592958"/>
              <a:ext cx="12680" cy="24784"/>
            </a:xfrm>
            <a:custGeom>
              <a:rect b="b" l="l" r="r" t="t"/>
              <a:pathLst>
                <a:path extrusionOk="0" h="43" w="22">
                  <a:moveTo>
                    <a:pt x="0" y="0"/>
                  </a:moveTo>
                  <a:lnTo>
                    <a:pt x="0" y="42"/>
                  </a:lnTo>
                  <a:lnTo>
                    <a:pt x="22" y="4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8"/>
            <p:cNvSpPr/>
            <p:nvPr/>
          </p:nvSpPr>
          <p:spPr>
            <a:xfrm>
              <a:off x="3337451" y="3531862"/>
              <a:ext cx="21326" cy="21326"/>
            </a:xfrm>
            <a:custGeom>
              <a:rect b="b" l="l" r="r" t="t"/>
              <a:pathLst>
                <a:path extrusionOk="0" h="37" w="37">
                  <a:moveTo>
                    <a:pt x="22" y="1"/>
                  </a:moveTo>
                  <a:lnTo>
                    <a:pt x="1" y="22"/>
                  </a:lnTo>
                  <a:lnTo>
                    <a:pt x="15" y="37"/>
                  </a:lnTo>
                  <a:lnTo>
                    <a:pt x="37" y="15"/>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8"/>
            <p:cNvSpPr/>
            <p:nvPr/>
          </p:nvSpPr>
          <p:spPr>
            <a:xfrm>
              <a:off x="3430248" y="3527251"/>
              <a:ext cx="20173" cy="20173"/>
            </a:xfrm>
            <a:custGeom>
              <a:rect b="b" l="l" r="r" t="t"/>
              <a:pathLst>
                <a:path extrusionOk="0" h="35" w="35">
                  <a:moveTo>
                    <a:pt x="14" y="0"/>
                  </a:moveTo>
                  <a:lnTo>
                    <a:pt x="0" y="14"/>
                  </a:lnTo>
                  <a:lnTo>
                    <a:pt x="20" y="35"/>
                  </a:lnTo>
                  <a:lnTo>
                    <a:pt x="35" y="20"/>
                  </a:lnTo>
                  <a:lnTo>
                    <a:pt x="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8"/>
            <p:cNvSpPr/>
            <p:nvPr/>
          </p:nvSpPr>
          <p:spPr>
            <a:xfrm>
              <a:off x="3450997" y="3546848"/>
              <a:ext cx="17291" cy="17291"/>
            </a:xfrm>
            <a:custGeom>
              <a:rect b="b" l="l" r="r" t="t"/>
              <a:pathLst>
                <a:path extrusionOk="0" h="30" w="30">
                  <a:moveTo>
                    <a:pt x="15" y="1"/>
                  </a:moveTo>
                  <a:lnTo>
                    <a:pt x="0" y="15"/>
                  </a:lnTo>
                  <a:lnTo>
                    <a:pt x="15" y="30"/>
                  </a:lnTo>
                  <a:lnTo>
                    <a:pt x="29" y="15"/>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48"/>
          <p:cNvGrpSpPr/>
          <p:nvPr/>
        </p:nvGrpSpPr>
        <p:grpSpPr>
          <a:xfrm>
            <a:off x="5532873" y="1404452"/>
            <a:ext cx="416145" cy="416145"/>
            <a:chOff x="5532873" y="1404452"/>
            <a:chExt cx="416145" cy="416145"/>
          </a:xfrm>
        </p:grpSpPr>
        <p:sp>
          <p:nvSpPr>
            <p:cNvPr id="2186" name="Google Shape;2186;p48"/>
            <p:cNvSpPr/>
            <p:nvPr/>
          </p:nvSpPr>
          <p:spPr>
            <a:xfrm>
              <a:off x="5532873" y="1404452"/>
              <a:ext cx="345250" cy="211531"/>
            </a:xfrm>
            <a:custGeom>
              <a:rect b="b" l="l" r="r" t="t"/>
              <a:pathLst>
                <a:path extrusionOk="0" h="367" w="599">
                  <a:moveTo>
                    <a:pt x="66" y="25"/>
                  </a:moveTo>
                  <a:cubicBezTo>
                    <a:pt x="92" y="25"/>
                    <a:pt x="112" y="44"/>
                    <a:pt x="112" y="70"/>
                  </a:cubicBezTo>
                  <a:lnTo>
                    <a:pt x="112" y="186"/>
                  </a:lnTo>
                  <a:lnTo>
                    <a:pt x="21" y="186"/>
                  </a:lnTo>
                  <a:lnTo>
                    <a:pt x="21" y="70"/>
                  </a:lnTo>
                  <a:cubicBezTo>
                    <a:pt x="21" y="44"/>
                    <a:pt x="41" y="25"/>
                    <a:pt x="66" y="25"/>
                  </a:cubicBezTo>
                  <a:close/>
                  <a:moveTo>
                    <a:pt x="69" y="1"/>
                  </a:moveTo>
                  <a:cubicBezTo>
                    <a:pt x="33" y="1"/>
                    <a:pt x="1" y="33"/>
                    <a:pt x="1" y="69"/>
                  </a:cubicBezTo>
                  <a:lnTo>
                    <a:pt x="1" y="206"/>
                  </a:lnTo>
                  <a:lnTo>
                    <a:pt x="114" y="206"/>
                  </a:lnTo>
                  <a:lnTo>
                    <a:pt x="114" y="366"/>
                  </a:lnTo>
                  <a:lnTo>
                    <a:pt x="135" y="366"/>
                  </a:lnTo>
                  <a:lnTo>
                    <a:pt x="135" y="69"/>
                  </a:lnTo>
                  <a:cubicBezTo>
                    <a:pt x="135" y="50"/>
                    <a:pt x="128" y="34"/>
                    <a:pt x="118" y="23"/>
                  </a:cubicBezTo>
                  <a:lnTo>
                    <a:pt x="533" y="23"/>
                  </a:lnTo>
                  <a:cubicBezTo>
                    <a:pt x="559" y="23"/>
                    <a:pt x="577" y="43"/>
                    <a:pt x="577" y="69"/>
                  </a:cubicBezTo>
                  <a:lnTo>
                    <a:pt x="577" y="73"/>
                  </a:lnTo>
                  <a:lnTo>
                    <a:pt x="599" y="73"/>
                  </a:lnTo>
                  <a:lnTo>
                    <a:pt x="599" y="69"/>
                  </a:lnTo>
                  <a:cubicBezTo>
                    <a:pt x="599" y="33"/>
                    <a:pt x="569" y="1"/>
                    <a:pt x="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8"/>
            <p:cNvSpPr/>
            <p:nvPr/>
          </p:nvSpPr>
          <p:spPr>
            <a:xfrm>
              <a:off x="5598003" y="1718578"/>
              <a:ext cx="280119" cy="102019"/>
            </a:xfrm>
            <a:custGeom>
              <a:rect b="b" l="l" r="r" t="t"/>
              <a:pathLst>
                <a:path extrusionOk="0" h="177" w="486">
                  <a:moveTo>
                    <a:pt x="464" y="1"/>
                  </a:moveTo>
                  <a:lnTo>
                    <a:pt x="464" y="155"/>
                  </a:lnTo>
                  <a:lnTo>
                    <a:pt x="22" y="155"/>
                  </a:lnTo>
                  <a:lnTo>
                    <a:pt x="22" y="135"/>
                  </a:lnTo>
                  <a:lnTo>
                    <a:pt x="1" y="135"/>
                  </a:lnTo>
                  <a:lnTo>
                    <a:pt x="1" y="177"/>
                  </a:lnTo>
                  <a:lnTo>
                    <a:pt x="486" y="177"/>
                  </a:lnTo>
                  <a:lnTo>
                    <a:pt x="4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8"/>
            <p:cNvSpPr/>
            <p:nvPr/>
          </p:nvSpPr>
          <p:spPr>
            <a:xfrm>
              <a:off x="5765153" y="1458632"/>
              <a:ext cx="183864" cy="248995"/>
            </a:xfrm>
            <a:custGeom>
              <a:rect b="b" l="l" r="r" t="t"/>
              <a:pathLst>
                <a:path extrusionOk="0" h="432" w="319">
                  <a:moveTo>
                    <a:pt x="296" y="21"/>
                  </a:moveTo>
                  <a:lnTo>
                    <a:pt x="296" y="410"/>
                  </a:lnTo>
                  <a:lnTo>
                    <a:pt x="21" y="410"/>
                  </a:lnTo>
                  <a:lnTo>
                    <a:pt x="21" y="21"/>
                  </a:lnTo>
                  <a:close/>
                  <a:moveTo>
                    <a:pt x="1" y="1"/>
                  </a:moveTo>
                  <a:lnTo>
                    <a:pt x="1" y="431"/>
                  </a:lnTo>
                  <a:lnTo>
                    <a:pt x="319" y="431"/>
                  </a:lnTo>
                  <a:lnTo>
                    <a:pt x="3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8"/>
            <p:cNvSpPr/>
            <p:nvPr/>
          </p:nvSpPr>
          <p:spPr>
            <a:xfrm>
              <a:off x="5838929" y="1645378"/>
              <a:ext cx="36888" cy="36888"/>
            </a:xfrm>
            <a:custGeom>
              <a:rect b="b" l="l" r="r" t="t"/>
              <a:pathLst>
                <a:path extrusionOk="0" h="64" w="64">
                  <a:moveTo>
                    <a:pt x="42" y="22"/>
                  </a:moveTo>
                  <a:lnTo>
                    <a:pt x="42" y="44"/>
                  </a:lnTo>
                  <a:lnTo>
                    <a:pt x="20" y="44"/>
                  </a:lnTo>
                  <a:lnTo>
                    <a:pt x="20" y="22"/>
                  </a:lnTo>
                  <a:close/>
                  <a:moveTo>
                    <a:pt x="0" y="0"/>
                  </a:moveTo>
                  <a:lnTo>
                    <a:pt x="0" y="64"/>
                  </a:lnTo>
                  <a:lnTo>
                    <a:pt x="64" y="64"/>
                  </a:lnTo>
                  <a:lnTo>
                    <a:pt x="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8"/>
            <p:cNvSpPr/>
            <p:nvPr/>
          </p:nvSpPr>
          <p:spPr>
            <a:xfrm>
              <a:off x="5789361" y="1645378"/>
              <a:ext cx="37465" cy="36888"/>
            </a:xfrm>
            <a:custGeom>
              <a:rect b="b" l="l" r="r" t="t"/>
              <a:pathLst>
                <a:path extrusionOk="0" h="64" w="65">
                  <a:moveTo>
                    <a:pt x="43" y="22"/>
                  </a:moveTo>
                  <a:lnTo>
                    <a:pt x="43" y="44"/>
                  </a:lnTo>
                  <a:lnTo>
                    <a:pt x="21" y="44"/>
                  </a:lnTo>
                  <a:lnTo>
                    <a:pt x="21" y="22"/>
                  </a:lnTo>
                  <a:close/>
                  <a:moveTo>
                    <a:pt x="1" y="0"/>
                  </a:moveTo>
                  <a:lnTo>
                    <a:pt x="1" y="64"/>
                  </a:lnTo>
                  <a:lnTo>
                    <a:pt x="64" y="64"/>
                  </a:lnTo>
                  <a:lnTo>
                    <a:pt x="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8"/>
            <p:cNvSpPr/>
            <p:nvPr/>
          </p:nvSpPr>
          <p:spPr>
            <a:xfrm>
              <a:off x="5887921" y="1596386"/>
              <a:ext cx="36312" cy="85880"/>
            </a:xfrm>
            <a:custGeom>
              <a:rect b="b" l="l" r="r" t="t"/>
              <a:pathLst>
                <a:path extrusionOk="0" h="149" w="63">
                  <a:moveTo>
                    <a:pt x="41" y="22"/>
                  </a:moveTo>
                  <a:lnTo>
                    <a:pt x="41" y="129"/>
                  </a:lnTo>
                  <a:lnTo>
                    <a:pt x="19" y="129"/>
                  </a:lnTo>
                  <a:lnTo>
                    <a:pt x="19" y="22"/>
                  </a:lnTo>
                  <a:close/>
                  <a:moveTo>
                    <a:pt x="0" y="0"/>
                  </a:moveTo>
                  <a:lnTo>
                    <a:pt x="0" y="149"/>
                  </a:lnTo>
                  <a:lnTo>
                    <a:pt x="62" y="149"/>
                  </a:lnTo>
                  <a:lnTo>
                    <a:pt x="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8"/>
            <p:cNvSpPr/>
            <p:nvPr/>
          </p:nvSpPr>
          <p:spPr>
            <a:xfrm>
              <a:off x="5838929" y="1596386"/>
              <a:ext cx="36888" cy="36888"/>
            </a:xfrm>
            <a:custGeom>
              <a:rect b="b" l="l" r="r" t="t"/>
              <a:pathLst>
                <a:path extrusionOk="0" h="64" w="64">
                  <a:moveTo>
                    <a:pt x="42" y="22"/>
                  </a:moveTo>
                  <a:lnTo>
                    <a:pt x="42" y="44"/>
                  </a:lnTo>
                  <a:lnTo>
                    <a:pt x="20" y="44"/>
                  </a:lnTo>
                  <a:lnTo>
                    <a:pt x="20" y="22"/>
                  </a:lnTo>
                  <a:close/>
                  <a:moveTo>
                    <a:pt x="0" y="0"/>
                  </a:moveTo>
                  <a:lnTo>
                    <a:pt x="0" y="64"/>
                  </a:lnTo>
                  <a:lnTo>
                    <a:pt x="64" y="64"/>
                  </a:lnTo>
                  <a:lnTo>
                    <a:pt x="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8"/>
            <p:cNvSpPr/>
            <p:nvPr/>
          </p:nvSpPr>
          <p:spPr>
            <a:xfrm>
              <a:off x="5789361" y="1596386"/>
              <a:ext cx="37465" cy="36888"/>
            </a:xfrm>
            <a:custGeom>
              <a:rect b="b" l="l" r="r" t="t"/>
              <a:pathLst>
                <a:path extrusionOk="0" h="64" w="65">
                  <a:moveTo>
                    <a:pt x="43" y="22"/>
                  </a:moveTo>
                  <a:lnTo>
                    <a:pt x="43" y="44"/>
                  </a:lnTo>
                  <a:lnTo>
                    <a:pt x="21" y="44"/>
                  </a:lnTo>
                  <a:lnTo>
                    <a:pt x="21" y="22"/>
                  </a:lnTo>
                  <a:close/>
                  <a:moveTo>
                    <a:pt x="1" y="0"/>
                  </a:moveTo>
                  <a:lnTo>
                    <a:pt x="1" y="64"/>
                  </a:lnTo>
                  <a:lnTo>
                    <a:pt x="64" y="64"/>
                  </a:lnTo>
                  <a:lnTo>
                    <a:pt x="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8"/>
            <p:cNvSpPr/>
            <p:nvPr/>
          </p:nvSpPr>
          <p:spPr>
            <a:xfrm>
              <a:off x="5887921" y="1548547"/>
              <a:ext cx="36312" cy="37465"/>
            </a:xfrm>
            <a:custGeom>
              <a:rect b="b" l="l" r="r" t="t"/>
              <a:pathLst>
                <a:path extrusionOk="0" h="65" w="63">
                  <a:moveTo>
                    <a:pt x="41" y="21"/>
                  </a:moveTo>
                  <a:lnTo>
                    <a:pt x="41" y="43"/>
                  </a:lnTo>
                  <a:lnTo>
                    <a:pt x="19" y="43"/>
                  </a:lnTo>
                  <a:lnTo>
                    <a:pt x="19" y="21"/>
                  </a:lnTo>
                  <a:close/>
                  <a:moveTo>
                    <a:pt x="0" y="1"/>
                  </a:moveTo>
                  <a:lnTo>
                    <a:pt x="0" y="64"/>
                  </a:lnTo>
                  <a:lnTo>
                    <a:pt x="62" y="64"/>
                  </a:lnTo>
                  <a:lnTo>
                    <a:pt x="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8"/>
            <p:cNvSpPr/>
            <p:nvPr/>
          </p:nvSpPr>
          <p:spPr>
            <a:xfrm>
              <a:off x="5838929" y="1548547"/>
              <a:ext cx="36888" cy="37465"/>
            </a:xfrm>
            <a:custGeom>
              <a:rect b="b" l="l" r="r" t="t"/>
              <a:pathLst>
                <a:path extrusionOk="0" h="65" w="64">
                  <a:moveTo>
                    <a:pt x="42" y="21"/>
                  </a:moveTo>
                  <a:lnTo>
                    <a:pt x="42" y="43"/>
                  </a:lnTo>
                  <a:lnTo>
                    <a:pt x="20" y="43"/>
                  </a:lnTo>
                  <a:lnTo>
                    <a:pt x="20" y="21"/>
                  </a:lnTo>
                  <a:close/>
                  <a:moveTo>
                    <a:pt x="0" y="1"/>
                  </a:moveTo>
                  <a:lnTo>
                    <a:pt x="0" y="64"/>
                  </a:lnTo>
                  <a:lnTo>
                    <a:pt x="64" y="64"/>
                  </a:lnTo>
                  <a:lnTo>
                    <a:pt x="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8"/>
            <p:cNvSpPr/>
            <p:nvPr/>
          </p:nvSpPr>
          <p:spPr>
            <a:xfrm>
              <a:off x="5789361" y="1548547"/>
              <a:ext cx="37465" cy="37465"/>
            </a:xfrm>
            <a:custGeom>
              <a:rect b="b" l="l" r="r" t="t"/>
              <a:pathLst>
                <a:path extrusionOk="0" h="65" w="65">
                  <a:moveTo>
                    <a:pt x="43" y="21"/>
                  </a:moveTo>
                  <a:lnTo>
                    <a:pt x="43" y="43"/>
                  </a:lnTo>
                  <a:lnTo>
                    <a:pt x="21" y="43"/>
                  </a:lnTo>
                  <a:lnTo>
                    <a:pt x="21" y="21"/>
                  </a:lnTo>
                  <a:close/>
                  <a:moveTo>
                    <a:pt x="1" y="1"/>
                  </a:moveTo>
                  <a:lnTo>
                    <a:pt x="1" y="64"/>
                  </a:lnTo>
                  <a:lnTo>
                    <a:pt x="64" y="64"/>
                  </a:lnTo>
                  <a:lnTo>
                    <a:pt x="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8"/>
            <p:cNvSpPr/>
            <p:nvPr/>
          </p:nvSpPr>
          <p:spPr>
            <a:xfrm>
              <a:off x="5789361" y="1482840"/>
              <a:ext cx="134872" cy="54179"/>
            </a:xfrm>
            <a:custGeom>
              <a:rect b="b" l="l" r="r" t="t"/>
              <a:pathLst>
                <a:path extrusionOk="0" h="94" w="234">
                  <a:moveTo>
                    <a:pt x="212" y="22"/>
                  </a:moveTo>
                  <a:lnTo>
                    <a:pt x="212" y="72"/>
                  </a:lnTo>
                  <a:lnTo>
                    <a:pt x="23" y="72"/>
                  </a:lnTo>
                  <a:lnTo>
                    <a:pt x="23" y="22"/>
                  </a:lnTo>
                  <a:close/>
                  <a:moveTo>
                    <a:pt x="1" y="1"/>
                  </a:moveTo>
                  <a:lnTo>
                    <a:pt x="1" y="93"/>
                  </a:lnTo>
                  <a:lnTo>
                    <a:pt x="233" y="93"/>
                  </a:lnTo>
                  <a:lnTo>
                    <a:pt x="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8"/>
            <p:cNvSpPr/>
            <p:nvPr/>
          </p:nvSpPr>
          <p:spPr>
            <a:xfrm>
              <a:off x="5532873" y="1608490"/>
              <a:ext cx="194816" cy="175795"/>
            </a:xfrm>
            <a:custGeom>
              <a:rect b="b" l="l" r="r" t="t"/>
              <a:pathLst>
                <a:path extrusionOk="0" h="305" w="338">
                  <a:moveTo>
                    <a:pt x="273" y="69"/>
                  </a:moveTo>
                  <a:lnTo>
                    <a:pt x="306" y="138"/>
                  </a:lnTo>
                  <a:lnTo>
                    <a:pt x="239" y="138"/>
                  </a:lnTo>
                  <a:lnTo>
                    <a:pt x="273" y="69"/>
                  </a:lnTo>
                  <a:close/>
                  <a:moveTo>
                    <a:pt x="62" y="70"/>
                  </a:moveTo>
                  <a:lnTo>
                    <a:pt x="93" y="141"/>
                  </a:lnTo>
                  <a:lnTo>
                    <a:pt x="28" y="141"/>
                  </a:lnTo>
                  <a:lnTo>
                    <a:pt x="62" y="70"/>
                  </a:lnTo>
                  <a:close/>
                  <a:moveTo>
                    <a:pt x="98" y="160"/>
                  </a:moveTo>
                  <a:cubicBezTo>
                    <a:pt x="93" y="177"/>
                    <a:pt x="77" y="189"/>
                    <a:pt x="62" y="189"/>
                  </a:cubicBezTo>
                  <a:cubicBezTo>
                    <a:pt x="43" y="189"/>
                    <a:pt x="28" y="177"/>
                    <a:pt x="23" y="160"/>
                  </a:cubicBezTo>
                  <a:close/>
                  <a:moveTo>
                    <a:pt x="309" y="160"/>
                  </a:moveTo>
                  <a:cubicBezTo>
                    <a:pt x="306" y="177"/>
                    <a:pt x="288" y="189"/>
                    <a:pt x="273" y="189"/>
                  </a:cubicBezTo>
                  <a:cubicBezTo>
                    <a:pt x="255" y="189"/>
                    <a:pt x="241" y="177"/>
                    <a:pt x="235" y="160"/>
                  </a:cubicBezTo>
                  <a:close/>
                  <a:moveTo>
                    <a:pt x="215" y="264"/>
                  </a:moveTo>
                  <a:cubicBezTo>
                    <a:pt x="223" y="264"/>
                    <a:pt x="234" y="271"/>
                    <a:pt x="234" y="281"/>
                  </a:cubicBezTo>
                  <a:lnTo>
                    <a:pt x="234" y="285"/>
                  </a:lnTo>
                  <a:lnTo>
                    <a:pt x="99" y="285"/>
                  </a:lnTo>
                  <a:lnTo>
                    <a:pt x="99" y="281"/>
                  </a:lnTo>
                  <a:cubicBezTo>
                    <a:pt x="99" y="272"/>
                    <a:pt x="106" y="264"/>
                    <a:pt x="118" y="264"/>
                  </a:cubicBezTo>
                  <a:close/>
                  <a:moveTo>
                    <a:pt x="156" y="1"/>
                  </a:moveTo>
                  <a:lnTo>
                    <a:pt x="156" y="33"/>
                  </a:lnTo>
                  <a:lnTo>
                    <a:pt x="54" y="33"/>
                  </a:lnTo>
                  <a:lnTo>
                    <a:pt x="1" y="148"/>
                  </a:lnTo>
                  <a:lnTo>
                    <a:pt x="1" y="150"/>
                  </a:lnTo>
                  <a:cubicBezTo>
                    <a:pt x="1" y="181"/>
                    <a:pt x="28" y="209"/>
                    <a:pt x="62" y="209"/>
                  </a:cubicBezTo>
                  <a:cubicBezTo>
                    <a:pt x="93" y="209"/>
                    <a:pt x="121" y="181"/>
                    <a:pt x="121" y="150"/>
                  </a:cubicBezTo>
                  <a:lnTo>
                    <a:pt x="121" y="148"/>
                  </a:lnTo>
                  <a:lnTo>
                    <a:pt x="77" y="54"/>
                  </a:lnTo>
                  <a:lnTo>
                    <a:pt x="157" y="54"/>
                  </a:lnTo>
                  <a:lnTo>
                    <a:pt x="157" y="241"/>
                  </a:lnTo>
                  <a:lnTo>
                    <a:pt x="119" y="241"/>
                  </a:lnTo>
                  <a:cubicBezTo>
                    <a:pt x="98" y="241"/>
                    <a:pt x="80" y="259"/>
                    <a:pt x="80" y="280"/>
                  </a:cubicBezTo>
                  <a:lnTo>
                    <a:pt x="80" y="304"/>
                  </a:lnTo>
                  <a:lnTo>
                    <a:pt x="258" y="304"/>
                  </a:lnTo>
                  <a:lnTo>
                    <a:pt x="258" y="280"/>
                  </a:lnTo>
                  <a:cubicBezTo>
                    <a:pt x="258" y="258"/>
                    <a:pt x="239" y="241"/>
                    <a:pt x="221" y="241"/>
                  </a:cubicBezTo>
                  <a:lnTo>
                    <a:pt x="182" y="241"/>
                  </a:lnTo>
                  <a:lnTo>
                    <a:pt x="182" y="54"/>
                  </a:lnTo>
                  <a:lnTo>
                    <a:pt x="261" y="54"/>
                  </a:lnTo>
                  <a:lnTo>
                    <a:pt x="218" y="148"/>
                  </a:lnTo>
                  <a:lnTo>
                    <a:pt x="218" y="150"/>
                  </a:lnTo>
                  <a:cubicBezTo>
                    <a:pt x="218" y="181"/>
                    <a:pt x="245" y="209"/>
                    <a:pt x="278" y="209"/>
                  </a:cubicBezTo>
                  <a:cubicBezTo>
                    <a:pt x="310" y="209"/>
                    <a:pt x="338" y="181"/>
                    <a:pt x="338" y="150"/>
                  </a:cubicBezTo>
                  <a:lnTo>
                    <a:pt x="338" y="148"/>
                  </a:lnTo>
                  <a:lnTo>
                    <a:pt x="278" y="33"/>
                  </a:lnTo>
                  <a:lnTo>
                    <a:pt x="177" y="33"/>
                  </a:lnTo>
                  <a:lnTo>
                    <a:pt x="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8"/>
            <p:cNvSpPr/>
            <p:nvPr/>
          </p:nvSpPr>
          <p:spPr>
            <a:xfrm>
              <a:off x="5627399" y="1440764"/>
              <a:ext cx="38041" cy="89339"/>
            </a:xfrm>
            <a:custGeom>
              <a:rect b="b" l="l" r="r" t="t"/>
              <a:pathLst>
                <a:path extrusionOk="0" h="155" w="66">
                  <a:moveTo>
                    <a:pt x="22" y="0"/>
                  </a:moveTo>
                  <a:lnTo>
                    <a:pt x="22" y="25"/>
                  </a:lnTo>
                  <a:cubicBezTo>
                    <a:pt x="9" y="29"/>
                    <a:pt x="0" y="40"/>
                    <a:pt x="0" y="55"/>
                  </a:cubicBezTo>
                  <a:cubicBezTo>
                    <a:pt x="0" y="74"/>
                    <a:pt x="15" y="88"/>
                    <a:pt x="32" y="88"/>
                  </a:cubicBezTo>
                  <a:cubicBezTo>
                    <a:pt x="38" y="88"/>
                    <a:pt x="44" y="94"/>
                    <a:pt x="44" y="98"/>
                  </a:cubicBezTo>
                  <a:cubicBezTo>
                    <a:pt x="44" y="104"/>
                    <a:pt x="38" y="110"/>
                    <a:pt x="32" y="110"/>
                  </a:cubicBezTo>
                  <a:lnTo>
                    <a:pt x="6" y="110"/>
                  </a:lnTo>
                  <a:lnTo>
                    <a:pt x="6" y="131"/>
                  </a:lnTo>
                  <a:lnTo>
                    <a:pt x="22" y="131"/>
                  </a:lnTo>
                  <a:lnTo>
                    <a:pt x="22" y="155"/>
                  </a:lnTo>
                  <a:lnTo>
                    <a:pt x="44" y="155"/>
                  </a:lnTo>
                  <a:lnTo>
                    <a:pt x="44" y="130"/>
                  </a:lnTo>
                  <a:cubicBezTo>
                    <a:pt x="57" y="126"/>
                    <a:pt x="65" y="114"/>
                    <a:pt x="65" y="100"/>
                  </a:cubicBezTo>
                  <a:cubicBezTo>
                    <a:pt x="64" y="79"/>
                    <a:pt x="49" y="66"/>
                    <a:pt x="33" y="66"/>
                  </a:cubicBezTo>
                  <a:cubicBezTo>
                    <a:pt x="28" y="66"/>
                    <a:pt x="22" y="61"/>
                    <a:pt x="22" y="56"/>
                  </a:cubicBezTo>
                  <a:cubicBezTo>
                    <a:pt x="22" y="51"/>
                    <a:pt x="28" y="45"/>
                    <a:pt x="33" y="45"/>
                  </a:cubicBezTo>
                  <a:lnTo>
                    <a:pt x="59" y="45"/>
                  </a:lnTo>
                  <a:lnTo>
                    <a:pt x="59" y="23"/>
                  </a:lnTo>
                  <a:lnTo>
                    <a:pt x="44" y="23"/>
                  </a:lnTo>
                  <a:lnTo>
                    <a:pt x="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8"/>
            <p:cNvSpPr/>
            <p:nvPr/>
          </p:nvSpPr>
          <p:spPr>
            <a:xfrm>
              <a:off x="5627975" y="1548547"/>
              <a:ext cx="124498" cy="13257"/>
            </a:xfrm>
            <a:custGeom>
              <a:rect b="b" l="l" r="r" t="t"/>
              <a:pathLst>
                <a:path extrusionOk="0" h="23" w="216">
                  <a:moveTo>
                    <a:pt x="1" y="1"/>
                  </a:moveTo>
                  <a:lnTo>
                    <a:pt x="1" y="23"/>
                  </a:lnTo>
                  <a:lnTo>
                    <a:pt x="216" y="23"/>
                  </a:lnTo>
                  <a:lnTo>
                    <a:pt x="2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8"/>
            <p:cNvSpPr/>
            <p:nvPr/>
          </p:nvSpPr>
          <p:spPr>
            <a:xfrm>
              <a:off x="5627975" y="1581977"/>
              <a:ext cx="52450" cy="13257"/>
            </a:xfrm>
            <a:custGeom>
              <a:rect b="b" l="l" r="r" t="t"/>
              <a:pathLst>
                <a:path extrusionOk="0" h="23" w="91">
                  <a:moveTo>
                    <a:pt x="1" y="1"/>
                  </a:moveTo>
                  <a:lnTo>
                    <a:pt x="1" y="22"/>
                  </a:lnTo>
                  <a:lnTo>
                    <a:pt x="90" y="22"/>
                  </a:lnTo>
                  <a:lnTo>
                    <a:pt x="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8"/>
            <p:cNvSpPr/>
            <p:nvPr/>
          </p:nvSpPr>
          <p:spPr>
            <a:xfrm>
              <a:off x="5691377" y="1581977"/>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8"/>
            <p:cNvSpPr/>
            <p:nvPr/>
          </p:nvSpPr>
          <p:spPr>
            <a:xfrm>
              <a:off x="5715584" y="1581977"/>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8"/>
            <p:cNvSpPr/>
            <p:nvPr/>
          </p:nvSpPr>
          <p:spPr>
            <a:xfrm>
              <a:off x="5558810" y="1434424"/>
              <a:ext cx="13257" cy="41499"/>
            </a:xfrm>
            <a:custGeom>
              <a:rect b="b" l="l" r="r" t="t"/>
              <a:pathLst>
                <a:path extrusionOk="0" h="72" w="23">
                  <a:moveTo>
                    <a:pt x="1" y="1"/>
                  </a:moveTo>
                  <a:lnTo>
                    <a:pt x="1" y="72"/>
                  </a:lnTo>
                  <a:lnTo>
                    <a:pt x="22" y="7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8"/>
            <p:cNvSpPr/>
            <p:nvPr/>
          </p:nvSpPr>
          <p:spPr>
            <a:xfrm>
              <a:off x="5558810" y="1488027"/>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8"/>
            <p:cNvSpPr/>
            <p:nvPr/>
          </p:nvSpPr>
          <p:spPr>
            <a:xfrm>
              <a:off x="5815298" y="1431542"/>
              <a:ext cx="31701" cy="12680"/>
            </a:xfrm>
            <a:custGeom>
              <a:rect b="b" l="l" r="r" t="t"/>
              <a:pathLst>
                <a:path extrusionOk="0" h="22" w="55">
                  <a:moveTo>
                    <a:pt x="1" y="0"/>
                  </a:moveTo>
                  <a:lnTo>
                    <a:pt x="1" y="22"/>
                  </a:lnTo>
                  <a:lnTo>
                    <a:pt x="54" y="22"/>
                  </a:lnTo>
                  <a:lnTo>
                    <a:pt x="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8"/>
            <p:cNvSpPr/>
            <p:nvPr/>
          </p:nvSpPr>
          <p:spPr>
            <a:xfrm>
              <a:off x="5723077" y="143154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8"/>
            <p:cNvSpPr/>
            <p:nvPr/>
          </p:nvSpPr>
          <p:spPr>
            <a:xfrm>
              <a:off x="5747285" y="1431542"/>
              <a:ext cx="57061" cy="12680"/>
            </a:xfrm>
            <a:custGeom>
              <a:rect b="b" l="l" r="r" t="t"/>
              <a:pathLst>
                <a:path extrusionOk="0" h="22" w="99">
                  <a:moveTo>
                    <a:pt x="0" y="0"/>
                  </a:moveTo>
                  <a:lnTo>
                    <a:pt x="0" y="22"/>
                  </a:lnTo>
                  <a:lnTo>
                    <a:pt x="98" y="22"/>
                  </a:lnTo>
                  <a:lnTo>
                    <a:pt x="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8"/>
            <p:cNvSpPr/>
            <p:nvPr/>
          </p:nvSpPr>
          <p:spPr>
            <a:xfrm>
              <a:off x="5678120" y="1431542"/>
              <a:ext cx="32854" cy="12680"/>
            </a:xfrm>
            <a:custGeom>
              <a:rect b="b" l="l" r="r" t="t"/>
              <a:pathLst>
                <a:path extrusionOk="0" h="22" w="57">
                  <a:moveTo>
                    <a:pt x="0" y="0"/>
                  </a:moveTo>
                  <a:lnTo>
                    <a:pt x="0" y="22"/>
                  </a:lnTo>
                  <a:lnTo>
                    <a:pt x="57" y="22"/>
                  </a:lnTo>
                  <a:lnTo>
                    <a:pt x="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8"/>
            <p:cNvSpPr/>
            <p:nvPr/>
          </p:nvSpPr>
          <p:spPr>
            <a:xfrm>
              <a:off x="5764000" y="1719155"/>
              <a:ext cx="40923" cy="13257"/>
            </a:xfrm>
            <a:custGeom>
              <a:rect b="b" l="l" r="r" t="t"/>
              <a:pathLst>
                <a:path extrusionOk="0" h="23" w="71">
                  <a:moveTo>
                    <a:pt x="0" y="1"/>
                  </a:moveTo>
                  <a:lnTo>
                    <a:pt x="0" y="23"/>
                  </a:lnTo>
                  <a:lnTo>
                    <a:pt x="71" y="23"/>
                  </a:lnTo>
                  <a:lnTo>
                    <a:pt x="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8"/>
            <p:cNvSpPr/>
            <p:nvPr/>
          </p:nvSpPr>
          <p:spPr>
            <a:xfrm>
              <a:off x="5738640" y="1719155"/>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8"/>
            <p:cNvSpPr/>
            <p:nvPr/>
          </p:nvSpPr>
          <p:spPr>
            <a:xfrm>
              <a:off x="5740369" y="1473618"/>
              <a:ext cx="13257" cy="33430"/>
            </a:xfrm>
            <a:custGeom>
              <a:rect b="b" l="l" r="r" t="t"/>
              <a:pathLst>
                <a:path extrusionOk="0" h="58" w="23">
                  <a:moveTo>
                    <a:pt x="1" y="1"/>
                  </a:moveTo>
                  <a:lnTo>
                    <a:pt x="1" y="57"/>
                  </a:lnTo>
                  <a:lnTo>
                    <a:pt x="22" y="5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8"/>
            <p:cNvSpPr/>
            <p:nvPr/>
          </p:nvSpPr>
          <p:spPr>
            <a:xfrm>
              <a:off x="5740369" y="1516846"/>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8"/>
            <p:cNvSpPr/>
            <p:nvPr/>
          </p:nvSpPr>
          <p:spPr>
            <a:xfrm>
              <a:off x="5840082" y="1741057"/>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8"/>
            <p:cNvSpPr/>
            <p:nvPr/>
          </p:nvSpPr>
          <p:spPr>
            <a:xfrm>
              <a:off x="5822214" y="1765841"/>
              <a:ext cx="30548" cy="30548"/>
            </a:xfrm>
            <a:custGeom>
              <a:rect b="b" l="l" r="r" t="t"/>
              <a:pathLst>
                <a:path extrusionOk="0" h="53" w="53">
                  <a:moveTo>
                    <a:pt x="32" y="1"/>
                  </a:moveTo>
                  <a:lnTo>
                    <a:pt x="32" y="31"/>
                  </a:lnTo>
                  <a:lnTo>
                    <a:pt x="0" y="31"/>
                  </a:lnTo>
                  <a:lnTo>
                    <a:pt x="0" y="53"/>
                  </a:lnTo>
                  <a:lnTo>
                    <a:pt x="52" y="53"/>
                  </a:lnTo>
                  <a:lnTo>
                    <a:pt x="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8"/>
            <p:cNvSpPr/>
            <p:nvPr/>
          </p:nvSpPr>
          <p:spPr>
            <a:xfrm>
              <a:off x="5798006" y="1783709"/>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8"/>
            <p:cNvSpPr/>
            <p:nvPr/>
          </p:nvSpPr>
          <p:spPr>
            <a:xfrm>
              <a:off x="5725383" y="1783709"/>
              <a:ext cx="40346" cy="12680"/>
            </a:xfrm>
            <a:custGeom>
              <a:rect b="b" l="l" r="r" t="t"/>
              <a:pathLst>
                <a:path extrusionOk="0" h="22" w="70">
                  <a:moveTo>
                    <a:pt x="1" y="0"/>
                  </a:moveTo>
                  <a:lnTo>
                    <a:pt x="1" y="22"/>
                  </a:lnTo>
                  <a:lnTo>
                    <a:pt x="70" y="22"/>
                  </a:lnTo>
                  <a:lnTo>
                    <a:pt x="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8"/>
            <p:cNvSpPr/>
            <p:nvPr/>
          </p:nvSpPr>
          <p:spPr>
            <a:xfrm>
              <a:off x="5701175" y="1783709"/>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 name="Google Shape;2219;p48"/>
          <p:cNvGrpSpPr/>
          <p:nvPr/>
        </p:nvGrpSpPr>
        <p:grpSpPr>
          <a:xfrm>
            <a:off x="2410059" y="3331282"/>
            <a:ext cx="416145" cy="414992"/>
            <a:chOff x="2410059" y="3331282"/>
            <a:chExt cx="416145" cy="414992"/>
          </a:xfrm>
        </p:grpSpPr>
        <p:sp>
          <p:nvSpPr>
            <p:cNvPr id="2220" name="Google Shape;2220;p48"/>
            <p:cNvSpPr/>
            <p:nvPr/>
          </p:nvSpPr>
          <p:spPr>
            <a:xfrm>
              <a:off x="2410059" y="3331282"/>
              <a:ext cx="416145" cy="414992"/>
            </a:xfrm>
            <a:custGeom>
              <a:rect b="b" l="l" r="r" t="t"/>
              <a:pathLst>
                <a:path extrusionOk="0" h="720" w="722">
                  <a:moveTo>
                    <a:pt x="557" y="22"/>
                  </a:moveTo>
                  <a:cubicBezTo>
                    <a:pt x="590" y="22"/>
                    <a:pt x="617" y="50"/>
                    <a:pt x="617" y="81"/>
                  </a:cubicBezTo>
                  <a:cubicBezTo>
                    <a:pt x="617" y="115"/>
                    <a:pt x="590" y="141"/>
                    <a:pt x="557" y="141"/>
                  </a:cubicBezTo>
                  <a:cubicBezTo>
                    <a:pt x="525" y="141"/>
                    <a:pt x="497" y="115"/>
                    <a:pt x="497" y="81"/>
                  </a:cubicBezTo>
                  <a:cubicBezTo>
                    <a:pt x="497" y="67"/>
                    <a:pt x="509" y="57"/>
                    <a:pt x="523" y="57"/>
                  </a:cubicBezTo>
                  <a:cubicBezTo>
                    <a:pt x="536" y="57"/>
                    <a:pt x="548" y="67"/>
                    <a:pt x="548" y="81"/>
                  </a:cubicBezTo>
                  <a:lnTo>
                    <a:pt x="570" y="81"/>
                  </a:lnTo>
                  <a:cubicBezTo>
                    <a:pt x="570" y="57"/>
                    <a:pt x="549" y="37"/>
                    <a:pt x="525" y="37"/>
                  </a:cubicBezTo>
                  <a:cubicBezTo>
                    <a:pt x="500" y="37"/>
                    <a:pt x="482" y="57"/>
                    <a:pt x="479" y="80"/>
                  </a:cubicBezTo>
                  <a:lnTo>
                    <a:pt x="246" y="80"/>
                  </a:lnTo>
                  <a:cubicBezTo>
                    <a:pt x="245" y="57"/>
                    <a:pt x="224" y="37"/>
                    <a:pt x="201" y="37"/>
                  </a:cubicBezTo>
                  <a:cubicBezTo>
                    <a:pt x="177" y="37"/>
                    <a:pt x="157" y="57"/>
                    <a:pt x="157" y="81"/>
                  </a:cubicBezTo>
                  <a:lnTo>
                    <a:pt x="178" y="81"/>
                  </a:lnTo>
                  <a:cubicBezTo>
                    <a:pt x="178" y="67"/>
                    <a:pt x="188" y="57"/>
                    <a:pt x="203" y="57"/>
                  </a:cubicBezTo>
                  <a:cubicBezTo>
                    <a:pt x="217" y="57"/>
                    <a:pt x="229" y="67"/>
                    <a:pt x="229" y="81"/>
                  </a:cubicBezTo>
                  <a:cubicBezTo>
                    <a:pt x="223" y="115"/>
                    <a:pt x="196" y="141"/>
                    <a:pt x="164" y="141"/>
                  </a:cubicBezTo>
                  <a:cubicBezTo>
                    <a:pt x="131" y="141"/>
                    <a:pt x="105" y="115"/>
                    <a:pt x="105" y="81"/>
                  </a:cubicBezTo>
                  <a:cubicBezTo>
                    <a:pt x="105" y="50"/>
                    <a:pt x="131" y="22"/>
                    <a:pt x="164" y="22"/>
                  </a:cubicBezTo>
                  <a:close/>
                  <a:moveTo>
                    <a:pt x="477" y="99"/>
                  </a:moveTo>
                  <a:cubicBezTo>
                    <a:pt x="484" y="128"/>
                    <a:pt x="505" y="151"/>
                    <a:pt x="532" y="158"/>
                  </a:cubicBezTo>
                  <a:lnTo>
                    <a:pt x="532" y="549"/>
                  </a:lnTo>
                  <a:lnTo>
                    <a:pt x="187" y="549"/>
                  </a:lnTo>
                  <a:lnTo>
                    <a:pt x="187" y="158"/>
                  </a:lnTo>
                  <a:cubicBezTo>
                    <a:pt x="214" y="149"/>
                    <a:pt x="235" y="128"/>
                    <a:pt x="240" y="99"/>
                  </a:cubicBezTo>
                  <a:close/>
                  <a:moveTo>
                    <a:pt x="165" y="279"/>
                  </a:moveTo>
                  <a:lnTo>
                    <a:pt x="165" y="571"/>
                  </a:lnTo>
                  <a:lnTo>
                    <a:pt x="349" y="571"/>
                  </a:lnTo>
                  <a:lnTo>
                    <a:pt x="349" y="648"/>
                  </a:lnTo>
                  <a:lnTo>
                    <a:pt x="349" y="648"/>
                  </a:lnTo>
                  <a:cubicBezTo>
                    <a:pt x="330" y="627"/>
                    <a:pt x="306" y="613"/>
                    <a:pt x="275" y="613"/>
                  </a:cubicBezTo>
                  <a:lnTo>
                    <a:pt x="21" y="613"/>
                  </a:lnTo>
                  <a:lnTo>
                    <a:pt x="21" y="279"/>
                  </a:lnTo>
                  <a:close/>
                  <a:moveTo>
                    <a:pt x="700" y="279"/>
                  </a:moveTo>
                  <a:lnTo>
                    <a:pt x="700" y="613"/>
                  </a:lnTo>
                  <a:lnTo>
                    <a:pt x="445" y="613"/>
                  </a:lnTo>
                  <a:cubicBezTo>
                    <a:pt x="417" y="613"/>
                    <a:pt x="389" y="627"/>
                    <a:pt x="370" y="649"/>
                  </a:cubicBezTo>
                  <a:lnTo>
                    <a:pt x="370" y="571"/>
                  </a:lnTo>
                  <a:lnTo>
                    <a:pt x="554" y="571"/>
                  </a:lnTo>
                  <a:lnTo>
                    <a:pt x="554" y="279"/>
                  </a:lnTo>
                  <a:close/>
                  <a:moveTo>
                    <a:pt x="698" y="633"/>
                  </a:moveTo>
                  <a:lnTo>
                    <a:pt x="698" y="655"/>
                  </a:lnTo>
                  <a:lnTo>
                    <a:pt x="444" y="655"/>
                  </a:lnTo>
                  <a:cubicBezTo>
                    <a:pt x="418" y="655"/>
                    <a:pt x="396" y="672"/>
                    <a:pt x="391" y="695"/>
                  </a:cubicBezTo>
                  <a:lnTo>
                    <a:pt x="372" y="695"/>
                  </a:lnTo>
                  <a:cubicBezTo>
                    <a:pt x="376" y="659"/>
                    <a:pt x="408" y="633"/>
                    <a:pt x="444" y="633"/>
                  </a:cubicBezTo>
                  <a:close/>
                  <a:moveTo>
                    <a:pt x="275" y="635"/>
                  </a:moveTo>
                  <a:cubicBezTo>
                    <a:pt x="314" y="635"/>
                    <a:pt x="344" y="662"/>
                    <a:pt x="347" y="698"/>
                  </a:cubicBezTo>
                  <a:lnTo>
                    <a:pt x="328" y="698"/>
                  </a:lnTo>
                  <a:cubicBezTo>
                    <a:pt x="323" y="674"/>
                    <a:pt x="301" y="656"/>
                    <a:pt x="275" y="656"/>
                  </a:cubicBezTo>
                  <a:lnTo>
                    <a:pt x="21" y="656"/>
                  </a:lnTo>
                  <a:lnTo>
                    <a:pt x="21" y="635"/>
                  </a:lnTo>
                  <a:close/>
                  <a:moveTo>
                    <a:pt x="164" y="1"/>
                  </a:moveTo>
                  <a:cubicBezTo>
                    <a:pt x="119" y="1"/>
                    <a:pt x="83" y="37"/>
                    <a:pt x="83" y="81"/>
                  </a:cubicBezTo>
                  <a:cubicBezTo>
                    <a:pt x="83" y="126"/>
                    <a:pt x="119" y="162"/>
                    <a:pt x="164" y="162"/>
                  </a:cubicBezTo>
                  <a:lnTo>
                    <a:pt x="167" y="162"/>
                  </a:lnTo>
                  <a:lnTo>
                    <a:pt x="167" y="259"/>
                  </a:lnTo>
                  <a:lnTo>
                    <a:pt x="1" y="259"/>
                  </a:lnTo>
                  <a:lnTo>
                    <a:pt x="1" y="677"/>
                  </a:lnTo>
                  <a:lnTo>
                    <a:pt x="275" y="677"/>
                  </a:lnTo>
                  <a:cubicBezTo>
                    <a:pt x="294" y="677"/>
                    <a:pt x="308" y="691"/>
                    <a:pt x="308" y="708"/>
                  </a:cubicBezTo>
                  <a:lnTo>
                    <a:pt x="308" y="720"/>
                  </a:lnTo>
                  <a:lnTo>
                    <a:pt x="412" y="720"/>
                  </a:lnTo>
                  <a:lnTo>
                    <a:pt x="412" y="708"/>
                  </a:lnTo>
                  <a:cubicBezTo>
                    <a:pt x="412" y="691"/>
                    <a:pt x="427" y="677"/>
                    <a:pt x="445" y="677"/>
                  </a:cubicBezTo>
                  <a:lnTo>
                    <a:pt x="721" y="677"/>
                  </a:lnTo>
                  <a:lnTo>
                    <a:pt x="721" y="259"/>
                  </a:lnTo>
                  <a:lnTo>
                    <a:pt x="554" y="259"/>
                  </a:lnTo>
                  <a:lnTo>
                    <a:pt x="554" y="162"/>
                  </a:lnTo>
                  <a:lnTo>
                    <a:pt x="557" y="162"/>
                  </a:lnTo>
                  <a:cubicBezTo>
                    <a:pt x="603" y="162"/>
                    <a:pt x="639" y="126"/>
                    <a:pt x="639" y="81"/>
                  </a:cubicBezTo>
                  <a:cubicBezTo>
                    <a:pt x="639" y="37"/>
                    <a:pt x="603" y="1"/>
                    <a:pt x="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8"/>
            <p:cNvSpPr/>
            <p:nvPr/>
          </p:nvSpPr>
          <p:spPr>
            <a:xfrm>
              <a:off x="2434267" y="3552611"/>
              <a:ext cx="13257" cy="71471"/>
            </a:xfrm>
            <a:custGeom>
              <a:rect b="b" l="l" r="r" t="t"/>
              <a:pathLst>
                <a:path extrusionOk="0" h="124" w="23">
                  <a:moveTo>
                    <a:pt x="0" y="1"/>
                  </a:moveTo>
                  <a:lnTo>
                    <a:pt x="0" y="124"/>
                  </a:lnTo>
                  <a:lnTo>
                    <a:pt x="22" y="124"/>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8"/>
            <p:cNvSpPr/>
            <p:nvPr/>
          </p:nvSpPr>
          <p:spPr>
            <a:xfrm>
              <a:off x="2434267" y="3660394"/>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8"/>
            <p:cNvSpPr/>
            <p:nvPr/>
          </p:nvSpPr>
          <p:spPr>
            <a:xfrm>
              <a:off x="2434267" y="3635033"/>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8"/>
            <p:cNvSpPr/>
            <p:nvPr/>
          </p:nvSpPr>
          <p:spPr>
            <a:xfrm>
              <a:off x="2441760" y="3504772"/>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8"/>
            <p:cNvSpPr/>
            <p:nvPr/>
          </p:nvSpPr>
          <p:spPr>
            <a:xfrm>
              <a:off x="2464815" y="3504772"/>
              <a:ext cx="28242" cy="12680"/>
            </a:xfrm>
            <a:custGeom>
              <a:rect b="b" l="l" r="r" t="t"/>
              <a:pathLst>
                <a:path extrusionOk="0" h="22" w="49">
                  <a:moveTo>
                    <a:pt x="1" y="0"/>
                  </a:moveTo>
                  <a:lnTo>
                    <a:pt x="1" y="22"/>
                  </a:lnTo>
                  <a:lnTo>
                    <a:pt x="49" y="22"/>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8"/>
            <p:cNvSpPr/>
            <p:nvPr/>
          </p:nvSpPr>
          <p:spPr>
            <a:xfrm>
              <a:off x="2788163" y="3557799"/>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8"/>
            <p:cNvSpPr/>
            <p:nvPr/>
          </p:nvSpPr>
          <p:spPr>
            <a:xfrm>
              <a:off x="2788163" y="3582007"/>
              <a:ext cx="12680" cy="61096"/>
            </a:xfrm>
            <a:custGeom>
              <a:rect b="b" l="l" r="r" t="t"/>
              <a:pathLst>
                <a:path extrusionOk="0" h="106" w="22">
                  <a:moveTo>
                    <a:pt x="0" y="0"/>
                  </a:moveTo>
                  <a:lnTo>
                    <a:pt x="0" y="106"/>
                  </a:lnTo>
                  <a:lnTo>
                    <a:pt x="22" y="106"/>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8"/>
            <p:cNvSpPr/>
            <p:nvPr/>
          </p:nvSpPr>
          <p:spPr>
            <a:xfrm>
              <a:off x="2540897" y="3537049"/>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8"/>
            <p:cNvSpPr/>
            <p:nvPr/>
          </p:nvSpPr>
          <p:spPr>
            <a:xfrm>
              <a:off x="2540897" y="3585465"/>
              <a:ext cx="12680" cy="46110"/>
            </a:xfrm>
            <a:custGeom>
              <a:rect b="b" l="l" r="r" t="t"/>
              <a:pathLst>
                <a:path extrusionOk="0" h="80" w="22">
                  <a:moveTo>
                    <a:pt x="0" y="0"/>
                  </a:moveTo>
                  <a:lnTo>
                    <a:pt x="0" y="80"/>
                  </a:lnTo>
                  <a:lnTo>
                    <a:pt x="22" y="80"/>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8"/>
            <p:cNvSpPr/>
            <p:nvPr/>
          </p:nvSpPr>
          <p:spPr>
            <a:xfrm>
              <a:off x="2540897" y="3440218"/>
              <a:ext cx="12680" cy="85880"/>
            </a:xfrm>
            <a:custGeom>
              <a:rect b="b" l="l" r="r" t="t"/>
              <a:pathLst>
                <a:path extrusionOk="0" h="149" w="22">
                  <a:moveTo>
                    <a:pt x="0" y="1"/>
                  </a:moveTo>
                  <a:lnTo>
                    <a:pt x="0" y="148"/>
                  </a:lnTo>
                  <a:lnTo>
                    <a:pt x="22" y="148"/>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8"/>
            <p:cNvSpPr/>
            <p:nvPr/>
          </p:nvSpPr>
          <p:spPr>
            <a:xfrm>
              <a:off x="2540897" y="3561257"/>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8"/>
            <p:cNvSpPr/>
            <p:nvPr/>
          </p:nvSpPr>
          <p:spPr>
            <a:xfrm>
              <a:off x="2575480" y="3406211"/>
              <a:ext cx="13257" cy="134872"/>
            </a:xfrm>
            <a:custGeom>
              <a:rect b="b" l="l" r="r" t="t"/>
              <a:pathLst>
                <a:path extrusionOk="0" h="234" w="23">
                  <a:moveTo>
                    <a:pt x="1" y="1"/>
                  </a:moveTo>
                  <a:lnTo>
                    <a:pt x="1" y="233"/>
                  </a:lnTo>
                  <a:lnTo>
                    <a:pt x="23" y="233"/>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8"/>
            <p:cNvSpPr/>
            <p:nvPr/>
          </p:nvSpPr>
          <p:spPr>
            <a:xfrm>
              <a:off x="2575480" y="3552611"/>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8"/>
            <p:cNvSpPr/>
            <p:nvPr/>
          </p:nvSpPr>
          <p:spPr>
            <a:xfrm>
              <a:off x="2575480" y="3602180"/>
              <a:ext cx="13257" cy="29395"/>
            </a:xfrm>
            <a:custGeom>
              <a:rect b="b" l="l" r="r" t="t"/>
              <a:pathLst>
                <a:path extrusionOk="0" h="51" w="23">
                  <a:moveTo>
                    <a:pt x="1" y="0"/>
                  </a:moveTo>
                  <a:lnTo>
                    <a:pt x="1" y="51"/>
                  </a:lnTo>
                  <a:lnTo>
                    <a:pt x="23" y="51"/>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8"/>
            <p:cNvSpPr/>
            <p:nvPr/>
          </p:nvSpPr>
          <p:spPr>
            <a:xfrm>
              <a:off x="2575480" y="3577972"/>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8"/>
            <p:cNvSpPr/>
            <p:nvPr/>
          </p:nvSpPr>
          <p:spPr>
            <a:xfrm>
              <a:off x="2610639" y="3406211"/>
              <a:ext cx="13257" cy="112394"/>
            </a:xfrm>
            <a:custGeom>
              <a:rect b="b" l="l" r="r" t="t"/>
              <a:pathLst>
                <a:path extrusionOk="0" h="195" w="23">
                  <a:moveTo>
                    <a:pt x="1" y="1"/>
                  </a:moveTo>
                  <a:lnTo>
                    <a:pt x="1" y="194"/>
                  </a:lnTo>
                  <a:lnTo>
                    <a:pt x="22" y="194"/>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8"/>
            <p:cNvSpPr/>
            <p:nvPr/>
          </p:nvSpPr>
          <p:spPr>
            <a:xfrm>
              <a:off x="2610639" y="3530133"/>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8"/>
            <p:cNvSpPr/>
            <p:nvPr/>
          </p:nvSpPr>
          <p:spPr>
            <a:xfrm>
              <a:off x="2610639" y="3577972"/>
              <a:ext cx="13257" cy="53603"/>
            </a:xfrm>
            <a:custGeom>
              <a:rect b="b" l="l" r="r" t="t"/>
              <a:pathLst>
                <a:path extrusionOk="0" h="93" w="23">
                  <a:moveTo>
                    <a:pt x="1" y="0"/>
                  </a:moveTo>
                  <a:lnTo>
                    <a:pt x="1" y="93"/>
                  </a:lnTo>
                  <a:lnTo>
                    <a:pt x="22" y="93"/>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8"/>
            <p:cNvSpPr/>
            <p:nvPr/>
          </p:nvSpPr>
          <p:spPr>
            <a:xfrm>
              <a:off x="2610639" y="3554341"/>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8"/>
            <p:cNvSpPr/>
            <p:nvPr/>
          </p:nvSpPr>
          <p:spPr>
            <a:xfrm>
              <a:off x="2646374" y="3552611"/>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8"/>
            <p:cNvSpPr/>
            <p:nvPr/>
          </p:nvSpPr>
          <p:spPr>
            <a:xfrm>
              <a:off x="2646374" y="3406211"/>
              <a:ext cx="13257" cy="134872"/>
            </a:xfrm>
            <a:custGeom>
              <a:rect b="b" l="l" r="r" t="t"/>
              <a:pathLst>
                <a:path extrusionOk="0" h="234" w="23">
                  <a:moveTo>
                    <a:pt x="1" y="1"/>
                  </a:moveTo>
                  <a:lnTo>
                    <a:pt x="1" y="233"/>
                  </a:lnTo>
                  <a:lnTo>
                    <a:pt x="22" y="23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8"/>
            <p:cNvSpPr/>
            <p:nvPr/>
          </p:nvSpPr>
          <p:spPr>
            <a:xfrm>
              <a:off x="2646374" y="3577972"/>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8"/>
            <p:cNvSpPr/>
            <p:nvPr/>
          </p:nvSpPr>
          <p:spPr>
            <a:xfrm>
              <a:off x="2646374" y="3602180"/>
              <a:ext cx="13257" cy="29395"/>
            </a:xfrm>
            <a:custGeom>
              <a:rect b="b" l="l" r="r" t="t"/>
              <a:pathLst>
                <a:path extrusionOk="0" h="51" w="23">
                  <a:moveTo>
                    <a:pt x="1" y="0"/>
                  </a:moveTo>
                  <a:lnTo>
                    <a:pt x="1" y="51"/>
                  </a:lnTo>
                  <a:lnTo>
                    <a:pt x="22" y="5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8"/>
            <p:cNvSpPr/>
            <p:nvPr/>
          </p:nvSpPr>
          <p:spPr>
            <a:xfrm>
              <a:off x="2680381" y="3537049"/>
              <a:ext cx="13257" cy="13257"/>
            </a:xfrm>
            <a:custGeom>
              <a:rect b="b" l="l" r="r" t="t"/>
              <a:pathLst>
                <a:path extrusionOk="0" h="23"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8"/>
            <p:cNvSpPr/>
            <p:nvPr/>
          </p:nvSpPr>
          <p:spPr>
            <a:xfrm>
              <a:off x="2680381" y="3440218"/>
              <a:ext cx="13257" cy="85880"/>
            </a:xfrm>
            <a:custGeom>
              <a:rect b="b" l="l" r="r" t="t"/>
              <a:pathLst>
                <a:path extrusionOk="0" h="149" w="23">
                  <a:moveTo>
                    <a:pt x="1" y="1"/>
                  </a:moveTo>
                  <a:lnTo>
                    <a:pt x="1" y="148"/>
                  </a:lnTo>
                  <a:lnTo>
                    <a:pt x="23" y="148"/>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8"/>
            <p:cNvSpPr/>
            <p:nvPr/>
          </p:nvSpPr>
          <p:spPr>
            <a:xfrm>
              <a:off x="2680381" y="3585465"/>
              <a:ext cx="13257" cy="46110"/>
            </a:xfrm>
            <a:custGeom>
              <a:rect b="b" l="l" r="r" t="t"/>
              <a:pathLst>
                <a:path extrusionOk="0" h="80" w="23">
                  <a:moveTo>
                    <a:pt x="1" y="0"/>
                  </a:moveTo>
                  <a:lnTo>
                    <a:pt x="1" y="80"/>
                  </a:lnTo>
                  <a:lnTo>
                    <a:pt x="23" y="80"/>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8"/>
            <p:cNvSpPr/>
            <p:nvPr/>
          </p:nvSpPr>
          <p:spPr>
            <a:xfrm>
              <a:off x="2680381" y="3561257"/>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8"/>
            <p:cNvSpPr/>
            <p:nvPr/>
          </p:nvSpPr>
          <p:spPr>
            <a:xfrm>
              <a:off x="2740324" y="3504772"/>
              <a:ext cx="54756" cy="12680"/>
            </a:xfrm>
            <a:custGeom>
              <a:rect b="b" l="l" r="r" t="t"/>
              <a:pathLst>
                <a:path extrusionOk="0" h="22" w="95">
                  <a:moveTo>
                    <a:pt x="1" y="0"/>
                  </a:moveTo>
                  <a:lnTo>
                    <a:pt x="1" y="22"/>
                  </a:lnTo>
                  <a:lnTo>
                    <a:pt x="95" y="22"/>
                  </a:lnTo>
                  <a:lnTo>
                    <a:pt x="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48"/>
          <p:cNvGrpSpPr/>
          <p:nvPr/>
        </p:nvGrpSpPr>
        <p:grpSpPr>
          <a:xfrm>
            <a:off x="1629068" y="3331282"/>
            <a:ext cx="414992" cy="414992"/>
            <a:chOff x="1629068" y="3331282"/>
            <a:chExt cx="414992" cy="414992"/>
          </a:xfrm>
        </p:grpSpPr>
        <p:sp>
          <p:nvSpPr>
            <p:cNvPr id="2250" name="Google Shape;2250;p48"/>
            <p:cNvSpPr/>
            <p:nvPr/>
          </p:nvSpPr>
          <p:spPr>
            <a:xfrm>
              <a:off x="1659616" y="3673651"/>
              <a:ext cx="50145" cy="12680"/>
            </a:xfrm>
            <a:custGeom>
              <a:rect b="b" l="l" r="r" t="t"/>
              <a:pathLst>
                <a:path extrusionOk="0" h="22" w="87">
                  <a:moveTo>
                    <a:pt x="1" y="0"/>
                  </a:moveTo>
                  <a:lnTo>
                    <a:pt x="1" y="22"/>
                  </a:lnTo>
                  <a:lnTo>
                    <a:pt x="86" y="22"/>
                  </a:lnTo>
                  <a:lnTo>
                    <a:pt x="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8"/>
            <p:cNvSpPr/>
            <p:nvPr/>
          </p:nvSpPr>
          <p:spPr>
            <a:xfrm>
              <a:off x="1720712" y="3673651"/>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8"/>
            <p:cNvSpPr/>
            <p:nvPr/>
          </p:nvSpPr>
          <p:spPr>
            <a:xfrm>
              <a:off x="1743767" y="3673651"/>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8"/>
            <p:cNvSpPr/>
            <p:nvPr/>
          </p:nvSpPr>
          <p:spPr>
            <a:xfrm>
              <a:off x="1767399" y="3709386"/>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8"/>
            <p:cNvSpPr/>
            <p:nvPr/>
          </p:nvSpPr>
          <p:spPr>
            <a:xfrm>
              <a:off x="1791606" y="3709386"/>
              <a:ext cx="36888" cy="13257"/>
            </a:xfrm>
            <a:custGeom>
              <a:rect b="b" l="l" r="r" t="t"/>
              <a:pathLst>
                <a:path extrusionOk="0" h="23" w="64">
                  <a:moveTo>
                    <a:pt x="0" y="0"/>
                  </a:moveTo>
                  <a:lnTo>
                    <a:pt x="0" y="22"/>
                  </a:lnTo>
                  <a:lnTo>
                    <a:pt x="64" y="22"/>
                  </a:lnTo>
                  <a:lnTo>
                    <a:pt x="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8"/>
            <p:cNvSpPr/>
            <p:nvPr/>
          </p:nvSpPr>
          <p:spPr>
            <a:xfrm>
              <a:off x="1840599" y="3709386"/>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8"/>
            <p:cNvSpPr/>
            <p:nvPr/>
          </p:nvSpPr>
          <p:spPr>
            <a:xfrm>
              <a:off x="1926479" y="3640797"/>
              <a:ext cx="12680" cy="58214"/>
            </a:xfrm>
            <a:custGeom>
              <a:rect b="b" l="l" r="r" t="t"/>
              <a:pathLst>
                <a:path extrusionOk="0" h="101" w="22">
                  <a:moveTo>
                    <a:pt x="0" y="1"/>
                  </a:moveTo>
                  <a:lnTo>
                    <a:pt x="0" y="101"/>
                  </a:lnTo>
                  <a:lnTo>
                    <a:pt x="22" y="10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8"/>
            <p:cNvSpPr/>
            <p:nvPr/>
          </p:nvSpPr>
          <p:spPr>
            <a:xfrm>
              <a:off x="1804863" y="3355490"/>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8"/>
            <p:cNvSpPr/>
            <p:nvPr/>
          </p:nvSpPr>
          <p:spPr>
            <a:xfrm>
              <a:off x="1689588" y="3354914"/>
              <a:ext cx="104324" cy="23055"/>
            </a:xfrm>
            <a:custGeom>
              <a:rect b="b" l="l" r="r" t="t"/>
              <a:pathLst>
                <a:path extrusionOk="0" h="40" w="181">
                  <a:moveTo>
                    <a:pt x="40" y="0"/>
                  </a:moveTo>
                  <a:lnTo>
                    <a:pt x="40" y="1"/>
                  </a:lnTo>
                  <a:cubicBezTo>
                    <a:pt x="18" y="1"/>
                    <a:pt x="1" y="19"/>
                    <a:pt x="1" y="39"/>
                  </a:cubicBezTo>
                  <a:lnTo>
                    <a:pt x="23" y="39"/>
                  </a:lnTo>
                  <a:cubicBezTo>
                    <a:pt x="23" y="30"/>
                    <a:pt x="30" y="22"/>
                    <a:pt x="41" y="22"/>
                  </a:cubicBezTo>
                  <a:lnTo>
                    <a:pt x="180" y="22"/>
                  </a:lnTo>
                  <a:lnTo>
                    <a:pt x="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8"/>
            <p:cNvSpPr/>
            <p:nvPr/>
          </p:nvSpPr>
          <p:spPr>
            <a:xfrm>
              <a:off x="1829071" y="3355490"/>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8"/>
            <p:cNvSpPr/>
            <p:nvPr/>
          </p:nvSpPr>
          <p:spPr>
            <a:xfrm>
              <a:off x="1926479" y="3356067"/>
              <a:ext cx="12680" cy="63402"/>
            </a:xfrm>
            <a:custGeom>
              <a:rect b="b" l="l" r="r" t="t"/>
              <a:pathLst>
                <a:path extrusionOk="0" h="110" w="22">
                  <a:moveTo>
                    <a:pt x="0" y="1"/>
                  </a:moveTo>
                  <a:lnTo>
                    <a:pt x="0" y="109"/>
                  </a:lnTo>
                  <a:lnTo>
                    <a:pt x="22" y="109"/>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8"/>
            <p:cNvSpPr/>
            <p:nvPr/>
          </p:nvSpPr>
          <p:spPr>
            <a:xfrm>
              <a:off x="2007172" y="3402753"/>
              <a:ext cx="13257" cy="28819"/>
            </a:xfrm>
            <a:custGeom>
              <a:rect b="b" l="l" r="r" t="t"/>
              <a:pathLst>
                <a:path extrusionOk="0" h="50" w="23">
                  <a:moveTo>
                    <a:pt x="0" y="1"/>
                  </a:moveTo>
                  <a:lnTo>
                    <a:pt x="0" y="50"/>
                  </a:lnTo>
                  <a:lnTo>
                    <a:pt x="22" y="50"/>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8"/>
            <p:cNvSpPr/>
            <p:nvPr/>
          </p:nvSpPr>
          <p:spPr>
            <a:xfrm>
              <a:off x="1975471" y="3377393"/>
              <a:ext cx="13257" cy="20173"/>
            </a:xfrm>
            <a:custGeom>
              <a:rect b="b" l="l" r="r" t="t"/>
              <a:pathLst>
                <a:path extrusionOk="0" h="35" w="23">
                  <a:moveTo>
                    <a:pt x="0" y="0"/>
                  </a:moveTo>
                  <a:lnTo>
                    <a:pt x="0" y="35"/>
                  </a:lnTo>
                  <a:lnTo>
                    <a:pt x="22" y="3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8"/>
            <p:cNvSpPr/>
            <p:nvPr/>
          </p:nvSpPr>
          <p:spPr>
            <a:xfrm>
              <a:off x="1659616" y="3456933"/>
              <a:ext cx="55909" cy="13257"/>
            </a:xfrm>
            <a:custGeom>
              <a:rect b="b" l="l" r="r" t="t"/>
              <a:pathLst>
                <a:path extrusionOk="0" h="23" w="97">
                  <a:moveTo>
                    <a:pt x="1" y="1"/>
                  </a:moveTo>
                  <a:lnTo>
                    <a:pt x="1" y="22"/>
                  </a:lnTo>
                  <a:lnTo>
                    <a:pt x="96" y="22"/>
                  </a:lnTo>
                  <a:lnTo>
                    <a:pt x="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8"/>
            <p:cNvSpPr/>
            <p:nvPr/>
          </p:nvSpPr>
          <p:spPr>
            <a:xfrm>
              <a:off x="1659616" y="3593534"/>
              <a:ext cx="58214" cy="13257"/>
            </a:xfrm>
            <a:custGeom>
              <a:rect b="b" l="l" r="r" t="t"/>
              <a:pathLst>
                <a:path extrusionOk="0" h="23" w="101">
                  <a:moveTo>
                    <a:pt x="1" y="1"/>
                  </a:moveTo>
                  <a:lnTo>
                    <a:pt x="1" y="22"/>
                  </a:lnTo>
                  <a:lnTo>
                    <a:pt x="101" y="22"/>
                  </a:lnTo>
                  <a:lnTo>
                    <a:pt x="1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8"/>
            <p:cNvSpPr/>
            <p:nvPr/>
          </p:nvSpPr>
          <p:spPr>
            <a:xfrm>
              <a:off x="1852126" y="3546271"/>
              <a:ext cx="41499" cy="60520"/>
            </a:xfrm>
            <a:custGeom>
              <a:rect b="b" l="l" r="r" t="t"/>
              <a:pathLst>
                <a:path extrusionOk="0" h="105" w="72">
                  <a:moveTo>
                    <a:pt x="50" y="0"/>
                  </a:moveTo>
                  <a:lnTo>
                    <a:pt x="50" y="83"/>
                  </a:lnTo>
                  <a:lnTo>
                    <a:pt x="1" y="83"/>
                  </a:lnTo>
                  <a:lnTo>
                    <a:pt x="1" y="104"/>
                  </a:lnTo>
                  <a:lnTo>
                    <a:pt x="71" y="104"/>
                  </a:lnTo>
                  <a:lnTo>
                    <a:pt x="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8"/>
            <p:cNvSpPr/>
            <p:nvPr/>
          </p:nvSpPr>
          <p:spPr>
            <a:xfrm>
              <a:off x="1829071" y="359353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8"/>
            <p:cNvSpPr/>
            <p:nvPr/>
          </p:nvSpPr>
          <p:spPr>
            <a:xfrm>
              <a:off x="1803710" y="3593534"/>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8"/>
            <p:cNvSpPr/>
            <p:nvPr/>
          </p:nvSpPr>
          <p:spPr>
            <a:xfrm>
              <a:off x="1831376" y="3456933"/>
              <a:ext cx="55332" cy="13257"/>
            </a:xfrm>
            <a:custGeom>
              <a:rect b="b" l="l" r="r" t="t"/>
              <a:pathLst>
                <a:path extrusionOk="0" h="23" w="96">
                  <a:moveTo>
                    <a:pt x="1" y="1"/>
                  </a:moveTo>
                  <a:lnTo>
                    <a:pt x="1" y="22"/>
                  </a:lnTo>
                  <a:lnTo>
                    <a:pt x="96" y="22"/>
                  </a:lnTo>
                  <a:lnTo>
                    <a:pt x="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8"/>
            <p:cNvSpPr/>
            <p:nvPr/>
          </p:nvSpPr>
          <p:spPr>
            <a:xfrm>
              <a:off x="1653276" y="3522640"/>
              <a:ext cx="13257" cy="43805"/>
            </a:xfrm>
            <a:custGeom>
              <a:rect b="b" l="l" r="r" t="t"/>
              <a:pathLst>
                <a:path extrusionOk="0" h="76" w="23">
                  <a:moveTo>
                    <a:pt x="0" y="1"/>
                  </a:moveTo>
                  <a:lnTo>
                    <a:pt x="0" y="76"/>
                  </a:lnTo>
                  <a:lnTo>
                    <a:pt x="22" y="76"/>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8"/>
            <p:cNvSpPr/>
            <p:nvPr/>
          </p:nvSpPr>
          <p:spPr>
            <a:xfrm>
              <a:off x="1629068" y="3331282"/>
              <a:ext cx="414992" cy="414992"/>
            </a:xfrm>
            <a:custGeom>
              <a:rect b="b" l="l" r="r" t="t"/>
              <a:pathLst>
                <a:path extrusionOk="0" h="720" w="720">
                  <a:moveTo>
                    <a:pt x="341" y="138"/>
                  </a:moveTo>
                  <a:cubicBezTo>
                    <a:pt x="347" y="138"/>
                    <a:pt x="352" y="144"/>
                    <a:pt x="352" y="148"/>
                  </a:cubicBezTo>
                  <a:lnTo>
                    <a:pt x="352" y="177"/>
                  </a:lnTo>
                  <a:lnTo>
                    <a:pt x="149" y="177"/>
                  </a:lnTo>
                  <a:lnTo>
                    <a:pt x="149" y="148"/>
                  </a:lnTo>
                  <a:cubicBezTo>
                    <a:pt x="149" y="144"/>
                    <a:pt x="155" y="138"/>
                    <a:pt x="161" y="138"/>
                  </a:cubicBezTo>
                  <a:close/>
                  <a:moveTo>
                    <a:pt x="639" y="21"/>
                  </a:moveTo>
                  <a:cubicBezTo>
                    <a:pt x="672" y="21"/>
                    <a:pt x="698" y="48"/>
                    <a:pt x="698" y="80"/>
                  </a:cubicBezTo>
                  <a:lnTo>
                    <a:pt x="698" y="204"/>
                  </a:lnTo>
                  <a:lnTo>
                    <a:pt x="580" y="204"/>
                  </a:lnTo>
                  <a:lnTo>
                    <a:pt x="580" y="80"/>
                  </a:lnTo>
                  <a:cubicBezTo>
                    <a:pt x="580" y="48"/>
                    <a:pt x="607" y="21"/>
                    <a:pt x="639" y="21"/>
                  </a:cubicBezTo>
                  <a:close/>
                  <a:moveTo>
                    <a:pt x="250" y="269"/>
                  </a:moveTo>
                  <a:cubicBezTo>
                    <a:pt x="262" y="269"/>
                    <a:pt x="269" y="276"/>
                    <a:pt x="269" y="288"/>
                  </a:cubicBezTo>
                  <a:lnTo>
                    <a:pt x="269" y="304"/>
                  </a:lnTo>
                  <a:lnTo>
                    <a:pt x="233" y="304"/>
                  </a:lnTo>
                  <a:lnTo>
                    <a:pt x="233" y="288"/>
                  </a:lnTo>
                  <a:cubicBezTo>
                    <a:pt x="233" y="279"/>
                    <a:pt x="240" y="269"/>
                    <a:pt x="250" y="269"/>
                  </a:cubicBezTo>
                  <a:close/>
                  <a:moveTo>
                    <a:pt x="479" y="197"/>
                  </a:moveTo>
                  <a:lnTo>
                    <a:pt x="479" y="230"/>
                  </a:lnTo>
                  <a:cubicBezTo>
                    <a:pt x="479" y="272"/>
                    <a:pt x="445" y="304"/>
                    <a:pt x="405" y="304"/>
                  </a:cubicBezTo>
                  <a:lnTo>
                    <a:pt x="289" y="304"/>
                  </a:lnTo>
                  <a:lnTo>
                    <a:pt x="289" y="288"/>
                  </a:lnTo>
                  <a:cubicBezTo>
                    <a:pt x="289" y="266"/>
                    <a:pt x="271" y="250"/>
                    <a:pt x="250" y="250"/>
                  </a:cubicBezTo>
                  <a:cubicBezTo>
                    <a:pt x="232" y="250"/>
                    <a:pt x="213" y="268"/>
                    <a:pt x="213" y="288"/>
                  </a:cubicBezTo>
                  <a:lnTo>
                    <a:pt x="213" y="304"/>
                  </a:lnTo>
                  <a:lnTo>
                    <a:pt x="97" y="304"/>
                  </a:lnTo>
                  <a:cubicBezTo>
                    <a:pt x="55" y="304"/>
                    <a:pt x="24" y="272"/>
                    <a:pt x="24" y="230"/>
                  </a:cubicBezTo>
                  <a:lnTo>
                    <a:pt x="24" y="197"/>
                  </a:lnTo>
                  <a:close/>
                  <a:moveTo>
                    <a:pt x="268" y="324"/>
                  </a:moveTo>
                  <a:lnTo>
                    <a:pt x="268" y="344"/>
                  </a:lnTo>
                  <a:cubicBezTo>
                    <a:pt x="268" y="353"/>
                    <a:pt x="261" y="362"/>
                    <a:pt x="249" y="362"/>
                  </a:cubicBezTo>
                  <a:cubicBezTo>
                    <a:pt x="240" y="362"/>
                    <a:pt x="232" y="354"/>
                    <a:pt x="232" y="344"/>
                  </a:cubicBezTo>
                  <a:lnTo>
                    <a:pt x="232" y="324"/>
                  </a:lnTo>
                  <a:close/>
                  <a:moveTo>
                    <a:pt x="477" y="288"/>
                  </a:moveTo>
                  <a:lnTo>
                    <a:pt x="477" y="464"/>
                  </a:lnTo>
                  <a:cubicBezTo>
                    <a:pt x="477" y="483"/>
                    <a:pt x="463" y="497"/>
                    <a:pt x="444" y="497"/>
                  </a:cubicBezTo>
                  <a:lnTo>
                    <a:pt x="54" y="497"/>
                  </a:lnTo>
                  <a:cubicBezTo>
                    <a:pt x="37" y="497"/>
                    <a:pt x="22" y="483"/>
                    <a:pt x="22" y="464"/>
                  </a:cubicBezTo>
                  <a:lnTo>
                    <a:pt x="22" y="288"/>
                  </a:lnTo>
                  <a:cubicBezTo>
                    <a:pt x="40" y="310"/>
                    <a:pt x="64" y="324"/>
                    <a:pt x="96" y="324"/>
                  </a:cubicBezTo>
                  <a:lnTo>
                    <a:pt x="211" y="324"/>
                  </a:lnTo>
                  <a:lnTo>
                    <a:pt x="211" y="344"/>
                  </a:lnTo>
                  <a:cubicBezTo>
                    <a:pt x="211" y="366"/>
                    <a:pt x="229" y="382"/>
                    <a:pt x="249" y="382"/>
                  </a:cubicBezTo>
                  <a:cubicBezTo>
                    <a:pt x="271" y="382"/>
                    <a:pt x="287" y="363"/>
                    <a:pt x="287" y="344"/>
                  </a:cubicBezTo>
                  <a:lnTo>
                    <a:pt x="287" y="324"/>
                  </a:lnTo>
                  <a:lnTo>
                    <a:pt x="402" y="324"/>
                  </a:lnTo>
                  <a:cubicBezTo>
                    <a:pt x="434" y="324"/>
                    <a:pt x="458" y="310"/>
                    <a:pt x="477" y="288"/>
                  </a:cubicBezTo>
                  <a:close/>
                  <a:moveTo>
                    <a:pt x="417" y="573"/>
                  </a:moveTo>
                  <a:lnTo>
                    <a:pt x="417" y="638"/>
                  </a:lnTo>
                  <a:cubicBezTo>
                    <a:pt x="417" y="662"/>
                    <a:pt x="428" y="682"/>
                    <a:pt x="444" y="698"/>
                  </a:cubicBezTo>
                  <a:lnTo>
                    <a:pt x="81" y="698"/>
                  </a:lnTo>
                  <a:cubicBezTo>
                    <a:pt x="48" y="698"/>
                    <a:pt x="22" y="671"/>
                    <a:pt x="22" y="638"/>
                  </a:cubicBezTo>
                  <a:lnTo>
                    <a:pt x="22" y="573"/>
                  </a:lnTo>
                  <a:close/>
                  <a:moveTo>
                    <a:pt x="581" y="24"/>
                  </a:moveTo>
                  <a:cubicBezTo>
                    <a:pt x="565" y="38"/>
                    <a:pt x="554" y="60"/>
                    <a:pt x="554" y="83"/>
                  </a:cubicBezTo>
                  <a:lnTo>
                    <a:pt x="554" y="638"/>
                  </a:lnTo>
                  <a:lnTo>
                    <a:pt x="558" y="638"/>
                  </a:lnTo>
                  <a:cubicBezTo>
                    <a:pt x="558" y="653"/>
                    <a:pt x="552" y="668"/>
                    <a:pt x="539" y="681"/>
                  </a:cubicBezTo>
                  <a:cubicBezTo>
                    <a:pt x="529" y="692"/>
                    <a:pt x="513" y="700"/>
                    <a:pt x="496" y="700"/>
                  </a:cubicBezTo>
                  <a:cubicBezTo>
                    <a:pt x="464" y="700"/>
                    <a:pt x="437" y="672"/>
                    <a:pt x="437" y="639"/>
                  </a:cubicBezTo>
                  <a:lnTo>
                    <a:pt x="437" y="552"/>
                  </a:lnTo>
                  <a:lnTo>
                    <a:pt x="83" y="552"/>
                  </a:lnTo>
                  <a:lnTo>
                    <a:pt x="83" y="521"/>
                  </a:lnTo>
                  <a:lnTo>
                    <a:pt x="445" y="521"/>
                  </a:lnTo>
                  <a:cubicBezTo>
                    <a:pt x="474" y="521"/>
                    <a:pt x="499" y="497"/>
                    <a:pt x="499" y="469"/>
                  </a:cubicBezTo>
                  <a:lnTo>
                    <a:pt x="499" y="180"/>
                  </a:lnTo>
                  <a:lnTo>
                    <a:pt x="370" y="180"/>
                  </a:lnTo>
                  <a:lnTo>
                    <a:pt x="370" y="151"/>
                  </a:lnTo>
                  <a:cubicBezTo>
                    <a:pt x="370" y="132"/>
                    <a:pt x="356" y="118"/>
                    <a:pt x="337" y="118"/>
                  </a:cubicBezTo>
                  <a:lnTo>
                    <a:pt x="157" y="118"/>
                  </a:lnTo>
                  <a:cubicBezTo>
                    <a:pt x="139" y="118"/>
                    <a:pt x="125" y="132"/>
                    <a:pt x="125" y="151"/>
                  </a:cubicBezTo>
                  <a:lnTo>
                    <a:pt x="125" y="180"/>
                  </a:lnTo>
                  <a:lnTo>
                    <a:pt x="81" y="180"/>
                  </a:lnTo>
                  <a:lnTo>
                    <a:pt x="81" y="83"/>
                  </a:lnTo>
                  <a:cubicBezTo>
                    <a:pt x="81" y="51"/>
                    <a:pt x="109" y="24"/>
                    <a:pt x="141" y="24"/>
                  </a:cubicBezTo>
                  <a:close/>
                  <a:moveTo>
                    <a:pt x="145" y="1"/>
                  </a:moveTo>
                  <a:cubicBezTo>
                    <a:pt x="99" y="1"/>
                    <a:pt x="63" y="37"/>
                    <a:pt x="63" y="81"/>
                  </a:cubicBezTo>
                  <a:lnTo>
                    <a:pt x="63" y="178"/>
                  </a:lnTo>
                  <a:lnTo>
                    <a:pt x="1" y="178"/>
                  </a:lnTo>
                  <a:lnTo>
                    <a:pt x="1" y="467"/>
                  </a:lnTo>
                  <a:cubicBezTo>
                    <a:pt x="1" y="496"/>
                    <a:pt x="24" y="519"/>
                    <a:pt x="53" y="519"/>
                  </a:cubicBezTo>
                  <a:lnTo>
                    <a:pt x="63" y="519"/>
                  </a:lnTo>
                  <a:lnTo>
                    <a:pt x="63" y="551"/>
                  </a:lnTo>
                  <a:lnTo>
                    <a:pt x="1" y="551"/>
                  </a:lnTo>
                  <a:lnTo>
                    <a:pt x="1" y="638"/>
                  </a:lnTo>
                  <a:cubicBezTo>
                    <a:pt x="1" y="684"/>
                    <a:pt x="37" y="720"/>
                    <a:pt x="81" y="720"/>
                  </a:cubicBezTo>
                  <a:lnTo>
                    <a:pt x="499" y="720"/>
                  </a:lnTo>
                  <a:cubicBezTo>
                    <a:pt x="521" y="720"/>
                    <a:pt x="539" y="710"/>
                    <a:pt x="557" y="695"/>
                  </a:cubicBezTo>
                  <a:cubicBezTo>
                    <a:pt x="573" y="681"/>
                    <a:pt x="580" y="659"/>
                    <a:pt x="580" y="638"/>
                  </a:cubicBezTo>
                  <a:lnTo>
                    <a:pt x="580" y="226"/>
                  </a:lnTo>
                  <a:lnTo>
                    <a:pt x="720" y="226"/>
                  </a:lnTo>
                  <a:lnTo>
                    <a:pt x="720" y="80"/>
                  </a:lnTo>
                  <a:cubicBezTo>
                    <a:pt x="720" y="38"/>
                    <a:pt x="688" y="5"/>
                    <a:pt x="6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 name="Google Shape;2271;p48"/>
          <p:cNvGrpSpPr/>
          <p:nvPr/>
        </p:nvGrpSpPr>
        <p:grpSpPr>
          <a:xfrm>
            <a:off x="896492" y="3356067"/>
            <a:ext cx="321042" cy="416145"/>
            <a:chOff x="896492" y="3356067"/>
            <a:chExt cx="321042" cy="416145"/>
          </a:xfrm>
        </p:grpSpPr>
        <p:sp>
          <p:nvSpPr>
            <p:cNvPr id="2272" name="Google Shape;2272;p48"/>
            <p:cNvSpPr/>
            <p:nvPr/>
          </p:nvSpPr>
          <p:spPr>
            <a:xfrm>
              <a:off x="896492" y="3356067"/>
              <a:ext cx="321042" cy="416145"/>
            </a:xfrm>
            <a:custGeom>
              <a:rect b="b" l="l" r="r" t="t"/>
              <a:pathLst>
                <a:path extrusionOk="0" h="722" w="557">
                  <a:moveTo>
                    <a:pt x="426" y="23"/>
                  </a:moveTo>
                  <a:cubicBezTo>
                    <a:pt x="431" y="82"/>
                    <a:pt x="478" y="129"/>
                    <a:pt x="538" y="135"/>
                  </a:cubicBezTo>
                  <a:lnTo>
                    <a:pt x="538" y="363"/>
                  </a:lnTo>
                  <a:cubicBezTo>
                    <a:pt x="538" y="521"/>
                    <a:pt x="434" y="658"/>
                    <a:pt x="282" y="700"/>
                  </a:cubicBezTo>
                  <a:cubicBezTo>
                    <a:pt x="130" y="658"/>
                    <a:pt x="25" y="521"/>
                    <a:pt x="25" y="363"/>
                  </a:cubicBezTo>
                  <a:lnTo>
                    <a:pt x="25" y="135"/>
                  </a:lnTo>
                  <a:cubicBezTo>
                    <a:pt x="84" y="129"/>
                    <a:pt x="132" y="82"/>
                    <a:pt x="138" y="23"/>
                  </a:cubicBezTo>
                  <a:close/>
                  <a:moveTo>
                    <a:pt x="113" y="1"/>
                  </a:moveTo>
                  <a:lnTo>
                    <a:pt x="113" y="12"/>
                  </a:lnTo>
                  <a:cubicBezTo>
                    <a:pt x="113" y="67"/>
                    <a:pt x="68" y="115"/>
                    <a:pt x="10" y="115"/>
                  </a:cubicBezTo>
                  <a:lnTo>
                    <a:pt x="0" y="115"/>
                  </a:lnTo>
                  <a:lnTo>
                    <a:pt x="0" y="363"/>
                  </a:lnTo>
                  <a:cubicBezTo>
                    <a:pt x="0" y="532"/>
                    <a:pt x="113" y="678"/>
                    <a:pt x="276" y="722"/>
                  </a:cubicBezTo>
                  <a:lnTo>
                    <a:pt x="279" y="722"/>
                  </a:lnTo>
                  <a:cubicBezTo>
                    <a:pt x="442" y="678"/>
                    <a:pt x="556" y="532"/>
                    <a:pt x="556" y="363"/>
                  </a:cubicBezTo>
                  <a:lnTo>
                    <a:pt x="556" y="115"/>
                  </a:lnTo>
                  <a:lnTo>
                    <a:pt x="546" y="115"/>
                  </a:lnTo>
                  <a:cubicBezTo>
                    <a:pt x="491" y="115"/>
                    <a:pt x="444" y="70"/>
                    <a:pt x="444" y="12"/>
                  </a:cubicBezTo>
                  <a:lnTo>
                    <a:pt x="4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8"/>
            <p:cNvSpPr/>
            <p:nvPr/>
          </p:nvSpPr>
          <p:spPr>
            <a:xfrm>
              <a:off x="923006" y="3381427"/>
              <a:ext cx="273779" cy="364847"/>
            </a:xfrm>
            <a:custGeom>
              <a:rect b="b" l="l" r="r" t="t"/>
              <a:pathLst>
                <a:path extrusionOk="0" h="633" w="475">
                  <a:moveTo>
                    <a:pt x="279" y="123"/>
                  </a:moveTo>
                  <a:lnTo>
                    <a:pt x="279" y="145"/>
                  </a:lnTo>
                  <a:lnTo>
                    <a:pt x="131" y="145"/>
                  </a:lnTo>
                  <a:lnTo>
                    <a:pt x="131" y="123"/>
                  </a:lnTo>
                  <a:close/>
                  <a:moveTo>
                    <a:pt x="448" y="221"/>
                  </a:moveTo>
                  <a:lnTo>
                    <a:pt x="448" y="243"/>
                  </a:lnTo>
                  <a:lnTo>
                    <a:pt x="279" y="243"/>
                  </a:lnTo>
                  <a:lnTo>
                    <a:pt x="279" y="221"/>
                  </a:lnTo>
                  <a:close/>
                  <a:moveTo>
                    <a:pt x="258" y="165"/>
                  </a:moveTo>
                  <a:lnTo>
                    <a:pt x="258" y="298"/>
                  </a:lnTo>
                  <a:lnTo>
                    <a:pt x="152" y="298"/>
                  </a:lnTo>
                  <a:lnTo>
                    <a:pt x="152" y="165"/>
                  </a:lnTo>
                  <a:close/>
                  <a:moveTo>
                    <a:pt x="279" y="319"/>
                  </a:moveTo>
                  <a:lnTo>
                    <a:pt x="279" y="341"/>
                  </a:lnTo>
                  <a:lnTo>
                    <a:pt x="131" y="341"/>
                  </a:lnTo>
                  <a:lnTo>
                    <a:pt x="131" y="319"/>
                  </a:lnTo>
                  <a:close/>
                  <a:moveTo>
                    <a:pt x="346" y="22"/>
                  </a:moveTo>
                  <a:cubicBezTo>
                    <a:pt x="362" y="71"/>
                    <a:pt x="402" y="109"/>
                    <a:pt x="450" y="127"/>
                  </a:cubicBezTo>
                  <a:lnTo>
                    <a:pt x="450" y="201"/>
                  </a:lnTo>
                  <a:lnTo>
                    <a:pt x="279" y="201"/>
                  </a:lnTo>
                  <a:lnTo>
                    <a:pt x="279" y="166"/>
                  </a:lnTo>
                  <a:lnTo>
                    <a:pt x="301" y="166"/>
                  </a:lnTo>
                  <a:lnTo>
                    <a:pt x="301" y="103"/>
                  </a:lnTo>
                  <a:lnTo>
                    <a:pt x="110" y="103"/>
                  </a:lnTo>
                  <a:lnTo>
                    <a:pt x="110" y="166"/>
                  </a:lnTo>
                  <a:lnTo>
                    <a:pt x="132" y="166"/>
                  </a:lnTo>
                  <a:lnTo>
                    <a:pt x="132" y="301"/>
                  </a:lnTo>
                  <a:lnTo>
                    <a:pt x="110" y="301"/>
                  </a:lnTo>
                  <a:lnTo>
                    <a:pt x="110" y="363"/>
                  </a:lnTo>
                  <a:lnTo>
                    <a:pt x="301" y="363"/>
                  </a:lnTo>
                  <a:lnTo>
                    <a:pt x="301" y="301"/>
                  </a:lnTo>
                  <a:lnTo>
                    <a:pt x="279" y="301"/>
                  </a:lnTo>
                  <a:lnTo>
                    <a:pt x="279" y="266"/>
                  </a:lnTo>
                  <a:lnTo>
                    <a:pt x="448" y="266"/>
                  </a:lnTo>
                  <a:lnTo>
                    <a:pt x="448" y="322"/>
                  </a:lnTo>
                  <a:cubicBezTo>
                    <a:pt x="448" y="455"/>
                    <a:pt x="360" y="575"/>
                    <a:pt x="233" y="614"/>
                  </a:cubicBezTo>
                  <a:cubicBezTo>
                    <a:pt x="107" y="575"/>
                    <a:pt x="19" y="455"/>
                    <a:pt x="19" y="322"/>
                  </a:cubicBezTo>
                  <a:lnTo>
                    <a:pt x="19" y="127"/>
                  </a:lnTo>
                  <a:cubicBezTo>
                    <a:pt x="67" y="110"/>
                    <a:pt x="106" y="71"/>
                    <a:pt x="123" y="22"/>
                  </a:cubicBezTo>
                  <a:close/>
                  <a:moveTo>
                    <a:pt x="109" y="0"/>
                  </a:moveTo>
                  <a:lnTo>
                    <a:pt x="107" y="7"/>
                  </a:lnTo>
                  <a:cubicBezTo>
                    <a:pt x="93" y="55"/>
                    <a:pt x="55" y="94"/>
                    <a:pt x="8" y="107"/>
                  </a:cubicBezTo>
                  <a:lnTo>
                    <a:pt x="1" y="109"/>
                  </a:lnTo>
                  <a:lnTo>
                    <a:pt x="1" y="318"/>
                  </a:lnTo>
                  <a:cubicBezTo>
                    <a:pt x="1" y="389"/>
                    <a:pt x="22" y="457"/>
                    <a:pt x="66" y="513"/>
                  </a:cubicBezTo>
                  <a:cubicBezTo>
                    <a:pt x="107" y="569"/>
                    <a:pt x="167" y="611"/>
                    <a:pt x="233" y="630"/>
                  </a:cubicBezTo>
                  <a:lnTo>
                    <a:pt x="237" y="633"/>
                  </a:lnTo>
                  <a:lnTo>
                    <a:pt x="240" y="630"/>
                  </a:lnTo>
                  <a:cubicBezTo>
                    <a:pt x="308" y="611"/>
                    <a:pt x="367" y="569"/>
                    <a:pt x="409" y="513"/>
                  </a:cubicBezTo>
                  <a:cubicBezTo>
                    <a:pt x="450" y="455"/>
                    <a:pt x="474" y="389"/>
                    <a:pt x="474" y="318"/>
                  </a:cubicBezTo>
                  <a:lnTo>
                    <a:pt x="474" y="109"/>
                  </a:lnTo>
                  <a:lnTo>
                    <a:pt x="463" y="107"/>
                  </a:lnTo>
                  <a:cubicBezTo>
                    <a:pt x="417" y="93"/>
                    <a:pt x="376" y="55"/>
                    <a:pt x="363" y="7"/>
                  </a:cubicBezTo>
                  <a:lnTo>
                    <a:pt x="3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8"/>
            <p:cNvSpPr/>
            <p:nvPr/>
          </p:nvSpPr>
          <p:spPr>
            <a:xfrm>
              <a:off x="969692" y="3615437"/>
              <a:ext cx="142365" cy="36888"/>
            </a:xfrm>
            <a:custGeom>
              <a:rect b="b" l="l" r="r" t="t"/>
              <a:pathLst>
                <a:path extrusionOk="0" h="64" w="247">
                  <a:moveTo>
                    <a:pt x="208" y="20"/>
                  </a:moveTo>
                  <a:cubicBezTo>
                    <a:pt x="217" y="20"/>
                    <a:pt x="227" y="28"/>
                    <a:pt x="227" y="39"/>
                  </a:cubicBezTo>
                  <a:lnTo>
                    <a:pt x="227" y="42"/>
                  </a:lnTo>
                  <a:lnTo>
                    <a:pt x="21" y="42"/>
                  </a:lnTo>
                  <a:lnTo>
                    <a:pt x="21" y="39"/>
                  </a:lnTo>
                  <a:cubicBezTo>
                    <a:pt x="21" y="29"/>
                    <a:pt x="28" y="20"/>
                    <a:pt x="39" y="20"/>
                  </a:cubicBezTo>
                  <a:close/>
                  <a:moveTo>
                    <a:pt x="39" y="0"/>
                  </a:moveTo>
                  <a:cubicBezTo>
                    <a:pt x="18" y="0"/>
                    <a:pt x="0" y="19"/>
                    <a:pt x="0" y="39"/>
                  </a:cubicBezTo>
                  <a:lnTo>
                    <a:pt x="0" y="64"/>
                  </a:lnTo>
                  <a:lnTo>
                    <a:pt x="246" y="64"/>
                  </a:lnTo>
                  <a:lnTo>
                    <a:pt x="246" y="39"/>
                  </a:lnTo>
                  <a:cubicBezTo>
                    <a:pt x="246" y="17"/>
                    <a:pt x="229" y="0"/>
                    <a:pt x="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8"/>
            <p:cNvSpPr/>
            <p:nvPr/>
          </p:nvSpPr>
          <p:spPr>
            <a:xfrm>
              <a:off x="1102835" y="3409670"/>
              <a:ext cx="27090" cy="31124"/>
            </a:xfrm>
            <a:custGeom>
              <a:rect b="b" l="l" r="r" t="t"/>
              <a:pathLst>
                <a:path extrusionOk="0" h="54" w="47">
                  <a:moveTo>
                    <a:pt x="21" y="0"/>
                  </a:moveTo>
                  <a:lnTo>
                    <a:pt x="1" y="9"/>
                  </a:lnTo>
                  <a:cubicBezTo>
                    <a:pt x="8" y="25"/>
                    <a:pt x="19" y="39"/>
                    <a:pt x="29" y="54"/>
                  </a:cubicBezTo>
                  <a:lnTo>
                    <a:pt x="47" y="39"/>
                  </a:lnTo>
                  <a:cubicBezTo>
                    <a:pt x="37" y="28"/>
                    <a:pt x="28" y="15"/>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8"/>
            <p:cNvSpPr/>
            <p:nvPr/>
          </p:nvSpPr>
          <p:spPr>
            <a:xfrm>
              <a:off x="1148946" y="3455204"/>
              <a:ext cx="16715" cy="17291"/>
            </a:xfrm>
            <a:custGeom>
              <a:rect b="b" l="l" r="r" t="t"/>
              <a:pathLst>
                <a:path extrusionOk="0" h="30" w="29">
                  <a:moveTo>
                    <a:pt x="12" y="1"/>
                  </a:moveTo>
                  <a:lnTo>
                    <a:pt x="0" y="18"/>
                  </a:lnTo>
                  <a:cubicBezTo>
                    <a:pt x="6" y="22"/>
                    <a:pt x="13" y="25"/>
                    <a:pt x="20" y="30"/>
                  </a:cubicBezTo>
                  <a:lnTo>
                    <a:pt x="29" y="9"/>
                  </a:lnTo>
                  <a:cubicBezTo>
                    <a:pt x="25" y="7"/>
                    <a:pt x="19" y="4"/>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8"/>
            <p:cNvSpPr/>
            <p:nvPr/>
          </p:nvSpPr>
          <p:spPr>
            <a:xfrm>
              <a:off x="1129349" y="3440218"/>
              <a:ext cx="16715" cy="17291"/>
            </a:xfrm>
            <a:custGeom>
              <a:rect b="b" l="l" r="r" t="t"/>
              <a:pathLst>
                <a:path extrusionOk="0" h="30" w="29">
                  <a:moveTo>
                    <a:pt x="15" y="1"/>
                  </a:moveTo>
                  <a:lnTo>
                    <a:pt x="1" y="15"/>
                  </a:lnTo>
                  <a:cubicBezTo>
                    <a:pt x="5" y="21"/>
                    <a:pt x="11" y="27"/>
                    <a:pt x="17" y="30"/>
                  </a:cubicBezTo>
                  <a:lnTo>
                    <a:pt x="28" y="14"/>
                  </a:lnTo>
                  <a:cubicBezTo>
                    <a:pt x="24" y="11"/>
                    <a:pt x="20" y="7"/>
                    <a:pt x="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8"/>
            <p:cNvSpPr/>
            <p:nvPr/>
          </p:nvSpPr>
          <p:spPr>
            <a:xfrm>
              <a:off x="1007733" y="3405635"/>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8"/>
            <p:cNvSpPr/>
            <p:nvPr/>
          </p:nvSpPr>
          <p:spPr>
            <a:xfrm>
              <a:off x="1031941" y="3405635"/>
              <a:ext cx="41499" cy="12680"/>
            </a:xfrm>
            <a:custGeom>
              <a:rect b="b" l="l" r="r" t="t"/>
              <a:pathLst>
                <a:path extrusionOk="0" h="22" w="72">
                  <a:moveTo>
                    <a:pt x="1" y="0"/>
                  </a:moveTo>
                  <a:lnTo>
                    <a:pt x="1" y="22"/>
                  </a:lnTo>
                  <a:lnTo>
                    <a:pt x="72" y="22"/>
                  </a:lnTo>
                  <a:lnTo>
                    <a:pt x="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p:nvPr/>
          </p:nvSpPr>
          <p:spPr>
            <a:xfrm>
              <a:off x="945484" y="3523793"/>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8"/>
            <p:cNvSpPr/>
            <p:nvPr/>
          </p:nvSpPr>
          <p:spPr>
            <a:xfrm>
              <a:off x="945484" y="3488057"/>
              <a:ext cx="13257" cy="23631"/>
            </a:xfrm>
            <a:custGeom>
              <a:rect b="b" l="l" r="r" t="t"/>
              <a:pathLst>
                <a:path extrusionOk="0" h="41" w="23">
                  <a:moveTo>
                    <a:pt x="1" y="0"/>
                  </a:moveTo>
                  <a:lnTo>
                    <a:pt x="1" y="41"/>
                  </a:lnTo>
                  <a:lnTo>
                    <a:pt x="22" y="4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8"/>
            <p:cNvSpPr/>
            <p:nvPr/>
          </p:nvSpPr>
          <p:spPr>
            <a:xfrm>
              <a:off x="946637" y="3578548"/>
              <a:ext cx="16715" cy="32277"/>
            </a:xfrm>
            <a:custGeom>
              <a:rect b="b" l="l" r="r" t="t"/>
              <a:pathLst>
                <a:path extrusionOk="0" h="56" w="29">
                  <a:moveTo>
                    <a:pt x="22" y="1"/>
                  </a:moveTo>
                  <a:lnTo>
                    <a:pt x="0" y="3"/>
                  </a:lnTo>
                  <a:cubicBezTo>
                    <a:pt x="1" y="21"/>
                    <a:pt x="4" y="40"/>
                    <a:pt x="9" y="55"/>
                  </a:cubicBezTo>
                  <a:lnTo>
                    <a:pt x="29" y="50"/>
                  </a:lnTo>
                  <a:cubicBezTo>
                    <a:pt x="26" y="34"/>
                    <a:pt x="23" y="18"/>
                    <a:pt x="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8"/>
            <p:cNvSpPr/>
            <p:nvPr/>
          </p:nvSpPr>
          <p:spPr>
            <a:xfrm>
              <a:off x="1027330" y="3696706"/>
              <a:ext cx="59367" cy="24784"/>
            </a:xfrm>
            <a:custGeom>
              <a:rect b="b" l="l" r="r" t="t"/>
              <a:pathLst>
                <a:path extrusionOk="0" h="43" w="103">
                  <a:moveTo>
                    <a:pt x="12" y="1"/>
                  </a:moveTo>
                  <a:lnTo>
                    <a:pt x="0" y="18"/>
                  </a:lnTo>
                  <a:cubicBezTo>
                    <a:pt x="16" y="28"/>
                    <a:pt x="33" y="34"/>
                    <a:pt x="49" y="40"/>
                  </a:cubicBezTo>
                  <a:lnTo>
                    <a:pt x="52" y="43"/>
                  </a:lnTo>
                  <a:lnTo>
                    <a:pt x="56" y="40"/>
                  </a:lnTo>
                  <a:cubicBezTo>
                    <a:pt x="72" y="34"/>
                    <a:pt x="88" y="28"/>
                    <a:pt x="103" y="18"/>
                  </a:cubicBezTo>
                  <a:lnTo>
                    <a:pt x="93" y="2"/>
                  </a:lnTo>
                  <a:cubicBezTo>
                    <a:pt x="80" y="9"/>
                    <a:pt x="67" y="15"/>
                    <a:pt x="52" y="21"/>
                  </a:cubicBezTo>
                  <a:cubicBezTo>
                    <a:pt x="38" y="15"/>
                    <a:pt x="23" y="8"/>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8"/>
            <p:cNvSpPr/>
            <p:nvPr/>
          </p:nvSpPr>
          <p:spPr>
            <a:xfrm>
              <a:off x="1007157" y="3684602"/>
              <a:ext cx="19020" cy="16715"/>
            </a:xfrm>
            <a:custGeom>
              <a:rect b="b" l="l" r="r" t="t"/>
              <a:pathLst>
                <a:path extrusionOk="0" h="29" w="33">
                  <a:moveTo>
                    <a:pt x="13" y="0"/>
                  </a:moveTo>
                  <a:lnTo>
                    <a:pt x="0" y="16"/>
                  </a:lnTo>
                  <a:cubicBezTo>
                    <a:pt x="6" y="22"/>
                    <a:pt x="12" y="25"/>
                    <a:pt x="19" y="29"/>
                  </a:cubicBezTo>
                  <a:lnTo>
                    <a:pt x="32" y="10"/>
                  </a:lnTo>
                  <a:cubicBezTo>
                    <a:pt x="25" y="7"/>
                    <a:pt x="19" y="3"/>
                    <a:pt x="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8"/>
            <p:cNvSpPr/>
            <p:nvPr/>
          </p:nvSpPr>
          <p:spPr>
            <a:xfrm>
              <a:off x="1115516" y="3660970"/>
              <a:ext cx="17291" cy="17291"/>
            </a:xfrm>
            <a:custGeom>
              <a:rect b="b" l="l" r="r" t="t"/>
              <a:pathLst>
                <a:path extrusionOk="0" h="30" w="30">
                  <a:moveTo>
                    <a:pt x="13" y="1"/>
                  </a:moveTo>
                  <a:cubicBezTo>
                    <a:pt x="10" y="6"/>
                    <a:pt x="5" y="12"/>
                    <a:pt x="0" y="15"/>
                  </a:cubicBezTo>
                  <a:lnTo>
                    <a:pt x="15" y="29"/>
                  </a:lnTo>
                  <a:cubicBezTo>
                    <a:pt x="20" y="25"/>
                    <a:pt x="25" y="19"/>
                    <a:pt x="29" y="14"/>
                  </a:cubicBez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8"/>
            <p:cNvSpPr/>
            <p:nvPr/>
          </p:nvSpPr>
          <p:spPr>
            <a:xfrm>
              <a:off x="1129349" y="3637915"/>
              <a:ext cx="21326" cy="23055"/>
            </a:xfrm>
            <a:custGeom>
              <a:rect b="b" l="l" r="r" t="t"/>
              <a:pathLst>
                <a:path extrusionOk="0" h="40" w="37">
                  <a:moveTo>
                    <a:pt x="17" y="0"/>
                  </a:moveTo>
                  <a:lnTo>
                    <a:pt x="1" y="26"/>
                  </a:lnTo>
                  <a:lnTo>
                    <a:pt x="18" y="39"/>
                  </a:lnTo>
                  <a:cubicBezTo>
                    <a:pt x="25" y="30"/>
                    <a:pt x="31" y="22"/>
                    <a:pt x="37" y="10"/>
                  </a:cubicBezTo>
                  <a:lnTo>
                    <a:pt x="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8"/>
            <p:cNvSpPr/>
            <p:nvPr/>
          </p:nvSpPr>
          <p:spPr>
            <a:xfrm>
              <a:off x="1148946" y="3602756"/>
              <a:ext cx="15562" cy="16139"/>
            </a:xfrm>
            <a:custGeom>
              <a:rect b="b" l="l" r="r" t="t"/>
              <a:pathLst>
                <a:path extrusionOk="0" h="28" w="27">
                  <a:moveTo>
                    <a:pt x="6" y="0"/>
                  </a:moveTo>
                  <a:cubicBezTo>
                    <a:pt x="4" y="8"/>
                    <a:pt x="3" y="13"/>
                    <a:pt x="0" y="21"/>
                  </a:cubicBezTo>
                  <a:lnTo>
                    <a:pt x="20" y="28"/>
                  </a:lnTo>
                  <a:lnTo>
                    <a:pt x="26" y="6"/>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8"/>
            <p:cNvSpPr/>
            <p:nvPr/>
          </p:nvSpPr>
          <p:spPr>
            <a:xfrm>
              <a:off x="1155286" y="3550882"/>
              <a:ext cx="14986" cy="43228"/>
            </a:xfrm>
            <a:custGeom>
              <a:rect b="b" l="l" r="r" t="t"/>
              <a:pathLst>
                <a:path extrusionOk="0" h="75" w="26">
                  <a:moveTo>
                    <a:pt x="3" y="1"/>
                  </a:moveTo>
                  <a:lnTo>
                    <a:pt x="3" y="25"/>
                  </a:lnTo>
                  <a:cubicBezTo>
                    <a:pt x="3" y="40"/>
                    <a:pt x="2" y="56"/>
                    <a:pt x="1" y="70"/>
                  </a:cubicBezTo>
                  <a:lnTo>
                    <a:pt x="22" y="75"/>
                  </a:lnTo>
                  <a:cubicBezTo>
                    <a:pt x="25" y="59"/>
                    <a:pt x="25" y="41"/>
                    <a:pt x="25" y="25"/>
                  </a:cubicBezTo>
                  <a:lnTo>
                    <a:pt x="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8"/>
            <p:cNvSpPr/>
            <p:nvPr/>
          </p:nvSpPr>
          <p:spPr>
            <a:xfrm>
              <a:off x="1034823" y="3533591"/>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8"/>
            <p:cNvSpPr/>
            <p:nvPr/>
          </p:nvSpPr>
          <p:spPr>
            <a:xfrm>
              <a:off x="1034823" y="3509383"/>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8"/>
            <p:cNvSpPr/>
            <p:nvPr/>
          </p:nvSpPr>
          <p:spPr>
            <a:xfrm>
              <a:off x="1034823" y="3484599"/>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 name="Google Shape;2292;p48"/>
          <p:cNvGrpSpPr/>
          <p:nvPr/>
        </p:nvGrpSpPr>
        <p:grpSpPr>
          <a:xfrm>
            <a:off x="3972619" y="2664414"/>
            <a:ext cx="412686" cy="417874"/>
            <a:chOff x="3972619" y="2664414"/>
            <a:chExt cx="412686" cy="417874"/>
          </a:xfrm>
        </p:grpSpPr>
        <p:sp>
          <p:nvSpPr>
            <p:cNvPr id="2293" name="Google Shape;2293;p48"/>
            <p:cNvSpPr/>
            <p:nvPr/>
          </p:nvSpPr>
          <p:spPr>
            <a:xfrm>
              <a:off x="4104609" y="3009664"/>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8"/>
            <p:cNvSpPr/>
            <p:nvPr/>
          </p:nvSpPr>
          <p:spPr>
            <a:xfrm>
              <a:off x="4052159" y="3009664"/>
              <a:ext cx="40346" cy="13257"/>
            </a:xfrm>
            <a:custGeom>
              <a:rect b="b" l="l" r="r" t="t"/>
              <a:pathLst>
                <a:path extrusionOk="0" h="23" w="70">
                  <a:moveTo>
                    <a:pt x="0" y="1"/>
                  </a:moveTo>
                  <a:lnTo>
                    <a:pt x="0" y="23"/>
                  </a:lnTo>
                  <a:lnTo>
                    <a:pt x="69" y="23"/>
                  </a:lnTo>
                  <a:lnTo>
                    <a:pt x="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8"/>
            <p:cNvSpPr/>
            <p:nvPr/>
          </p:nvSpPr>
          <p:spPr>
            <a:xfrm>
              <a:off x="4000285" y="2901881"/>
              <a:ext cx="19020" cy="46110"/>
            </a:xfrm>
            <a:custGeom>
              <a:rect b="b" l="l" r="r" t="t"/>
              <a:pathLst>
                <a:path extrusionOk="0" h="80" w="33">
                  <a:moveTo>
                    <a:pt x="11" y="0"/>
                  </a:moveTo>
                  <a:lnTo>
                    <a:pt x="1" y="78"/>
                  </a:lnTo>
                  <a:lnTo>
                    <a:pt x="22" y="80"/>
                  </a:lnTo>
                  <a:lnTo>
                    <a:pt x="32" y="2"/>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8"/>
            <p:cNvSpPr/>
            <p:nvPr/>
          </p:nvSpPr>
          <p:spPr>
            <a:xfrm>
              <a:off x="3998556" y="2831563"/>
              <a:ext cx="13833" cy="13833"/>
            </a:xfrm>
            <a:custGeom>
              <a:rect b="b" l="l" r="r" t="t"/>
              <a:pathLst>
                <a:path extrusionOk="0" h="24" w="24">
                  <a:moveTo>
                    <a:pt x="2" y="1"/>
                  </a:moveTo>
                  <a:cubicBezTo>
                    <a:pt x="1" y="8"/>
                    <a:pt x="1" y="15"/>
                    <a:pt x="1" y="23"/>
                  </a:cubicBezTo>
                  <a:lnTo>
                    <a:pt x="22" y="24"/>
                  </a:lnTo>
                  <a:cubicBezTo>
                    <a:pt x="22" y="17"/>
                    <a:pt x="24" y="12"/>
                    <a:pt x="24" y="5"/>
                  </a:cubicBezTo>
                  <a:lnTo>
                    <a:pt x="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8"/>
            <p:cNvSpPr/>
            <p:nvPr/>
          </p:nvSpPr>
          <p:spPr>
            <a:xfrm>
              <a:off x="4002591" y="2806779"/>
              <a:ext cx="16715" cy="17291"/>
            </a:xfrm>
            <a:custGeom>
              <a:rect b="b" l="l" r="r" t="t"/>
              <a:pathLst>
                <a:path extrusionOk="0" h="30" w="29">
                  <a:moveTo>
                    <a:pt x="8" y="1"/>
                  </a:moveTo>
                  <a:cubicBezTo>
                    <a:pt x="4" y="8"/>
                    <a:pt x="2" y="15"/>
                    <a:pt x="1" y="22"/>
                  </a:cubicBezTo>
                  <a:lnTo>
                    <a:pt x="21" y="29"/>
                  </a:lnTo>
                  <a:cubicBezTo>
                    <a:pt x="23" y="24"/>
                    <a:pt x="24" y="16"/>
                    <a:pt x="28" y="11"/>
                  </a:cubicBezTo>
                  <a:lnTo>
                    <a:pt x="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8"/>
            <p:cNvSpPr/>
            <p:nvPr/>
          </p:nvSpPr>
          <p:spPr>
            <a:xfrm>
              <a:off x="4012965" y="2745107"/>
              <a:ext cx="92220" cy="57061"/>
            </a:xfrm>
            <a:custGeom>
              <a:rect b="b" l="l" r="r" t="t"/>
              <a:pathLst>
                <a:path extrusionOk="0" h="99" w="160">
                  <a:moveTo>
                    <a:pt x="159" y="1"/>
                  </a:moveTo>
                  <a:cubicBezTo>
                    <a:pt x="158" y="2"/>
                    <a:pt x="156" y="2"/>
                    <a:pt x="155" y="2"/>
                  </a:cubicBezTo>
                  <a:cubicBezTo>
                    <a:pt x="107" y="2"/>
                    <a:pt x="62" y="21"/>
                    <a:pt x="28" y="54"/>
                  </a:cubicBezTo>
                  <a:cubicBezTo>
                    <a:pt x="18" y="64"/>
                    <a:pt x="7" y="74"/>
                    <a:pt x="0" y="87"/>
                  </a:cubicBezTo>
                  <a:lnTo>
                    <a:pt x="19" y="99"/>
                  </a:lnTo>
                  <a:cubicBezTo>
                    <a:pt x="26" y="87"/>
                    <a:pt x="33" y="77"/>
                    <a:pt x="44" y="69"/>
                  </a:cubicBezTo>
                  <a:cubicBezTo>
                    <a:pt x="74" y="38"/>
                    <a:pt x="112" y="22"/>
                    <a:pt x="154" y="22"/>
                  </a:cubicBezTo>
                  <a:cubicBezTo>
                    <a:pt x="156" y="22"/>
                    <a:pt x="157" y="22"/>
                    <a:pt x="159" y="22"/>
                  </a:cubicBezTo>
                  <a:lnTo>
                    <a:pt x="1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8"/>
            <p:cNvSpPr/>
            <p:nvPr/>
          </p:nvSpPr>
          <p:spPr>
            <a:xfrm>
              <a:off x="4194524" y="291571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8"/>
            <p:cNvSpPr/>
            <p:nvPr/>
          </p:nvSpPr>
          <p:spPr>
            <a:xfrm>
              <a:off x="4194524" y="2851736"/>
              <a:ext cx="12680" cy="52450"/>
            </a:xfrm>
            <a:custGeom>
              <a:rect b="b" l="l" r="r" t="t"/>
              <a:pathLst>
                <a:path extrusionOk="0" h="91" w="22">
                  <a:moveTo>
                    <a:pt x="0" y="1"/>
                  </a:moveTo>
                  <a:lnTo>
                    <a:pt x="0" y="90"/>
                  </a:lnTo>
                  <a:lnTo>
                    <a:pt x="22" y="90"/>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8"/>
            <p:cNvSpPr/>
            <p:nvPr/>
          </p:nvSpPr>
          <p:spPr>
            <a:xfrm>
              <a:off x="4194524" y="2939922"/>
              <a:ext cx="12680" cy="12104"/>
            </a:xfrm>
            <a:custGeom>
              <a:rect b="b" l="l" r="r" t="t"/>
              <a:pathLst>
                <a:path extrusionOk="0" h="21" w="22">
                  <a:moveTo>
                    <a:pt x="0" y="1"/>
                  </a:moveTo>
                  <a:lnTo>
                    <a:pt x="0" y="21"/>
                  </a:lnTo>
                  <a:lnTo>
                    <a:pt x="22" y="2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8"/>
            <p:cNvSpPr/>
            <p:nvPr/>
          </p:nvSpPr>
          <p:spPr>
            <a:xfrm>
              <a:off x="3972619" y="2664414"/>
              <a:ext cx="412686" cy="417874"/>
            </a:xfrm>
            <a:custGeom>
              <a:rect b="b" l="l" r="r" t="t"/>
              <a:pathLst>
                <a:path extrusionOk="0" h="725" w="716">
                  <a:moveTo>
                    <a:pt x="595" y="19"/>
                  </a:moveTo>
                  <a:cubicBezTo>
                    <a:pt x="610" y="19"/>
                    <a:pt x="625" y="34"/>
                    <a:pt x="625" y="51"/>
                  </a:cubicBezTo>
                  <a:cubicBezTo>
                    <a:pt x="623" y="68"/>
                    <a:pt x="610" y="83"/>
                    <a:pt x="595" y="83"/>
                  </a:cubicBezTo>
                  <a:lnTo>
                    <a:pt x="589" y="83"/>
                  </a:lnTo>
                  <a:cubicBezTo>
                    <a:pt x="583" y="83"/>
                    <a:pt x="577" y="80"/>
                    <a:pt x="574" y="79"/>
                  </a:cubicBezTo>
                  <a:lnTo>
                    <a:pt x="573" y="76"/>
                  </a:lnTo>
                  <a:lnTo>
                    <a:pt x="570" y="74"/>
                  </a:lnTo>
                  <a:lnTo>
                    <a:pt x="569" y="73"/>
                  </a:lnTo>
                  <a:lnTo>
                    <a:pt x="569" y="70"/>
                  </a:lnTo>
                  <a:cubicBezTo>
                    <a:pt x="569" y="70"/>
                    <a:pt x="569" y="68"/>
                    <a:pt x="567" y="68"/>
                  </a:cubicBezTo>
                  <a:lnTo>
                    <a:pt x="567" y="67"/>
                  </a:lnTo>
                  <a:cubicBezTo>
                    <a:pt x="566" y="61"/>
                    <a:pt x="563" y="58"/>
                    <a:pt x="563" y="51"/>
                  </a:cubicBezTo>
                  <a:cubicBezTo>
                    <a:pt x="563" y="34"/>
                    <a:pt x="577" y="19"/>
                    <a:pt x="595" y="19"/>
                  </a:cubicBezTo>
                  <a:close/>
                  <a:moveTo>
                    <a:pt x="665" y="64"/>
                  </a:moveTo>
                  <a:cubicBezTo>
                    <a:pt x="681" y="64"/>
                    <a:pt x="696" y="79"/>
                    <a:pt x="696" y="94"/>
                  </a:cubicBezTo>
                  <a:cubicBezTo>
                    <a:pt x="696" y="112"/>
                    <a:pt x="681" y="125"/>
                    <a:pt x="665" y="125"/>
                  </a:cubicBezTo>
                  <a:cubicBezTo>
                    <a:pt x="648" y="125"/>
                    <a:pt x="634" y="110"/>
                    <a:pt x="634" y="94"/>
                  </a:cubicBezTo>
                  <a:cubicBezTo>
                    <a:pt x="634" y="79"/>
                    <a:pt x="648" y="64"/>
                    <a:pt x="665" y="64"/>
                  </a:cubicBezTo>
                  <a:close/>
                  <a:moveTo>
                    <a:pt x="595" y="103"/>
                  </a:moveTo>
                  <a:cubicBezTo>
                    <a:pt x="610" y="105"/>
                    <a:pt x="623" y="118"/>
                    <a:pt x="623" y="133"/>
                  </a:cubicBezTo>
                  <a:cubicBezTo>
                    <a:pt x="623" y="152"/>
                    <a:pt x="609" y="167"/>
                    <a:pt x="593" y="167"/>
                  </a:cubicBezTo>
                  <a:cubicBezTo>
                    <a:pt x="576" y="167"/>
                    <a:pt x="561" y="152"/>
                    <a:pt x="561" y="136"/>
                  </a:cubicBezTo>
                  <a:cubicBezTo>
                    <a:pt x="561" y="131"/>
                    <a:pt x="564" y="125"/>
                    <a:pt x="566" y="119"/>
                  </a:cubicBezTo>
                  <a:lnTo>
                    <a:pt x="566" y="118"/>
                  </a:lnTo>
                  <a:cubicBezTo>
                    <a:pt x="566" y="118"/>
                    <a:pt x="566" y="116"/>
                    <a:pt x="567" y="116"/>
                  </a:cubicBezTo>
                  <a:lnTo>
                    <a:pt x="567" y="113"/>
                  </a:lnTo>
                  <a:lnTo>
                    <a:pt x="569" y="112"/>
                  </a:lnTo>
                  <a:lnTo>
                    <a:pt x="571" y="110"/>
                  </a:lnTo>
                  <a:lnTo>
                    <a:pt x="573" y="109"/>
                  </a:lnTo>
                  <a:cubicBezTo>
                    <a:pt x="576" y="105"/>
                    <a:pt x="582" y="103"/>
                    <a:pt x="587" y="103"/>
                  </a:cubicBezTo>
                  <a:close/>
                  <a:moveTo>
                    <a:pt x="388" y="126"/>
                  </a:moveTo>
                  <a:lnTo>
                    <a:pt x="388" y="174"/>
                  </a:lnTo>
                  <a:cubicBezTo>
                    <a:pt x="381" y="167"/>
                    <a:pt x="374" y="159"/>
                    <a:pt x="366" y="154"/>
                  </a:cubicBezTo>
                  <a:lnTo>
                    <a:pt x="366" y="126"/>
                  </a:lnTo>
                  <a:close/>
                  <a:moveTo>
                    <a:pt x="548" y="86"/>
                  </a:moveTo>
                  <a:lnTo>
                    <a:pt x="551" y="87"/>
                  </a:lnTo>
                  <a:lnTo>
                    <a:pt x="553" y="89"/>
                  </a:lnTo>
                  <a:cubicBezTo>
                    <a:pt x="553" y="89"/>
                    <a:pt x="553" y="90"/>
                    <a:pt x="554" y="90"/>
                  </a:cubicBezTo>
                  <a:lnTo>
                    <a:pt x="554" y="93"/>
                  </a:lnTo>
                  <a:lnTo>
                    <a:pt x="557" y="94"/>
                  </a:lnTo>
                  <a:cubicBezTo>
                    <a:pt x="558" y="94"/>
                    <a:pt x="559" y="94"/>
                    <a:pt x="559" y="94"/>
                  </a:cubicBezTo>
                  <a:cubicBezTo>
                    <a:pt x="560" y="94"/>
                    <a:pt x="560" y="94"/>
                    <a:pt x="560" y="94"/>
                  </a:cubicBezTo>
                  <a:lnTo>
                    <a:pt x="558" y="96"/>
                  </a:lnTo>
                  <a:lnTo>
                    <a:pt x="557" y="97"/>
                  </a:lnTo>
                  <a:lnTo>
                    <a:pt x="557" y="100"/>
                  </a:lnTo>
                  <a:lnTo>
                    <a:pt x="554" y="102"/>
                  </a:lnTo>
                  <a:lnTo>
                    <a:pt x="553" y="103"/>
                  </a:lnTo>
                  <a:lnTo>
                    <a:pt x="551" y="105"/>
                  </a:lnTo>
                  <a:lnTo>
                    <a:pt x="431" y="105"/>
                  </a:lnTo>
                  <a:lnTo>
                    <a:pt x="431" y="175"/>
                  </a:lnTo>
                  <a:lnTo>
                    <a:pt x="410" y="175"/>
                  </a:lnTo>
                  <a:lnTo>
                    <a:pt x="410" y="105"/>
                  </a:lnTo>
                  <a:lnTo>
                    <a:pt x="346" y="105"/>
                  </a:lnTo>
                  <a:lnTo>
                    <a:pt x="346" y="210"/>
                  </a:lnTo>
                  <a:lnTo>
                    <a:pt x="324" y="210"/>
                  </a:lnTo>
                  <a:lnTo>
                    <a:pt x="324" y="86"/>
                  </a:lnTo>
                  <a:close/>
                  <a:moveTo>
                    <a:pt x="593" y="0"/>
                  </a:moveTo>
                  <a:cubicBezTo>
                    <a:pt x="563" y="0"/>
                    <a:pt x="540" y="24"/>
                    <a:pt x="540" y="53"/>
                  </a:cubicBezTo>
                  <a:cubicBezTo>
                    <a:pt x="540" y="55"/>
                    <a:pt x="540" y="60"/>
                    <a:pt x="543" y="61"/>
                  </a:cubicBezTo>
                  <a:lnTo>
                    <a:pt x="306" y="61"/>
                  </a:lnTo>
                  <a:lnTo>
                    <a:pt x="306" y="113"/>
                  </a:lnTo>
                  <a:cubicBezTo>
                    <a:pt x="283" y="105"/>
                    <a:pt x="257" y="99"/>
                    <a:pt x="232" y="99"/>
                  </a:cubicBezTo>
                  <a:cubicBezTo>
                    <a:pt x="230" y="99"/>
                    <a:pt x="228" y="99"/>
                    <a:pt x="227" y="99"/>
                  </a:cubicBezTo>
                  <a:cubicBezTo>
                    <a:pt x="166" y="99"/>
                    <a:pt x="111" y="122"/>
                    <a:pt x="69" y="162"/>
                  </a:cubicBezTo>
                  <a:cubicBezTo>
                    <a:pt x="25" y="204"/>
                    <a:pt x="2" y="262"/>
                    <a:pt x="2" y="323"/>
                  </a:cubicBezTo>
                  <a:cubicBezTo>
                    <a:pt x="2" y="326"/>
                    <a:pt x="2" y="326"/>
                    <a:pt x="12" y="347"/>
                  </a:cubicBezTo>
                  <a:cubicBezTo>
                    <a:pt x="17" y="352"/>
                    <a:pt x="18" y="359"/>
                    <a:pt x="20" y="363"/>
                  </a:cubicBezTo>
                  <a:lnTo>
                    <a:pt x="1" y="544"/>
                  </a:lnTo>
                  <a:lnTo>
                    <a:pt x="75" y="544"/>
                  </a:lnTo>
                  <a:lnTo>
                    <a:pt x="75" y="601"/>
                  </a:lnTo>
                  <a:cubicBezTo>
                    <a:pt x="75" y="636"/>
                    <a:pt x="103" y="665"/>
                    <a:pt x="138" y="665"/>
                  </a:cubicBezTo>
                  <a:lnTo>
                    <a:pt x="199" y="665"/>
                  </a:lnTo>
                  <a:lnTo>
                    <a:pt x="199" y="723"/>
                  </a:lnTo>
                  <a:lnTo>
                    <a:pt x="220" y="723"/>
                  </a:lnTo>
                  <a:lnTo>
                    <a:pt x="220" y="645"/>
                  </a:lnTo>
                  <a:lnTo>
                    <a:pt x="137" y="645"/>
                  </a:lnTo>
                  <a:cubicBezTo>
                    <a:pt x="114" y="645"/>
                    <a:pt x="96" y="625"/>
                    <a:pt x="96" y="603"/>
                  </a:cubicBezTo>
                  <a:lnTo>
                    <a:pt x="96" y="525"/>
                  </a:lnTo>
                  <a:lnTo>
                    <a:pt x="24" y="525"/>
                  </a:lnTo>
                  <a:lnTo>
                    <a:pt x="41" y="363"/>
                  </a:lnTo>
                  <a:lnTo>
                    <a:pt x="40" y="359"/>
                  </a:lnTo>
                  <a:cubicBezTo>
                    <a:pt x="34" y="349"/>
                    <a:pt x="25" y="330"/>
                    <a:pt x="21" y="326"/>
                  </a:cubicBezTo>
                  <a:cubicBezTo>
                    <a:pt x="21" y="271"/>
                    <a:pt x="43" y="220"/>
                    <a:pt x="83" y="183"/>
                  </a:cubicBezTo>
                  <a:cubicBezTo>
                    <a:pt x="121" y="146"/>
                    <a:pt x="172" y="125"/>
                    <a:pt x="224" y="125"/>
                  </a:cubicBezTo>
                  <a:cubicBezTo>
                    <a:pt x="226" y="125"/>
                    <a:pt x="227" y="125"/>
                    <a:pt x="229" y="125"/>
                  </a:cubicBezTo>
                  <a:cubicBezTo>
                    <a:pt x="255" y="125"/>
                    <a:pt x="280" y="131"/>
                    <a:pt x="303" y="141"/>
                  </a:cubicBezTo>
                  <a:lnTo>
                    <a:pt x="303" y="233"/>
                  </a:lnTo>
                  <a:lnTo>
                    <a:pt x="366" y="233"/>
                  </a:lnTo>
                  <a:lnTo>
                    <a:pt x="366" y="184"/>
                  </a:lnTo>
                  <a:cubicBezTo>
                    <a:pt x="404" y="222"/>
                    <a:pt x="426" y="275"/>
                    <a:pt x="426" y="328"/>
                  </a:cubicBezTo>
                  <a:lnTo>
                    <a:pt x="426" y="724"/>
                  </a:lnTo>
                  <a:lnTo>
                    <a:pt x="447" y="724"/>
                  </a:lnTo>
                  <a:lnTo>
                    <a:pt x="447" y="328"/>
                  </a:lnTo>
                  <a:cubicBezTo>
                    <a:pt x="447" y="282"/>
                    <a:pt x="433" y="236"/>
                    <a:pt x="407" y="198"/>
                  </a:cubicBezTo>
                  <a:lnTo>
                    <a:pt x="452" y="198"/>
                  </a:lnTo>
                  <a:lnTo>
                    <a:pt x="452" y="128"/>
                  </a:lnTo>
                  <a:lnTo>
                    <a:pt x="540" y="128"/>
                  </a:lnTo>
                  <a:cubicBezTo>
                    <a:pt x="540" y="132"/>
                    <a:pt x="538" y="135"/>
                    <a:pt x="538" y="138"/>
                  </a:cubicBezTo>
                  <a:cubicBezTo>
                    <a:pt x="538" y="167"/>
                    <a:pt x="561" y="190"/>
                    <a:pt x="590" y="190"/>
                  </a:cubicBezTo>
                  <a:cubicBezTo>
                    <a:pt x="618" y="190"/>
                    <a:pt x="639" y="170"/>
                    <a:pt x="642" y="145"/>
                  </a:cubicBezTo>
                  <a:cubicBezTo>
                    <a:pt x="648" y="146"/>
                    <a:pt x="655" y="148"/>
                    <a:pt x="662" y="148"/>
                  </a:cubicBezTo>
                  <a:cubicBezTo>
                    <a:pt x="691" y="148"/>
                    <a:pt x="714" y="125"/>
                    <a:pt x="714" y="96"/>
                  </a:cubicBezTo>
                  <a:cubicBezTo>
                    <a:pt x="716" y="66"/>
                    <a:pt x="691" y="42"/>
                    <a:pt x="665" y="42"/>
                  </a:cubicBezTo>
                  <a:cubicBezTo>
                    <a:pt x="658" y="42"/>
                    <a:pt x="651" y="44"/>
                    <a:pt x="645" y="45"/>
                  </a:cubicBezTo>
                  <a:cubicBezTo>
                    <a:pt x="641" y="21"/>
                    <a:pt x="619" y="0"/>
                    <a:pt x="5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8"/>
            <p:cNvSpPr/>
            <p:nvPr/>
          </p:nvSpPr>
          <p:spPr>
            <a:xfrm>
              <a:off x="4072909" y="2784877"/>
              <a:ext cx="64554" cy="104901"/>
            </a:xfrm>
            <a:custGeom>
              <a:rect b="b" l="l" r="r" t="t"/>
              <a:pathLst>
                <a:path extrusionOk="0" h="182" w="112">
                  <a:moveTo>
                    <a:pt x="55" y="21"/>
                  </a:moveTo>
                  <a:cubicBezTo>
                    <a:pt x="75" y="21"/>
                    <a:pt x="90" y="37"/>
                    <a:pt x="90" y="54"/>
                  </a:cubicBezTo>
                  <a:cubicBezTo>
                    <a:pt x="90" y="69"/>
                    <a:pt x="83" y="80"/>
                    <a:pt x="72" y="86"/>
                  </a:cubicBezTo>
                  <a:lnTo>
                    <a:pt x="67" y="89"/>
                  </a:lnTo>
                  <a:lnTo>
                    <a:pt x="67" y="160"/>
                  </a:lnTo>
                  <a:lnTo>
                    <a:pt x="45" y="160"/>
                  </a:lnTo>
                  <a:lnTo>
                    <a:pt x="45" y="89"/>
                  </a:lnTo>
                  <a:lnTo>
                    <a:pt x="39" y="86"/>
                  </a:lnTo>
                  <a:cubicBezTo>
                    <a:pt x="28" y="80"/>
                    <a:pt x="22" y="67"/>
                    <a:pt x="22" y="54"/>
                  </a:cubicBezTo>
                  <a:cubicBezTo>
                    <a:pt x="22" y="36"/>
                    <a:pt x="38" y="21"/>
                    <a:pt x="55" y="21"/>
                  </a:cubicBezTo>
                  <a:close/>
                  <a:moveTo>
                    <a:pt x="55" y="1"/>
                  </a:moveTo>
                  <a:cubicBezTo>
                    <a:pt x="25" y="1"/>
                    <a:pt x="0" y="26"/>
                    <a:pt x="0" y="57"/>
                  </a:cubicBezTo>
                  <a:cubicBezTo>
                    <a:pt x="0" y="75"/>
                    <a:pt x="9" y="93"/>
                    <a:pt x="23" y="102"/>
                  </a:cubicBezTo>
                  <a:lnTo>
                    <a:pt x="23" y="182"/>
                  </a:lnTo>
                  <a:lnTo>
                    <a:pt x="87" y="182"/>
                  </a:lnTo>
                  <a:lnTo>
                    <a:pt x="87" y="102"/>
                  </a:lnTo>
                  <a:cubicBezTo>
                    <a:pt x="101" y="91"/>
                    <a:pt x="110" y="75"/>
                    <a:pt x="110" y="57"/>
                  </a:cubicBezTo>
                  <a:cubicBezTo>
                    <a:pt x="111" y="26"/>
                    <a:pt x="87"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48"/>
          <p:cNvGrpSpPr/>
          <p:nvPr/>
        </p:nvGrpSpPr>
        <p:grpSpPr>
          <a:xfrm>
            <a:off x="3981841" y="2029246"/>
            <a:ext cx="393666" cy="414992"/>
            <a:chOff x="3981841" y="2029246"/>
            <a:chExt cx="393666" cy="414992"/>
          </a:xfrm>
        </p:grpSpPr>
        <p:sp>
          <p:nvSpPr>
            <p:cNvPr id="2305" name="Google Shape;2305;p48"/>
            <p:cNvSpPr/>
            <p:nvPr/>
          </p:nvSpPr>
          <p:spPr>
            <a:xfrm>
              <a:off x="3981841" y="2029246"/>
              <a:ext cx="393666" cy="414992"/>
            </a:xfrm>
            <a:custGeom>
              <a:rect b="b" l="l" r="r" t="t"/>
              <a:pathLst>
                <a:path extrusionOk="0" h="720" w="683">
                  <a:moveTo>
                    <a:pt x="616" y="22"/>
                  </a:moveTo>
                  <a:cubicBezTo>
                    <a:pt x="641" y="22"/>
                    <a:pt x="661" y="42"/>
                    <a:pt x="661" y="68"/>
                  </a:cubicBezTo>
                  <a:lnTo>
                    <a:pt x="661" y="156"/>
                  </a:lnTo>
                  <a:lnTo>
                    <a:pt x="571" y="156"/>
                  </a:lnTo>
                  <a:lnTo>
                    <a:pt x="571" y="68"/>
                  </a:lnTo>
                  <a:cubicBezTo>
                    <a:pt x="571" y="42"/>
                    <a:pt x="592" y="22"/>
                    <a:pt x="616" y="22"/>
                  </a:cubicBezTo>
                  <a:close/>
                  <a:moveTo>
                    <a:pt x="437" y="621"/>
                  </a:moveTo>
                  <a:lnTo>
                    <a:pt x="437" y="655"/>
                  </a:lnTo>
                  <a:cubicBezTo>
                    <a:pt x="437" y="672"/>
                    <a:pt x="444" y="688"/>
                    <a:pt x="456" y="699"/>
                  </a:cubicBezTo>
                  <a:lnTo>
                    <a:pt x="67" y="699"/>
                  </a:lnTo>
                  <a:cubicBezTo>
                    <a:pt x="43" y="699"/>
                    <a:pt x="22" y="679"/>
                    <a:pt x="22" y="655"/>
                  </a:cubicBezTo>
                  <a:lnTo>
                    <a:pt x="22" y="621"/>
                  </a:lnTo>
                  <a:close/>
                  <a:moveTo>
                    <a:pt x="570" y="25"/>
                  </a:moveTo>
                  <a:cubicBezTo>
                    <a:pt x="557" y="35"/>
                    <a:pt x="550" y="51"/>
                    <a:pt x="550" y="68"/>
                  </a:cubicBezTo>
                  <a:lnTo>
                    <a:pt x="550" y="655"/>
                  </a:lnTo>
                  <a:cubicBezTo>
                    <a:pt x="550" y="679"/>
                    <a:pt x="529" y="699"/>
                    <a:pt x="505" y="699"/>
                  </a:cubicBezTo>
                  <a:cubicBezTo>
                    <a:pt x="479" y="699"/>
                    <a:pt x="459" y="679"/>
                    <a:pt x="459" y="655"/>
                  </a:cubicBezTo>
                  <a:lnTo>
                    <a:pt x="459" y="603"/>
                  </a:lnTo>
                  <a:lnTo>
                    <a:pt x="137" y="603"/>
                  </a:lnTo>
                  <a:lnTo>
                    <a:pt x="137" y="70"/>
                  </a:lnTo>
                  <a:cubicBezTo>
                    <a:pt x="137" y="44"/>
                    <a:pt x="155" y="25"/>
                    <a:pt x="181" y="25"/>
                  </a:cubicBezTo>
                  <a:close/>
                  <a:moveTo>
                    <a:pt x="180" y="0"/>
                  </a:moveTo>
                  <a:cubicBezTo>
                    <a:pt x="144" y="0"/>
                    <a:pt x="112" y="32"/>
                    <a:pt x="112" y="68"/>
                  </a:cubicBezTo>
                  <a:lnTo>
                    <a:pt x="112" y="600"/>
                  </a:lnTo>
                  <a:lnTo>
                    <a:pt x="1" y="600"/>
                  </a:lnTo>
                  <a:lnTo>
                    <a:pt x="1" y="652"/>
                  </a:lnTo>
                  <a:cubicBezTo>
                    <a:pt x="1" y="688"/>
                    <a:pt x="31" y="720"/>
                    <a:pt x="67" y="720"/>
                  </a:cubicBezTo>
                  <a:lnTo>
                    <a:pt x="505" y="720"/>
                  </a:lnTo>
                  <a:cubicBezTo>
                    <a:pt x="541" y="720"/>
                    <a:pt x="571" y="688"/>
                    <a:pt x="571" y="652"/>
                  </a:cubicBezTo>
                  <a:lnTo>
                    <a:pt x="571" y="177"/>
                  </a:lnTo>
                  <a:lnTo>
                    <a:pt x="683" y="177"/>
                  </a:lnTo>
                  <a:lnTo>
                    <a:pt x="683" y="68"/>
                  </a:lnTo>
                  <a:cubicBezTo>
                    <a:pt x="683" y="32"/>
                    <a:pt x="654" y="0"/>
                    <a:pt x="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8"/>
            <p:cNvSpPr/>
            <p:nvPr/>
          </p:nvSpPr>
          <p:spPr>
            <a:xfrm>
              <a:off x="4185302" y="2218874"/>
              <a:ext cx="93950" cy="148129"/>
            </a:xfrm>
            <a:custGeom>
              <a:rect b="b" l="l" r="r" t="t"/>
              <a:pathLst>
                <a:path extrusionOk="0" h="257" w="163">
                  <a:moveTo>
                    <a:pt x="83" y="22"/>
                  </a:moveTo>
                  <a:cubicBezTo>
                    <a:pt x="84" y="22"/>
                    <a:pt x="88" y="25"/>
                    <a:pt x="90" y="28"/>
                  </a:cubicBezTo>
                  <a:cubicBezTo>
                    <a:pt x="94" y="30"/>
                    <a:pt x="97" y="32"/>
                    <a:pt x="101" y="35"/>
                  </a:cubicBezTo>
                  <a:cubicBezTo>
                    <a:pt x="106" y="37"/>
                    <a:pt x="110" y="37"/>
                    <a:pt x="116" y="38"/>
                  </a:cubicBezTo>
                  <a:cubicBezTo>
                    <a:pt x="119" y="38"/>
                    <a:pt x="123" y="38"/>
                    <a:pt x="124" y="40"/>
                  </a:cubicBezTo>
                  <a:cubicBezTo>
                    <a:pt x="126" y="43"/>
                    <a:pt x="126" y="45"/>
                    <a:pt x="126" y="50"/>
                  </a:cubicBezTo>
                  <a:cubicBezTo>
                    <a:pt x="126" y="53"/>
                    <a:pt x="127" y="58"/>
                    <a:pt x="130" y="64"/>
                  </a:cubicBezTo>
                  <a:cubicBezTo>
                    <a:pt x="132" y="67"/>
                    <a:pt x="135" y="73"/>
                    <a:pt x="137" y="74"/>
                  </a:cubicBezTo>
                  <a:cubicBezTo>
                    <a:pt x="139" y="76"/>
                    <a:pt x="142" y="80"/>
                    <a:pt x="142" y="82"/>
                  </a:cubicBezTo>
                  <a:cubicBezTo>
                    <a:pt x="142" y="83"/>
                    <a:pt x="139" y="87"/>
                    <a:pt x="137" y="89"/>
                  </a:cubicBezTo>
                  <a:cubicBezTo>
                    <a:pt x="135" y="93"/>
                    <a:pt x="132" y="96"/>
                    <a:pt x="130" y="100"/>
                  </a:cubicBezTo>
                  <a:cubicBezTo>
                    <a:pt x="127" y="105"/>
                    <a:pt x="127" y="109"/>
                    <a:pt x="126" y="115"/>
                  </a:cubicBezTo>
                  <a:cubicBezTo>
                    <a:pt x="126" y="118"/>
                    <a:pt x="126" y="122"/>
                    <a:pt x="124" y="123"/>
                  </a:cubicBezTo>
                  <a:cubicBezTo>
                    <a:pt x="123" y="125"/>
                    <a:pt x="119" y="125"/>
                    <a:pt x="116" y="125"/>
                  </a:cubicBezTo>
                  <a:cubicBezTo>
                    <a:pt x="111" y="125"/>
                    <a:pt x="106" y="126"/>
                    <a:pt x="101" y="129"/>
                  </a:cubicBezTo>
                  <a:cubicBezTo>
                    <a:pt x="97" y="131"/>
                    <a:pt x="91" y="134"/>
                    <a:pt x="90" y="136"/>
                  </a:cubicBezTo>
                  <a:cubicBezTo>
                    <a:pt x="88" y="138"/>
                    <a:pt x="84" y="141"/>
                    <a:pt x="83" y="141"/>
                  </a:cubicBezTo>
                  <a:cubicBezTo>
                    <a:pt x="81" y="141"/>
                    <a:pt x="77" y="138"/>
                    <a:pt x="75" y="136"/>
                  </a:cubicBezTo>
                  <a:cubicBezTo>
                    <a:pt x="72" y="134"/>
                    <a:pt x="68" y="131"/>
                    <a:pt x="65" y="129"/>
                  </a:cubicBezTo>
                  <a:cubicBezTo>
                    <a:pt x="59" y="126"/>
                    <a:pt x="55" y="126"/>
                    <a:pt x="51" y="125"/>
                  </a:cubicBezTo>
                  <a:cubicBezTo>
                    <a:pt x="46" y="125"/>
                    <a:pt x="44" y="125"/>
                    <a:pt x="41" y="123"/>
                  </a:cubicBezTo>
                  <a:cubicBezTo>
                    <a:pt x="39" y="122"/>
                    <a:pt x="39" y="118"/>
                    <a:pt x="39" y="115"/>
                  </a:cubicBezTo>
                  <a:cubicBezTo>
                    <a:pt x="39" y="110"/>
                    <a:pt x="38" y="105"/>
                    <a:pt x="36" y="100"/>
                  </a:cubicBezTo>
                  <a:cubicBezTo>
                    <a:pt x="33" y="96"/>
                    <a:pt x="31" y="90"/>
                    <a:pt x="29" y="89"/>
                  </a:cubicBezTo>
                  <a:cubicBezTo>
                    <a:pt x="26" y="87"/>
                    <a:pt x="23" y="83"/>
                    <a:pt x="23" y="82"/>
                  </a:cubicBezTo>
                  <a:cubicBezTo>
                    <a:pt x="23" y="80"/>
                    <a:pt x="26" y="76"/>
                    <a:pt x="29" y="74"/>
                  </a:cubicBezTo>
                  <a:cubicBezTo>
                    <a:pt x="31" y="71"/>
                    <a:pt x="33" y="67"/>
                    <a:pt x="36" y="64"/>
                  </a:cubicBezTo>
                  <a:cubicBezTo>
                    <a:pt x="38" y="58"/>
                    <a:pt x="38" y="54"/>
                    <a:pt x="39" y="50"/>
                  </a:cubicBezTo>
                  <a:cubicBezTo>
                    <a:pt x="39" y="45"/>
                    <a:pt x="39" y="43"/>
                    <a:pt x="41" y="40"/>
                  </a:cubicBezTo>
                  <a:cubicBezTo>
                    <a:pt x="44" y="38"/>
                    <a:pt x="46" y="38"/>
                    <a:pt x="51" y="38"/>
                  </a:cubicBezTo>
                  <a:cubicBezTo>
                    <a:pt x="54" y="38"/>
                    <a:pt x="59" y="37"/>
                    <a:pt x="65" y="35"/>
                  </a:cubicBezTo>
                  <a:cubicBezTo>
                    <a:pt x="68" y="32"/>
                    <a:pt x="74" y="30"/>
                    <a:pt x="75" y="28"/>
                  </a:cubicBezTo>
                  <a:cubicBezTo>
                    <a:pt x="77" y="25"/>
                    <a:pt x="81" y="22"/>
                    <a:pt x="83" y="22"/>
                  </a:cubicBezTo>
                  <a:close/>
                  <a:moveTo>
                    <a:pt x="113" y="147"/>
                  </a:moveTo>
                  <a:lnTo>
                    <a:pt x="113" y="216"/>
                  </a:lnTo>
                  <a:lnTo>
                    <a:pt x="81" y="194"/>
                  </a:lnTo>
                  <a:lnTo>
                    <a:pt x="48" y="216"/>
                  </a:lnTo>
                  <a:lnTo>
                    <a:pt x="48" y="147"/>
                  </a:lnTo>
                  <a:cubicBezTo>
                    <a:pt x="51" y="147"/>
                    <a:pt x="52" y="147"/>
                    <a:pt x="52" y="148"/>
                  </a:cubicBezTo>
                  <a:cubicBezTo>
                    <a:pt x="54" y="148"/>
                    <a:pt x="55" y="151"/>
                    <a:pt x="59" y="152"/>
                  </a:cubicBezTo>
                  <a:cubicBezTo>
                    <a:pt x="65" y="155"/>
                    <a:pt x="71" y="161"/>
                    <a:pt x="81" y="161"/>
                  </a:cubicBezTo>
                  <a:cubicBezTo>
                    <a:pt x="90" y="161"/>
                    <a:pt x="97" y="155"/>
                    <a:pt x="103" y="152"/>
                  </a:cubicBezTo>
                  <a:cubicBezTo>
                    <a:pt x="104" y="151"/>
                    <a:pt x="107" y="148"/>
                    <a:pt x="110" y="148"/>
                  </a:cubicBezTo>
                  <a:cubicBezTo>
                    <a:pt x="111" y="148"/>
                    <a:pt x="111" y="148"/>
                    <a:pt x="113" y="147"/>
                  </a:cubicBezTo>
                  <a:close/>
                  <a:moveTo>
                    <a:pt x="81" y="1"/>
                  </a:moveTo>
                  <a:cubicBezTo>
                    <a:pt x="72" y="1"/>
                    <a:pt x="65" y="6"/>
                    <a:pt x="59" y="9"/>
                  </a:cubicBezTo>
                  <a:cubicBezTo>
                    <a:pt x="58" y="11"/>
                    <a:pt x="54" y="14"/>
                    <a:pt x="52" y="14"/>
                  </a:cubicBezTo>
                  <a:cubicBezTo>
                    <a:pt x="51" y="14"/>
                    <a:pt x="46" y="15"/>
                    <a:pt x="44" y="15"/>
                  </a:cubicBezTo>
                  <a:cubicBezTo>
                    <a:pt x="36" y="15"/>
                    <a:pt x="29" y="17"/>
                    <a:pt x="22" y="22"/>
                  </a:cubicBezTo>
                  <a:cubicBezTo>
                    <a:pt x="16" y="28"/>
                    <a:pt x="15" y="37"/>
                    <a:pt x="15" y="44"/>
                  </a:cubicBezTo>
                  <a:cubicBezTo>
                    <a:pt x="15" y="47"/>
                    <a:pt x="15" y="50"/>
                    <a:pt x="12" y="53"/>
                  </a:cubicBezTo>
                  <a:cubicBezTo>
                    <a:pt x="12" y="54"/>
                    <a:pt x="10" y="57"/>
                    <a:pt x="9" y="60"/>
                  </a:cubicBezTo>
                  <a:cubicBezTo>
                    <a:pt x="5" y="66"/>
                    <a:pt x="0" y="73"/>
                    <a:pt x="0" y="82"/>
                  </a:cubicBezTo>
                  <a:cubicBezTo>
                    <a:pt x="0" y="90"/>
                    <a:pt x="5" y="97"/>
                    <a:pt x="9" y="103"/>
                  </a:cubicBezTo>
                  <a:cubicBezTo>
                    <a:pt x="10" y="105"/>
                    <a:pt x="12" y="109"/>
                    <a:pt x="12" y="110"/>
                  </a:cubicBezTo>
                  <a:cubicBezTo>
                    <a:pt x="12" y="112"/>
                    <a:pt x="15" y="116"/>
                    <a:pt x="15" y="119"/>
                  </a:cubicBezTo>
                  <a:cubicBezTo>
                    <a:pt x="15" y="126"/>
                    <a:pt x="16" y="134"/>
                    <a:pt x="22" y="141"/>
                  </a:cubicBezTo>
                  <a:cubicBezTo>
                    <a:pt x="23" y="142"/>
                    <a:pt x="25" y="142"/>
                    <a:pt x="25" y="145"/>
                  </a:cubicBezTo>
                  <a:lnTo>
                    <a:pt x="25" y="256"/>
                  </a:lnTo>
                  <a:lnTo>
                    <a:pt x="77" y="220"/>
                  </a:lnTo>
                  <a:lnTo>
                    <a:pt x="130" y="256"/>
                  </a:lnTo>
                  <a:lnTo>
                    <a:pt x="130" y="145"/>
                  </a:lnTo>
                  <a:cubicBezTo>
                    <a:pt x="132" y="142"/>
                    <a:pt x="133" y="142"/>
                    <a:pt x="133" y="141"/>
                  </a:cubicBezTo>
                  <a:cubicBezTo>
                    <a:pt x="139" y="135"/>
                    <a:pt x="140" y="126"/>
                    <a:pt x="140" y="119"/>
                  </a:cubicBezTo>
                  <a:cubicBezTo>
                    <a:pt x="140" y="116"/>
                    <a:pt x="140" y="113"/>
                    <a:pt x="142" y="110"/>
                  </a:cubicBezTo>
                  <a:cubicBezTo>
                    <a:pt x="142" y="109"/>
                    <a:pt x="145" y="106"/>
                    <a:pt x="146" y="103"/>
                  </a:cubicBezTo>
                  <a:cubicBezTo>
                    <a:pt x="149" y="97"/>
                    <a:pt x="155" y="90"/>
                    <a:pt x="155" y="82"/>
                  </a:cubicBezTo>
                  <a:cubicBezTo>
                    <a:pt x="162" y="73"/>
                    <a:pt x="156" y="66"/>
                    <a:pt x="153" y="60"/>
                  </a:cubicBezTo>
                  <a:cubicBezTo>
                    <a:pt x="152" y="58"/>
                    <a:pt x="149" y="54"/>
                    <a:pt x="149" y="53"/>
                  </a:cubicBezTo>
                  <a:cubicBezTo>
                    <a:pt x="149" y="51"/>
                    <a:pt x="148" y="47"/>
                    <a:pt x="148" y="44"/>
                  </a:cubicBezTo>
                  <a:cubicBezTo>
                    <a:pt x="148" y="37"/>
                    <a:pt x="146" y="30"/>
                    <a:pt x="140" y="22"/>
                  </a:cubicBezTo>
                  <a:cubicBezTo>
                    <a:pt x="135" y="17"/>
                    <a:pt x="126" y="15"/>
                    <a:pt x="119" y="15"/>
                  </a:cubicBezTo>
                  <a:cubicBezTo>
                    <a:pt x="116" y="15"/>
                    <a:pt x="113" y="15"/>
                    <a:pt x="110" y="14"/>
                  </a:cubicBezTo>
                  <a:cubicBezTo>
                    <a:pt x="109" y="14"/>
                    <a:pt x="106" y="11"/>
                    <a:pt x="103" y="9"/>
                  </a:cubicBezTo>
                  <a:cubicBezTo>
                    <a:pt x="97" y="6"/>
                    <a:pt x="90" y="1"/>
                    <a:pt x="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8"/>
            <p:cNvSpPr/>
            <p:nvPr/>
          </p:nvSpPr>
          <p:spPr>
            <a:xfrm>
              <a:off x="4212392" y="2245387"/>
              <a:ext cx="40923" cy="40923"/>
            </a:xfrm>
            <a:custGeom>
              <a:rect b="b" l="l" r="r" t="t"/>
              <a:pathLst>
                <a:path extrusionOk="0" h="71" w="71">
                  <a:moveTo>
                    <a:pt x="36" y="23"/>
                  </a:moveTo>
                  <a:cubicBezTo>
                    <a:pt x="43" y="23"/>
                    <a:pt x="49" y="28"/>
                    <a:pt x="49" y="36"/>
                  </a:cubicBezTo>
                  <a:cubicBezTo>
                    <a:pt x="49" y="43"/>
                    <a:pt x="43" y="49"/>
                    <a:pt x="36" y="49"/>
                  </a:cubicBezTo>
                  <a:cubicBezTo>
                    <a:pt x="28" y="49"/>
                    <a:pt x="23" y="43"/>
                    <a:pt x="23" y="36"/>
                  </a:cubicBezTo>
                  <a:cubicBezTo>
                    <a:pt x="23" y="28"/>
                    <a:pt x="28" y="23"/>
                    <a:pt x="36" y="23"/>
                  </a:cubicBezTo>
                  <a:close/>
                  <a:moveTo>
                    <a:pt x="36" y="1"/>
                  </a:moveTo>
                  <a:cubicBezTo>
                    <a:pt x="15" y="1"/>
                    <a:pt x="1" y="18"/>
                    <a:pt x="1" y="36"/>
                  </a:cubicBezTo>
                  <a:cubicBezTo>
                    <a:pt x="1" y="56"/>
                    <a:pt x="18" y="70"/>
                    <a:pt x="36" y="70"/>
                  </a:cubicBezTo>
                  <a:cubicBezTo>
                    <a:pt x="56" y="70"/>
                    <a:pt x="70" y="54"/>
                    <a:pt x="70" y="36"/>
                  </a:cubicBezTo>
                  <a:cubicBezTo>
                    <a:pt x="70" y="15"/>
                    <a:pt x="54" y="1"/>
                    <a:pt x="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8"/>
            <p:cNvSpPr/>
            <p:nvPr/>
          </p:nvSpPr>
          <p:spPr>
            <a:xfrm>
              <a:off x="4071179" y="2322045"/>
              <a:ext cx="110664" cy="13257"/>
            </a:xfrm>
            <a:custGeom>
              <a:rect b="b" l="l" r="r" t="t"/>
              <a:pathLst>
                <a:path extrusionOk="0" h="23" w="192">
                  <a:moveTo>
                    <a:pt x="0" y="1"/>
                  </a:moveTo>
                  <a:lnTo>
                    <a:pt x="0" y="22"/>
                  </a:lnTo>
                  <a:lnTo>
                    <a:pt x="191" y="22"/>
                  </a:lnTo>
                  <a:lnTo>
                    <a:pt x="1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8"/>
            <p:cNvSpPr/>
            <p:nvPr/>
          </p:nvSpPr>
          <p:spPr>
            <a:xfrm>
              <a:off x="4228530" y="2089189"/>
              <a:ext cx="58214" cy="12680"/>
            </a:xfrm>
            <a:custGeom>
              <a:rect b="b" l="l" r="r" t="t"/>
              <a:pathLst>
                <a:path extrusionOk="0" h="22" w="101">
                  <a:moveTo>
                    <a:pt x="0" y="0"/>
                  </a:moveTo>
                  <a:lnTo>
                    <a:pt x="0" y="22"/>
                  </a:lnTo>
                  <a:lnTo>
                    <a:pt x="100" y="22"/>
                  </a:lnTo>
                  <a:lnTo>
                    <a:pt x="1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8"/>
            <p:cNvSpPr/>
            <p:nvPr/>
          </p:nvSpPr>
          <p:spPr>
            <a:xfrm>
              <a:off x="4071179" y="2128959"/>
              <a:ext cx="215565" cy="13257"/>
            </a:xfrm>
            <a:custGeom>
              <a:rect b="b" l="l" r="r" t="t"/>
              <a:pathLst>
                <a:path extrusionOk="0" h="23" w="374">
                  <a:moveTo>
                    <a:pt x="0" y="1"/>
                  </a:moveTo>
                  <a:lnTo>
                    <a:pt x="0" y="22"/>
                  </a:lnTo>
                  <a:lnTo>
                    <a:pt x="373" y="22"/>
                  </a:lnTo>
                  <a:lnTo>
                    <a:pt x="3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8"/>
            <p:cNvSpPr/>
            <p:nvPr/>
          </p:nvSpPr>
          <p:spPr>
            <a:xfrm>
              <a:off x="4071179" y="2161812"/>
              <a:ext cx="215565" cy="12680"/>
            </a:xfrm>
            <a:custGeom>
              <a:rect b="b" l="l" r="r" t="t"/>
              <a:pathLst>
                <a:path extrusionOk="0" h="22" w="374">
                  <a:moveTo>
                    <a:pt x="0" y="0"/>
                  </a:moveTo>
                  <a:lnTo>
                    <a:pt x="0" y="22"/>
                  </a:lnTo>
                  <a:lnTo>
                    <a:pt x="373" y="22"/>
                  </a:lnTo>
                  <a:lnTo>
                    <a:pt x="3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8"/>
            <p:cNvSpPr/>
            <p:nvPr/>
          </p:nvSpPr>
          <p:spPr>
            <a:xfrm>
              <a:off x="4071179" y="2194090"/>
              <a:ext cx="110664" cy="13257"/>
            </a:xfrm>
            <a:custGeom>
              <a:rect b="b" l="l" r="r" t="t"/>
              <a:pathLst>
                <a:path extrusionOk="0" h="23" w="192">
                  <a:moveTo>
                    <a:pt x="0" y="0"/>
                  </a:moveTo>
                  <a:lnTo>
                    <a:pt x="0" y="22"/>
                  </a:lnTo>
                  <a:lnTo>
                    <a:pt x="191" y="22"/>
                  </a:lnTo>
                  <a:lnTo>
                    <a:pt x="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8"/>
            <p:cNvSpPr/>
            <p:nvPr/>
          </p:nvSpPr>
          <p:spPr>
            <a:xfrm>
              <a:off x="4191642" y="2194090"/>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8"/>
            <p:cNvSpPr/>
            <p:nvPr/>
          </p:nvSpPr>
          <p:spPr>
            <a:xfrm>
              <a:off x="4217003" y="2194090"/>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8"/>
            <p:cNvSpPr/>
            <p:nvPr/>
          </p:nvSpPr>
          <p:spPr>
            <a:xfrm>
              <a:off x="4273488" y="2394093"/>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8"/>
            <p:cNvSpPr/>
            <p:nvPr/>
          </p:nvSpPr>
          <p:spPr>
            <a:xfrm>
              <a:off x="4273488" y="2349135"/>
              <a:ext cx="13257" cy="32854"/>
            </a:xfrm>
            <a:custGeom>
              <a:rect b="b" l="l" r="r" t="t"/>
              <a:pathLst>
                <a:path extrusionOk="0" h="57" w="23">
                  <a:moveTo>
                    <a:pt x="0" y="0"/>
                  </a:moveTo>
                  <a:lnTo>
                    <a:pt x="0" y="56"/>
                  </a:lnTo>
                  <a:lnTo>
                    <a:pt x="22" y="56"/>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8"/>
            <p:cNvSpPr/>
            <p:nvPr/>
          </p:nvSpPr>
          <p:spPr>
            <a:xfrm>
              <a:off x="4122477" y="2350288"/>
              <a:ext cx="13257" cy="13257"/>
            </a:xfrm>
            <a:custGeom>
              <a:rect b="b" l="l" r="r" t="t"/>
              <a:pathLst>
                <a:path extrusionOk="0" h="23" w="23">
                  <a:moveTo>
                    <a:pt x="1" y="1"/>
                  </a:moveTo>
                  <a:lnTo>
                    <a:pt x="1" y="23"/>
                  </a:lnTo>
                  <a:lnTo>
                    <a:pt x="23" y="23"/>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8"/>
            <p:cNvSpPr/>
            <p:nvPr/>
          </p:nvSpPr>
          <p:spPr>
            <a:xfrm>
              <a:off x="4077520" y="2350288"/>
              <a:ext cx="33430" cy="13257"/>
            </a:xfrm>
            <a:custGeom>
              <a:rect b="b" l="l" r="r" t="t"/>
              <a:pathLst>
                <a:path extrusionOk="0" h="23" w="58">
                  <a:moveTo>
                    <a:pt x="1" y="1"/>
                  </a:moveTo>
                  <a:lnTo>
                    <a:pt x="1" y="23"/>
                  </a:lnTo>
                  <a:lnTo>
                    <a:pt x="57" y="23"/>
                  </a:lnTo>
                  <a:lnTo>
                    <a:pt x="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8"/>
            <p:cNvSpPr/>
            <p:nvPr/>
          </p:nvSpPr>
          <p:spPr>
            <a:xfrm>
              <a:off x="4084436" y="2399856"/>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8"/>
            <p:cNvSpPr/>
            <p:nvPr/>
          </p:nvSpPr>
          <p:spPr>
            <a:xfrm>
              <a:off x="4061381" y="2399856"/>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8"/>
            <p:cNvSpPr/>
            <p:nvPr/>
          </p:nvSpPr>
          <p:spPr>
            <a:xfrm>
              <a:off x="4012965" y="2399856"/>
              <a:ext cx="36312" cy="12680"/>
            </a:xfrm>
            <a:custGeom>
              <a:rect b="b" l="l" r="r" t="t"/>
              <a:pathLst>
                <a:path extrusionOk="0" h="22" w="63">
                  <a:moveTo>
                    <a:pt x="0" y="0"/>
                  </a:moveTo>
                  <a:lnTo>
                    <a:pt x="0" y="22"/>
                  </a:lnTo>
                  <a:lnTo>
                    <a:pt x="62" y="22"/>
                  </a:lnTo>
                  <a:lnTo>
                    <a:pt x="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8"/>
            <p:cNvSpPr/>
            <p:nvPr/>
          </p:nvSpPr>
          <p:spPr>
            <a:xfrm>
              <a:off x="4162823" y="2399856"/>
              <a:ext cx="28819" cy="12680"/>
            </a:xfrm>
            <a:custGeom>
              <a:rect b="b" l="l" r="r" t="t"/>
              <a:pathLst>
                <a:path extrusionOk="0" h="22" w="50">
                  <a:moveTo>
                    <a:pt x="0" y="0"/>
                  </a:moveTo>
                  <a:lnTo>
                    <a:pt x="0" y="22"/>
                  </a:lnTo>
                  <a:lnTo>
                    <a:pt x="49" y="22"/>
                  </a:lnTo>
                  <a:lnTo>
                    <a:pt x="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8"/>
            <p:cNvSpPr/>
            <p:nvPr/>
          </p:nvSpPr>
          <p:spPr>
            <a:xfrm>
              <a:off x="4203746" y="2399856"/>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8"/>
            <p:cNvSpPr/>
            <p:nvPr/>
          </p:nvSpPr>
          <p:spPr>
            <a:xfrm>
              <a:off x="4337466" y="2094953"/>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8"/>
            <p:cNvSpPr/>
            <p:nvPr/>
          </p:nvSpPr>
          <p:spPr>
            <a:xfrm>
              <a:off x="4337466" y="2058065"/>
              <a:ext cx="13257" cy="24784"/>
            </a:xfrm>
            <a:custGeom>
              <a:rect b="b" l="l" r="r" t="t"/>
              <a:pathLst>
                <a:path extrusionOk="0" h="43" w="23">
                  <a:moveTo>
                    <a:pt x="1" y="1"/>
                  </a:moveTo>
                  <a:lnTo>
                    <a:pt x="1" y="43"/>
                  </a:lnTo>
                  <a:lnTo>
                    <a:pt x="22" y="4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8"/>
            <p:cNvSpPr/>
            <p:nvPr/>
          </p:nvSpPr>
          <p:spPr>
            <a:xfrm>
              <a:off x="4070027" y="2054030"/>
              <a:ext cx="38041" cy="28819"/>
            </a:xfrm>
            <a:custGeom>
              <a:rect b="b" l="l" r="r" t="t"/>
              <a:pathLst>
                <a:path extrusionOk="0" h="50" w="66">
                  <a:moveTo>
                    <a:pt x="34" y="1"/>
                  </a:moveTo>
                  <a:cubicBezTo>
                    <a:pt x="15" y="1"/>
                    <a:pt x="1" y="15"/>
                    <a:pt x="1" y="34"/>
                  </a:cubicBezTo>
                  <a:lnTo>
                    <a:pt x="1" y="50"/>
                  </a:lnTo>
                  <a:lnTo>
                    <a:pt x="23" y="50"/>
                  </a:lnTo>
                  <a:lnTo>
                    <a:pt x="23" y="34"/>
                  </a:lnTo>
                  <a:cubicBezTo>
                    <a:pt x="23" y="28"/>
                    <a:pt x="28" y="22"/>
                    <a:pt x="34" y="22"/>
                  </a:cubicBezTo>
                  <a:lnTo>
                    <a:pt x="66" y="22"/>
                  </a:lnTo>
                  <a:lnTo>
                    <a:pt x="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8"/>
            <p:cNvSpPr/>
            <p:nvPr/>
          </p:nvSpPr>
          <p:spPr>
            <a:xfrm>
              <a:off x="4071179" y="2093800"/>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8"/>
            <p:cNvSpPr/>
            <p:nvPr/>
          </p:nvSpPr>
          <p:spPr>
            <a:xfrm>
              <a:off x="4158789" y="2054030"/>
              <a:ext cx="49568" cy="13257"/>
            </a:xfrm>
            <a:custGeom>
              <a:rect b="b" l="l" r="r" t="t"/>
              <a:pathLst>
                <a:path extrusionOk="0" h="23" w="86">
                  <a:moveTo>
                    <a:pt x="0" y="1"/>
                  </a:moveTo>
                  <a:lnTo>
                    <a:pt x="0" y="22"/>
                  </a:lnTo>
                  <a:lnTo>
                    <a:pt x="85" y="22"/>
                  </a:lnTo>
                  <a:lnTo>
                    <a:pt x="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8"/>
            <p:cNvSpPr/>
            <p:nvPr/>
          </p:nvSpPr>
          <p:spPr>
            <a:xfrm>
              <a:off x="4244093" y="2054030"/>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8"/>
            <p:cNvSpPr/>
            <p:nvPr/>
          </p:nvSpPr>
          <p:spPr>
            <a:xfrm>
              <a:off x="4219885" y="2054030"/>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8"/>
            <p:cNvSpPr/>
            <p:nvPr/>
          </p:nvSpPr>
          <p:spPr>
            <a:xfrm>
              <a:off x="4086742" y="2252304"/>
              <a:ext cx="76658" cy="58791"/>
            </a:xfrm>
            <a:custGeom>
              <a:rect b="b" l="l" r="r" t="t"/>
              <a:pathLst>
                <a:path extrusionOk="0" h="102" w="133">
                  <a:moveTo>
                    <a:pt x="118" y="0"/>
                  </a:moveTo>
                  <a:lnTo>
                    <a:pt x="46" y="73"/>
                  </a:lnTo>
                  <a:lnTo>
                    <a:pt x="15" y="42"/>
                  </a:lnTo>
                  <a:lnTo>
                    <a:pt x="1" y="57"/>
                  </a:lnTo>
                  <a:lnTo>
                    <a:pt x="46" y="102"/>
                  </a:lnTo>
                  <a:lnTo>
                    <a:pt x="132" y="15"/>
                  </a:lnTo>
                  <a:lnTo>
                    <a:pt x="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48"/>
          <p:cNvGrpSpPr/>
          <p:nvPr/>
        </p:nvGrpSpPr>
        <p:grpSpPr>
          <a:xfrm>
            <a:off x="4751881" y="1404452"/>
            <a:ext cx="416145" cy="416145"/>
            <a:chOff x="4751881" y="1404452"/>
            <a:chExt cx="416145" cy="416145"/>
          </a:xfrm>
        </p:grpSpPr>
        <p:sp>
          <p:nvSpPr>
            <p:cNvPr id="2333" name="Google Shape;2333;p48"/>
            <p:cNvSpPr/>
            <p:nvPr/>
          </p:nvSpPr>
          <p:spPr>
            <a:xfrm>
              <a:off x="4751881" y="1404452"/>
              <a:ext cx="416145" cy="416145"/>
            </a:xfrm>
            <a:custGeom>
              <a:rect b="b" l="l" r="r" t="t"/>
              <a:pathLst>
                <a:path extrusionOk="0" h="722" w="722">
                  <a:moveTo>
                    <a:pt x="397" y="24"/>
                  </a:moveTo>
                  <a:cubicBezTo>
                    <a:pt x="414" y="24"/>
                    <a:pt x="427" y="38"/>
                    <a:pt x="427" y="56"/>
                  </a:cubicBezTo>
                  <a:lnTo>
                    <a:pt x="427" y="197"/>
                  </a:lnTo>
                  <a:lnTo>
                    <a:pt x="427" y="200"/>
                  </a:lnTo>
                  <a:lnTo>
                    <a:pt x="427" y="202"/>
                  </a:lnTo>
                  <a:lnTo>
                    <a:pt x="427" y="203"/>
                  </a:lnTo>
                  <a:lnTo>
                    <a:pt x="427" y="205"/>
                  </a:lnTo>
                  <a:lnTo>
                    <a:pt x="427" y="208"/>
                  </a:lnTo>
                  <a:lnTo>
                    <a:pt x="427" y="209"/>
                  </a:lnTo>
                  <a:lnTo>
                    <a:pt x="427" y="210"/>
                  </a:lnTo>
                  <a:lnTo>
                    <a:pt x="427" y="213"/>
                  </a:lnTo>
                  <a:cubicBezTo>
                    <a:pt x="427" y="213"/>
                    <a:pt x="427" y="215"/>
                    <a:pt x="429" y="215"/>
                  </a:cubicBezTo>
                  <a:cubicBezTo>
                    <a:pt x="429" y="215"/>
                    <a:pt x="429" y="216"/>
                    <a:pt x="430" y="216"/>
                  </a:cubicBezTo>
                  <a:lnTo>
                    <a:pt x="430" y="218"/>
                  </a:lnTo>
                  <a:lnTo>
                    <a:pt x="430" y="221"/>
                  </a:lnTo>
                  <a:cubicBezTo>
                    <a:pt x="430" y="221"/>
                    <a:pt x="430" y="222"/>
                    <a:pt x="433" y="222"/>
                  </a:cubicBezTo>
                  <a:lnTo>
                    <a:pt x="361" y="222"/>
                  </a:lnTo>
                  <a:lnTo>
                    <a:pt x="361" y="53"/>
                  </a:lnTo>
                  <a:lnTo>
                    <a:pt x="365" y="53"/>
                  </a:lnTo>
                  <a:lnTo>
                    <a:pt x="365" y="50"/>
                  </a:lnTo>
                  <a:lnTo>
                    <a:pt x="365" y="49"/>
                  </a:lnTo>
                  <a:lnTo>
                    <a:pt x="365" y="46"/>
                  </a:lnTo>
                  <a:lnTo>
                    <a:pt x="365" y="44"/>
                  </a:lnTo>
                  <a:lnTo>
                    <a:pt x="365" y="43"/>
                  </a:lnTo>
                  <a:cubicBezTo>
                    <a:pt x="369" y="34"/>
                    <a:pt x="375" y="28"/>
                    <a:pt x="384" y="24"/>
                  </a:cubicBezTo>
                  <a:close/>
                  <a:moveTo>
                    <a:pt x="512" y="106"/>
                  </a:moveTo>
                  <a:lnTo>
                    <a:pt x="512" y="196"/>
                  </a:lnTo>
                  <a:cubicBezTo>
                    <a:pt x="512" y="215"/>
                    <a:pt x="498" y="228"/>
                    <a:pt x="481" y="228"/>
                  </a:cubicBezTo>
                  <a:cubicBezTo>
                    <a:pt x="465" y="228"/>
                    <a:pt x="450" y="213"/>
                    <a:pt x="450" y="196"/>
                  </a:cubicBezTo>
                  <a:lnTo>
                    <a:pt x="450" y="106"/>
                  </a:lnTo>
                  <a:close/>
                  <a:moveTo>
                    <a:pt x="353" y="23"/>
                  </a:moveTo>
                  <a:cubicBezTo>
                    <a:pt x="348" y="30"/>
                    <a:pt x="343" y="38"/>
                    <a:pt x="342" y="49"/>
                  </a:cubicBezTo>
                  <a:lnTo>
                    <a:pt x="342" y="50"/>
                  </a:lnTo>
                  <a:lnTo>
                    <a:pt x="342" y="51"/>
                  </a:lnTo>
                  <a:lnTo>
                    <a:pt x="342" y="437"/>
                  </a:lnTo>
                  <a:lnTo>
                    <a:pt x="73" y="437"/>
                  </a:lnTo>
                  <a:lnTo>
                    <a:pt x="73" y="53"/>
                  </a:lnTo>
                  <a:lnTo>
                    <a:pt x="75" y="53"/>
                  </a:lnTo>
                  <a:cubicBezTo>
                    <a:pt x="75" y="36"/>
                    <a:pt x="89" y="23"/>
                    <a:pt x="105" y="23"/>
                  </a:cubicBezTo>
                  <a:close/>
                  <a:moveTo>
                    <a:pt x="551" y="173"/>
                  </a:moveTo>
                  <a:lnTo>
                    <a:pt x="551" y="439"/>
                  </a:lnTo>
                  <a:lnTo>
                    <a:pt x="365" y="439"/>
                  </a:lnTo>
                  <a:lnTo>
                    <a:pt x="365" y="251"/>
                  </a:lnTo>
                  <a:lnTo>
                    <a:pt x="481" y="251"/>
                  </a:lnTo>
                  <a:cubicBezTo>
                    <a:pt x="509" y="251"/>
                    <a:pt x="533" y="228"/>
                    <a:pt x="533" y="199"/>
                  </a:cubicBezTo>
                  <a:lnTo>
                    <a:pt x="533" y="173"/>
                  </a:lnTo>
                  <a:close/>
                  <a:moveTo>
                    <a:pt x="573" y="173"/>
                  </a:moveTo>
                  <a:cubicBezTo>
                    <a:pt x="644" y="177"/>
                    <a:pt x="700" y="234"/>
                    <a:pt x="700" y="306"/>
                  </a:cubicBezTo>
                  <a:cubicBezTo>
                    <a:pt x="700" y="375"/>
                    <a:pt x="644" y="434"/>
                    <a:pt x="573" y="439"/>
                  </a:cubicBezTo>
                  <a:lnTo>
                    <a:pt x="573" y="173"/>
                  </a:lnTo>
                  <a:close/>
                  <a:moveTo>
                    <a:pt x="206" y="460"/>
                  </a:moveTo>
                  <a:lnTo>
                    <a:pt x="206" y="518"/>
                  </a:lnTo>
                  <a:lnTo>
                    <a:pt x="184" y="518"/>
                  </a:lnTo>
                  <a:lnTo>
                    <a:pt x="184" y="460"/>
                  </a:lnTo>
                  <a:close/>
                  <a:moveTo>
                    <a:pt x="339" y="499"/>
                  </a:moveTo>
                  <a:lnTo>
                    <a:pt x="339" y="657"/>
                  </a:lnTo>
                  <a:lnTo>
                    <a:pt x="66" y="657"/>
                  </a:lnTo>
                  <a:lnTo>
                    <a:pt x="66" y="499"/>
                  </a:lnTo>
                  <a:lnTo>
                    <a:pt x="166" y="499"/>
                  </a:lnTo>
                  <a:lnTo>
                    <a:pt x="166" y="538"/>
                  </a:lnTo>
                  <a:lnTo>
                    <a:pt x="228" y="538"/>
                  </a:lnTo>
                  <a:lnTo>
                    <a:pt x="228" y="499"/>
                  </a:lnTo>
                  <a:close/>
                  <a:moveTo>
                    <a:pt x="382" y="459"/>
                  </a:moveTo>
                  <a:lnTo>
                    <a:pt x="382" y="700"/>
                  </a:lnTo>
                  <a:lnTo>
                    <a:pt x="24" y="700"/>
                  </a:lnTo>
                  <a:lnTo>
                    <a:pt x="24" y="459"/>
                  </a:lnTo>
                  <a:lnTo>
                    <a:pt x="166" y="459"/>
                  </a:lnTo>
                  <a:lnTo>
                    <a:pt x="166" y="481"/>
                  </a:lnTo>
                  <a:lnTo>
                    <a:pt x="46" y="481"/>
                  </a:lnTo>
                  <a:lnTo>
                    <a:pt x="46" y="678"/>
                  </a:lnTo>
                  <a:lnTo>
                    <a:pt x="361" y="678"/>
                  </a:lnTo>
                  <a:lnTo>
                    <a:pt x="361" y="481"/>
                  </a:lnTo>
                  <a:lnTo>
                    <a:pt x="228" y="481"/>
                  </a:lnTo>
                  <a:lnTo>
                    <a:pt x="228" y="459"/>
                  </a:lnTo>
                  <a:close/>
                  <a:moveTo>
                    <a:pt x="551" y="459"/>
                  </a:moveTo>
                  <a:lnTo>
                    <a:pt x="551" y="700"/>
                  </a:lnTo>
                  <a:lnTo>
                    <a:pt x="400" y="700"/>
                  </a:lnTo>
                  <a:lnTo>
                    <a:pt x="400" y="459"/>
                  </a:lnTo>
                  <a:close/>
                  <a:moveTo>
                    <a:pt x="105" y="1"/>
                  </a:moveTo>
                  <a:cubicBezTo>
                    <a:pt x="76" y="1"/>
                    <a:pt x="53" y="25"/>
                    <a:pt x="53" y="53"/>
                  </a:cubicBezTo>
                  <a:lnTo>
                    <a:pt x="53" y="439"/>
                  </a:lnTo>
                  <a:lnTo>
                    <a:pt x="1" y="439"/>
                  </a:lnTo>
                  <a:lnTo>
                    <a:pt x="1" y="722"/>
                  </a:lnTo>
                  <a:lnTo>
                    <a:pt x="572" y="722"/>
                  </a:lnTo>
                  <a:lnTo>
                    <a:pt x="572" y="460"/>
                  </a:lnTo>
                  <a:cubicBezTo>
                    <a:pt x="652" y="456"/>
                    <a:pt x="719" y="388"/>
                    <a:pt x="719" y="306"/>
                  </a:cubicBezTo>
                  <a:cubicBezTo>
                    <a:pt x="722" y="221"/>
                    <a:pt x="651" y="150"/>
                    <a:pt x="566" y="150"/>
                  </a:cubicBezTo>
                  <a:lnTo>
                    <a:pt x="534" y="150"/>
                  </a:lnTo>
                  <a:lnTo>
                    <a:pt x="534" y="85"/>
                  </a:lnTo>
                  <a:lnTo>
                    <a:pt x="449" y="85"/>
                  </a:lnTo>
                  <a:lnTo>
                    <a:pt x="449" y="53"/>
                  </a:lnTo>
                  <a:cubicBezTo>
                    <a:pt x="449" y="28"/>
                    <a:pt x="430" y="7"/>
                    <a:pt x="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8"/>
            <p:cNvSpPr/>
            <p:nvPr/>
          </p:nvSpPr>
          <p:spPr>
            <a:xfrm>
              <a:off x="5094250" y="1516270"/>
              <a:ext cx="49568" cy="127379"/>
            </a:xfrm>
            <a:custGeom>
              <a:rect b="b" l="l" r="r" t="t"/>
              <a:pathLst>
                <a:path extrusionOk="0" h="221" w="86">
                  <a:moveTo>
                    <a:pt x="21" y="34"/>
                  </a:moveTo>
                  <a:cubicBezTo>
                    <a:pt x="45" y="50"/>
                    <a:pt x="63" y="79"/>
                    <a:pt x="63" y="110"/>
                  </a:cubicBezTo>
                  <a:cubicBezTo>
                    <a:pt x="64" y="142"/>
                    <a:pt x="48" y="171"/>
                    <a:pt x="21" y="187"/>
                  </a:cubicBezTo>
                  <a:lnTo>
                    <a:pt x="21" y="34"/>
                  </a:lnTo>
                  <a:close/>
                  <a:moveTo>
                    <a:pt x="1" y="0"/>
                  </a:moveTo>
                  <a:lnTo>
                    <a:pt x="1" y="220"/>
                  </a:lnTo>
                  <a:lnTo>
                    <a:pt x="15" y="216"/>
                  </a:lnTo>
                  <a:cubicBezTo>
                    <a:pt x="57" y="197"/>
                    <a:pt x="86" y="158"/>
                    <a:pt x="86" y="110"/>
                  </a:cubicBezTo>
                  <a:cubicBezTo>
                    <a:pt x="84" y="66"/>
                    <a:pt x="57" y="24"/>
                    <a:pt x="15" y="6"/>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8"/>
            <p:cNvSpPr/>
            <p:nvPr/>
          </p:nvSpPr>
          <p:spPr>
            <a:xfrm>
              <a:off x="4994536" y="1681114"/>
              <a:ext cx="62825" cy="114699"/>
            </a:xfrm>
            <a:custGeom>
              <a:rect b="b" l="l" r="r" t="t"/>
              <a:pathLst>
                <a:path extrusionOk="0" h="199" w="109">
                  <a:moveTo>
                    <a:pt x="88" y="22"/>
                  </a:moveTo>
                  <a:lnTo>
                    <a:pt x="88" y="178"/>
                  </a:lnTo>
                  <a:lnTo>
                    <a:pt x="22" y="178"/>
                  </a:lnTo>
                  <a:lnTo>
                    <a:pt x="22" y="22"/>
                  </a:lnTo>
                  <a:close/>
                  <a:moveTo>
                    <a:pt x="0" y="1"/>
                  </a:moveTo>
                  <a:lnTo>
                    <a:pt x="0" y="198"/>
                  </a:lnTo>
                  <a:lnTo>
                    <a:pt x="109" y="198"/>
                  </a:lnTo>
                  <a:lnTo>
                    <a:pt x="1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8"/>
            <p:cNvSpPr/>
            <p:nvPr/>
          </p:nvSpPr>
          <p:spPr>
            <a:xfrm>
              <a:off x="4807214" y="1723766"/>
              <a:ext cx="25361" cy="12680"/>
            </a:xfrm>
            <a:custGeom>
              <a:rect b="b" l="l" r="r" t="t"/>
              <a:pathLst>
                <a:path extrusionOk="0" h="22" w="44">
                  <a:moveTo>
                    <a:pt x="0" y="0"/>
                  </a:moveTo>
                  <a:lnTo>
                    <a:pt x="0" y="22"/>
                  </a:lnTo>
                  <a:lnTo>
                    <a:pt x="44" y="22"/>
                  </a:lnTo>
                  <a:lnTo>
                    <a:pt x="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8"/>
            <p:cNvSpPr/>
            <p:nvPr/>
          </p:nvSpPr>
          <p:spPr>
            <a:xfrm>
              <a:off x="4806061" y="1746821"/>
              <a:ext cx="58791" cy="13257"/>
            </a:xfrm>
            <a:custGeom>
              <a:rect b="b" l="l" r="r" t="t"/>
              <a:pathLst>
                <a:path extrusionOk="0" h="23" w="102">
                  <a:moveTo>
                    <a:pt x="1" y="1"/>
                  </a:moveTo>
                  <a:lnTo>
                    <a:pt x="1" y="22"/>
                  </a:lnTo>
                  <a:lnTo>
                    <a:pt x="102" y="22"/>
                  </a:lnTo>
                  <a:lnTo>
                    <a:pt x="1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8"/>
            <p:cNvSpPr/>
            <p:nvPr/>
          </p:nvSpPr>
          <p:spPr>
            <a:xfrm>
              <a:off x="4898858" y="1722613"/>
              <a:ext cx="29395" cy="13257"/>
            </a:xfrm>
            <a:custGeom>
              <a:rect b="b" l="l" r="r" t="t"/>
              <a:pathLst>
                <a:path extrusionOk="0" h="23" w="51">
                  <a:moveTo>
                    <a:pt x="0" y="1"/>
                  </a:moveTo>
                  <a:lnTo>
                    <a:pt x="0" y="22"/>
                  </a:lnTo>
                  <a:lnTo>
                    <a:pt x="51" y="22"/>
                  </a:lnTo>
                  <a:lnTo>
                    <a:pt x="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8"/>
            <p:cNvSpPr/>
            <p:nvPr/>
          </p:nvSpPr>
          <p:spPr>
            <a:xfrm>
              <a:off x="4886177" y="1758348"/>
              <a:ext cx="42076" cy="13257"/>
            </a:xfrm>
            <a:custGeom>
              <a:rect b="b" l="l" r="r" t="t"/>
              <a:pathLst>
                <a:path extrusionOk="0" h="23" w="73">
                  <a:moveTo>
                    <a:pt x="1" y="1"/>
                  </a:moveTo>
                  <a:lnTo>
                    <a:pt x="1" y="23"/>
                  </a:lnTo>
                  <a:lnTo>
                    <a:pt x="73" y="23"/>
                  </a:lnTo>
                  <a:lnTo>
                    <a:pt x="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8"/>
            <p:cNvSpPr/>
            <p:nvPr/>
          </p:nvSpPr>
          <p:spPr>
            <a:xfrm>
              <a:off x="4974363" y="1563533"/>
              <a:ext cx="40346" cy="13257"/>
            </a:xfrm>
            <a:custGeom>
              <a:rect b="b" l="l" r="r" t="t"/>
              <a:pathLst>
                <a:path extrusionOk="0" h="23" w="70">
                  <a:moveTo>
                    <a:pt x="1" y="1"/>
                  </a:moveTo>
                  <a:lnTo>
                    <a:pt x="1" y="23"/>
                  </a:lnTo>
                  <a:lnTo>
                    <a:pt x="70" y="23"/>
                  </a:lnTo>
                  <a:lnTo>
                    <a:pt x="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8"/>
            <p:cNvSpPr/>
            <p:nvPr/>
          </p:nvSpPr>
          <p:spPr>
            <a:xfrm>
              <a:off x="5025084" y="1563533"/>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8"/>
            <p:cNvSpPr/>
            <p:nvPr/>
          </p:nvSpPr>
          <p:spPr>
            <a:xfrm>
              <a:off x="5020473" y="1594657"/>
              <a:ext cx="33430" cy="12680"/>
            </a:xfrm>
            <a:custGeom>
              <a:rect b="b" l="l" r="r" t="t"/>
              <a:pathLst>
                <a:path extrusionOk="0" h="22" w="58">
                  <a:moveTo>
                    <a:pt x="0" y="0"/>
                  </a:moveTo>
                  <a:lnTo>
                    <a:pt x="0" y="22"/>
                  </a:lnTo>
                  <a:lnTo>
                    <a:pt x="58" y="22"/>
                  </a:lnTo>
                  <a:lnTo>
                    <a:pt x="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8"/>
            <p:cNvSpPr/>
            <p:nvPr/>
          </p:nvSpPr>
          <p:spPr>
            <a:xfrm>
              <a:off x="4987043" y="1624629"/>
              <a:ext cx="50145" cy="12680"/>
            </a:xfrm>
            <a:custGeom>
              <a:rect b="b" l="l" r="r" t="t"/>
              <a:pathLst>
                <a:path extrusionOk="0" h="22" w="87">
                  <a:moveTo>
                    <a:pt x="0" y="0"/>
                  </a:moveTo>
                  <a:lnTo>
                    <a:pt x="0" y="22"/>
                  </a:lnTo>
                  <a:lnTo>
                    <a:pt x="87" y="22"/>
                  </a:lnTo>
                  <a:lnTo>
                    <a:pt x="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8"/>
            <p:cNvSpPr/>
            <p:nvPr/>
          </p:nvSpPr>
          <p:spPr>
            <a:xfrm>
              <a:off x="4856782" y="1428660"/>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8"/>
            <p:cNvSpPr/>
            <p:nvPr/>
          </p:nvSpPr>
          <p:spPr>
            <a:xfrm>
              <a:off x="4807214" y="1428660"/>
              <a:ext cx="38041" cy="48992"/>
            </a:xfrm>
            <a:custGeom>
              <a:rect b="b" l="l" r="r" t="t"/>
              <a:pathLst>
                <a:path extrusionOk="0" h="85" w="66">
                  <a:moveTo>
                    <a:pt x="0" y="1"/>
                  </a:moveTo>
                  <a:lnTo>
                    <a:pt x="0" y="85"/>
                  </a:lnTo>
                  <a:lnTo>
                    <a:pt x="22" y="85"/>
                  </a:lnTo>
                  <a:lnTo>
                    <a:pt x="22" y="22"/>
                  </a:lnTo>
                  <a:lnTo>
                    <a:pt x="65" y="22"/>
                  </a:lnTo>
                  <a:lnTo>
                    <a:pt x="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8"/>
            <p:cNvSpPr/>
            <p:nvPr/>
          </p:nvSpPr>
          <p:spPr>
            <a:xfrm>
              <a:off x="4880990" y="1428660"/>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8"/>
            <p:cNvSpPr/>
            <p:nvPr/>
          </p:nvSpPr>
          <p:spPr>
            <a:xfrm>
              <a:off x="4818165" y="1463243"/>
              <a:ext cx="110088" cy="172913"/>
            </a:xfrm>
            <a:custGeom>
              <a:rect b="b" l="l" r="r" t="t"/>
              <a:pathLst>
                <a:path extrusionOk="0" h="300" w="191">
                  <a:moveTo>
                    <a:pt x="62" y="64"/>
                  </a:moveTo>
                  <a:lnTo>
                    <a:pt x="62" y="140"/>
                  </a:lnTo>
                  <a:cubicBezTo>
                    <a:pt x="39" y="140"/>
                    <a:pt x="23" y="121"/>
                    <a:pt x="23" y="101"/>
                  </a:cubicBezTo>
                  <a:cubicBezTo>
                    <a:pt x="23" y="79"/>
                    <a:pt x="41" y="64"/>
                    <a:pt x="61" y="64"/>
                  </a:cubicBezTo>
                  <a:close/>
                  <a:moveTo>
                    <a:pt x="111" y="62"/>
                  </a:moveTo>
                  <a:lnTo>
                    <a:pt x="111" y="140"/>
                  </a:lnTo>
                  <a:lnTo>
                    <a:pt x="84" y="140"/>
                  </a:lnTo>
                  <a:lnTo>
                    <a:pt x="84" y="62"/>
                  </a:lnTo>
                  <a:close/>
                  <a:moveTo>
                    <a:pt x="111" y="159"/>
                  </a:moveTo>
                  <a:lnTo>
                    <a:pt x="111" y="237"/>
                  </a:lnTo>
                  <a:lnTo>
                    <a:pt x="84" y="237"/>
                  </a:lnTo>
                  <a:lnTo>
                    <a:pt x="84" y="159"/>
                  </a:lnTo>
                  <a:close/>
                  <a:moveTo>
                    <a:pt x="132" y="159"/>
                  </a:moveTo>
                  <a:cubicBezTo>
                    <a:pt x="152" y="159"/>
                    <a:pt x="169" y="178"/>
                    <a:pt x="169" y="198"/>
                  </a:cubicBezTo>
                  <a:cubicBezTo>
                    <a:pt x="169" y="221"/>
                    <a:pt x="153" y="237"/>
                    <a:pt x="132" y="237"/>
                  </a:cubicBezTo>
                  <a:lnTo>
                    <a:pt x="132" y="159"/>
                  </a:lnTo>
                  <a:close/>
                  <a:moveTo>
                    <a:pt x="61" y="0"/>
                  </a:moveTo>
                  <a:lnTo>
                    <a:pt x="61" y="40"/>
                  </a:lnTo>
                  <a:lnTo>
                    <a:pt x="59" y="40"/>
                  </a:lnTo>
                  <a:cubicBezTo>
                    <a:pt x="26" y="40"/>
                    <a:pt x="0" y="68"/>
                    <a:pt x="0" y="100"/>
                  </a:cubicBezTo>
                  <a:cubicBezTo>
                    <a:pt x="0" y="133"/>
                    <a:pt x="26" y="159"/>
                    <a:pt x="59" y="159"/>
                  </a:cubicBezTo>
                  <a:lnTo>
                    <a:pt x="61" y="159"/>
                  </a:lnTo>
                  <a:lnTo>
                    <a:pt x="61" y="237"/>
                  </a:lnTo>
                  <a:lnTo>
                    <a:pt x="10" y="237"/>
                  </a:lnTo>
                  <a:lnTo>
                    <a:pt x="10" y="259"/>
                  </a:lnTo>
                  <a:lnTo>
                    <a:pt x="61" y="259"/>
                  </a:lnTo>
                  <a:lnTo>
                    <a:pt x="61" y="299"/>
                  </a:lnTo>
                  <a:lnTo>
                    <a:pt x="82" y="299"/>
                  </a:lnTo>
                  <a:lnTo>
                    <a:pt x="82" y="259"/>
                  </a:lnTo>
                  <a:lnTo>
                    <a:pt x="110" y="259"/>
                  </a:lnTo>
                  <a:lnTo>
                    <a:pt x="110" y="299"/>
                  </a:lnTo>
                  <a:lnTo>
                    <a:pt x="132" y="299"/>
                  </a:lnTo>
                  <a:lnTo>
                    <a:pt x="132" y="259"/>
                  </a:lnTo>
                  <a:cubicBezTo>
                    <a:pt x="163" y="259"/>
                    <a:pt x="189" y="231"/>
                    <a:pt x="189" y="199"/>
                  </a:cubicBezTo>
                  <a:cubicBezTo>
                    <a:pt x="191" y="166"/>
                    <a:pt x="163" y="140"/>
                    <a:pt x="132" y="140"/>
                  </a:cubicBezTo>
                  <a:lnTo>
                    <a:pt x="132" y="62"/>
                  </a:lnTo>
                  <a:lnTo>
                    <a:pt x="178" y="62"/>
                  </a:lnTo>
                  <a:lnTo>
                    <a:pt x="178" y="40"/>
                  </a:lnTo>
                  <a:lnTo>
                    <a:pt x="132" y="40"/>
                  </a:lnTo>
                  <a:lnTo>
                    <a:pt x="132" y="0"/>
                  </a:lnTo>
                  <a:lnTo>
                    <a:pt x="110" y="0"/>
                  </a:lnTo>
                  <a:lnTo>
                    <a:pt x="110" y="40"/>
                  </a:lnTo>
                  <a:lnTo>
                    <a:pt x="82" y="40"/>
                  </a:lnTo>
                  <a:lnTo>
                    <a:pt x="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 name="Google Shape;2348;p48"/>
          <p:cNvGrpSpPr/>
          <p:nvPr/>
        </p:nvGrpSpPr>
        <p:grpSpPr>
          <a:xfrm>
            <a:off x="3191627" y="2666143"/>
            <a:ext cx="416145" cy="414992"/>
            <a:chOff x="3191627" y="2666143"/>
            <a:chExt cx="416145" cy="414992"/>
          </a:xfrm>
        </p:grpSpPr>
        <p:sp>
          <p:nvSpPr>
            <p:cNvPr id="2349" name="Google Shape;2349;p48"/>
            <p:cNvSpPr/>
            <p:nvPr/>
          </p:nvSpPr>
          <p:spPr>
            <a:xfrm>
              <a:off x="3191627" y="2666143"/>
              <a:ext cx="416145" cy="414992"/>
            </a:xfrm>
            <a:custGeom>
              <a:rect b="b" l="l" r="r" t="t"/>
              <a:pathLst>
                <a:path extrusionOk="0" h="720" w="722">
                  <a:moveTo>
                    <a:pt x="147" y="93"/>
                  </a:moveTo>
                  <a:cubicBezTo>
                    <a:pt x="153" y="99"/>
                    <a:pt x="161" y="102"/>
                    <a:pt x="171" y="103"/>
                  </a:cubicBezTo>
                  <a:lnTo>
                    <a:pt x="548" y="103"/>
                  </a:lnTo>
                  <a:lnTo>
                    <a:pt x="548" y="463"/>
                  </a:lnTo>
                  <a:cubicBezTo>
                    <a:pt x="528" y="456"/>
                    <a:pt x="502" y="450"/>
                    <a:pt x="476" y="450"/>
                  </a:cubicBezTo>
                  <a:cubicBezTo>
                    <a:pt x="446" y="450"/>
                    <a:pt x="416" y="458"/>
                    <a:pt x="392" y="479"/>
                  </a:cubicBezTo>
                  <a:cubicBezTo>
                    <a:pt x="382" y="489"/>
                    <a:pt x="369" y="510"/>
                    <a:pt x="363" y="520"/>
                  </a:cubicBezTo>
                  <a:lnTo>
                    <a:pt x="301" y="520"/>
                  </a:lnTo>
                  <a:cubicBezTo>
                    <a:pt x="274" y="520"/>
                    <a:pt x="251" y="535"/>
                    <a:pt x="238" y="557"/>
                  </a:cubicBezTo>
                  <a:lnTo>
                    <a:pt x="147" y="513"/>
                  </a:lnTo>
                  <a:lnTo>
                    <a:pt x="147" y="93"/>
                  </a:lnTo>
                  <a:close/>
                  <a:moveTo>
                    <a:pt x="474" y="478"/>
                  </a:moveTo>
                  <a:cubicBezTo>
                    <a:pt x="530" y="478"/>
                    <a:pt x="587" y="507"/>
                    <a:pt x="587" y="509"/>
                  </a:cubicBezTo>
                  <a:lnTo>
                    <a:pt x="589" y="510"/>
                  </a:lnTo>
                  <a:lnTo>
                    <a:pt x="635" y="510"/>
                  </a:lnTo>
                  <a:lnTo>
                    <a:pt x="635" y="617"/>
                  </a:lnTo>
                  <a:lnTo>
                    <a:pt x="564" y="617"/>
                  </a:lnTo>
                  <a:lnTo>
                    <a:pt x="564" y="613"/>
                  </a:lnTo>
                  <a:lnTo>
                    <a:pt x="309" y="694"/>
                  </a:lnTo>
                  <a:lnTo>
                    <a:pt x="28" y="520"/>
                  </a:lnTo>
                  <a:cubicBezTo>
                    <a:pt x="38" y="511"/>
                    <a:pt x="51" y="507"/>
                    <a:pt x="64" y="507"/>
                  </a:cubicBezTo>
                  <a:cubicBezTo>
                    <a:pt x="72" y="507"/>
                    <a:pt x="80" y="508"/>
                    <a:pt x="88" y="512"/>
                  </a:cubicBezTo>
                  <a:lnTo>
                    <a:pt x="226" y="581"/>
                  </a:lnTo>
                  <a:cubicBezTo>
                    <a:pt x="225" y="585"/>
                    <a:pt x="225" y="593"/>
                    <a:pt x="225" y="600"/>
                  </a:cubicBezTo>
                  <a:lnTo>
                    <a:pt x="225" y="611"/>
                  </a:lnTo>
                  <a:lnTo>
                    <a:pt x="414" y="611"/>
                  </a:lnTo>
                  <a:lnTo>
                    <a:pt x="414" y="590"/>
                  </a:lnTo>
                  <a:lnTo>
                    <a:pt x="246" y="590"/>
                  </a:lnTo>
                  <a:cubicBezTo>
                    <a:pt x="252" y="567"/>
                    <a:pt x="274" y="546"/>
                    <a:pt x="298" y="546"/>
                  </a:cubicBezTo>
                  <a:lnTo>
                    <a:pt x="375" y="546"/>
                  </a:lnTo>
                  <a:lnTo>
                    <a:pt x="378" y="541"/>
                  </a:lnTo>
                  <a:cubicBezTo>
                    <a:pt x="384" y="528"/>
                    <a:pt x="397" y="506"/>
                    <a:pt x="404" y="502"/>
                  </a:cubicBezTo>
                  <a:cubicBezTo>
                    <a:pt x="423" y="484"/>
                    <a:pt x="448" y="478"/>
                    <a:pt x="474" y="478"/>
                  </a:cubicBezTo>
                  <a:close/>
                  <a:moveTo>
                    <a:pt x="180" y="0"/>
                  </a:moveTo>
                  <a:cubicBezTo>
                    <a:pt x="153" y="0"/>
                    <a:pt x="129" y="22"/>
                    <a:pt x="128" y="50"/>
                  </a:cubicBezTo>
                  <a:lnTo>
                    <a:pt x="128" y="506"/>
                  </a:lnTo>
                  <a:lnTo>
                    <a:pt x="101" y="493"/>
                  </a:lnTo>
                  <a:cubicBezTo>
                    <a:pt x="90" y="488"/>
                    <a:pt x="80" y="486"/>
                    <a:pt x="69" y="486"/>
                  </a:cubicBezTo>
                  <a:cubicBezTo>
                    <a:pt x="45" y="486"/>
                    <a:pt x="22" y="498"/>
                    <a:pt x="7" y="519"/>
                  </a:cubicBezTo>
                  <a:lnTo>
                    <a:pt x="1" y="528"/>
                  </a:lnTo>
                  <a:lnTo>
                    <a:pt x="309" y="720"/>
                  </a:lnTo>
                  <a:lnTo>
                    <a:pt x="572" y="636"/>
                  </a:lnTo>
                  <a:lnTo>
                    <a:pt x="641" y="636"/>
                  </a:lnTo>
                  <a:lnTo>
                    <a:pt x="641" y="663"/>
                  </a:lnTo>
                  <a:lnTo>
                    <a:pt x="722" y="663"/>
                  </a:lnTo>
                  <a:lnTo>
                    <a:pt x="722" y="642"/>
                  </a:lnTo>
                  <a:lnTo>
                    <a:pt x="663" y="642"/>
                  </a:lnTo>
                  <a:lnTo>
                    <a:pt x="663" y="479"/>
                  </a:lnTo>
                  <a:lnTo>
                    <a:pt x="722" y="479"/>
                  </a:lnTo>
                  <a:lnTo>
                    <a:pt x="722" y="457"/>
                  </a:lnTo>
                  <a:lnTo>
                    <a:pt x="637" y="457"/>
                  </a:lnTo>
                  <a:lnTo>
                    <a:pt x="637" y="458"/>
                  </a:lnTo>
                  <a:lnTo>
                    <a:pt x="637" y="484"/>
                  </a:lnTo>
                  <a:lnTo>
                    <a:pt x="598" y="484"/>
                  </a:lnTo>
                  <a:cubicBezTo>
                    <a:pt x="593" y="483"/>
                    <a:pt x="583" y="477"/>
                    <a:pt x="569" y="473"/>
                  </a:cubicBezTo>
                  <a:lnTo>
                    <a:pt x="569" y="84"/>
                  </a:lnTo>
                  <a:lnTo>
                    <a:pt x="174" y="84"/>
                  </a:lnTo>
                  <a:cubicBezTo>
                    <a:pt x="164" y="83"/>
                    <a:pt x="153" y="76"/>
                    <a:pt x="150" y="65"/>
                  </a:cubicBezTo>
                  <a:cubicBezTo>
                    <a:pt x="150" y="65"/>
                    <a:pt x="150" y="64"/>
                    <a:pt x="147" y="64"/>
                  </a:cubicBezTo>
                  <a:lnTo>
                    <a:pt x="147" y="63"/>
                  </a:lnTo>
                  <a:lnTo>
                    <a:pt x="147" y="60"/>
                  </a:lnTo>
                  <a:lnTo>
                    <a:pt x="147" y="55"/>
                  </a:lnTo>
                  <a:cubicBezTo>
                    <a:pt x="147" y="37"/>
                    <a:pt x="161" y="22"/>
                    <a:pt x="180" y="22"/>
                  </a:cubicBezTo>
                  <a:lnTo>
                    <a:pt x="559" y="22"/>
                  </a:lnTo>
                  <a:lnTo>
                    <a:pt x="5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8"/>
            <p:cNvSpPr/>
            <p:nvPr/>
          </p:nvSpPr>
          <p:spPr>
            <a:xfrm>
              <a:off x="3303445" y="2747412"/>
              <a:ext cx="175219" cy="175795"/>
            </a:xfrm>
            <a:custGeom>
              <a:rect b="b" l="l" r="r" t="t"/>
              <a:pathLst>
                <a:path extrusionOk="0" h="305" w="304">
                  <a:moveTo>
                    <a:pt x="96" y="34"/>
                  </a:moveTo>
                  <a:cubicBezTo>
                    <a:pt x="89" y="46"/>
                    <a:pt x="81" y="59"/>
                    <a:pt x="78" y="70"/>
                  </a:cubicBezTo>
                  <a:lnTo>
                    <a:pt x="51" y="70"/>
                  </a:lnTo>
                  <a:cubicBezTo>
                    <a:pt x="64" y="57"/>
                    <a:pt x="80" y="44"/>
                    <a:pt x="96" y="34"/>
                  </a:cubicBezTo>
                  <a:close/>
                  <a:moveTo>
                    <a:pt x="143" y="24"/>
                  </a:moveTo>
                  <a:lnTo>
                    <a:pt x="143" y="70"/>
                  </a:lnTo>
                  <a:lnTo>
                    <a:pt x="102" y="70"/>
                  </a:lnTo>
                  <a:cubicBezTo>
                    <a:pt x="112" y="46"/>
                    <a:pt x="126" y="30"/>
                    <a:pt x="143" y="24"/>
                  </a:cubicBezTo>
                  <a:close/>
                  <a:moveTo>
                    <a:pt x="210" y="34"/>
                  </a:moveTo>
                  <a:cubicBezTo>
                    <a:pt x="226" y="44"/>
                    <a:pt x="242" y="57"/>
                    <a:pt x="255" y="70"/>
                  </a:cubicBezTo>
                  <a:lnTo>
                    <a:pt x="227" y="70"/>
                  </a:lnTo>
                  <a:cubicBezTo>
                    <a:pt x="223" y="56"/>
                    <a:pt x="217" y="44"/>
                    <a:pt x="210" y="34"/>
                  </a:cubicBezTo>
                  <a:close/>
                  <a:moveTo>
                    <a:pt x="162" y="24"/>
                  </a:moveTo>
                  <a:cubicBezTo>
                    <a:pt x="180" y="30"/>
                    <a:pt x="194" y="47"/>
                    <a:pt x="204" y="72"/>
                  </a:cubicBezTo>
                  <a:lnTo>
                    <a:pt x="162" y="72"/>
                  </a:lnTo>
                  <a:lnTo>
                    <a:pt x="162" y="24"/>
                  </a:lnTo>
                  <a:close/>
                  <a:moveTo>
                    <a:pt x="71" y="93"/>
                  </a:moveTo>
                  <a:cubicBezTo>
                    <a:pt x="67" y="108"/>
                    <a:pt x="65" y="125"/>
                    <a:pt x="64" y="141"/>
                  </a:cubicBezTo>
                  <a:lnTo>
                    <a:pt x="22" y="141"/>
                  </a:lnTo>
                  <a:cubicBezTo>
                    <a:pt x="24" y="125"/>
                    <a:pt x="29" y="106"/>
                    <a:pt x="37" y="93"/>
                  </a:cubicBezTo>
                  <a:close/>
                  <a:moveTo>
                    <a:pt x="142" y="93"/>
                  </a:moveTo>
                  <a:lnTo>
                    <a:pt x="142" y="141"/>
                  </a:lnTo>
                  <a:lnTo>
                    <a:pt x="87" y="141"/>
                  </a:lnTo>
                  <a:cubicBezTo>
                    <a:pt x="87" y="124"/>
                    <a:pt x="90" y="108"/>
                    <a:pt x="94" y="93"/>
                  </a:cubicBezTo>
                  <a:close/>
                  <a:moveTo>
                    <a:pt x="211" y="93"/>
                  </a:moveTo>
                  <a:cubicBezTo>
                    <a:pt x="216" y="108"/>
                    <a:pt x="219" y="125"/>
                    <a:pt x="219" y="141"/>
                  </a:cubicBezTo>
                  <a:lnTo>
                    <a:pt x="162" y="141"/>
                  </a:lnTo>
                  <a:lnTo>
                    <a:pt x="162" y="93"/>
                  </a:lnTo>
                  <a:close/>
                  <a:moveTo>
                    <a:pt x="268" y="93"/>
                  </a:moveTo>
                  <a:cubicBezTo>
                    <a:pt x="275" y="108"/>
                    <a:pt x="281" y="125"/>
                    <a:pt x="282" y="141"/>
                  </a:cubicBezTo>
                  <a:lnTo>
                    <a:pt x="240" y="141"/>
                  </a:lnTo>
                  <a:cubicBezTo>
                    <a:pt x="240" y="124"/>
                    <a:pt x="237" y="108"/>
                    <a:pt x="233" y="93"/>
                  </a:cubicBezTo>
                  <a:close/>
                  <a:moveTo>
                    <a:pt x="64" y="163"/>
                  </a:moveTo>
                  <a:cubicBezTo>
                    <a:pt x="64" y="182"/>
                    <a:pt x="67" y="197"/>
                    <a:pt x="71" y="212"/>
                  </a:cubicBezTo>
                  <a:lnTo>
                    <a:pt x="37" y="212"/>
                  </a:lnTo>
                  <a:cubicBezTo>
                    <a:pt x="29" y="197"/>
                    <a:pt x="24" y="179"/>
                    <a:pt x="22" y="163"/>
                  </a:cubicBezTo>
                  <a:close/>
                  <a:moveTo>
                    <a:pt x="143" y="163"/>
                  </a:moveTo>
                  <a:lnTo>
                    <a:pt x="143" y="212"/>
                  </a:lnTo>
                  <a:lnTo>
                    <a:pt x="94" y="212"/>
                  </a:lnTo>
                  <a:cubicBezTo>
                    <a:pt x="90" y="197"/>
                    <a:pt x="87" y="179"/>
                    <a:pt x="87" y="163"/>
                  </a:cubicBezTo>
                  <a:close/>
                  <a:moveTo>
                    <a:pt x="219" y="163"/>
                  </a:moveTo>
                  <a:cubicBezTo>
                    <a:pt x="219" y="182"/>
                    <a:pt x="216" y="197"/>
                    <a:pt x="211" y="212"/>
                  </a:cubicBezTo>
                  <a:lnTo>
                    <a:pt x="162" y="212"/>
                  </a:lnTo>
                  <a:lnTo>
                    <a:pt x="162" y="163"/>
                  </a:lnTo>
                  <a:close/>
                  <a:moveTo>
                    <a:pt x="282" y="163"/>
                  </a:moveTo>
                  <a:cubicBezTo>
                    <a:pt x="279" y="182"/>
                    <a:pt x="275" y="197"/>
                    <a:pt x="268" y="212"/>
                  </a:cubicBezTo>
                  <a:lnTo>
                    <a:pt x="233" y="212"/>
                  </a:lnTo>
                  <a:cubicBezTo>
                    <a:pt x="237" y="197"/>
                    <a:pt x="239" y="179"/>
                    <a:pt x="240" y="163"/>
                  </a:cubicBezTo>
                  <a:close/>
                  <a:moveTo>
                    <a:pt x="78" y="234"/>
                  </a:moveTo>
                  <a:cubicBezTo>
                    <a:pt x="83" y="248"/>
                    <a:pt x="89" y="261"/>
                    <a:pt x="96" y="270"/>
                  </a:cubicBezTo>
                  <a:cubicBezTo>
                    <a:pt x="80" y="261"/>
                    <a:pt x="64" y="249"/>
                    <a:pt x="51" y="234"/>
                  </a:cubicBezTo>
                  <a:close/>
                  <a:moveTo>
                    <a:pt x="253" y="234"/>
                  </a:moveTo>
                  <a:cubicBezTo>
                    <a:pt x="242" y="249"/>
                    <a:pt x="226" y="261"/>
                    <a:pt x="208" y="270"/>
                  </a:cubicBezTo>
                  <a:cubicBezTo>
                    <a:pt x="216" y="258"/>
                    <a:pt x="223" y="247"/>
                    <a:pt x="226" y="234"/>
                  </a:cubicBezTo>
                  <a:close/>
                  <a:moveTo>
                    <a:pt x="143" y="234"/>
                  </a:moveTo>
                  <a:lnTo>
                    <a:pt x="143" y="281"/>
                  </a:lnTo>
                  <a:cubicBezTo>
                    <a:pt x="126" y="275"/>
                    <a:pt x="112" y="257"/>
                    <a:pt x="102" y="234"/>
                  </a:cubicBezTo>
                  <a:close/>
                  <a:moveTo>
                    <a:pt x="204" y="234"/>
                  </a:moveTo>
                  <a:cubicBezTo>
                    <a:pt x="195" y="260"/>
                    <a:pt x="180" y="275"/>
                    <a:pt x="162" y="281"/>
                  </a:cubicBezTo>
                  <a:lnTo>
                    <a:pt x="162" y="234"/>
                  </a:lnTo>
                  <a:close/>
                  <a:moveTo>
                    <a:pt x="152" y="1"/>
                  </a:moveTo>
                  <a:cubicBezTo>
                    <a:pt x="68" y="1"/>
                    <a:pt x="0" y="69"/>
                    <a:pt x="0" y="153"/>
                  </a:cubicBezTo>
                  <a:cubicBezTo>
                    <a:pt x="0" y="235"/>
                    <a:pt x="68" y="304"/>
                    <a:pt x="152" y="304"/>
                  </a:cubicBezTo>
                  <a:cubicBezTo>
                    <a:pt x="234" y="304"/>
                    <a:pt x="304" y="235"/>
                    <a:pt x="304" y="153"/>
                  </a:cubicBezTo>
                  <a:cubicBezTo>
                    <a:pt x="304" y="69"/>
                    <a:pt x="237" y="1"/>
                    <a:pt x="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8"/>
            <p:cNvSpPr/>
            <p:nvPr/>
          </p:nvSpPr>
          <p:spPr>
            <a:xfrm>
              <a:off x="3509211" y="2961824"/>
              <a:ext cx="16139" cy="17291"/>
            </a:xfrm>
            <a:custGeom>
              <a:rect b="b" l="l" r="r" t="t"/>
              <a:pathLst>
                <a:path extrusionOk="0" h="30" w="28">
                  <a:moveTo>
                    <a:pt x="8" y="0"/>
                  </a:moveTo>
                  <a:lnTo>
                    <a:pt x="0" y="20"/>
                  </a:lnTo>
                  <a:cubicBezTo>
                    <a:pt x="8" y="25"/>
                    <a:pt x="13" y="26"/>
                    <a:pt x="19" y="29"/>
                  </a:cubicBezTo>
                  <a:lnTo>
                    <a:pt x="28" y="12"/>
                  </a:lnTo>
                  <a:cubicBezTo>
                    <a:pt x="25" y="7"/>
                    <a:pt x="18" y="5"/>
                    <a:pt x="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8"/>
            <p:cNvSpPr/>
            <p:nvPr/>
          </p:nvSpPr>
          <p:spPr>
            <a:xfrm>
              <a:off x="3486733" y="2954332"/>
              <a:ext cx="16139" cy="15562"/>
            </a:xfrm>
            <a:custGeom>
              <a:rect b="b" l="l" r="r" t="t"/>
              <a:pathLst>
                <a:path extrusionOk="0" h="27" w="28">
                  <a:moveTo>
                    <a:pt x="6" y="0"/>
                  </a:moveTo>
                  <a:lnTo>
                    <a:pt x="0" y="20"/>
                  </a:lnTo>
                  <a:cubicBezTo>
                    <a:pt x="8" y="23"/>
                    <a:pt x="13" y="25"/>
                    <a:pt x="21" y="26"/>
                  </a:cubicBezTo>
                  <a:lnTo>
                    <a:pt x="28" y="6"/>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8"/>
            <p:cNvSpPr/>
            <p:nvPr/>
          </p:nvSpPr>
          <p:spPr>
            <a:xfrm>
              <a:off x="3432553" y="2951450"/>
              <a:ext cx="45534" cy="20750"/>
            </a:xfrm>
            <a:custGeom>
              <a:rect b="b" l="l" r="r" t="t"/>
              <a:pathLst>
                <a:path extrusionOk="0" h="36" w="79">
                  <a:moveTo>
                    <a:pt x="57" y="1"/>
                  </a:moveTo>
                  <a:cubicBezTo>
                    <a:pt x="32" y="1"/>
                    <a:pt x="15" y="7"/>
                    <a:pt x="0" y="18"/>
                  </a:cubicBezTo>
                  <a:lnTo>
                    <a:pt x="15" y="36"/>
                  </a:lnTo>
                  <a:cubicBezTo>
                    <a:pt x="23" y="25"/>
                    <a:pt x="38" y="23"/>
                    <a:pt x="57" y="23"/>
                  </a:cubicBezTo>
                  <a:cubicBezTo>
                    <a:pt x="61" y="23"/>
                    <a:pt x="68" y="23"/>
                    <a:pt x="74" y="24"/>
                  </a:cubicBezTo>
                  <a:lnTo>
                    <a:pt x="78" y="2"/>
                  </a:lnTo>
                  <a:cubicBezTo>
                    <a:pt x="71" y="1"/>
                    <a:pt x="64"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8"/>
            <p:cNvSpPr/>
            <p:nvPr/>
          </p:nvSpPr>
          <p:spPr>
            <a:xfrm>
              <a:off x="3459067" y="2689198"/>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8"/>
            <p:cNvSpPr/>
            <p:nvPr/>
          </p:nvSpPr>
          <p:spPr>
            <a:xfrm>
              <a:off x="3483274" y="2689198"/>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8"/>
            <p:cNvSpPr/>
            <p:nvPr/>
          </p:nvSpPr>
          <p:spPr>
            <a:xfrm>
              <a:off x="3296528" y="2689198"/>
              <a:ext cx="149858" cy="13257"/>
            </a:xfrm>
            <a:custGeom>
              <a:rect b="b" l="l" r="r" t="t"/>
              <a:pathLst>
                <a:path extrusionOk="0" h="23" w="260">
                  <a:moveTo>
                    <a:pt x="1" y="1"/>
                  </a:moveTo>
                  <a:lnTo>
                    <a:pt x="1" y="23"/>
                  </a:lnTo>
                  <a:lnTo>
                    <a:pt x="259" y="23"/>
                  </a:lnTo>
                  <a:lnTo>
                    <a:pt x="2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8"/>
            <p:cNvSpPr/>
            <p:nvPr/>
          </p:nvSpPr>
          <p:spPr>
            <a:xfrm>
              <a:off x="3456761" y="2738766"/>
              <a:ext cx="38617" cy="36312"/>
            </a:xfrm>
            <a:custGeom>
              <a:rect b="b" l="l" r="r" t="t"/>
              <a:pathLst>
                <a:path extrusionOk="0" h="63" w="67">
                  <a:moveTo>
                    <a:pt x="0" y="0"/>
                  </a:moveTo>
                  <a:lnTo>
                    <a:pt x="0" y="22"/>
                  </a:lnTo>
                  <a:lnTo>
                    <a:pt x="45" y="22"/>
                  </a:lnTo>
                  <a:lnTo>
                    <a:pt x="45" y="62"/>
                  </a:lnTo>
                  <a:lnTo>
                    <a:pt x="67" y="62"/>
                  </a:lnTo>
                  <a:lnTo>
                    <a:pt x="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8"/>
            <p:cNvSpPr/>
            <p:nvPr/>
          </p:nvSpPr>
          <p:spPr>
            <a:xfrm>
              <a:off x="3482698" y="2786029"/>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8"/>
            <p:cNvSpPr/>
            <p:nvPr/>
          </p:nvSpPr>
          <p:spPr>
            <a:xfrm>
              <a:off x="3287882" y="2744530"/>
              <a:ext cx="12680" cy="28819"/>
            </a:xfrm>
            <a:custGeom>
              <a:rect b="b" l="l" r="r" t="t"/>
              <a:pathLst>
                <a:path extrusionOk="0" h="50" w="22">
                  <a:moveTo>
                    <a:pt x="0" y="0"/>
                  </a:moveTo>
                  <a:lnTo>
                    <a:pt x="0" y="49"/>
                  </a:lnTo>
                  <a:lnTo>
                    <a:pt x="22" y="49"/>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8"/>
            <p:cNvSpPr/>
            <p:nvPr/>
          </p:nvSpPr>
          <p:spPr>
            <a:xfrm>
              <a:off x="3287882" y="2891506"/>
              <a:ext cx="12680" cy="39770"/>
            </a:xfrm>
            <a:custGeom>
              <a:rect b="b" l="l" r="r" t="t"/>
              <a:pathLst>
                <a:path extrusionOk="0" h="69" w="22">
                  <a:moveTo>
                    <a:pt x="0" y="1"/>
                  </a:moveTo>
                  <a:lnTo>
                    <a:pt x="0" y="69"/>
                  </a:lnTo>
                  <a:lnTo>
                    <a:pt x="22" y="69"/>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8"/>
            <p:cNvSpPr/>
            <p:nvPr/>
          </p:nvSpPr>
          <p:spPr>
            <a:xfrm>
              <a:off x="3287882" y="2942228"/>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 name="Google Shape;2362;p48"/>
          <p:cNvGrpSpPr/>
          <p:nvPr/>
        </p:nvGrpSpPr>
        <p:grpSpPr>
          <a:xfrm>
            <a:off x="3972619" y="1404452"/>
            <a:ext cx="414415" cy="416145"/>
            <a:chOff x="3972619" y="1404452"/>
            <a:chExt cx="414415" cy="416145"/>
          </a:xfrm>
        </p:grpSpPr>
        <p:sp>
          <p:nvSpPr>
            <p:cNvPr id="2363" name="Google Shape;2363;p48"/>
            <p:cNvSpPr/>
            <p:nvPr/>
          </p:nvSpPr>
          <p:spPr>
            <a:xfrm>
              <a:off x="4041784" y="1519728"/>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8"/>
            <p:cNvSpPr/>
            <p:nvPr/>
          </p:nvSpPr>
          <p:spPr>
            <a:xfrm>
              <a:off x="4041784" y="1538748"/>
              <a:ext cx="13257" cy="82998"/>
            </a:xfrm>
            <a:custGeom>
              <a:rect b="b" l="l" r="r" t="t"/>
              <a:pathLst>
                <a:path extrusionOk="0" h="144" w="23">
                  <a:moveTo>
                    <a:pt x="1" y="1"/>
                  </a:moveTo>
                  <a:lnTo>
                    <a:pt x="1" y="144"/>
                  </a:lnTo>
                  <a:lnTo>
                    <a:pt x="22" y="144"/>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8"/>
            <p:cNvSpPr/>
            <p:nvPr/>
          </p:nvSpPr>
          <p:spPr>
            <a:xfrm>
              <a:off x="4303460" y="1550276"/>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8"/>
            <p:cNvSpPr/>
            <p:nvPr/>
          </p:nvSpPr>
          <p:spPr>
            <a:xfrm>
              <a:off x="4303460" y="1574484"/>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8"/>
            <p:cNvSpPr/>
            <p:nvPr/>
          </p:nvSpPr>
          <p:spPr>
            <a:xfrm>
              <a:off x="4303460" y="1525492"/>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8"/>
            <p:cNvSpPr/>
            <p:nvPr/>
          </p:nvSpPr>
          <p:spPr>
            <a:xfrm>
              <a:off x="4159942" y="1682843"/>
              <a:ext cx="13257" cy="26513"/>
            </a:xfrm>
            <a:custGeom>
              <a:rect b="b" l="l" r="r" t="t"/>
              <a:pathLst>
                <a:path extrusionOk="0" h="46" w="23">
                  <a:moveTo>
                    <a:pt x="1" y="0"/>
                  </a:moveTo>
                  <a:lnTo>
                    <a:pt x="1" y="45"/>
                  </a:lnTo>
                  <a:lnTo>
                    <a:pt x="23" y="45"/>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8"/>
            <p:cNvSpPr/>
            <p:nvPr/>
          </p:nvSpPr>
          <p:spPr>
            <a:xfrm>
              <a:off x="4313258" y="1707627"/>
              <a:ext cx="34006" cy="13257"/>
            </a:xfrm>
            <a:custGeom>
              <a:rect b="b" l="l" r="r" t="t"/>
              <a:pathLst>
                <a:path extrusionOk="0" h="23" w="59">
                  <a:moveTo>
                    <a:pt x="1" y="1"/>
                  </a:moveTo>
                  <a:lnTo>
                    <a:pt x="1" y="22"/>
                  </a:lnTo>
                  <a:lnTo>
                    <a:pt x="58" y="22"/>
                  </a:lnTo>
                  <a:lnTo>
                    <a:pt x="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8"/>
            <p:cNvSpPr/>
            <p:nvPr/>
          </p:nvSpPr>
          <p:spPr>
            <a:xfrm>
              <a:off x="4028528" y="1679385"/>
              <a:ext cx="42076" cy="140636"/>
            </a:xfrm>
            <a:custGeom>
              <a:rect b="b" l="l" r="r" t="t"/>
              <a:pathLst>
                <a:path extrusionOk="0" h="244" w="73">
                  <a:moveTo>
                    <a:pt x="35" y="1"/>
                  </a:moveTo>
                  <a:cubicBezTo>
                    <a:pt x="15" y="1"/>
                    <a:pt x="1" y="17"/>
                    <a:pt x="1" y="35"/>
                  </a:cubicBezTo>
                  <a:lnTo>
                    <a:pt x="1" y="243"/>
                  </a:lnTo>
                  <a:lnTo>
                    <a:pt x="22" y="243"/>
                  </a:lnTo>
                  <a:lnTo>
                    <a:pt x="22" y="35"/>
                  </a:lnTo>
                  <a:cubicBezTo>
                    <a:pt x="22" y="28"/>
                    <a:pt x="28" y="21"/>
                    <a:pt x="37" y="21"/>
                  </a:cubicBezTo>
                  <a:cubicBezTo>
                    <a:pt x="45" y="21"/>
                    <a:pt x="51" y="27"/>
                    <a:pt x="51" y="35"/>
                  </a:cubicBezTo>
                  <a:lnTo>
                    <a:pt x="51" y="243"/>
                  </a:lnTo>
                  <a:lnTo>
                    <a:pt x="73" y="243"/>
                  </a:lnTo>
                  <a:lnTo>
                    <a:pt x="73" y="35"/>
                  </a:lnTo>
                  <a:cubicBezTo>
                    <a:pt x="70" y="18"/>
                    <a:pt x="56" y="1"/>
                    <a:pt x="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8"/>
            <p:cNvSpPr/>
            <p:nvPr/>
          </p:nvSpPr>
          <p:spPr>
            <a:xfrm>
              <a:off x="3972619" y="1404452"/>
              <a:ext cx="414415" cy="415568"/>
            </a:xfrm>
            <a:custGeom>
              <a:rect b="b" l="l" r="r" t="t"/>
              <a:pathLst>
                <a:path extrusionOk="0" h="721" w="719">
                  <a:moveTo>
                    <a:pt x="140" y="25"/>
                  </a:moveTo>
                  <a:cubicBezTo>
                    <a:pt x="157" y="25"/>
                    <a:pt x="171" y="40"/>
                    <a:pt x="171" y="57"/>
                  </a:cubicBezTo>
                  <a:lnTo>
                    <a:pt x="171" y="62"/>
                  </a:lnTo>
                  <a:lnTo>
                    <a:pt x="90" y="62"/>
                  </a:lnTo>
                  <a:lnTo>
                    <a:pt x="76" y="25"/>
                  </a:lnTo>
                  <a:close/>
                  <a:moveTo>
                    <a:pt x="583" y="23"/>
                  </a:moveTo>
                  <a:cubicBezTo>
                    <a:pt x="625" y="23"/>
                    <a:pt x="660" y="57"/>
                    <a:pt x="660" y="99"/>
                  </a:cubicBezTo>
                  <a:lnTo>
                    <a:pt x="660" y="128"/>
                  </a:lnTo>
                  <a:lnTo>
                    <a:pt x="644" y="128"/>
                  </a:lnTo>
                  <a:lnTo>
                    <a:pt x="644" y="124"/>
                  </a:lnTo>
                  <a:lnTo>
                    <a:pt x="644" y="102"/>
                  </a:lnTo>
                  <a:cubicBezTo>
                    <a:pt x="644" y="85"/>
                    <a:pt x="629" y="70"/>
                    <a:pt x="610" y="70"/>
                  </a:cubicBezTo>
                  <a:lnTo>
                    <a:pt x="554" y="70"/>
                  </a:lnTo>
                  <a:cubicBezTo>
                    <a:pt x="538" y="72"/>
                    <a:pt x="524" y="85"/>
                    <a:pt x="524" y="102"/>
                  </a:cubicBezTo>
                  <a:lnTo>
                    <a:pt x="524" y="124"/>
                  </a:lnTo>
                  <a:lnTo>
                    <a:pt x="524" y="128"/>
                  </a:lnTo>
                  <a:lnTo>
                    <a:pt x="508" y="128"/>
                  </a:lnTo>
                  <a:lnTo>
                    <a:pt x="508" y="99"/>
                  </a:lnTo>
                  <a:cubicBezTo>
                    <a:pt x="508" y="57"/>
                    <a:pt x="543" y="23"/>
                    <a:pt x="583" y="23"/>
                  </a:cubicBezTo>
                  <a:close/>
                  <a:moveTo>
                    <a:pt x="615" y="92"/>
                  </a:moveTo>
                  <a:cubicBezTo>
                    <a:pt x="618" y="92"/>
                    <a:pt x="623" y="98"/>
                    <a:pt x="623" y="102"/>
                  </a:cubicBezTo>
                  <a:lnTo>
                    <a:pt x="623" y="124"/>
                  </a:lnTo>
                  <a:lnTo>
                    <a:pt x="623" y="127"/>
                  </a:lnTo>
                  <a:lnTo>
                    <a:pt x="623" y="128"/>
                  </a:lnTo>
                  <a:lnTo>
                    <a:pt x="623" y="129"/>
                  </a:lnTo>
                  <a:lnTo>
                    <a:pt x="623" y="131"/>
                  </a:lnTo>
                  <a:cubicBezTo>
                    <a:pt x="618" y="148"/>
                    <a:pt x="603" y="158"/>
                    <a:pt x="586" y="158"/>
                  </a:cubicBezTo>
                  <a:cubicBezTo>
                    <a:pt x="567" y="158"/>
                    <a:pt x="553" y="145"/>
                    <a:pt x="547" y="131"/>
                  </a:cubicBezTo>
                  <a:lnTo>
                    <a:pt x="547" y="129"/>
                  </a:lnTo>
                  <a:lnTo>
                    <a:pt x="547" y="128"/>
                  </a:lnTo>
                  <a:lnTo>
                    <a:pt x="547" y="127"/>
                  </a:lnTo>
                  <a:lnTo>
                    <a:pt x="547" y="124"/>
                  </a:lnTo>
                  <a:lnTo>
                    <a:pt x="547" y="102"/>
                  </a:lnTo>
                  <a:cubicBezTo>
                    <a:pt x="547" y="98"/>
                    <a:pt x="553" y="92"/>
                    <a:pt x="558" y="92"/>
                  </a:cubicBezTo>
                  <a:close/>
                  <a:moveTo>
                    <a:pt x="170" y="80"/>
                  </a:moveTo>
                  <a:lnTo>
                    <a:pt x="170" y="125"/>
                  </a:lnTo>
                  <a:cubicBezTo>
                    <a:pt x="170" y="147"/>
                    <a:pt x="153" y="164"/>
                    <a:pt x="132" y="164"/>
                  </a:cubicBezTo>
                  <a:cubicBezTo>
                    <a:pt x="112" y="164"/>
                    <a:pt x="93" y="145"/>
                    <a:pt x="93" y="125"/>
                  </a:cubicBezTo>
                  <a:lnTo>
                    <a:pt x="93" y="80"/>
                  </a:lnTo>
                  <a:close/>
                  <a:moveTo>
                    <a:pt x="359" y="342"/>
                  </a:moveTo>
                  <a:cubicBezTo>
                    <a:pt x="378" y="342"/>
                    <a:pt x="392" y="358"/>
                    <a:pt x="392" y="375"/>
                  </a:cubicBezTo>
                  <a:cubicBezTo>
                    <a:pt x="392" y="391"/>
                    <a:pt x="381" y="404"/>
                    <a:pt x="366" y="405"/>
                  </a:cubicBezTo>
                  <a:lnTo>
                    <a:pt x="356" y="405"/>
                  </a:lnTo>
                  <a:cubicBezTo>
                    <a:pt x="342" y="404"/>
                    <a:pt x="330" y="390"/>
                    <a:pt x="330" y="375"/>
                  </a:cubicBezTo>
                  <a:cubicBezTo>
                    <a:pt x="329" y="358"/>
                    <a:pt x="343" y="342"/>
                    <a:pt x="359" y="342"/>
                  </a:cubicBezTo>
                  <a:close/>
                  <a:moveTo>
                    <a:pt x="168" y="170"/>
                  </a:moveTo>
                  <a:cubicBezTo>
                    <a:pt x="213" y="186"/>
                    <a:pt x="242" y="228"/>
                    <a:pt x="242" y="275"/>
                  </a:cubicBezTo>
                  <a:lnTo>
                    <a:pt x="242" y="326"/>
                  </a:lnTo>
                  <a:lnTo>
                    <a:pt x="220" y="326"/>
                  </a:lnTo>
                  <a:lnTo>
                    <a:pt x="220" y="275"/>
                  </a:lnTo>
                  <a:lnTo>
                    <a:pt x="203" y="275"/>
                  </a:lnTo>
                  <a:lnTo>
                    <a:pt x="203" y="410"/>
                  </a:lnTo>
                  <a:lnTo>
                    <a:pt x="62" y="410"/>
                  </a:lnTo>
                  <a:lnTo>
                    <a:pt x="62" y="275"/>
                  </a:lnTo>
                  <a:lnTo>
                    <a:pt x="40" y="275"/>
                  </a:lnTo>
                  <a:lnTo>
                    <a:pt x="40" y="326"/>
                  </a:lnTo>
                  <a:lnTo>
                    <a:pt x="18" y="326"/>
                  </a:lnTo>
                  <a:lnTo>
                    <a:pt x="18" y="275"/>
                  </a:lnTo>
                  <a:cubicBezTo>
                    <a:pt x="18" y="229"/>
                    <a:pt x="47" y="186"/>
                    <a:pt x="92" y="170"/>
                  </a:cubicBezTo>
                  <a:cubicBezTo>
                    <a:pt x="103" y="179"/>
                    <a:pt x="116" y="184"/>
                    <a:pt x="131" y="184"/>
                  </a:cubicBezTo>
                  <a:cubicBezTo>
                    <a:pt x="145" y="184"/>
                    <a:pt x="160" y="179"/>
                    <a:pt x="168" y="170"/>
                  </a:cubicBezTo>
                  <a:close/>
                  <a:moveTo>
                    <a:pt x="40" y="348"/>
                  </a:moveTo>
                  <a:lnTo>
                    <a:pt x="40" y="440"/>
                  </a:lnTo>
                  <a:cubicBezTo>
                    <a:pt x="27" y="437"/>
                    <a:pt x="18" y="424"/>
                    <a:pt x="18" y="410"/>
                  </a:cubicBezTo>
                  <a:lnTo>
                    <a:pt x="18" y="348"/>
                  </a:lnTo>
                  <a:close/>
                  <a:moveTo>
                    <a:pt x="244" y="348"/>
                  </a:moveTo>
                  <a:lnTo>
                    <a:pt x="244" y="410"/>
                  </a:lnTo>
                  <a:cubicBezTo>
                    <a:pt x="244" y="424"/>
                    <a:pt x="235" y="434"/>
                    <a:pt x="222" y="440"/>
                  </a:cubicBezTo>
                  <a:lnTo>
                    <a:pt x="222" y="348"/>
                  </a:lnTo>
                  <a:close/>
                  <a:moveTo>
                    <a:pt x="508" y="193"/>
                  </a:moveTo>
                  <a:lnTo>
                    <a:pt x="508" y="378"/>
                  </a:lnTo>
                  <a:lnTo>
                    <a:pt x="493" y="440"/>
                  </a:lnTo>
                  <a:cubicBezTo>
                    <a:pt x="480" y="439"/>
                    <a:pt x="472" y="427"/>
                    <a:pt x="472" y="414"/>
                  </a:cubicBezTo>
                  <a:lnTo>
                    <a:pt x="472" y="275"/>
                  </a:lnTo>
                  <a:cubicBezTo>
                    <a:pt x="472" y="244"/>
                    <a:pt x="486" y="215"/>
                    <a:pt x="508" y="193"/>
                  </a:cubicBezTo>
                  <a:close/>
                  <a:moveTo>
                    <a:pt x="662" y="194"/>
                  </a:moveTo>
                  <a:cubicBezTo>
                    <a:pt x="684" y="215"/>
                    <a:pt x="699" y="245"/>
                    <a:pt x="699" y="275"/>
                  </a:cubicBezTo>
                  <a:lnTo>
                    <a:pt x="699" y="417"/>
                  </a:lnTo>
                  <a:lnTo>
                    <a:pt x="697" y="417"/>
                  </a:lnTo>
                  <a:cubicBezTo>
                    <a:pt x="697" y="430"/>
                    <a:pt x="688" y="439"/>
                    <a:pt x="677" y="442"/>
                  </a:cubicBezTo>
                  <a:lnTo>
                    <a:pt x="662" y="381"/>
                  </a:lnTo>
                  <a:lnTo>
                    <a:pt x="662" y="194"/>
                  </a:lnTo>
                  <a:close/>
                  <a:moveTo>
                    <a:pt x="456" y="439"/>
                  </a:moveTo>
                  <a:cubicBezTo>
                    <a:pt x="459" y="444"/>
                    <a:pt x="465" y="449"/>
                    <a:pt x="470" y="455"/>
                  </a:cubicBezTo>
                  <a:lnTo>
                    <a:pt x="434" y="491"/>
                  </a:lnTo>
                  <a:lnTo>
                    <a:pt x="434" y="460"/>
                  </a:lnTo>
                  <a:lnTo>
                    <a:pt x="456" y="439"/>
                  </a:lnTo>
                  <a:close/>
                  <a:moveTo>
                    <a:pt x="257" y="439"/>
                  </a:moveTo>
                  <a:lnTo>
                    <a:pt x="285" y="468"/>
                  </a:lnTo>
                  <a:lnTo>
                    <a:pt x="285" y="496"/>
                  </a:lnTo>
                  <a:lnTo>
                    <a:pt x="285" y="496"/>
                  </a:lnTo>
                  <a:lnTo>
                    <a:pt x="242" y="453"/>
                  </a:lnTo>
                  <a:cubicBezTo>
                    <a:pt x="248" y="449"/>
                    <a:pt x="254" y="444"/>
                    <a:pt x="257" y="439"/>
                  </a:cubicBezTo>
                  <a:close/>
                  <a:moveTo>
                    <a:pt x="366" y="429"/>
                  </a:moveTo>
                  <a:cubicBezTo>
                    <a:pt x="387" y="431"/>
                    <a:pt x="405" y="446"/>
                    <a:pt x="410" y="465"/>
                  </a:cubicBezTo>
                  <a:lnTo>
                    <a:pt x="413" y="472"/>
                  </a:lnTo>
                  <a:lnTo>
                    <a:pt x="413" y="553"/>
                  </a:lnTo>
                  <a:lnTo>
                    <a:pt x="309" y="553"/>
                  </a:lnTo>
                  <a:lnTo>
                    <a:pt x="309" y="475"/>
                  </a:lnTo>
                  <a:lnTo>
                    <a:pt x="311" y="469"/>
                  </a:lnTo>
                  <a:cubicBezTo>
                    <a:pt x="313" y="457"/>
                    <a:pt x="320" y="447"/>
                    <a:pt x="329" y="440"/>
                  </a:cubicBezTo>
                  <a:cubicBezTo>
                    <a:pt x="336" y="433"/>
                    <a:pt x="345" y="429"/>
                    <a:pt x="356" y="429"/>
                  </a:cubicBezTo>
                  <a:close/>
                  <a:moveTo>
                    <a:pt x="619" y="171"/>
                  </a:moveTo>
                  <a:cubicBezTo>
                    <a:pt x="625" y="173"/>
                    <a:pt x="632" y="177"/>
                    <a:pt x="638" y="179"/>
                  </a:cubicBezTo>
                  <a:lnTo>
                    <a:pt x="638" y="382"/>
                  </a:lnTo>
                  <a:lnTo>
                    <a:pt x="681" y="553"/>
                  </a:lnTo>
                  <a:cubicBezTo>
                    <a:pt x="681" y="556"/>
                    <a:pt x="681" y="559"/>
                    <a:pt x="680" y="561"/>
                  </a:cubicBezTo>
                  <a:cubicBezTo>
                    <a:pt x="677" y="563"/>
                    <a:pt x="674" y="564"/>
                    <a:pt x="670" y="564"/>
                  </a:cubicBezTo>
                  <a:lnTo>
                    <a:pt x="496" y="564"/>
                  </a:lnTo>
                  <a:cubicBezTo>
                    <a:pt x="493" y="564"/>
                    <a:pt x="491" y="563"/>
                    <a:pt x="488" y="561"/>
                  </a:cubicBezTo>
                  <a:cubicBezTo>
                    <a:pt x="486" y="559"/>
                    <a:pt x="485" y="556"/>
                    <a:pt x="486" y="553"/>
                  </a:cubicBezTo>
                  <a:lnTo>
                    <a:pt x="527" y="382"/>
                  </a:lnTo>
                  <a:lnTo>
                    <a:pt x="527" y="179"/>
                  </a:lnTo>
                  <a:cubicBezTo>
                    <a:pt x="532" y="174"/>
                    <a:pt x="538" y="173"/>
                    <a:pt x="544" y="171"/>
                  </a:cubicBezTo>
                  <a:cubicBezTo>
                    <a:pt x="554" y="180"/>
                    <a:pt x="567" y="186"/>
                    <a:pt x="582" y="186"/>
                  </a:cubicBezTo>
                  <a:cubicBezTo>
                    <a:pt x="596" y="186"/>
                    <a:pt x="610" y="180"/>
                    <a:pt x="619" y="171"/>
                  </a:cubicBezTo>
                  <a:close/>
                  <a:moveTo>
                    <a:pt x="47" y="1"/>
                  </a:moveTo>
                  <a:lnTo>
                    <a:pt x="75" y="70"/>
                  </a:lnTo>
                  <a:lnTo>
                    <a:pt x="75" y="122"/>
                  </a:lnTo>
                  <a:cubicBezTo>
                    <a:pt x="75" y="134"/>
                    <a:pt x="76" y="142"/>
                    <a:pt x="82" y="151"/>
                  </a:cubicBezTo>
                  <a:cubicBezTo>
                    <a:pt x="60" y="160"/>
                    <a:pt x="41" y="174"/>
                    <a:pt x="27" y="194"/>
                  </a:cubicBezTo>
                  <a:cubicBezTo>
                    <a:pt x="10" y="218"/>
                    <a:pt x="1" y="245"/>
                    <a:pt x="1" y="274"/>
                  </a:cubicBezTo>
                  <a:lnTo>
                    <a:pt x="1" y="408"/>
                  </a:lnTo>
                  <a:cubicBezTo>
                    <a:pt x="1" y="433"/>
                    <a:pt x="18" y="455"/>
                    <a:pt x="41" y="460"/>
                  </a:cubicBezTo>
                  <a:lnTo>
                    <a:pt x="41" y="720"/>
                  </a:lnTo>
                  <a:lnTo>
                    <a:pt x="63" y="720"/>
                  </a:lnTo>
                  <a:lnTo>
                    <a:pt x="63" y="429"/>
                  </a:lnTo>
                  <a:lnTo>
                    <a:pt x="205" y="429"/>
                  </a:lnTo>
                  <a:lnTo>
                    <a:pt x="205" y="720"/>
                  </a:lnTo>
                  <a:lnTo>
                    <a:pt x="226" y="720"/>
                  </a:lnTo>
                  <a:lnTo>
                    <a:pt x="226" y="463"/>
                  </a:lnTo>
                  <a:lnTo>
                    <a:pt x="290" y="527"/>
                  </a:lnTo>
                  <a:lnTo>
                    <a:pt x="290" y="720"/>
                  </a:lnTo>
                  <a:lnTo>
                    <a:pt x="310" y="720"/>
                  </a:lnTo>
                  <a:lnTo>
                    <a:pt x="310" y="572"/>
                  </a:lnTo>
                  <a:lnTo>
                    <a:pt x="415" y="572"/>
                  </a:lnTo>
                  <a:lnTo>
                    <a:pt x="415" y="720"/>
                  </a:lnTo>
                  <a:lnTo>
                    <a:pt x="437" y="720"/>
                  </a:lnTo>
                  <a:lnTo>
                    <a:pt x="437" y="520"/>
                  </a:lnTo>
                  <a:lnTo>
                    <a:pt x="489" y="468"/>
                  </a:lnTo>
                  <a:lnTo>
                    <a:pt x="469" y="547"/>
                  </a:lnTo>
                  <a:cubicBezTo>
                    <a:pt x="467" y="556"/>
                    <a:pt x="469" y="566"/>
                    <a:pt x="475" y="573"/>
                  </a:cubicBezTo>
                  <a:cubicBezTo>
                    <a:pt x="480" y="580"/>
                    <a:pt x="489" y="586"/>
                    <a:pt x="501" y="586"/>
                  </a:cubicBezTo>
                  <a:lnTo>
                    <a:pt x="525" y="586"/>
                  </a:lnTo>
                  <a:lnTo>
                    <a:pt x="525" y="720"/>
                  </a:lnTo>
                  <a:lnTo>
                    <a:pt x="547" y="720"/>
                  </a:lnTo>
                  <a:lnTo>
                    <a:pt x="547" y="586"/>
                  </a:lnTo>
                  <a:lnTo>
                    <a:pt x="577" y="586"/>
                  </a:lnTo>
                  <a:lnTo>
                    <a:pt x="577" y="720"/>
                  </a:lnTo>
                  <a:lnTo>
                    <a:pt x="599" y="720"/>
                  </a:lnTo>
                  <a:lnTo>
                    <a:pt x="599" y="586"/>
                  </a:lnTo>
                  <a:lnTo>
                    <a:pt x="631" y="586"/>
                  </a:lnTo>
                  <a:lnTo>
                    <a:pt x="631" y="720"/>
                  </a:lnTo>
                  <a:lnTo>
                    <a:pt x="652" y="720"/>
                  </a:lnTo>
                  <a:lnTo>
                    <a:pt x="652" y="586"/>
                  </a:lnTo>
                  <a:lnTo>
                    <a:pt x="674" y="586"/>
                  </a:lnTo>
                  <a:cubicBezTo>
                    <a:pt x="683" y="586"/>
                    <a:pt x="691" y="583"/>
                    <a:pt x="699" y="573"/>
                  </a:cubicBezTo>
                  <a:cubicBezTo>
                    <a:pt x="706" y="564"/>
                    <a:pt x="707" y="556"/>
                    <a:pt x="704" y="547"/>
                  </a:cubicBezTo>
                  <a:lnTo>
                    <a:pt x="683" y="462"/>
                  </a:lnTo>
                  <a:cubicBezTo>
                    <a:pt x="704" y="457"/>
                    <a:pt x="719" y="439"/>
                    <a:pt x="719" y="417"/>
                  </a:cubicBezTo>
                  <a:lnTo>
                    <a:pt x="719" y="277"/>
                  </a:lnTo>
                  <a:cubicBezTo>
                    <a:pt x="717" y="247"/>
                    <a:pt x="709" y="221"/>
                    <a:pt x="691" y="196"/>
                  </a:cubicBezTo>
                  <a:cubicBezTo>
                    <a:pt x="677" y="179"/>
                    <a:pt x="660" y="163"/>
                    <a:pt x="638" y="153"/>
                  </a:cubicBezTo>
                  <a:cubicBezTo>
                    <a:pt x="638" y="151"/>
                    <a:pt x="639" y="151"/>
                    <a:pt x="639" y="150"/>
                  </a:cubicBezTo>
                  <a:lnTo>
                    <a:pt x="681" y="150"/>
                  </a:lnTo>
                  <a:lnTo>
                    <a:pt x="681" y="99"/>
                  </a:lnTo>
                  <a:cubicBezTo>
                    <a:pt x="681" y="47"/>
                    <a:pt x="638" y="4"/>
                    <a:pt x="586" y="4"/>
                  </a:cubicBezTo>
                  <a:cubicBezTo>
                    <a:pt x="532" y="4"/>
                    <a:pt x="489" y="47"/>
                    <a:pt x="489" y="99"/>
                  </a:cubicBezTo>
                  <a:lnTo>
                    <a:pt x="489" y="150"/>
                  </a:lnTo>
                  <a:lnTo>
                    <a:pt x="531" y="150"/>
                  </a:lnTo>
                  <a:cubicBezTo>
                    <a:pt x="531" y="151"/>
                    <a:pt x="532" y="151"/>
                    <a:pt x="532" y="153"/>
                  </a:cubicBezTo>
                  <a:cubicBezTo>
                    <a:pt x="511" y="163"/>
                    <a:pt x="493" y="177"/>
                    <a:pt x="479" y="196"/>
                  </a:cubicBezTo>
                  <a:cubicBezTo>
                    <a:pt x="460" y="221"/>
                    <a:pt x="452" y="247"/>
                    <a:pt x="452" y="275"/>
                  </a:cubicBezTo>
                  <a:lnTo>
                    <a:pt x="452" y="413"/>
                  </a:lnTo>
                  <a:lnTo>
                    <a:pt x="424" y="440"/>
                  </a:lnTo>
                  <a:cubicBezTo>
                    <a:pt x="417" y="430"/>
                    <a:pt x="408" y="418"/>
                    <a:pt x="395" y="413"/>
                  </a:cubicBezTo>
                  <a:cubicBezTo>
                    <a:pt x="407" y="404"/>
                    <a:pt x="414" y="390"/>
                    <a:pt x="414" y="374"/>
                  </a:cubicBezTo>
                  <a:cubicBezTo>
                    <a:pt x="414" y="345"/>
                    <a:pt x="391" y="322"/>
                    <a:pt x="362" y="322"/>
                  </a:cubicBezTo>
                  <a:cubicBezTo>
                    <a:pt x="333" y="322"/>
                    <a:pt x="309" y="345"/>
                    <a:pt x="309" y="374"/>
                  </a:cubicBezTo>
                  <a:cubicBezTo>
                    <a:pt x="309" y="390"/>
                    <a:pt x="316" y="404"/>
                    <a:pt x="327" y="413"/>
                  </a:cubicBezTo>
                  <a:cubicBezTo>
                    <a:pt x="323" y="416"/>
                    <a:pt x="320" y="418"/>
                    <a:pt x="316" y="420"/>
                  </a:cubicBezTo>
                  <a:cubicBezTo>
                    <a:pt x="307" y="427"/>
                    <a:pt x="301" y="434"/>
                    <a:pt x="297" y="444"/>
                  </a:cubicBezTo>
                  <a:lnTo>
                    <a:pt x="268" y="414"/>
                  </a:lnTo>
                  <a:lnTo>
                    <a:pt x="268" y="408"/>
                  </a:lnTo>
                  <a:lnTo>
                    <a:pt x="268" y="274"/>
                  </a:lnTo>
                  <a:cubicBezTo>
                    <a:pt x="268" y="245"/>
                    <a:pt x="258" y="216"/>
                    <a:pt x="241" y="194"/>
                  </a:cubicBezTo>
                  <a:cubicBezTo>
                    <a:pt x="226" y="177"/>
                    <a:pt x="207" y="160"/>
                    <a:pt x="186" y="151"/>
                  </a:cubicBezTo>
                  <a:cubicBezTo>
                    <a:pt x="192" y="142"/>
                    <a:pt x="193" y="134"/>
                    <a:pt x="193" y="122"/>
                  </a:cubicBezTo>
                  <a:lnTo>
                    <a:pt x="193" y="54"/>
                  </a:lnTo>
                  <a:cubicBezTo>
                    <a:pt x="193" y="25"/>
                    <a:pt x="170" y="1"/>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8"/>
            <p:cNvSpPr/>
            <p:nvPr/>
          </p:nvSpPr>
          <p:spPr>
            <a:xfrm>
              <a:off x="4174351" y="1752584"/>
              <a:ext cx="13257" cy="68013"/>
            </a:xfrm>
            <a:custGeom>
              <a:rect b="b" l="l" r="r" t="t"/>
              <a:pathLst>
                <a:path extrusionOk="0" h="118" w="23">
                  <a:moveTo>
                    <a:pt x="0" y="1"/>
                  </a:moveTo>
                  <a:lnTo>
                    <a:pt x="0" y="118"/>
                  </a:lnTo>
                  <a:lnTo>
                    <a:pt x="22" y="118"/>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 name="Google Shape;2373;p48"/>
          <p:cNvGrpSpPr/>
          <p:nvPr/>
        </p:nvGrpSpPr>
        <p:grpSpPr>
          <a:xfrm>
            <a:off x="3191051" y="2040197"/>
            <a:ext cx="414415" cy="415568"/>
            <a:chOff x="3191051" y="2040197"/>
            <a:chExt cx="414415" cy="415568"/>
          </a:xfrm>
        </p:grpSpPr>
        <p:sp>
          <p:nvSpPr>
            <p:cNvPr id="2374" name="Google Shape;2374;p48"/>
            <p:cNvSpPr/>
            <p:nvPr/>
          </p:nvSpPr>
          <p:spPr>
            <a:xfrm>
              <a:off x="3230821" y="2420606"/>
              <a:ext cx="82422" cy="12680"/>
            </a:xfrm>
            <a:custGeom>
              <a:rect b="b" l="l" r="r" t="t"/>
              <a:pathLst>
                <a:path extrusionOk="0" h="22" w="143">
                  <a:moveTo>
                    <a:pt x="1" y="0"/>
                  </a:moveTo>
                  <a:lnTo>
                    <a:pt x="1" y="22"/>
                  </a:lnTo>
                  <a:lnTo>
                    <a:pt x="142" y="22"/>
                  </a:lnTo>
                  <a:lnTo>
                    <a:pt x="1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8"/>
            <p:cNvSpPr/>
            <p:nvPr/>
          </p:nvSpPr>
          <p:spPr>
            <a:xfrm>
              <a:off x="3508059" y="2420606"/>
              <a:ext cx="57638" cy="12680"/>
            </a:xfrm>
            <a:custGeom>
              <a:rect b="b" l="l" r="r" t="t"/>
              <a:pathLst>
                <a:path extrusionOk="0" h="22" w="100">
                  <a:moveTo>
                    <a:pt x="1" y="0"/>
                  </a:moveTo>
                  <a:lnTo>
                    <a:pt x="1" y="22"/>
                  </a:lnTo>
                  <a:lnTo>
                    <a:pt x="99" y="22"/>
                  </a:lnTo>
                  <a:lnTo>
                    <a:pt x="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8"/>
            <p:cNvSpPr/>
            <p:nvPr/>
          </p:nvSpPr>
          <p:spPr>
            <a:xfrm>
              <a:off x="3483274" y="2420606"/>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8"/>
            <p:cNvSpPr/>
            <p:nvPr/>
          </p:nvSpPr>
          <p:spPr>
            <a:xfrm>
              <a:off x="3259064" y="2369885"/>
              <a:ext cx="23055" cy="12680"/>
            </a:xfrm>
            <a:custGeom>
              <a:rect b="b" l="l" r="r" t="t"/>
              <a:pathLst>
                <a:path extrusionOk="0" h="22" w="40">
                  <a:moveTo>
                    <a:pt x="1" y="0"/>
                  </a:moveTo>
                  <a:lnTo>
                    <a:pt x="1" y="22"/>
                  </a:lnTo>
                  <a:lnTo>
                    <a:pt x="40" y="22"/>
                  </a:lnTo>
                  <a:lnTo>
                    <a:pt x="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8"/>
            <p:cNvSpPr/>
            <p:nvPr/>
          </p:nvSpPr>
          <p:spPr>
            <a:xfrm>
              <a:off x="3507482" y="2365274"/>
              <a:ext cx="23055" cy="13257"/>
            </a:xfrm>
            <a:custGeom>
              <a:rect b="b" l="l" r="r" t="t"/>
              <a:pathLst>
                <a:path extrusionOk="0" h="23" w="40">
                  <a:moveTo>
                    <a:pt x="0" y="1"/>
                  </a:moveTo>
                  <a:lnTo>
                    <a:pt x="0" y="23"/>
                  </a:lnTo>
                  <a:lnTo>
                    <a:pt x="39" y="23"/>
                  </a:lnTo>
                  <a:lnTo>
                    <a:pt x="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8"/>
            <p:cNvSpPr/>
            <p:nvPr/>
          </p:nvSpPr>
          <p:spPr>
            <a:xfrm>
              <a:off x="3248689" y="2040197"/>
              <a:ext cx="261099" cy="134296"/>
            </a:xfrm>
            <a:custGeom>
              <a:rect b="b" l="l" r="r" t="t"/>
              <a:pathLst>
                <a:path extrusionOk="0" h="233" w="453">
                  <a:moveTo>
                    <a:pt x="142" y="59"/>
                  </a:moveTo>
                  <a:cubicBezTo>
                    <a:pt x="152" y="59"/>
                    <a:pt x="160" y="67"/>
                    <a:pt x="160" y="78"/>
                  </a:cubicBezTo>
                  <a:lnTo>
                    <a:pt x="160" y="100"/>
                  </a:lnTo>
                  <a:lnTo>
                    <a:pt x="104" y="129"/>
                  </a:lnTo>
                  <a:lnTo>
                    <a:pt x="104" y="95"/>
                  </a:lnTo>
                  <a:lnTo>
                    <a:pt x="43" y="95"/>
                  </a:lnTo>
                  <a:cubicBezTo>
                    <a:pt x="33" y="95"/>
                    <a:pt x="25" y="88"/>
                    <a:pt x="25" y="78"/>
                  </a:cubicBezTo>
                  <a:cubicBezTo>
                    <a:pt x="25" y="68"/>
                    <a:pt x="32" y="59"/>
                    <a:pt x="43" y="59"/>
                  </a:cubicBezTo>
                  <a:close/>
                  <a:moveTo>
                    <a:pt x="390" y="90"/>
                  </a:moveTo>
                  <a:cubicBezTo>
                    <a:pt x="415" y="90"/>
                    <a:pt x="436" y="110"/>
                    <a:pt x="436" y="137"/>
                  </a:cubicBezTo>
                  <a:cubicBezTo>
                    <a:pt x="436" y="165"/>
                    <a:pt x="415" y="184"/>
                    <a:pt x="390" y="184"/>
                  </a:cubicBezTo>
                  <a:cubicBezTo>
                    <a:pt x="364" y="184"/>
                    <a:pt x="344" y="163"/>
                    <a:pt x="342" y="139"/>
                  </a:cubicBezTo>
                  <a:lnTo>
                    <a:pt x="342" y="136"/>
                  </a:lnTo>
                  <a:cubicBezTo>
                    <a:pt x="342" y="110"/>
                    <a:pt x="364" y="90"/>
                    <a:pt x="390" y="90"/>
                  </a:cubicBezTo>
                  <a:close/>
                  <a:moveTo>
                    <a:pt x="210" y="117"/>
                  </a:moveTo>
                  <a:lnTo>
                    <a:pt x="210" y="211"/>
                  </a:lnTo>
                  <a:lnTo>
                    <a:pt x="169" y="211"/>
                  </a:lnTo>
                  <a:cubicBezTo>
                    <a:pt x="134" y="211"/>
                    <a:pt x="108" y="184"/>
                    <a:pt x="104" y="152"/>
                  </a:cubicBezTo>
                  <a:lnTo>
                    <a:pt x="173" y="117"/>
                  </a:lnTo>
                  <a:close/>
                  <a:moveTo>
                    <a:pt x="302" y="22"/>
                  </a:moveTo>
                  <a:cubicBezTo>
                    <a:pt x="314" y="22"/>
                    <a:pt x="321" y="29"/>
                    <a:pt x="321" y="39"/>
                  </a:cubicBezTo>
                  <a:lnTo>
                    <a:pt x="321" y="136"/>
                  </a:lnTo>
                  <a:lnTo>
                    <a:pt x="322" y="136"/>
                  </a:lnTo>
                  <a:lnTo>
                    <a:pt x="322" y="139"/>
                  </a:lnTo>
                  <a:lnTo>
                    <a:pt x="322" y="163"/>
                  </a:lnTo>
                  <a:cubicBezTo>
                    <a:pt x="322" y="189"/>
                    <a:pt x="302" y="211"/>
                    <a:pt x="276" y="211"/>
                  </a:cubicBezTo>
                  <a:lnTo>
                    <a:pt x="228" y="211"/>
                  </a:lnTo>
                  <a:lnTo>
                    <a:pt x="228" y="117"/>
                  </a:lnTo>
                  <a:lnTo>
                    <a:pt x="285" y="117"/>
                  </a:lnTo>
                  <a:lnTo>
                    <a:pt x="285" y="39"/>
                  </a:lnTo>
                  <a:cubicBezTo>
                    <a:pt x="285" y="30"/>
                    <a:pt x="292" y="22"/>
                    <a:pt x="302" y="22"/>
                  </a:cubicBezTo>
                  <a:close/>
                  <a:moveTo>
                    <a:pt x="303" y="0"/>
                  </a:moveTo>
                  <a:cubicBezTo>
                    <a:pt x="282" y="0"/>
                    <a:pt x="263" y="17"/>
                    <a:pt x="263" y="39"/>
                  </a:cubicBezTo>
                  <a:lnTo>
                    <a:pt x="263" y="95"/>
                  </a:lnTo>
                  <a:lnTo>
                    <a:pt x="178" y="95"/>
                  </a:lnTo>
                  <a:lnTo>
                    <a:pt x="178" y="78"/>
                  </a:lnTo>
                  <a:cubicBezTo>
                    <a:pt x="178" y="56"/>
                    <a:pt x="160" y="38"/>
                    <a:pt x="139" y="38"/>
                  </a:cubicBezTo>
                  <a:lnTo>
                    <a:pt x="39" y="38"/>
                  </a:lnTo>
                  <a:cubicBezTo>
                    <a:pt x="17" y="38"/>
                    <a:pt x="0" y="56"/>
                    <a:pt x="0" y="78"/>
                  </a:cubicBezTo>
                  <a:cubicBezTo>
                    <a:pt x="0" y="100"/>
                    <a:pt x="17" y="117"/>
                    <a:pt x="39" y="117"/>
                  </a:cubicBezTo>
                  <a:lnTo>
                    <a:pt x="77" y="117"/>
                  </a:lnTo>
                  <a:lnTo>
                    <a:pt x="77" y="146"/>
                  </a:lnTo>
                  <a:cubicBezTo>
                    <a:pt x="77" y="194"/>
                    <a:pt x="116" y="233"/>
                    <a:pt x="163" y="233"/>
                  </a:cubicBezTo>
                  <a:lnTo>
                    <a:pt x="272" y="233"/>
                  </a:lnTo>
                  <a:cubicBezTo>
                    <a:pt x="303" y="233"/>
                    <a:pt x="328" y="212"/>
                    <a:pt x="337" y="184"/>
                  </a:cubicBezTo>
                  <a:cubicBezTo>
                    <a:pt x="350" y="197"/>
                    <a:pt x="366" y="205"/>
                    <a:pt x="386" y="205"/>
                  </a:cubicBezTo>
                  <a:cubicBezTo>
                    <a:pt x="423" y="205"/>
                    <a:pt x="452" y="175"/>
                    <a:pt x="452" y="139"/>
                  </a:cubicBezTo>
                  <a:cubicBezTo>
                    <a:pt x="452" y="103"/>
                    <a:pt x="428" y="69"/>
                    <a:pt x="390" y="69"/>
                  </a:cubicBezTo>
                  <a:cubicBezTo>
                    <a:pt x="371" y="69"/>
                    <a:pt x="355" y="77"/>
                    <a:pt x="342" y="88"/>
                  </a:cubicBezTo>
                  <a:lnTo>
                    <a:pt x="342" y="39"/>
                  </a:lnTo>
                  <a:cubicBezTo>
                    <a:pt x="342" y="17"/>
                    <a:pt x="325" y="0"/>
                    <a:pt x="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8"/>
            <p:cNvSpPr/>
            <p:nvPr/>
          </p:nvSpPr>
          <p:spPr>
            <a:xfrm>
              <a:off x="3191051" y="2115702"/>
              <a:ext cx="153893" cy="340063"/>
            </a:xfrm>
            <a:custGeom>
              <a:rect b="b" l="l" r="r" t="t"/>
              <a:pathLst>
                <a:path extrusionOk="0" h="590" w="267">
                  <a:moveTo>
                    <a:pt x="48" y="22"/>
                  </a:moveTo>
                  <a:cubicBezTo>
                    <a:pt x="63" y="22"/>
                    <a:pt x="76" y="35"/>
                    <a:pt x="76" y="50"/>
                  </a:cubicBezTo>
                  <a:lnTo>
                    <a:pt x="76" y="211"/>
                  </a:lnTo>
                  <a:cubicBezTo>
                    <a:pt x="73" y="213"/>
                    <a:pt x="68" y="216"/>
                    <a:pt x="65" y="219"/>
                  </a:cubicBezTo>
                  <a:cubicBezTo>
                    <a:pt x="45" y="235"/>
                    <a:pt x="41" y="263"/>
                    <a:pt x="54" y="285"/>
                  </a:cubicBezTo>
                  <a:lnTo>
                    <a:pt x="133" y="412"/>
                  </a:lnTo>
                  <a:lnTo>
                    <a:pt x="152" y="401"/>
                  </a:lnTo>
                  <a:lnTo>
                    <a:pt x="73" y="276"/>
                  </a:lnTo>
                  <a:cubicBezTo>
                    <a:pt x="65" y="263"/>
                    <a:pt x="67" y="246"/>
                    <a:pt x="80" y="237"/>
                  </a:cubicBezTo>
                  <a:cubicBezTo>
                    <a:pt x="86" y="233"/>
                    <a:pt x="92" y="229"/>
                    <a:pt x="99" y="229"/>
                  </a:cubicBezTo>
                  <a:cubicBezTo>
                    <a:pt x="101" y="229"/>
                    <a:pt x="103" y="230"/>
                    <a:pt x="104" y="230"/>
                  </a:cubicBezTo>
                  <a:cubicBezTo>
                    <a:pt x="113" y="232"/>
                    <a:pt x="123" y="237"/>
                    <a:pt x="126" y="246"/>
                  </a:cubicBezTo>
                  <a:lnTo>
                    <a:pt x="195" y="356"/>
                  </a:lnTo>
                  <a:cubicBezTo>
                    <a:pt x="203" y="369"/>
                    <a:pt x="206" y="382"/>
                    <a:pt x="206" y="396"/>
                  </a:cubicBezTo>
                  <a:lnTo>
                    <a:pt x="206" y="489"/>
                  </a:lnTo>
                  <a:lnTo>
                    <a:pt x="77" y="489"/>
                  </a:lnTo>
                  <a:lnTo>
                    <a:pt x="77" y="460"/>
                  </a:lnTo>
                  <a:lnTo>
                    <a:pt x="22" y="321"/>
                  </a:lnTo>
                  <a:lnTo>
                    <a:pt x="22" y="50"/>
                  </a:lnTo>
                  <a:cubicBezTo>
                    <a:pt x="22" y="35"/>
                    <a:pt x="34" y="22"/>
                    <a:pt x="48" y="22"/>
                  </a:cubicBezTo>
                  <a:close/>
                  <a:moveTo>
                    <a:pt x="50" y="1"/>
                  </a:moveTo>
                  <a:cubicBezTo>
                    <a:pt x="22" y="1"/>
                    <a:pt x="0" y="22"/>
                    <a:pt x="0" y="50"/>
                  </a:cubicBezTo>
                  <a:lnTo>
                    <a:pt x="0" y="326"/>
                  </a:lnTo>
                  <a:lnTo>
                    <a:pt x="57" y="463"/>
                  </a:lnTo>
                  <a:lnTo>
                    <a:pt x="57" y="489"/>
                  </a:lnTo>
                  <a:lnTo>
                    <a:pt x="18" y="489"/>
                  </a:lnTo>
                  <a:lnTo>
                    <a:pt x="18" y="590"/>
                  </a:lnTo>
                  <a:lnTo>
                    <a:pt x="39" y="590"/>
                  </a:lnTo>
                  <a:lnTo>
                    <a:pt x="39" y="510"/>
                  </a:lnTo>
                  <a:lnTo>
                    <a:pt x="245" y="510"/>
                  </a:lnTo>
                  <a:lnTo>
                    <a:pt x="245" y="590"/>
                  </a:lnTo>
                  <a:lnTo>
                    <a:pt x="266" y="590"/>
                  </a:lnTo>
                  <a:lnTo>
                    <a:pt x="266" y="489"/>
                  </a:lnTo>
                  <a:lnTo>
                    <a:pt x="227" y="489"/>
                  </a:lnTo>
                  <a:lnTo>
                    <a:pt x="227" y="392"/>
                  </a:lnTo>
                  <a:cubicBezTo>
                    <a:pt x="227" y="375"/>
                    <a:pt x="223" y="356"/>
                    <a:pt x="213" y="341"/>
                  </a:cubicBezTo>
                  <a:lnTo>
                    <a:pt x="145" y="232"/>
                  </a:lnTo>
                  <a:cubicBezTo>
                    <a:pt x="138" y="217"/>
                    <a:pt x="123" y="209"/>
                    <a:pt x="109" y="207"/>
                  </a:cubicBezTo>
                  <a:lnTo>
                    <a:pt x="97" y="207"/>
                  </a:lnTo>
                  <a:lnTo>
                    <a:pt x="97" y="50"/>
                  </a:lnTo>
                  <a:cubicBezTo>
                    <a:pt x="97" y="22"/>
                    <a:pt x="76" y="1"/>
                    <a:pt x="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8"/>
            <p:cNvSpPr/>
            <p:nvPr/>
          </p:nvSpPr>
          <p:spPr>
            <a:xfrm>
              <a:off x="3452726" y="2115702"/>
              <a:ext cx="152740" cy="340063"/>
            </a:xfrm>
            <a:custGeom>
              <a:rect b="b" l="l" r="r" t="t"/>
              <a:pathLst>
                <a:path extrusionOk="0" h="590" w="265">
                  <a:moveTo>
                    <a:pt x="215" y="21"/>
                  </a:moveTo>
                  <a:cubicBezTo>
                    <a:pt x="230" y="21"/>
                    <a:pt x="243" y="34"/>
                    <a:pt x="243" y="48"/>
                  </a:cubicBezTo>
                  <a:lnTo>
                    <a:pt x="243" y="320"/>
                  </a:lnTo>
                  <a:lnTo>
                    <a:pt x="188" y="460"/>
                  </a:lnTo>
                  <a:lnTo>
                    <a:pt x="188" y="489"/>
                  </a:lnTo>
                  <a:lnTo>
                    <a:pt x="59" y="489"/>
                  </a:lnTo>
                  <a:lnTo>
                    <a:pt x="59" y="392"/>
                  </a:lnTo>
                  <a:cubicBezTo>
                    <a:pt x="59" y="378"/>
                    <a:pt x="62" y="366"/>
                    <a:pt x="69" y="353"/>
                  </a:cubicBezTo>
                  <a:lnTo>
                    <a:pt x="139" y="243"/>
                  </a:lnTo>
                  <a:cubicBezTo>
                    <a:pt x="145" y="233"/>
                    <a:pt x="152" y="227"/>
                    <a:pt x="160" y="226"/>
                  </a:cubicBezTo>
                  <a:cubicBezTo>
                    <a:pt x="162" y="226"/>
                    <a:pt x="163" y="226"/>
                    <a:pt x="164" y="226"/>
                  </a:cubicBezTo>
                  <a:cubicBezTo>
                    <a:pt x="171" y="226"/>
                    <a:pt x="179" y="229"/>
                    <a:pt x="185" y="233"/>
                  </a:cubicBezTo>
                  <a:cubicBezTo>
                    <a:pt x="197" y="245"/>
                    <a:pt x="199" y="261"/>
                    <a:pt x="192" y="274"/>
                  </a:cubicBezTo>
                  <a:lnTo>
                    <a:pt x="113" y="398"/>
                  </a:lnTo>
                  <a:lnTo>
                    <a:pt x="132" y="408"/>
                  </a:lnTo>
                  <a:lnTo>
                    <a:pt x="211" y="284"/>
                  </a:lnTo>
                  <a:cubicBezTo>
                    <a:pt x="223" y="262"/>
                    <a:pt x="220" y="233"/>
                    <a:pt x="199" y="217"/>
                  </a:cubicBezTo>
                  <a:cubicBezTo>
                    <a:pt x="197" y="214"/>
                    <a:pt x="192" y="211"/>
                    <a:pt x="189" y="210"/>
                  </a:cubicBezTo>
                  <a:lnTo>
                    <a:pt x="189" y="48"/>
                  </a:lnTo>
                  <a:cubicBezTo>
                    <a:pt x="189" y="34"/>
                    <a:pt x="201" y="21"/>
                    <a:pt x="215" y="21"/>
                  </a:cubicBezTo>
                  <a:close/>
                  <a:moveTo>
                    <a:pt x="217" y="1"/>
                  </a:moveTo>
                  <a:cubicBezTo>
                    <a:pt x="189" y="1"/>
                    <a:pt x="168" y="22"/>
                    <a:pt x="168" y="50"/>
                  </a:cubicBezTo>
                  <a:lnTo>
                    <a:pt x="168" y="207"/>
                  </a:lnTo>
                  <a:lnTo>
                    <a:pt x="156" y="207"/>
                  </a:lnTo>
                  <a:cubicBezTo>
                    <a:pt x="140" y="209"/>
                    <a:pt x="127" y="219"/>
                    <a:pt x="120" y="232"/>
                  </a:cubicBezTo>
                  <a:lnTo>
                    <a:pt x="52" y="341"/>
                  </a:lnTo>
                  <a:cubicBezTo>
                    <a:pt x="43" y="356"/>
                    <a:pt x="38" y="375"/>
                    <a:pt x="38" y="392"/>
                  </a:cubicBezTo>
                  <a:lnTo>
                    <a:pt x="38" y="489"/>
                  </a:lnTo>
                  <a:lnTo>
                    <a:pt x="0" y="489"/>
                  </a:lnTo>
                  <a:lnTo>
                    <a:pt x="0" y="590"/>
                  </a:lnTo>
                  <a:lnTo>
                    <a:pt x="20" y="590"/>
                  </a:lnTo>
                  <a:lnTo>
                    <a:pt x="20" y="510"/>
                  </a:lnTo>
                  <a:lnTo>
                    <a:pt x="225" y="510"/>
                  </a:lnTo>
                  <a:lnTo>
                    <a:pt x="225" y="590"/>
                  </a:lnTo>
                  <a:lnTo>
                    <a:pt x="247" y="590"/>
                  </a:lnTo>
                  <a:lnTo>
                    <a:pt x="247" y="489"/>
                  </a:lnTo>
                  <a:lnTo>
                    <a:pt x="208" y="489"/>
                  </a:lnTo>
                  <a:lnTo>
                    <a:pt x="208" y="463"/>
                  </a:lnTo>
                  <a:lnTo>
                    <a:pt x="264" y="326"/>
                  </a:lnTo>
                  <a:lnTo>
                    <a:pt x="264" y="50"/>
                  </a:lnTo>
                  <a:cubicBezTo>
                    <a:pt x="264" y="22"/>
                    <a:pt x="243" y="1"/>
                    <a:pt x="2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8"/>
            <p:cNvSpPr/>
            <p:nvPr/>
          </p:nvSpPr>
          <p:spPr>
            <a:xfrm>
              <a:off x="3391630" y="2199277"/>
              <a:ext cx="13257" cy="105477"/>
            </a:xfrm>
            <a:custGeom>
              <a:rect b="b" l="l" r="r" t="t"/>
              <a:pathLst>
                <a:path extrusionOk="0" h="183" w="23">
                  <a:moveTo>
                    <a:pt x="1" y="0"/>
                  </a:moveTo>
                  <a:lnTo>
                    <a:pt x="1" y="182"/>
                  </a:lnTo>
                  <a:lnTo>
                    <a:pt x="22" y="18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8"/>
            <p:cNvSpPr/>
            <p:nvPr/>
          </p:nvSpPr>
          <p:spPr>
            <a:xfrm>
              <a:off x="3391630" y="2340490"/>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8"/>
            <p:cNvSpPr/>
            <p:nvPr/>
          </p:nvSpPr>
          <p:spPr>
            <a:xfrm>
              <a:off x="3391630" y="2365274"/>
              <a:ext cx="13257" cy="12680"/>
            </a:xfrm>
            <a:custGeom>
              <a:rect b="b" l="l" r="r" t="t"/>
              <a:pathLst>
                <a:path extrusionOk="0" h="22" w="23">
                  <a:moveTo>
                    <a:pt x="1" y="1"/>
                  </a:moveTo>
                  <a:lnTo>
                    <a:pt x="1" y="21"/>
                  </a:lnTo>
                  <a:lnTo>
                    <a:pt x="22" y="2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8"/>
            <p:cNvSpPr/>
            <p:nvPr/>
          </p:nvSpPr>
          <p:spPr>
            <a:xfrm>
              <a:off x="3391630" y="2316282"/>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8"/>
            <p:cNvSpPr/>
            <p:nvPr/>
          </p:nvSpPr>
          <p:spPr>
            <a:xfrm>
              <a:off x="3446386" y="2288039"/>
              <a:ext cx="13257" cy="12104"/>
            </a:xfrm>
            <a:custGeom>
              <a:rect b="b" l="l" r="r" t="t"/>
              <a:pathLst>
                <a:path extrusionOk="0" h="21" w="23">
                  <a:moveTo>
                    <a:pt x="1" y="1"/>
                  </a:moveTo>
                  <a:lnTo>
                    <a:pt x="1" y="21"/>
                  </a:lnTo>
                  <a:lnTo>
                    <a:pt x="23" y="21"/>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8"/>
            <p:cNvSpPr/>
            <p:nvPr/>
          </p:nvSpPr>
          <p:spPr>
            <a:xfrm>
              <a:off x="3446386" y="2199277"/>
              <a:ext cx="13257" cy="78387"/>
            </a:xfrm>
            <a:custGeom>
              <a:rect b="b" l="l" r="r" t="t"/>
              <a:pathLst>
                <a:path extrusionOk="0" h="136" w="23">
                  <a:moveTo>
                    <a:pt x="1" y="0"/>
                  </a:moveTo>
                  <a:lnTo>
                    <a:pt x="1" y="136"/>
                  </a:lnTo>
                  <a:lnTo>
                    <a:pt x="23" y="136"/>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8"/>
            <p:cNvSpPr/>
            <p:nvPr/>
          </p:nvSpPr>
          <p:spPr>
            <a:xfrm>
              <a:off x="3335145" y="2288039"/>
              <a:ext cx="13257" cy="12104"/>
            </a:xfrm>
            <a:custGeom>
              <a:rect b="b" l="l" r="r" t="t"/>
              <a:pathLst>
                <a:path extrusionOk="0" h="21" w="23">
                  <a:moveTo>
                    <a:pt x="0" y="1"/>
                  </a:moveTo>
                  <a:lnTo>
                    <a:pt x="0" y="21"/>
                  </a:lnTo>
                  <a:lnTo>
                    <a:pt x="22" y="2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8"/>
            <p:cNvSpPr/>
            <p:nvPr/>
          </p:nvSpPr>
          <p:spPr>
            <a:xfrm>
              <a:off x="3335145" y="2199277"/>
              <a:ext cx="13257" cy="78387"/>
            </a:xfrm>
            <a:custGeom>
              <a:rect b="b" l="l" r="r" t="t"/>
              <a:pathLst>
                <a:path extrusionOk="0" h="136" w="23">
                  <a:moveTo>
                    <a:pt x="0" y="0"/>
                  </a:moveTo>
                  <a:lnTo>
                    <a:pt x="0" y="136"/>
                  </a:lnTo>
                  <a:lnTo>
                    <a:pt x="22" y="136"/>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 name="Google Shape;2390;p48"/>
          <p:cNvGrpSpPr/>
          <p:nvPr/>
        </p:nvGrpSpPr>
        <p:grpSpPr>
          <a:xfrm>
            <a:off x="3190475" y="1404452"/>
            <a:ext cx="414992" cy="417297"/>
            <a:chOff x="3190475" y="1404452"/>
            <a:chExt cx="414992" cy="417297"/>
          </a:xfrm>
        </p:grpSpPr>
        <p:sp>
          <p:nvSpPr>
            <p:cNvPr id="2391" name="Google Shape;2391;p48"/>
            <p:cNvSpPr/>
            <p:nvPr/>
          </p:nvSpPr>
          <p:spPr>
            <a:xfrm>
              <a:off x="3568002" y="1760077"/>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8"/>
            <p:cNvSpPr/>
            <p:nvPr/>
          </p:nvSpPr>
          <p:spPr>
            <a:xfrm>
              <a:off x="3568002" y="1783709"/>
              <a:ext cx="13257" cy="12104"/>
            </a:xfrm>
            <a:custGeom>
              <a:rect b="b" l="l" r="r" t="t"/>
              <a:pathLst>
                <a:path extrusionOk="0" h="21" w="23">
                  <a:moveTo>
                    <a:pt x="1" y="0"/>
                  </a:moveTo>
                  <a:lnTo>
                    <a:pt x="1" y="20"/>
                  </a:lnTo>
                  <a:lnTo>
                    <a:pt x="23" y="20"/>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8"/>
            <p:cNvSpPr/>
            <p:nvPr/>
          </p:nvSpPr>
          <p:spPr>
            <a:xfrm>
              <a:off x="3561662" y="1698405"/>
              <a:ext cx="19597" cy="48992"/>
            </a:xfrm>
            <a:custGeom>
              <a:rect b="b" l="l" r="r" t="t"/>
              <a:pathLst>
                <a:path extrusionOk="0" h="85" w="34">
                  <a:moveTo>
                    <a:pt x="6" y="1"/>
                  </a:moveTo>
                  <a:lnTo>
                    <a:pt x="0" y="21"/>
                  </a:lnTo>
                  <a:cubicBezTo>
                    <a:pt x="8" y="23"/>
                    <a:pt x="12" y="30"/>
                    <a:pt x="12" y="37"/>
                  </a:cubicBezTo>
                  <a:lnTo>
                    <a:pt x="12" y="85"/>
                  </a:lnTo>
                  <a:lnTo>
                    <a:pt x="34" y="85"/>
                  </a:lnTo>
                  <a:lnTo>
                    <a:pt x="34" y="37"/>
                  </a:lnTo>
                  <a:cubicBezTo>
                    <a:pt x="32" y="21"/>
                    <a:pt x="22" y="7"/>
                    <a:pt x="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8"/>
            <p:cNvSpPr/>
            <p:nvPr/>
          </p:nvSpPr>
          <p:spPr>
            <a:xfrm>
              <a:off x="3358200" y="1569296"/>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8"/>
            <p:cNvSpPr/>
            <p:nvPr/>
          </p:nvSpPr>
          <p:spPr>
            <a:xfrm>
              <a:off x="3358200" y="1524339"/>
              <a:ext cx="13257" cy="33430"/>
            </a:xfrm>
            <a:custGeom>
              <a:rect b="b" l="l" r="r" t="t"/>
              <a:pathLst>
                <a:path extrusionOk="0" h="58" w="23">
                  <a:moveTo>
                    <a:pt x="1" y="1"/>
                  </a:moveTo>
                  <a:lnTo>
                    <a:pt x="1" y="57"/>
                  </a:lnTo>
                  <a:lnTo>
                    <a:pt x="22" y="5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8"/>
            <p:cNvSpPr/>
            <p:nvPr/>
          </p:nvSpPr>
          <p:spPr>
            <a:xfrm>
              <a:off x="3400276" y="1429813"/>
              <a:ext cx="54179" cy="27666"/>
            </a:xfrm>
            <a:custGeom>
              <a:rect b="b" l="l" r="r" t="t"/>
              <a:pathLst>
                <a:path extrusionOk="0" h="48" w="94">
                  <a:moveTo>
                    <a:pt x="94" y="0"/>
                  </a:moveTo>
                  <a:cubicBezTo>
                    <a:pt x="59" y="0"/>
                    <a:pt x="27" y="9"/>
                    <a:pt x="0" y="29"/>
                  </a:cubicBezTo>
                  <a:lnTo>
                    <a:pt x="13" y="48"/>
                  </a:lnTo>
                  <a:cubicBezTo>
                    <a:pt x="36" y="32"/>
                    <a:pt x="65" y="22"/>
                    <a:pt x="94" y="22"/>
                  </a:cubicBezTo>
                  <a:lnTo>
                    <a:pt x="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8"/>
            <p:cNvSpPr/>
            <p:nvPr/>
          </p:nvSpPr>
          <p:spPr>
            <a:xfrm>
              <a:off x="3486733" y="1437306"/>
              <a:ext cx="47839" cy="44381"/>
            </a:xfrm>
            <a:custGeom>
              <a:rect b="b" l="l" r="r" t="t"/>
              <a:pathLst>
                <a:path extrusionOk="0" h="77" w="83">
                  <a:moveTo>
                    <a:pt x="9" y="0"/>
                  </a:moveTo>
                  <a:lnTo>
                    <a:pt x="0" y="20"/>
                  </a:lnTo>
                  <a:cubicBezTo>
                    <a:pt x="28" y="31"/>
                    <a:pt x="51" y="51"/>
                    <a:pt x="65" y="77"/>
                  </a:cubicBezTo>
                  <a:lnTo>
                    <a:pt x="83" y="65"/>
                  </a:lnTo>
                  <a:cubicBezTo>
                    <a:pt x="65" y="36"/>
                    <a:pt x="39" y="15"/>
                    <a:pt x="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8"/>
            <p:cNvSpPr/>
            <p:nvPr/>
          </p:nvSpPr>
          <p:spPr>
            <a:xfrm>
              <a:off x="3528808" y="1486298"/>
              <a:ext cx="16715" cy="16139"/>
            </a:xfrm>
            <a:custGeom>
              <a:rect b="b" l="l" r="r" t="t"/>
              <a:pathLst>
                <a:path extrusionOk="0" h="28" w="29">
                  <a:moveTo>
                    <a:pt x="21" y="0"/>
                  </a:moveTo>
                  <a:lnTo>
                    <a:pt x="1" y="9"/>
                  </a:lnTo>
                  <a:cubicBezTo>
                    <a:pt x="2" y="15"/>
                    <a:pt x="7" y="22"/>
                    <a:pt x="8" y="28"/>
                  </a:cubicBezTo>
                  <a:lnTo>
                    <a:pt x="28" y="22"/>
                  </a:lnTo>
                  <a:cubicBezTo>
                    <a:pt x="27" y="15"/>
                    <a:pt x="24" y="8"/>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8"/>
            <p:cNvSpPr/>
            <p:nvPr/>
          </p:nvSpPr>
          <p:spPr>
            <a:xfrm>
              <a:off x="3535725" y="1511082"/>
              <a:ext cx="13833" cy="13833"/>
            </a:xfrm>
            <a:custGeom>
              <a:rect b="b" l="l" r="r" t="t"/>
              <a:pathLst>
                <a:path extrusionOk="0" h="24" w="24">
                  <a:moveTo>
                    <a:pt x="22" y="1"/>
                  </a:moveTo>
                  <a:lnTo>
                    <a:pt x="1" y="4"/>
                  </a:lnTo>
                  <a:cubicBezTo>
                    <a:pt x="2" y="11"/>
                    <a:pt x="2" y="17"/>
                    <a:pt x="2" y="24"/>
                  </a:cubicBezTo>
                  <a:lnTo>
                    <a:pt x="24" y="24"/>
                  </a:lnTo>
                  <a:cubicBezTo>
                    <a:pt x="24" y="15"/>
                    <a:pt x="22" y="8"/>
                    <a:pt x="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8"/>
            <p:cNvSpPr/>
            <p:nvPr/>
          </p:nvSpPr>
          <p:spPr>
            <a:xfrm>
              <a:off x="3536301" y="1562956"/>
              <a:ext cx="13257" cy="51874"/>
            </a:xfrm>
            <a:custGeom>
              <a:rect b="b" l="l" r="r" t="t"/>
              <a:pathLst>
                <a:path extrusionOk="0" h="90" w="23">
                  <a:moveTo>
                    <a:pt x="1" y="0"/>
                  </a:moveTo>
                  <a:lnTo>
                    <a:pt x="1" y="90"/>
                  </a:lnTo>
                  <a:lnTo>
                    <a:pt x="23" y="90"/>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8"/>
            <p:cNvSpPr/>
            <p:nvPr/>
          </p:nvSpPr>
          <p:spPr>
            <a:xfrm>
              <a:off x="3536301" y="1626358"/>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8"/>
            <p:cNvSpPr/>
            <p:nvPr/>
          </p:nvSpPr>
          <p:spPr>
            <a:xfrm>
              <a:off x="3458490" y="1515693"/>
              <a:ext cx="38617" cy="43805"/>
            </a:xfrm>
            <a:custGeom>
              <a:rect b="b" l="l" r="r" t="t"/>
              <a:pathLst>
                <a:path extrusionOk="0" h="76" w="67">
                  <a:moveTo>
                    <a:pt x="4" y="0"/>
                  </a:moveTo>
                  <a:lnTo>
                    <a:pt x="0" y="20"/>
                  </a:lnTo>
                  <a:cubicBezTo>
                    <a:pt x="28" y="25"/>
                    <a:pt x="45" y="49"/>
                    <a:pt x="45" y="75"/>
                  </a:cubicBezTo>
                  <a:lnTo>
                    <a:pt x="67" y="75"/>
                  </a:lnTo>
                  <a:cubicBezTo>
                    <a:pt x="65" y="39"/>
                    <a:pt x="41" y="9"/>
                    <a:pt x="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8"/>
            <p:cNvSpPr/>
            <p:nvPr/>
          </p:nvSpPr>
          <p:spPr>
            <a:xfrm>
              <a:off x="3445810" y="1758348"/>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8"/>
            <p:cNvSpPr/>
            <p:nvPr/>
          </p:nvSpPr>
          <p:spPr>
            <a:xfrm>
              <a:off x="3445810" y="1735293"/>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8"/>
            <p:cNvSpPr/>
            <p:nvPr/>
          </p:nvSpPr>
          <p:spPr>
            <a:xfrm>
              <a:off x="3445810" y="1709356"/>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8"/>
            <p:cNvSpPr/>
            <p:nvPr/>
          </p:nvSpPr>
          <p:spPr>
            <a:xfrm>
              <a:off x="3370304" y="1666128"/>
              <a:ext cx="36888" cy="34583"/>
            </a:xfrm>
            <a:custGeom>
              <a:rect b="b" l="l" r="r" t="t"/>
              <a:pathLst>
                <a:path extrusionOk="0" h="60" w="64">
                  <a:moveTo>
                    <a:pt x="0" y="1"/>
                  </a:moveTo>
                  <a:lnTo>
                    <a:pt x="0" y="21"/>
                  </a:lnTo>
                  <a:lnTo>
                    <a:pt x="42" y="21"/>
                  </a:lnTo>
                  <a:lnTo>
                    <a:pt x="42" y="60"/>
                  </a:lnTo>
                  <a:lnTo>
                    <a:pt x="64" y="60"/>
                  </a:lnTo>
                  <a:lnTo>
                    <a:pt x="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8"/>
            <p:cNvSpPr/>
            <p:nvPr/>
          </p:nvSpPr>
          <p:spPr>
            <a:xfrm>
              <a:off x="3215259" y="1756619"/>
              <a:ext cx="38617" cy="39194"/>
            </a:xfrm>
            <a:custGeom>
              <a:rect b="b" l="l" r="r" t="t"/>
              <a:pathLst>
                <a:path extrusionOk="0" h="68" w="67">
                  <a:moveTo>
                    <a:pt x="0" y="1"/>
                  </a:moveTo>
                  <a:lnTo>
                    <a:pt x="0" y="67"/>
                  </a:lnTo>
                  <a:lnTo>
                    <a:pt x="67" y="67"/>
                  </a:lnTo>
                  <a:lnTo>
                    <a:pt x="67" y="46"/>
                  </a:lnTo>
                  <a:lnTo>
                    <a:pt x="22" y="46"/>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8"/>
            <p:cNvSpPr/>
            <p:nvPr/>
          </p:nvSpPr>
          <p:spPr>
            <a:xfrm>
              <a:off x="3325923" y="1782556"/>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8"/>
            <p:cNvSpPr/>
            <p:nvPr/>
          </p:nvSpPr>
          <p:spPr>
            <a:xfrm>
              <a:off x="3350131" y="1782556"/>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8"/>
            <p:cNvSpPr/>
            <p:nvPr/>
          </p:nvSpPr>
          <p:spPr>
            <a:xfrm>
              <a:off x="3302868" y="1782556"/>
              <a:ext cx="10951" cy="13257"/>
            </a:xfrm>
            <a:custGeom>
              <a:rect b="b" l="l" r="r" t="t"/>
              <a:pathLst>
                <a:path extrusionOk="0" h="23" w="19">
                  <a:moveTo>
                    <a:pt x="0" y="1"/>
                  </a:moveTo>
                  <a:lnTo>
                    <a:pt x="0" y="22"/>
                  </a:lnTo>
                  <a:lnTo>
                    <a:pt x="19" y="22"/>
                  </a:lnTo>
                  <a:lnTo>
                    <a:pt x="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8"/>
            <p:cNvSpPr/>
            <p:nvPr/>
          </p:nvSpPr>
          <p:spPr>
            <a:xfrm>
              <a:off x="3376068" y="1753737"/>
              <a:ext cx="29395" cy="42076"/>
            </a:xfrm>
            <a:custGeom>
              <a:rect b="b" l="l" r="r" t="t"/>
              <a:pathLst>
                <a:path extrusionOk="0" h="73" w="51">
                  <a:moveTo>
                    <a:pt x="29" y="0"/>
                  </a:moveTo>
                  <a:lnTo>
                    <a:pt x="29" y="51"/>
                  </a:lnTo>
                  <a:lnTo>
                    <a:pt x="0" y="51"/>
                  </a:lnTo>
                  <a:lnTo>
                    <a:pt x="0" y="72"/>
                  </a:lnTo>
                  <a:lnTo>
                    <a:pt x="51" y="72"/>
                  </a:lnTo>
                  <a:lnTo>
                    <a:pt x="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8"/>
            <p:cNvSpPr/>
            <p:nvPr/>
          </p:nvSpPr>
          <p:spPr>
            <a:xfrm>
              <a:off x="3256182" y="1665551"/>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8"/>
            <p:cNvSpPr/>
            <p:nvPr/>
          </p:nvSpPr>
          <p:spPr>
            <a:xfrm>
              <a:off x="3280390" y="1665551"/>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8"/>
            <p:cNvSpPr/>
            <p:nvPr/>
          </p:nvSpPr>
          <p:spPr>
            <a:xfrm>
              <a:off x="3215259" y="1665551"/>
              <a:ext cx="29395" cy="32854"/>
            </a:xfrm>
            <a:custGeom>
              <a:rect b="b" l="l" r="r" t="t"/>
              <a:pathLst>
                <a:path extrusionOk="0" h="57" w="51">
                  <a:moveTo>
                    <a:pt x="0" y="0"/>
                  </a:moveTo>
                  <a:lnTo>
                    <a:pt x="0" y="56"/>
                  </a:lnTo>
                  <a:lnTo>
                    <a:pt x="22" y="56"/>
                  </a:lnTo>
                  <a:lnTo>
                    <a:pt x="22" y="22"/>
                  </a:lnTo>
                  <a:lnTo>
                    <a:pt x="51" y="22"/>
                  </a:lnTo>
                  <a:lnTo>
                    <a:pt x="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8"/>
            <p:cNvSpPr/>
            <p:nvPr/>
          </p:nvSpPr>
          <p:spPr>
            <a:xfrm>
              <a:off x="3190475" y="1404452"/>
              <a:ext cx="414992" cy="417297"/>
            </a:xfrm>
            <a:custGeom>
              <a:rect b="b" l="l" r="r" t="t"/>
              <a:pathLst>
                <a:path extrusionOk="0" h="724" w="720">
                  <a:moveTo>
                    <a:pt x="363" y="150"/>
                  </a:moveTo>
                  <a:lnTo>
                    <a:pt x="472" y="173"/>
                  </a:lnTo>
                  <a:cubicBezTo>
                    <a:pt x="517" y="181"/>
                    <a:pt x="552" y="223"/>
                    <a:pt x="552" y="271"/>
                  </a:cubicBezTo>
                  <a:cubicBezTo>
                    <a:pt x="552" y="323"/>
                    <a:pt x="509" y="365"/>
                    <a:pt x="456" y="365"/>
                  </a:cubicBezTo>
                  <a:cubicBezTo>
                    <a:pt x="404" y="365"/>
                    <a:pt x="363" y="322"/>
                    <a:pt x="363" y="271"/>
                  </a:cubicBezTo>
                  <a:lnTo>
                    <a:pt x="363" y="150"/>
                  </a:lnTo>
                  <a:close/>
                  <a:moveTo>
                    <a:pt x="274" y="372"/>
                  </a:moveTo>
                  <a:lnTo>
                    <a:pt x="280" y="378"/>
                  </a:lnTo>
                  <a:lnTo>
                    <a:pt x="280" y="411"/>
                  </a:lnTo>
                  <a:lnTo>
                    <a:pt x="133" y="411"/>
                  </a:lnTo>
                  <a:lnTo>
                    <a:pt x="133" y="378"/>
                  </a:lnTo>
                  <a:lnTo>
                    <a:pt x="134" y="378"/>
                  </a:lnTo>
                  <a:lnTo>
                    <a:pt x="142" y="372"/>
                  </a:lnTo>
                  <a:close/>
                  <a:moveTo>
                    <a:pt x="456" y="23"/>
                  </a:moveTo>
                  <a:cubicBezTo>
                    <a:pt x="559" y="23"/>
                    <a:pt x="641" y="106"/>
                    <a:pt x="641" y="209"/>
                  </a:cubicBezTo>
                  <a:lnTo>
                    <a:pt x="641" y="466"/>
                  </a:lnTo>
                  <a:lnTo>
                    <a:pt x="520" y="430"/>
                  </a:lnTo>
                  <a:lnTo>
                    <a:pt x="520" y="368"/>
                  </a:lnTo>
                  <a:cubicBezTo>
                    <a:pt x="552" y="348"/>
                    <a:pt x="572" y="312"/>
                    <a:pt x="572" y="271"/>
                  </a:cubicBezTo>
                  <a:cubicBezTo>
                    <a:pt x="572" y="244"/>
                    <a:pt x="563" y="216"/>
                    <a:pt x="545" y="194"/>
                  </a:cubicBezTo>
                  <a:cubicBezTo>
                    <a:pt x="527" y="173"/>
                    <a:pt x="503" y="158"/>
                    <a:pt x="475" y="153"/>
                  </a:cubicBezTo>
                  <a:lnTo>
                    <a:pt x="341" y="124"/>
                  </a:lnTo>
                  <a:lnTo>
                    <a:pt x="341" y="271"/>
                  </a:lnTo>
                  <a:cubicBezTo>
                    <a:pt x="341" y="310"/>
                    <a:pt x="363" y="346"/>
                    <a:pt x="393" y="368"/>
                  </a:cubicBezTo>
                  <a:lnTo>
                    <a:pt x="393" y="411"/>
                  </a:lnTo>
                  <a:lnTo>
                    <a:pt x="300" y="411"/>
                  </a:lnTo>
                  <a:lnTo>
                    <a:pt x="300" y="369"/>
                  </a:lnTo>
                  <a:lnTo>
                    <a:pt x="280" y="349"/>
                  </a:lnTo>
                  <a:lnTo>
                    <a:pt x="270" y="349"/>
                  </a:lnTo>
                  <a:lnTo>
                    <a:pt x="270" y="209"/>
                  </a:lnTo>
                  <a:cubicBezTo>
                    <a:pt x="270" y="106"/>
                    <a:pt x="352" y="23"/>
                    <a:pt x="456" y="23"/>
                  </a:cubicBezTo>
                  <a:close/>
                  <a:moveTo>
                    <a:pt x="500" y="377"/>
                  </a:moveTo>
                  <a:lnTo>
                    <a:pt x="500" y="434"/>
                  </a:lnTo>
                  <a:lnTo>
                    <a:pt x="500" y="439"/>
                  </a:lnTo>
                  <a:cubicBezTo>
                    <a:pt x="500" y="462"/>
                    <a:pt x="481" y="481"/>
                    <a:pt x="458" y="481"/>
                  </a:cubicBezTo>
                  <a:cubicBezTo>
                    <a:pt x="435" y="481"/>
                    <a:pt x="416" y="462"/>
                    <a:pt x="416" y="439"/>
                  </a:cubicBezTo>
                  <a:lnTo>
                    <a:pt x="416" y="377"/>
                  </a:lnTo>
                  <a:cubicBezTo>
                    <a:pt x="429" y="382"/>
                    <a:pt x="443" y="384"/>
                    <a:pt x="458" y="384"/>
                  </a:cubicBezTo>
                  <a:cubicBezTo>
                    <a:pt x="472" y="384"/>
                    <a:pt x="487" y="381"/>
                    <a:pt x="500" y="377"/>
                  </a:cubicBezTo>
                  <a:close/>
                  <a:moveTo>
                    <a:pt x="391" y="431"/>
                  </a:moveTo>
                  <a:lnTo>
                    <a:pt x="391" y="437"/>
                  </a:lnTo>
                  <a:lnTo>
                    <a:pt x="393" y="437"/>
                  </a:lnTo>
                  <a:lnTo>
                    <a:pt x="393" y="528"/>
                  </a:lnTo>
                  <a:lnTo>
                    <a:pt x="371" y="550"/>
                  </a:lnTo>
                  <a:lnTo>
                    <a:pt x="253" y="550"/>
                  </a:lnTo>
                  <a:lnTo>
                    <a:pt x="253" y="505"/>
                  </a:lnTo>
                  <a:lnTo>
                    <a:pt x="160" y="505"/>
                  </a:lnTo>
                  <a:lnTo>
                    <a:pt x="160" y="550"/>
                  </a:lnTo>
                  <a:lnTo>
                    <a:pt x="40" y="550"/>
                  </a:lnTo>
                  <a:lnTo>
                    <a:pt x="19" y="528"/>
                  </a:lnTo>
                  <a:lnTo>
                    <a:pt x="19" y="431"/>
                  </a:lnTo>
                  <a:close/>
                  <a:moveTo>
                    <a:pt x="233" y="525"/>
                  </a:moveTo>
                  <a:lnTo>
                    <a:pt x="233" y="590"/>
                  </a:lnTo>
                  <a:lnTo>
                    <a:pt x="183" y="590"/>
                  </a:lnTo>
                  <a:lnTo>
                    <a:pt x="183" y="525"/>
                  </a:lnTo>
                  <a:close/>
                  <a:moveTo>
                    <a:pt x="393" y="557"/>
                  </a:moveTo>
                  <a:lnTo>
                    <a:pt x="393" y="667"/>
                  </a:lnTo>
                  <a:cubicBezTo>
                    <a:pt x="393" y="686"/>
                    <a:pt x="378" y="699"/>
                    <a:pt x="363" y="699"/>
                  </a:cubicBezTo>
                  <a:lnTo>
                    <a:pt x="53" y="699"/>
                  </a:lnTo>
                  <a:cubicBezTo>
                    <a:pt x="36" y="699"/>
                    <a:pt x="23" y="684"/>
                    <a:pt x="23" y="667"/>
                  </a:cubicBezTo>
                  <a:lnTo>
                    <a:pt x="23" y="557"/>
                  </a:lnTo>
                  <a:lnTo>
                    <a:pt x="36" y="570"/>
                  </a:lnTo>
                  <a:lnTo>
                    <a:pt x="162" y="570"/>
                  </a:lnTo>
                  <a:lnTo>
                    <a:pt x="162" y="609"/>
                  </a:lnTo>
                  <a:lnTo>
                    <a:pt x="254" y="609"/>
                  </a:lnTo>
                  <a:lnTo>
                    <a:pt x="254" y="570"/>
                  </a:lnTo>
                  <a:lnTo>
                    <a:pt x="380" y="570"/>
                  </a:lnTo>
                  <a:lnTo>
                    <a:pt x="393" y="557"/>
                  </a:lnTo>
                  <a:close/>
                  <a:moveTo>
                    <a:pt x="558" y="462"/>
                  </a:moveTo>
                  <a:lnTo>
                    <a:pt x="617" y="481"/>
                  </a:lnTo>
                  <a:lnTo>
                    <a:pt x="561" y="658"/>
                  </a:lnTo>
                  <a:lnTo>
                    <a:pt x="514" y="700"/>
                  </a:lnTo>
                  <a:lnTo>
                    <a:pt x="500" y="700"/>
                  </a:lnTo>
                  <a:lnTo>
                    <a:pt x="558" y="462"/>
                  </a:lnTo>
                  <a:close/>
                  <a:moveTo>
                    <a:pt x="456" y="1"/>
                  </a:moveTo>
                  <a:cubicBezTo>
                    <a:pt x="341" y="1"/>
                    <a:pt x="248" y="93"/>
                    <a:pt x="248" y="209"/>
                  </a:cubicBezTo>
                  <a:lnTo>
                    <a:pt x="248" y="351"/>
                  </a:lnTo>
                  <a:lnTo>
                    <a:pt x="131" y="351"/>
                  </a:lnTo>
                  <a:lnTo>
                    <a:pt x="111" y="369"/>
                  </a:lnTo>
                  <a:lnTo>
                    <a:pt x="111" y="411"/>
                  </a:lnTo>
                  <a:lnTo>
                    <a:pt x="0" y="411"/>
                  </a:lnTo>
                  <a:lnTo>
                    <a:pt x="0" y="670"/>
                  </a:lnTo>
                  <a:cubicBezTo>
                    <a:pt x="0" y="699"/>
                    <a:pt x="23" y="722"/>
                    <a:pt x="52" y="722"/>
                  </a:cubicBezTo>
                  <a:lnTo>
                    <a:pt x="361" y="722"/>
                  </a:lnTo>
                  <a:cubicBezTo>
                    <a:pt x="390" y="722"/>
                    <a:pt x="413" y="699"/>
                    <a:pt x="413" y="670"/>
                  </a:cubicBezTo>
                  <a:lnTo>
                    <a:pt x="413" y="488"/>
                  </a:lnTo>
                  <a:cubicBezTo>
                    <a:pt x="423" y="498"/>
                    <a:pt x="438" y="504"/>
                    <a:pt x="455" y="504"/>
                  </a:cubicBezTo>
                  <a:cubicBezTo>
                    <a:pt x="485" y="504"/>
                    <a:pt x="510" y="482"/>
                    <a:pt x="516" y="453"/>
                  </a:cubicBezTo>
                  <a:lnTo>
                    <a:pt x="536" y="459"/>
                  </a:lnTo>
                  <a:lnTo>
                    <a:pt x="471" y="723"/>
                  </a:lnTo>
                  <a:lnTo>
                    <a:pt x="519" y="723"/>
                  </a:lnTo>
                  <a:lnTo>
                    <a:pt x="575" y="673"/>
                  </a:lnTo>
                  <a:lnTo>
                    <a:pt x="637" y="486"/>
                  </a:lnTo>
                  <a:lnTo>
                    <a:pt x="653" y="492"/>
                  </a:lnTo>
                  <a:cubicBezTo>
                    <a:pt x="678" y="499"/>
                    <a:pt x="696" y="522"/>
                    <a:pt x="696" y="550"/>
                  </a:cubicBezTo>
                  <a:lnTo>
                    <a:pt x="696" y="722"/>
                  </a:lnTo>
                  <a:lnTo>
                    <a:pt x="718" y="722"/>
                  </a:lnTo>
                  <a:lnTo>
                    <a:pt x="718" y="550"/>
                  </a:lnTo>
                  <a:cubicBezTo>
                    <a:pt x="719" y="512"/>
                    <a:pt x="696" y="482"/>
                    <a:pt x="665" y="470"/>
                  </a:cubicBezTo>
                  <a:lnTo>
                    <a:pt x="665" y="209"/>
                  </a:lnTo>
                  <a:cubicBezTo>
                    <a:pt x="665" y="95"/>
                    <a:pt x="572" y="1"/>
                    <a:pt x="4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48"/>
          <p:cNvGrpSpPr/>
          <p:nvPr/>
        </p:nvGrpSpPr>
        <p:grpSpPr>
          <a:xfrm>
            <a:off x="2410059" y="2662685"/>
            <a:ext cx="416145" cy="418450"/>
            <a:chOff x="2410059" y="2662685"/>
            <a:chExt cx="416145" cy="418450"/>
          </a:xfrm>
        </p:grpSpPr>
        <p:sp>
          <p:nvSpPr>
            <p:cNvPr id="2417" name="Google Shape;2417;p48"/>
            <p:cNvSpPr/>
            <p:nvPr/>
          </p:nvSpPr>
          <p:spPr>
            <a:xfrm>
              <a:off x="2788163" y="3020039"/>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8"/>
            <p:cNvSpPr/>
            <p:nvPr/>
          </p:nvSpPr>
          <p:spPr>
            <a:xfrm>
              <a:off x="2780670" y="2958943"/>
              <a:ext cx="20173" cy="48992"/>
            </a:xfrm>
            <a:custGeom>
              <a:rect b="b" l="l" r="r" t="t"/>
              <a:pathLst>
                <a:path extrusionOk="0" h="85" w="35">
                  <a:moveTo>
                    <a:pt x="6" y="1"/>
                  </a:moveTo>
                  <a:lnTo>
                    <a:pt x="0" y="20"/>
                  </a:lnTo>
                  <a:cubicBezTo>
                    <a:pt x="8" y="23"/>
                    <a:pt x="13" y="30"/>
                    <a:pt x="13" y="37"/>
                  </a:cubicBezTo>
                  <a:lnTo>
                    <a:pt x="13" y="85"/>
                  </a:lnTo>
                  <a:lnTo>
                    <a:pt x="35" y="85"/>
                  </a:lnTo>
                  <a:lnTo>
                    <a:pt x="35" y="37"/>
                  </a:lnTo>
                  <a:cubicBezTo>
                    <a:pt x="35" y="20"/>
                    <a:pt x="25" y="4"/>
                    <a:pt x="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8"/>
            <p:cNvSpPr/>
            <p:nvPr/>
          </p:nvSpPr>
          <p:spPr>
            <a:xfrm>
              <a:off x="2788163" y="3044246"/>
              <a:ext cx="12680" cy="12104"/>
            </a:xfrm>
            <a:custGeom>
              <a:rect b="b" l="l" r="r" t="t"/>
              <a:pathLst>
                <a:path extrusionOk="0" h="21" w="22">
                  <a:moveTo>
                    <a:pt x="0" y="0"/>
                  </a:moveTo>
                  <a:lnTo>
                    <a:pt x="0" y="20"/>
                  </a:lnTo>
                  <a:lnTo>
                    <a:pt x="22" y="20"/>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8"/>
            <p:cNvSpPr/>
            <p:nvPr/>
          </p:nvSpPr>
          <p:spPr>
            <a:xfrm>
              <a:off x="2589313" y="2924936"/>
              <a:ext cx="36888" cy="35735"/>
            </a:xfrm>
            <a:custGeom>
              <a:rect b="b" l="l" r="r" t="t"/>
              <a:pathLst>
                <a:path extrusionOk="0" h="62" w="64">
                  <a:moveTo>
                    <a:pt x="0" y="1"/>
                  </a:moveTo>
                  <a:lnTo>
                    <a:pt x="0" y="21"/>
                  </a:lnTo>
                  <a:lnTo>
                    <a:pt x="42" y="21"/>
                  </a:lnTo>
                  <a:lnTo>
                    <a:pt x="42" y="61"/>
                  </a:lnTo>
                  <a:lnTo>
                    <a:pt x="64" y="61"/>
                  </a:lnTo>
                  <a:lnTo>
                    <a:pt x="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8"/>
            <p:cNvSpPr/>
            <p:nvPr/>
          </p:nvSpPr>
          <p:spPr>
            <a:xfrm>
              <a:off x="2434267" y="3016580"/>
              <a:ext cx="38617" cy="39770"/>
            </a:xfrm>
            <a:custGeom>
              <a:rect b="b" l="l" r="r" t="t"/>
              <a:pathLst>
                <a:path extrusionOk="0" h="69" w="67">
                  <a:moveTo>
                    <a:pt x="0" y="1"/>
                  </a:moveTo>
                  <a:lnTo>
                    <a:pt x="0" y="68"/>
                  </a:lnTo>
                  <a:lnTo>
                    <a:pt x="67" y="68"/>
                  </a:lnTo>
                  <a:lnTo>
                    <a:pt x="67" y="47"/>
                  </a:lnTo>
                  <a:lnTo>
                    <a:pt x="22" y="4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8"/>
            <p:cNvSpPr/>
            <p:nvPr/>
          </p:nvSpPr>
          <p:spPr>
            <a:xfrm>
              <a:off x="2521877" y="3043094"/>
              <a:ext cx="12104" cy="13257"/>
            </a:xfrm>
            <a:custGeom>
              <a:rect b="b" l="l" r="r" t="t"/>
              <a:pathLst>
                <a:path extrusionOk="0" h="23" w="21">
                  <a:moveTo>
                    <a:pt x="0" y="1"/>
                  </a:moveTo>
                  <a:lnTo>
                    <a:pt x="0" y="22"/>
                  </a:lnTo>
                  <a:lnTo>
                    <a:pt x="20" y="22"/>
                  </a:lnTo>
                  <a:lnTo>
                    <a:pt x="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8"/>
            <p:cNvSpPr/>
            <p:nvPr/>
          </p:nvSpPr>
          <p:spPr>
            <a:xfrm>
              <a:off x="2569140" y="3043094"/>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8"/>
            <p:cNvSpPr/>
            <p:nvPr/>
          </p:nvSpPr>
          <p:spPr>
            <a:xfrm>
              <a:off x="2545508" y="3043094"/>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8"/>
            <p:cNvSpPr/>
            <p:nvPr/>
          </p:nvSpPr>
          <p:spPr>
            <a:xfrm>
              <a:off x="2595653" y="3014275"/>
              <a:ext cx="29972" cy="42076"/>
            </a:xfrm>
            <a:custGeom>
              <a:rect b="b" l="l" r="r" t="t"/>
              <a:pathLst>
                <a:path extrusionOk="0" h="73" w="52">
                  <a:moveTo>
                    <a:pt x="30" y="0"/>
                  </a:moveTo>
                  <a:lnTo>
                    <a:pt x="30" y="51"/>
                  </a:lnTo>
                  <a:lnTo>
                    <a:pt x="1" y="51"/>
                  </a:lnTo>
                  <a:lnTo>
                    <a:pt x="1" y="72"/>
                  </a:lnTo>
                  <a:lnTo>
                    <a:pt x="51" y="72"/>
                  </a:lnTo>
                  <a:lnTo>
                    <a:pt x="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8"/>
            <p:cNvSpPr/>
            <p:nvPr/>
          </p:nvSpPr>
          <p:spPr>
            <a:xfrm>
              <a:off x="2499974" y="2924360"/>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8"/>
            <p:cNvSpPr/>
            <p:nvPr/>
          </p:nvSpPr>
          <p:spPr>
            <a:xfrm>
              <a:off x="2434267" y="2924360"/>
              <a:ext cx="29395" cy="32854"/>
            </a:xfrm>
            <a:custGeom>
              <a:rect b="b" l="l" r="r" t="t"/>
              <a:pathLst>
                <a:path extrusionOk="0" h="57" w="51">
                  <a:moveTo>
                    <a:pt x="0" y="0"/>
                  </a:moveTo>
                  <a:lnTo>
                    <a:pt x="0" y="57"/>
                  </a:lnTo>
                  <a:lnTo>
                    <a:pt x="22" y="57"/>
                  </a:lnTo>
                  <a:lnTo>
                    <a:pt x="22" y="22"/>
                  </a:lnTo>
                  <a:lnTo>
                    <a:pt x="51" y="22"/>
                  </a:lnTo>
                  <a:lnTo>
                    <a:pt x="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8"/>
            <p:cNvSpPr/>
            <p:nvPr/>
          </p:nvSpPr>
          <p:spPr>
            <a:xfrm>
              <a:off x="2475767" y="2924360"/>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8"/>
            <p:cNvSpPr/>
            <p:nvPr/>
          </p:nvSpPr>
          <p:spPr>
            <a:xfrm>
              <a:off x="2687297" y="2784877"/>
              <a:ext cx="13257" cy="31701"/>
            </a:xfrm>
            <a:custGeom>
              <a:rect b="b" l="l" r="r" t="t"/>
              <a:pathLst>
                <a:path extrusionOk="0" h="55" w="23">
                  <a:moveTo>
                    <a:pt x="1" y="1"/>
                  </a:moveTo>
                  <a:lnTo>
                    <a:pt x="1" y="54"/>
                  </a:lnTo>
                  <a:lnTo>
                    <a:pt x="22" y="54"/>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8"/>
            <p:cNvSpPr/>
            <p:nvPr/>
          </p:nvSpPr>
          <p:spPr>
            <a:xfrm>
              <a:off x="2687297" y="2827528"/>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8"/>
            <p:cNvSpPr/>
            <p:nvPr/>
          </p:nvSpPr>
          <p:spPr>
            <a:xfrm>
              <a:off x="2646374" y="2715135"/>
              <a:ext cx="55909" cy="21326"/>
            </a:xfrm>
            <a:custGeom>
              <a:rect b="b" l="l" r="r" t="t"/>
              <a:pathLst>
                <a:path extrusionOk="0" h="37" w="97">
                  <a:moveTo>
                    <a:pt x="86" y="1"/>
                  </a:moveTo>
                  <a:cubicBezTo>
                    <a:pt x="73" y="6"/>
                    <a:pt x="59" y="12"/>
                    <a:pt x="46" y="14"/>
                  </a:cubicBezTo>
                  <a:cubicBezTo>
                    <a:pt x="38" y="14"/>
                    <a:pt x="32" y="15"/>
                    <a:pt x="25" y="15"/>
                  </a:cubicBezTo>
                  <a:cubicBezTo>
                    <a:pt x="19" y="15"/>
                    <a:pt x="12" y="14"/>
                    <a:pt x="5" y="14"/>
                  </a:cubicBezTo>
                  <a:lnTo>
                    <a:pt x="1" y="35"/>
                  </a:lnTo>
                  <a:cubicBezTo>
                    <a:pt x="9" y="37"/>
                    <a:pt x="20" y="37"/>
                    <a:pt x="28" y="37"/>
                  </a:cubicBezTo>
                  <a:cubicBezTo>
                    <a:pt x="35" y="37"/>
                    <a:pt x="43" y="37"/>
                    <a:pt x="50" y="35"/>
                  </a:cubicBezTo>
                  <a:cubicBezTo>
                    <a:pt x="66" y="32"/>
                    <a:pt x="82" y="28"/>
                    <a:pt x="96" y="21"/>
                  </a:cubicBez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8"/>
            <p:cNvSpPr/>
            <p:nvPr/>
          </p:nvSpPr>
          <p:spPr>
            <a:xfrm>
              <a:off x="2592195" y="2696691"/>
              <a:ext cx="26513" cy="26513"/>
            </a:xfrm>
            <a:custGeom>
              <a:rect b="b" l="l" r="r" t="t"/>
              <a:pathLst>
                <a:path extrusionOk="0" h="46" w="46">
                  <a:moveTo>
                    <a:pt x="36" y="1"/>
                  </a:moveTo>
                  <a:cubicBezTo>
                    <a:pt x="21" y="10"/>
                    <a:pt x="10" y="20"/>
                    <a:pt x="1" y="34"/>
                  </a:cubicBezTo>
                  <a:lnTo>
                    <a:pt x="20" y="46"/>
                  </a:lnTo>
                  <a:cubicBezTo>
                    <a:pt x="27" y="34"/>
                    <a:pt x="36" y="25"/>
                    <a:pt x="46" y="18"/>
                  </a:cubicBezTo>
                  <a:lnTo>
                    <a:pt x="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8"/>
            <p:cNvSpPr/>
            <p:nvPr/>
          </p:nvSpPr>
          <p:spPr>
            <a:xfrm>
              <a:off x="2625048" y="2689198"/>
              <a:ext cx="14409" cy="13833"/>
            </a:xfrm>
            <a:custGeom>
              <a:rect b="b" l="l" r="r" t="t"/>
              <a:pathLst>
                <a:path extrusionOk="0" h="24" w="25">
                  <a:moveTo>
                    <a:pt x="25" y="1"/>
                  </a:moveTo>
                  <a:cubicBezTo>
                    <a:pt x="16" y="1"/>
                    <a:pt x="9" y="2"/>
                    <a:pt x="0" y="4"/>
                  </a:cubicBezTo>
                  <a:lnTo>
                    <a:pt x="6" y="24"/>
                  </a:lnTo>
                  <a:cubicBezTo>
                    <a:pt x="10" y="23"/>
                    <a:pt x="18" y="23"/>
                    <a:pt x="25" y="23"/>
                  </a:cubicBezTo>
                  <a:lnTo>
                    <a:pt x="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8"/>
            <p:cNvSpPr/>
            <p:nvPr/>
          </p:nvSpPr>
          <p:spPr>
            <a:xfrm>
              <a:off x="2410059" y="2662685"/>
              <a:ext cx="416145" cy="418450"/>
            </a:xfrm>
            <a:custGeom>
              <a:rect b="b" l="l" r="r" t="t"/>
              <a:pathLst>
                <a:path extrusionOk="0" h="726" w="722">
                  <a:moveTo>
                    <a:pt x="456" y="22"/>
                  </a:moveTo>
                  <a:cubicBezTo>
                    <a:pt x="519" y="22"/>
                    <a:pt x="570" y="73"/>
                    <a:pt x="570" y="136"/>
                  </a:cubicBezTo>
                  <a:cubicBezTo>
                    <a:pt x="570" y="173"/>
                    <a:pt x="561" y="209"/>
                    <a:pt x="541" y="242"/>
                  </a:cubicBezTo>
                  <a:lnTo>
                    <a:pt x="541" y="151"/>
                  </a:lnTo>
                  <a:cubicBezTo>
                    <a:pt x="541" y="139"/>
                    <a:pt x="529" y="126"/>
                    <a:pt x="516" y="126"/>
                  </a:cubicBezTo>
                  <a:lnTo>
                    <a:pt x="513" y="126"/>
                  </a:lnTo>
                  <a:cubicBezTo>
                    <a:pt x="512" y="126"/>
                    <a:pt x="509" y="126"/>
                    <a:pt x="506" y="128"/>
                  </a:cubicBezTo>
                  <a:lnTo>
                    <a:pt x="490" y="134"/>
                  </a:lnTo>
                  <a:cubicBezTo>
                    <a:pt x="469" y="141"/>
                    <a:pt x="447" y="144"/>
                    <a:pt x="424" y="144"/>
                  </a:cubicBezTo>
                  <a:cubicBezTo>
                    <a:pt x="402" y="144"/>
                    <a:pt x="380" y="141"/>
                    <a:pt x="359" y="135"/>
                  </a:cubicBezTo>
                  <a:lnTo>
                    <a:pt x="340" y="129"/>
                  </a:lnTo>
                  <a:cubicBezTo>
                    <a:pt x="339" y="129"/>
                    <a:pt x="336" y="128"/>
                    <a:pt x="333" y="128"/>
                  </a:cubicBezTo>
                  <a:cubicBezTo>
                    <a:pt x="323" y="129"/>
                    <a:pt x="311" y="141"/>
                    <a:pt x="311" y="154"/>
                  </a:cubicBezTo>
                  <a:lnTo>
                    <a:pt x="311" y="243"/>
                  </a:lnTo>
                  <a:cubicBezTo>
                    <a:pt x="294" y="213"/>
                    <a:pt x="282" y="175"/>
                    <a:pt x="282" y="139"/>
                  </a:cubicBezTo>
                  <a:lnTo>
                    <a:pt x="282" y="136"/>
                  </a:lnTo>
                  <a:cubicBezTo>
                    <a:pt x="282" y="73"/>
                    <a:pt x="333" y="22"/>
                    <a:pt x="396" y="22"/>
                  </a:cubicBezTo>
                  <a:close/>
                  <a:moveTo>
                    <a:pt x="518" y="149"/>
                  </a:moveTo>
                  <a:cubicBezTo>
                    <a:pt x="519" y="149"/>
                    <a:pt x="521" y="151"/>
                    <a:pt x="521" y="154"/>
                  </a:cubicBezTo>
                  <a:lnTo>
                    <a:pt x="521" y="323"/>
                  </a:lnTo>
                  <a:cubicBezTo>
                    <a:pt x="513" y="331"/>
                    <a:pt x="505" y="337"/>
                    <a:pt x="495" y="344"/>
                  </a:cubicBezTo>
                  <a:cubicBezTo>
                    <a:pt x="483" y="352"/>
                    <a:pt x="473" y="359"/>
                    <a:pt x="463" y="368"/>
                  </a:cubicBezTo>
                  <a:lnTo>
                    <a:pt x="391" y="368"/>
                  </a:lnTo>
                  <a:cubicBezTo>
                    <a:pt x="382" y="359"/>
                    <a:pt x="372" y="352"/>
                    <a:pt x="360" y="344"/>
                  </a:cubicBezTo>
                  <a:cubicBezTo>
                    <a:pt x="350" y="337"/>
                    <a:pt x="340" y="331"/>
                    <a:pt x="331" y="323"/>
                  </a:cubicBezTo>
                  <a:lnTo>
                    <a:pt x="331" y="154"/>
                  </a:lnTo>
                  <a:cubicBezTo>
                    <a:pt x="331" y="151"/>
                    <a:pt x="333" y="149"/>
                    <a:pt x="336" y="149"/>
                  </a:cubicBezTo>
                  <a:lnTo>
                    <a:pt x="337" y="149"/>
                  </a:lnTo>
                  <a:lnTo>
                    <a:pt x="354" y="155"/>
                  </a:lnTo>
                  <a:cubicBezTo>
                    <a:pt x="379" y="162"/>
                    <a:pt x="402" y="165"/>
                    <a:pt x="425" y="165"/>
                  </a:cubicBezTo>
                  <a:cubicBezTo>
                    <a:pt x="451" y="165"/>
                    <a:pt x="474" y="162"/>
                    <a:pt x="497" y="155"/>
                  </a:cubicBezTo>
                  <a:lnTo>
                    <a:pt x="513" y="149"/>
                  </a:lnTo>
                  <a:close/>
                  <a:moveTo>
                    <a:pt x="274" y="373"/>
                  </a:moveTo>
                  <a:lnTo>
                    <a:pt x="281" y="381"/>
                  </a:lnTo>
                  <a:lnTo>
                    <a:pt x="281" y="414"/>
                  </a:lnTo>
                  <a:lnTo>
                    <a:pt x="132" y="414"/>
                  </a:lnTo>
                  <a:lnTo>
                    <a:pt x="132" y="381"/>
                  </a:lnTo>
                  <a:lnTo>
                    <a:pt x="135" y="381"/>
                  </a:lnTo>
                  <a:lnTo>
                    <a:pt x="142" y="373"/>
                  </a:lnTo>
                  <a:close/>
                  <a:moveTo>
                    <a:pt x="497" y="366"/>
                  </a:moveTo>
                  <a:lnTo>
                    <a:pt x="497" y="435"/>
                  </a:lnTo>
                  <a:lnTo>
                    <a:pt x="438" y="479"/>
                  </a:lnTo>
                  <a:lnTo>
                    <a:pt x="415" y="461"/>
                  </a:lnTo>
                  <a:lnTo>
                    <a:pt x="415" y="414"/>
                  </a:lnTo>
                  <a:lnTo>
                    <a:pt x="354" y="414"/>
                  </a:lnTo>
                  <a:lnTo>
                    <a:pt x="354" y="366"/>
                  </a:lnTo>
                  <a:cubicBezTo>
                    <a:pt x="365" y="372"/>
                    <a:pt x="370" y="379"/>
                    <a:pt x="379" y="386"/>
                  </a:cubicBezTo>
                  <a:lnTo>
                    <a:pt x="382" y="389"/>
                  </a:lnTo>
                  <a:lnTo>
                    <a:pt x="470" y="389"/>
                  </a:lnTo>
                  <a:lnTo>
                    <a:pt x="474" y="386"/>
                  </a:lnTo>
                  <a:cubicBezTo>
                    <a:pt x="482" y="379"/>
                    <a:pt x="490" y="373"/>
                    <a:pt x="497" y="366"/>
                  </a:cubicBezTo>
                  <a:close/>
                  <a:moveTo>
                    <a:pt x="415" y="489"/>
                  </a:moveTo>
                  <a:lnTo>
                    <a:pt x="427" y="498"/>
                  </a:lnTo>
                  <a:lnTo>
                    <a:pt x="427" y="506"/>
                  </a:lnTo>
                  <a:lnTo>
                    <a:pt x="415" y="518"/>
                  </a:lnTo>
                  <a:lnTo>
                    <a:pt x="415" y="489"/>
                  </a:lnTo>
                  <a:close/>
                  <a:moveTo>
                    <a:pt x="395" y="434"/>
                  </a:moveTo>
                  <a:lnTo>
                    <a:pt x="395" y="532"/>
                  </a:lnTo>
                  <a:lnTo>
                    <a:pt x="373" y="554"/>
                  </a:lnTo>
                  <a:lnTo>
                    <a:pt x="253" y="554"/>
                  </a:lnTo>
                  <a:lnTo>
                    <a:pt x="253" y="509"/>
                  </a:lnTo>
                  <a:lnTo>
                    <a:pt x="162" y="509"/>
                  </a:lnTo>
                  <a:lnTo>
                    <a:pt x="162" y="554"/>
                  </a:lnTo>
                  <a:lnTo>
                    <a:pt x="42" y="554"/>
                  </a:lnTo>
                  <a:lnTo>
                    <a:pt x="21" y="532"/>
                  </a:lnTo>
                  <a:lnTo>
                    <a:pt x="21" y="434"/>
                  </a:lnTo>
                  <a:close/>
                  <a:moveTo>
                    <a:pt x="499" y="461"/>
                  </a:moveTo>
                  <a:lnTo>
                    <a:pt x="499" y="542"/>
                  </a:lnTo>
                  <a:lnTo>
                    <a:pt x="495" y="554"/>
                  </a:lnTo>
                  <a:lnTo>
                    <a:pt x="448" y="506"/>
                  </a:lnTo>
                  <a:lnTo>
                    <a:pt x="448" y="498"/>
                  </a:lnTo>
                  <a:lnTo>
                    <a:pt x="499" y="461"/>
                  </a:lnTo>
                  <a:close/>
                  <a:moveTo>
                    <a:pt x="438" y="525"/>
                  </a:moveTo>
                  <a:lnTo>
                    <a:pt x="458" y="545"/>
                  </a:lnTo>
                  <a:lnTo>
                    <a:pt x="458" y="583"/>
                  </a:lnTo>
                  <a:lnTo>
                    <a:pt x="417" y="583"/>
                  </a:lnTo>
                  <a:lnTo>
                    <a:pt x="417" y="548"/>
                  </a:lnTo>
                  <a:lnTo>
                    <a:pt x="438" y="525"/>
                  </a:lnTo>
                  <a:close/>
                  <a:moveTo>
                    <a:pt x="232" y="529"/>
                  </a:moveTo>
                  <a:lnTo>
                    <a:pt x="232" y="594"/>
                  </a:lnTo>
                  <a:lnTo>
                    <a:pt x="184" y="594"/>
                  </a:lnTo>
                  <a:lnTo>
                    <a:pt x="184" y="529"/>
                  </a:lnTo>
                  <a:close/>
                  <a:moveTo>
                    <a:pt x="391" y="561"/>
                  </a:moveTo>
                  <a:lnTo>
                    <a:pt x="391" y="671"/>
                  </a:lnTo>
                  <a:lnTo>
                    <a:pt x="395" y="671"/>
                  </a:lnTo>
                  <a:cubicBezTo>
                    <a:pt x="395" y="690"/>
                    <a:pt x="380" y="704"/>
                    <a:pt x="362" y="704"/>
                  </a:cubicBezTo>
                  <a:lnTo>
                    <a:pt x="54" y="704"/>
                  </a:lnTo>
                  <a:cubicBezTo>
                    <a:pt x="35" y="704"/>
                    <a:pt x="21" y="690"/>
                    <a:pt x="21" y="671"/>
                  </a:cubicBezTo>
                  <a:lnTo>
                    <a:pt x="21" y="561"/>
                  </a:lnTo>
                  <a:lnTo>
                    <a:pt x="34" y="574"/>
                  </a:lnTo>
                  <a:lnTo>
                    <a:pt x="159" y="574"/>
                  </a:lnTo>
                  <a:lnTo>
                    <a:pt x="159" y="613"/>
                  </a:lnTo>
                  <a:lnTo>
                    <a:pt x="252" y="613"/>
                  </a:lnTo>
                  <a:lnTo>
                    <a:pt x="252" y="574"/>
                  </a:lnTo>
                  <a:lnTo>
                    <a:pt x="379" y="574"/>
                  </a:lnTo>
                  <a:lnTo>
                    <a:pt x="391" y="561"/>
                  </a:lnTo>
                  <a:close/>
                  <a:moveTo>
                    <a:pt x="398" y="1"/>
                  </a:moveTo>
                  <a:cubicBezTo>
                    <a:pt x="324" y="1"/>
                    <a:pt x="263" y="63"/>
                    <a:pt x="263" y="136"/>
                  </a:cubicBezTo>
                  <a:lnTo>
                    <a:pt x="263" y="139"/>
                  </a:lnTo>
                  <a:cubicBezTo>
                    <a:pt x="263" y="190"/>
                    <a:pt x="279" y="238"/>
                    <a:pt x="310" y="278"/>
                  </a:cubicBezTo>
                  <a:lnTo>
                    <a:pt x="311" y="281"/>
                  </a:lnTo>
                  <a:lnTo>
                    <a:pt x="311" y="331"/>
                  </a:lnTo>
                  <a:lnTo>
                    <a:pt x="315" y="336"/>
                  </a:lnTo>
                  <a:cubicBezTo>
                    <a:pt x="323" y="343"/>
                    <a:pt x="328" y="347"/>
                    <a:pt x="336" y="352"/>
                  </a:cubicBezTo>
                  <a:lnTo>
                    <a:pt x="336" y="412"/>
                  </a:lnTo>
                  <a:lnTo>
                    <a:pt x="302" y="412"/>
                  </a:lnTo>
                  <a:lnTo>
                    <a:pt x="302" y="372"/>
                  </a:lnTo>
                  <a:lnTo>
                    <a:pt x="282" y="352"/>
                  </a:lnTo>
                  <a:lnTo>
                    <a:pt x="133" y="352"/>
                  </a:lnTo>
                  <a:lnTo>
                    <a:pt x="113" y="372"/>
                  </a:lnTo>
                  <a:lnTo>
                    <a:pt x="113" y="412"/>
                  </a:lnTo>
                  <a:lnTo>
                    <a:pt x="1" y="412"/>
                  </a:lnTo>
                  <a:lnTo>
                    <a:pt x="1" y="671"/>
                  </a:lnTo>
                  <a:cubicBezTo>
                    <a:pt x="1" y="700"/>
                    <a:pt x="25" y="723"/>
                    <a:pt x="54" y="723"/>
                  </a:cubicBezTo>
                  <a:lnTo>
                    <a:pt x="362" y="723"/>
                  </a:lnTo>
                  <a:cubicBezTo>
                    <a:pt x="391" y="723"/>
                    <a:pt x="415" y="700"/>
                    <a:pt x="415" y="671"/>
                  </a:cubicBezTo>
                  <a:lnTo>
                    <a:pt x="415" y="604"/>
                  </a:lnTo>
                  <a:lnTo>
                    <a:pt x="456" y="604"/>
                  </a:lnTo>
                  <a:lnTo>
                    <a:pt x="456" y="723"/>
                  </a:lnTo>
                  <a:lnTo>
                    <a:pt x="477" y="723"/>
                  </a:lnTo>
                  <a:lnTo>
                    <a:pt x="477" y="568"/>
                  </a:lnTo>
                  <a:lnTo>
                    <a:pt x="499" y="590"/>
                  </a:lnTo>
                  <a:lnTo>
                    <a:pt x="499" y="726"/>
                  </a:lnTo>
                  <a:lnTo>
                    <a:pt x="521" y="726"/>
                  </a:lnTo>
                  <a:lnTo>
                    <a:pt x="521" y="456"/>
                  </a:lnTo>
                  <a:lnTo>
                    <a:pt x="561" y="467"/>
                  </a:lnTo>
                  <a:lnTo>
                    <a:pt x="561" y="723"/>
                  </a:lnTo>
                  <a:lnTo>
                    <a:pt x="583" y="723"/>
                  </a:lnTo>
                  <a:lnTo>
                    <a:pt x="583" y="473"/>
                  </a:lnTo>
                  <a:lnTo>
                    <a:pt x="656" y="495"/>
                  </a:lnTo>
                  <a:cubicBezTo>
                    <a:pt x="682" y="502"/>
                    <a:pt x="700" y="525"/>
                    <a:pt x="700" y="552"/>
                  </a:cubicBezTo>
                  <a:lnTo>
                    <a:pt x="700" y="723"/>
                  </a:lnTo>
                  <a:lnTo>
                    <a:pt x="721" y="723"/>
                  </a:lnTo>
                  <a:lnTo>
                    <a:pt x="721" y="552"/>
                  </a:lnTo>
                  <a:cubicBezTo>
                    <a:pt x="720" y="516"/>
                    <a:pt x="697" y="483"/>
                    <a:pt x="662" y="473"/>
                  </a:cubicBezTo>
                  <a:lnTo>
                    <a:pt x="521" y="431"/>
                  </a:lnTo>
                  <a:lnTo>
                    <a:pt x="521" y="350"/>
                  </a:lnTo>
                  <a:cubicBezTo>
                    <a:pt x="528" y="344"/>
                    <a:pt x="535" y="339"/>
                    <a:pt x="541" y="334"/>
                  </a:cubicBezTo>
                  <a:lnTo>
                    <a:pt x="545" y="330"/>
                  </a:lnTo>
                  <a:lnTo>
                    <a:pt x="545" y="279"/>
                  </a:lnTo>
                  <a:lnTo>
                    <a:pt x="547" y="278"/>
                  </a:lnTo>
                  <a:cubicBezTo>
                    <a:pt x="577" y="238"/>
                    <a:pt x="593" y="187"/>
                    <a:pt x="593" y="136"/>
                  </a:cubicBezTo>
                  <a:cubicBezTo>
                    <a:pt x="593" y="63"/>
                    <a:pt x="532" y="1"/>
                    <a:pt x="4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48"/>
          <p:cNvGrpSpPr/>
          <p:nvPr/>
        </p:nvGrpSpPr>
        <p:grpSpPr>
          <a:xfrm>
            <a:off x="1627339" y="2675365"/>
            <a:ext cx="416721" cy="394819"/>
            <a:chOff x="1627339" y="2675365"/>
            <a:chExt cx="416721" cy="394819"/>
          </a:xfrm>
        </p:grpSpPr>
        <p:sp>
          <p:nvSpPr>
            <p:cNvPr id="2436" name="Google Shape;2436;p48"/>
            <p:cNvSpPr/>
            <p:nvPr/>
          </p:nvSpPr>
          <p:spPr>
            <a:xfrm>
              <a:off x="1715525" y="2846549"/>
              <a:ext cx="49568" cy="13257"/>
            </a:xfrm>
            <a:custGeom>
              <a:rect b="b" l="l" r="r" t="t"/>
              <a:pathLst>
                <a:path extrusionOk="0" h="23" w="86">
                  <a:moveTo>
                    <a:pt x="1" y="1"/>
                  </a:moveTo>
                  <a:lnTo>
                    <a:pt x="1" y="23"/>
                  </a:lnTo>
                  <a:lnTo>
                    <a:pt x="86" y="23"/>
                  </a:lnTo>
                  <a:lnTo>
                    <a:pt x="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8"/>
            <p:cNvSpPr/>
            <p:nvPr/>
          </p:nvSpPr>
          <p:spPr>
            <a:xfrm>
              <a:off x="1834835" y="2728392"/>
              <a:ext cx="42652" cy="43805"/>
            </a:xfrm>
            <a:custGeom>
              <a:rect b="b" l="l" r="r" t="t"/>
              <a:pathLst>
                <a:path extrusionOk="0" h="76" w="74">
                  <a:moveTo>
                    <a:pt x="60" y="1"/>
                  </a:moveTo>
                  <a:lnTo>
                    <a:pt x="0" y="61"/>
                  </a:lnTo>
                  <a:lnTo>
                    <a:pt x="15" y="76"/>
                  </a:lnTo>
                  <a:lnTo>
                    <a:pt x="74" y="15"/>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8"/>
            <p:cNvSpPr/>
            <p:nvPr/>
          </p:nvSpPr>
          <p:spPr>
            <a:xfrm>
              <a:off x="1653852" y="2872486"/>
              <a:ext cx="175795" cy="175219"/>
            </a:xfrm>
            <a:custGeom>
              <a:rect b="b" l="l" r="r" t="t"/>
              <a:pathLst>
                <a:path extrusionOk="0" h="304" w="305">
                  <a:moveTo>
                    <a:pt x="153" y="22"/>
                  </a:moveTo>
                  <a:cubicBezTo>
                    <a:pt x="225" y="22"/>
                    <a:pt x="283" y="80"/>
                    <a:pt x="283" y="152"/>
                  </a:cubicBezTo>
                  <a:cubicBezTo>
                    <a:pt x="283" y="225"/>
                    <a:pt x="225" y="282"/>
                    <a:pt x="153" y="282"/>
                  </a:cubicBezTo>
                  <a:cubicBezTo>
                    <a:pt x="80" y="282"/>
                    <a:pt x="23" y="225"/>
                    <a:pt x="23" y="152"/>
                  </a:cubicBezTo>
                  <a:cubicBezTo>
                    <a:pt x="23" y="80"/>
                    <a:pt x="80" y="22"/>
                    <a:pt x="153" y="22"/>
                  </a:cubicBezTo>
                  <a:close/>
                  <a:moveTo>
                    <a:pt x="153" y="1"/>
                  </a:moveTo>
                  <a:cubicBezTo>
                    <a:pt x="69" y="1"/>
                    <a:pt x="1" y="69"/>
                    <a:pt x="1" y="152"/>
                  </a:cubicBezTo>
                  <a:cubicBezTo>
                    <a:pt x="1" y="235"/>
                    <a:pt x="69" y="304"/>
                    <a:pt x="153" y="304"/>
                  </a:cubicBezTo>
                  <a:cubicBezTo>
                    <a:pt x="235" y="304"/>
                    <a:pt x="304" y="235"/>
                    <a:pt x="304" y="152"/>
                  </a:cubicBezTo>
                  <a:cubicBezTo>
                    <a:pt x="304" y="69"/>
                    <a:pt x="235"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8"/>
            <p:cNvSpPr/>
            <p:nvPr/>
          </p:nvSpPr>
          <p:spPr>
            <a:xfrm>
              <a:off x="1845786" y="2738766"/>
              <a:ext cx="183288" cy="174066"/>
            </a:xfrm>
            <a:custGeom>
              <a:rect b="b" l="l" r="r" t="t"/>
              <a:pathLst>
                <a:path extrusionOk="0" h="302" w="318">
                  <a:moveTo>
                    <a:pt x="152" y="23"/>
                  </a:moveTo>
                  <a:cubicBezTo>
                    <a:pt x="185" y="23"/>
                    <a:pt x="218" y="35"/>
                    <a:pt x="243" y="61"/>
                  </a:cubicBezTo>
                  <a:cubicBezTo>
                    <a:pt x="293" y="111"/>
                    <a:pt x="293" y="194"/>
                    <a:pt x="243" y="246"/>
                  </a:cubicBezTo>
                  <a:cubicBezTo>
                    <a:pt x="218" y="270"/>
                    <a:pt x="185" y="283"/>
                    <a:pt x="152" y="283"/>
                  </a:cubicBezTo>
                  <a:cubicBezTo>
                    <a:pt x="117" y="283"/>
                    <a:pt x="84" y="270"/>
                    <a:pt x="59" y="246"/>
                  </a:cubicBezTo>
                  <a:cubicBezTo>
                    <a:pt x="33" y="220"/>
                    <a:pt x="20" y="188"/>
                    <a:pt x="20" y="153"/>
                  </a:cubicBezTo>
                  <a:cubicBezTo>
                    <a:pt x="20" y="119"/>
                    <a:pt x="33" y="85"/>
                    <a:pt x="59" y="61"/>
                  </a:cubicBezTo>
                  <a:cubicBezTo>
                    <a:pt x="84" y="35"/>
                    <a:pt x="117" y="23"/>
                    <a:pt x="152" y="23"/>
                  </a:cubicBezTo>
                  <a:close/>
                  <a:moveTo>
                    <a:pt x="152" y="0"/>
                  </a:moveTo>
                  <a:cubicBezTo>
                    <a:pt x="111" y="0"/>
                    <a:pt x="72" y="16"/>
                    <a:pt x="45" y="45"/>
                  </a:cubicBezTo>
                  <a:cubicBezTo>
                    <a:pt x="16" y="74"/>
                    <a:pt x="0" y="111"/>
                    <a:pt x="0" y="152"/>
                  </a:cubicBezTo>
                  <a:cubicBezTo>
                    <a:pt x="0" y="191"/>
                    <a:pt x="16" y="230"/>
                    <a:pt x="45" y="257"/>
                  </a:cubicBezTo>
                  <a:cubicBezTo>
                    <a:pt x="74" y="286"/>
                    <a:pt x="111" y="302"/>
                    <a:pt x="152" y="302"/>
                  </a:cubicBezTo>
                  <a:cubicBezTo>
                    <a:pt x="191" y="302"/>
                    <a:pt x="231" y="286"/>
                    <a:pt x="257" y="257"/>
                  </a:cubicBezTo>
                  <a:cubicBezTo>
                    <a:pt x="318" y="199"/>
                    <a:pt x="318" y="104"/>
                    <a:pt x="257" y="45"/>
                  </a:cubicBezTo>
                  <a:cubicBezTo>
                    <a:pt x="228" y="16"/>
                    <a:pt x="191"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8"/>
            <p:cNvSpPr/>
            <p:nvPr/>
          </p:nvSpPr>
          <p:spPr>
            <a:xfrm>
              <a:off x="1627339" y="2675365"/>
              <a:ext cx="416721" cy="394819"/>
            </a:xfrm>
            <a:custGeom>
              <a:rect b="b" l="l" r="r" t="t"/>
              <a:pathLst>
                <a:path extrusionOk="0" h="685" w="723">
                  <a:moveTo>
                    <a:pt x="339" y="34"/>
                  </a:moveTo>
                  <a:cubicBezTo>
                    <a:pt x="347" y="34"/>
                    <a:pt x="355" y="36"/>
                    <a:pt x="360" y="42"/>
                  </a:cubicBezTo>
                  <a:lnTo>
                    <a:pt x="383" y="67"/>
                  </a:lnTo>
                  <a:lnTo>
                    <a:pt x="339" y="112"/>
                  </a:lnTo>
                  <a:lnTo>
                    <a:pt x="317" y="90"/>
                  </a:lnTo>
                  <a:cubicBezTo>
                    <a:pt x="326" y="78"/>
                    <a:pt x="331" y="68"/>
                    <a:pt x="331" y="54"/>
                  </a:cubicBezTo>
                  <a:cubicBezTo>
                    <a:pt x="331" y="47"/>
                    <a:pt x="331" y="41"/>
                    <a:pt x="330" y="35"/>
                  </a:cubicBezTo>
                  <a:cubicBezTo>
                    <a:pt x="333" y="35"/>
                    <a:pt x="336" y="34"/>
                    <a:pt x="339" y="34"/>
                  </a:cubicBezTo>
                  <a:close/>
                  <a:moveTo>
                    <a:pt x="200" y="93"/>
                  </a:moveTo>
                  <a:cubicBezTo>
                    <a:pt x="216" y="93"/>
                    <a:pt x="230" y="106"/>
                    <a:pt x="232" y="122"/>
                  </a:cubicBezTo>
                  <a:cubicBezTo>
                    <a:pt x="227" y="120"/>
                    <a:pt x="222" y="119"/>
                    <a:pt x="217" y="114"/>
                  </a:cubicBezTo>
                  <a:lnTo>
                    <a:pt x="203" y="129"/>
                  </a:lnTo>
                  <a:cubicBezTo>
                    <a:pt x="213" y="139"/>
                    <a:pt x="222" y="142"/>
                    <a:pt x="235" y="143"/>
                  </a:cubicBezTo>
                  <a:lnTo>
                    <a:pt x="235" y="168"/>
                  </a:lnTo>
                  <a:cubicBezTo>
                    <a:pt x="235" y="185"/>
                    <a:pt x="220" y="200"/>
                    <a:pt x="201" y="200"/>
                  </a:cubicBezTo>
                  <a:cubicBezTo>
                    <a:pt x="194" y="200"/>
                    <a:pt x="188" y="198"/>
                    <a:pt x="184" y="194"/>
                  </a:cubicBezTo>
                  <a:cubicBezTo>
                    <a:pt x="188" y="191"/>
                    <a:pt x="194" y="190"/>
                    <a:pt x="200" y="190"/>
                  </a:cubicBezTo>
                  <a:lnTo>
                    <a:pt x="200" y="168"/>
                  </a:lnTo>
                  <a:cubicBezTo>
                    <a:pt x="188" y="168"/>
                    <a:pt x="180" y="171"/>
                    <a:pt x="171" y="177"/>
                  </a:cubicBezTo>
                  <a:cubicBezTo>
                    <a:pt x="171" y="175"/>
                    <a:pt x="168" y="171"/>
                    <a:pt x="168" y="168"/>
                  </a:cubicBezTo>
                  <a:lnTo>
                    <a:pt x="168" y="126"/>
                  </a:lnTo>
                  <a:cubicBezTo>
                    <a:pt x="167" y="107"/>
                    <a:pt x="181" y="93"/>
                    <a:pt x="200" y="93"/>
                  </a:cubicBezTo>
                  <a:close/>
                  <a:moveTo>
                    <a:pt x="167" y="208"/>
                  </a:moveTo>
                  <a:cubicBezTo>
                    <a:pt x="177" y="216"/>
                    <a:pt x="187" y="220"/>
                    <a:pt x="200" y="220"/>
                  </a:cubicBezTo>
                  <a:cubicBezTo>
                    <a:pt x="210" y="220"/>
                    <a:pt x="220" y="216"/>
                    <a:pt x="229" y="211"/>
                  </a:cubicBezTo>
                  <a:cubicBezTo>
                    <a:pt x="229" y="213"/>
                    <a:pt x="230" y="216"/>
                    <a:pt x="230" y="220"/>
                  </a:cubicBezTo>
                  <a:lnTo>
                    <a:pt x="230" y="252"/>
                  </a:lnTo>
                  <a:lnTo>
                    <a:pt x="167" y="252"/>
                  </a:lnTo>
                  <a:lnTo>
                    <a:pt x="167" y="220"/>
                  </a:lnTo>
                  <a:lnTo>
                    <a:pt x="165" y="220"/>
                  </a:lnTo>
                  <a:cubicBezTo>
                    <a:pt x="165" y="216"/>
                    <a:pt x="165" y="213"/>
                    <a:pt x="167" y="208"/>
                  </a:cubicBezTo>
                  <a:close/>
                  <a:moveTo>
                    <a:pt x="420" y="60"/>
                  </a:moveTo>
                  <a:lnTo>
                    <a:pt x="476" y="97"/>
                  </a:lnTo>
                  <a:lnTo>
                    <a:pt x="482" y="96"/>
                  </a:lnTo>
                  <a:cubicBezTo>
                    <a:pt x="497" y="91"/>
                    <a:pt x="513" y="89"/>
                    <a:pt x="528" y="89"/>
                  </a:cubicBezTo>
                  <a:cubicBezTo>
                    <a:pt x="573" y="89"/>
                    <a:pt x="617" y="107"/>
                    <a:pt x="651" y="139"/>
                  </a:cubicBezTo>
                  <a:cubicBezTo>
                    <a:pt x="684" y="171"/>
                    <a:pt x="701" y="214"/>
                    <a:pt x="701" y="262"/>
                  </a:cubicBezTo>
                  <a:cubicBezTo>
                    <a:pt x="701" y="308"/>
                    <a:pt x="684" y="351"/>
                    <a:pt x="651" y="385"/>
                  </a:cubicBezTo>
                  <a:cubicBezTo>
                    <a:pt x="619" y="416"/>
                    <a:pt x="576" y="435"/>
                    <a:pt x="528" y="435"/>
                  </a:cubicBezTo>
                  <a:cubicBezTo>
                    <a:pt x="482" y="435"/>
                    <a:pt x="438" y="416"/>
                    <a:pt x="405" y="385"/>
                  </a:cubicBezTo>
                  <a:cubicBezTo>
                    <a:pt x="362" y="341"/>
                    <a:pt x="344" y="276"/>
                    <a:pt x="362" y="214"/>
                  </a:cubicBezTo>
                  <a:lnTo>
                    <a:pt x="365" y="208"/>
                  </a:lnTo>
                  <a:lnTo>
                    <a:pt x="326" y="153"/>
                  </a:lnTo>
                  <a:lnTo>
                    <a:pt x="420" y="60"/>
                  </a:lnTo>
                  <a:close/>
                  <a:moveTo>
                    <a:pt x="264" y="273"/>
                  </a:moveTo>
                  <a:lnTo>
                    <a:pt x="278" y="340"/>
                  </a:lnTo>
                  <a:lnTo>
                    <a:pt x="281" y="343"/>
                  </a:lnTo>
                  <a:cubicBezTo>
                    <a:pt x="336" y="373"/>
                    <a:pt x="369" y="431"/>
                    <a:pt x="369" y="494"/>
                  </a:cubicBezTo>
                  <a:cubicBezTo>
                    <a:pt x="369" y="590"/>
                    <a:pt x="292" y="668"/>
                    <a:pt x="196" y="668"/>
                  </a:cubicBezTo>
                  <a:cubicBezTo>
                    <a:pt x="100" y="668"/>
                    <a:pt x="22" y="590"/>
                    <a:pt x="22" y="494"/>
                  </a:cubicBezTo>
                  <a:cubicBezTo>
                    <a:pt x="22" y="431"/>
                    <a:pt x="57" y="373"/>
                    <a:pt x="110" y="343"/>
                  </a:cubicBezTo>
                  <a:lnTo>
                    <a:pt x="115" y="340"/>
                  </a:lnTo>
                  <a:lnTo>
                    <a:pt x="129" y="273"/>
                  </a:lnTo>
                  <a:close/>
                  <a:moveTo>
                    <a:pt x="275" y="0"/>
                  </a:moveTo>
                  <a:cubicBezTo>
                    <a:pt x="261" y="0"/>
                    <a:pt x="246" y="7"/>
                    <a:pt x="236" y="19"/>
                  </a:cubicBezTo>
                  <a:lnTo>
                    <a:pt x="212" y="42"/>
                  </a:lnTo>
                  <a:lnTo>
                    <a:pt x="226" y="57"/>
                  </a:lnTo>
                  <a:lnTo>
                    <a:pt x="251" y="34"/>
                  </a:lnTo>
                  <a:cubicBezTo>
                    <a:pt x="258" y="26"/>
                    <a:pt x="266" y="22"/>
                    <a:pt x="275" y="21"/>
                  </a:cubicBezTo>
                  <a:cubicBezTo>
                    <a:pt x="284" y="21"/>
                    <a:pt x="291" y="23"/>
                    <a:pt x="298" y="31"/>
                  </a:cubicBezTo>
                  <a:cubicBezTo>
                    <a:pt x="304" y="35"/>
                    <a:pt x="308" y="45"/>
                    <a:pt x="308" y="54"/>
                  </a:cubicBezTo>
                  <a:cubicBezTo>
                    <a:pt x="308" y="62"/>
                    <a:pt x="303" y="71"/>
                    <a:pt x="295" y="78"/>
                  </a:cubicBezTo>
                  <a:lnTo>
                    <a:pt x="262" y="112"/>
                  </a:lnTo>
                  <a:cubicBezTo>
                    <a:pt x="259" y="114"/>
                    <a:pt x="255" y="119"/>
                    <a:pt x="251" y="120"/>
                  </a:cubicBezTo>
                  <a:cubicBezTo>
                    <a:pt x="248" y="93"/>
                    <a:pt x="225" y="71"/>
                    <a:pt x="197" y="71"/>
                  </a:cubicBezTo>
                  <a:cubicBezTo>
                    <a:pt x="168" y="71"/>
                    <a:pt x="145" y="96"/>
                    <a:pt x="145" y="123"/>
                  </a:cubicBezTo>
                  <a:lnTo>
                    <a:pt x="145" y="165"/>
                  </a:lnTo>
                  <a:cubicBezTo>
                    <a:pt x="145" y="175"/>
                    <a:pt x="148" y="184"/>
                    <a:pt x="151" y="191"/>
                  </a:cubicBezTo>
                  <a:cubicBezTo>
                    <a:pt x="145" y="200"/>
                    <a:pt x="142" y="208"/>
                    <a:pt x="142" y="220"/>
                  </a:cubicBezTo>
                  <a:lnTo>
                    <a:pt x="142" y="252"/>
                  </a:lnTo>
                  <a:lnTo>
                    <a:pt x="112" y="252"/>
                  </a:lnTo>
                  <a:lnTo>
                    <a:pt x="97" y="327"/>
                  </a:lnTo>
                  <a:cubicBezTo>
                    <a:pt x="37" y="360"/>
                    <a:pt x="1" y="424"/>
                    <a:pt x="1" y="493"/>
                  </a:cubicBezTo>
                  <a:cubicBezTo>
                    <a:pt x="1" y="598"/>
                    <a:pt x="87" y="685"/>
                    <a:pt x="194" y="685"/>
                  </a:cubicBezTo>
                  <a:cubicBezTo>
                    <a:pt x="301" y="685"/>
                    <a:pt x="388" y="598"/>
                    <a:pt x="388" y="493"/>
                  </a:cubicBezTo>
                  <a:cubicBezTo>
                    <a:pt x="388" y="424"/>
                    <a:pt x="352" y="360"/>
                    <a:pt x="291" y="327"/>
                  </a:cubicBezTo>
                  <a:lnTo>
                    <a:pt x="277" y="252"/>
                  </a:lnTo>
                  <a:lnTo>
                    <a:pt x="246" y="252"/>
                  </a:lnTo>
                  <a:lnTo>
                    <a:pt x="246" y="220"/>
                  </a:lnTo>
                  <a:cubicBezTo>
                    <a:pt x="246" y="211"/>
                    <a:pt x="245" y="204"/>
                    <a:pt x="240" y="194"/>
                  </a:cubicBezTo>
                  <a:cubicBezTo>
                    <a:pt x="246" y="185"/>
                    <a:pt x="251" y="177"/>
                    <a:pt x="251" y="165"/>
                  </a:cubicBezTo>
                  <a:lnTo>
                    <a:pt x="251" y="140"/>
                  </a:lnTo>
                  <a:cubicBezTo>
                    <a:pt x="261" y="136"/>
                    <a:pt x="269" y="132"/>
                    <a:pt x="277" y="125"/>
                  </a:cubicBezTo>
                  <a:lnTo>
                    <a:pt x="298" y="103"/>
                  </a:lnTo>
                  <a:lnTo>
                    <a:pt x="323" y="126"/>
                  </a:lnTo>
                  <a:lnTo>
                    <a:pt x="298" y="149"/>
                  </a:lnTo>
                  <a:lnTo>
                    <a:pt x="340" y="213"/>
                  </a:lnTo>
                  <a:cubicBezTo>
                    <a:pt x="324" y="279"/>
                    <a:pt x="342" y="350"/>
                    <a:pt x="391" y="399"/>
                  </a:cubicBezTo>
                  <a:cubicBezTo>
                    <a:pt x="427" y="435"/>
                    <a:pt x="476" y="454"/>
                    <a:pt x="528" y="454"/>
                  </a:cubicBezTo>
                  <a:cubicBezTo>
                    <a:pt x="580" y="454"/>
                    <a:pt x="629" y="435"/>
                    <a:pt x="665" y="399"/>
                  </a:cubicBezTo>
                  <a:cubicBezTo>
                    <a:pt x="701" y="363"/>
                    <a:pt x="721" y="314"/>
                    <a:pt x="721" y="262"/>
                  </a:cubicBezTo>
                  <a:cubicBezTo>
                    <a:pt x="723" y="211"/>
                    <a:pt x="704" y="162"/>
                    <a:pt x="668" y="126"/>
                  </a:cubicBezTo>
                  <a:cubicBezTo>
                    <a:pt x="631" y="89"/>
                    <a:pt x="581" y="70"/>
                    <a:pt x="530" y="70"/>
                  </a:cubicBezTo>
                  <a:cubicBezTo>
                    <a:pt x="514" y="70"/>
                    <a:pt x="498" y="72"/>
                    <a:pt x="482" y="75"/>
                  </a:cubicBezTo>
                  <a:lnTo>
                    <a:pt x="418" y="34"/>
                  </a:lnTo>
                  <a:lnTo>
                    <a:pt x="398" y="54"/>
                  </a:lnTo>
                  <a:lnTo>
                    <a:pt x="375" y="31"/>
                  </a:lnTo>
                  <a:cubicBezTo>
                    <a:pt x="363" y="19"/>
                    <a:pt x="352" y="13"/>
                    <a:pt x="337" y="13"/>
                  </a:cubicBezTo>
                  <a:cubicBezTo>
                    <a:pt x="330" y="13"/>
                    <a:pt x="324" y="16"/>
                    <a:pt x="317" y="18"/>
                  </a:cubicBezTo>
                  <a:lnTo>
                    <a:pt x="316" y="15"/>
                  </a:lnTo>
                  <a:cubicBezTo>
                    <a:pt x="304" y="5"/>
                    <a:pt x="291"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 name="Google Shape;2441;p48"/>
          <p:cNvGrpSpPr/>
          <p:nvPr/>
        </p:nvGrpSpPr>
        <p:grpSpPr>
          <a:xfrm>
            <a:off x="905714" y="2707066"/>
            <a:ext cx="304327" cy="415568"/>
            <a:chOff x="905714" y="2707066"/>
            <a:chExt cx="304327" cy="415568"/>
          </a:xfrm>
        </p:grpSpPr>
        <p:sp>
          <p:nvSpPr>
            <p:cNvPr id="2442" name="Google Shape;2442;p48"/>
            <p:cNvSpPr/>
            <p:nvPr/>
          </p:nvSpPr>
          <p:spPr>
            <a:xfrm>
              <a:off x="1027906" y="2999865"/>
              <a:ext cx="39770" cy="13257"/>
            </a:xfrm>
            <a:custGeom>
              <a:rect b="b" l="l" r="r" t="t"/>
              <a:pathLst>
                <a:path extrusionOk="0" h="23" w="69">
                  <a:moveTo>
                    <a:pt x="1" y="1"/>
                  </a:moveTo>
                  <a:lnTo>
                    <a:pt x="1" y="22"/>
                  </a:lnTo>
                  <a:lnTo>
                    <a:pt x="68" y="22"/>
                  </a:lnTo>
                  <a:lnTo>
                    <a:pt x="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8"/>
            <p:cNvSpPr/>
            <p:nvPr/>
          </p:nvSpPr>
          <p:spPr>
            <a:xfrm>
              <a:off x="1003698" y="2999865"/>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8"/>
            <p:cNvSpPr/>
            <p:nvPr/>
          </p:nvSpPr>
          <p:spPr>
            <a:xfrm>
              <a:off x="979491" y="2999865"/>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8"/>
            <p:cNvSpPr/>
            <p:nvPr/>
          </p:nvSpPr>
          <p:spPr>
            <a:xfrm>
              <a:off x="1126467" y="2963554"/>
              <a:ext cx="59367" cy="48416"/>
            </a:xfrm>
            <a:custGeom>
              <a:rect b="b" l="l" r="r" t="t"/>
              <a:pathLst>
                <a:path extrusionOk="0" h="84" w="103">
                  <a:moveTo>
                    <a:pt x="81" y="0"/>
                  </a:moveTo>
                  <a:lnTo>
                    <a:pt x="81" y="62"/>
                  </a:lnTo>
                  <a:lnTo>
                    <a:pt x="0" y="62"/>
                  </a:lnTo>
                  <a:lnTo>
                    <a:pt x="0" y="84"/>
                  </a:lnTo>
                  <a:lnTo>
                    <a:pt x="103" y="84"/>
                  </a:lnTo>
                  <a:lnTo>
                    <a:pt x="1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8"/>
            <p:cNvSpPr/>
            <p:nvPr/>
          </p:nvSpPr>
          <p:spPr>
            <a:xfrm>
              <a:off x="1172577" y="2737037"/>
              <a:ext cx="13257" cy="53603"/>
            </a:xfrm>
            <a:custGeom>
              <a:rect b="b" l="l" r="r" t="t"/>
              <a:pathLst>
                <a:path extrusionOk="0" h="93" w="23">
                  <a:moveTo>
                    <a:pt x="1" y="0"/>
                  </a:moveTo>
                  <a:lnTo>
                    <a:pt x="1" y="93"/>
                  </a:lnTo>
                  <a:lnTo>
                    <a:pt x="23" y="93"/>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8"/>
            <p:cNvSpPr/>
            <p:nvPr/>
          </p:nvSpPr>
          <p:spPr>
            <a:xfrm>
              <a:off x="1172577" y="2802744"/>
              <a:ext cx="13257" cy="12680"/>
            </a:xfrm>
            <a:custGeom>
              <a:rect b="b" l="l" r="r" t="t"/>
              <a:pathLst>
                <a:path extrusionOk="0" h="22" w="23">
                  <a:moveTo>
                    <a:pt x="1" y="0"/>
                  </a:moveTo>
                  <a:lnTo>
                    <a:pt x="1" y="22"/>
                  </a:lnTo>
                  <a:lnTo>
                    <a:pt x="23" y="22"/>
                  </a:ln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8"/>
            <p:cNvSpPr/>
            <p:nvPr/>
          </p:nvSpPr>
          <p:spPr>
            <a:xfrm>
              <a:off x="1063642" y="2731273"/>
              <a:ext cx="81269" cy="12680"/>
            </a:xfrm>
            <a:custGeom>
              <a:rect b="b" l="l" r="r" t="t"/>
              <a:pathLst>
                <a:path extrusionOk="0" h="22" w="141">
                  <a:moveTo>
                    <a:pt x="1" y="0"/>
                  </a:moveTo>
                  <a:lnTo>
                    <a:pt x="1" y="22"/>
                  </a:lnTo>
                  <a:lnTo>
                    <a:pt x="141" y="22"/>
                  </a:lnTo>
                  <a:lnTo>
                    <a:pt x="1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8"/>
            <p:cNvSpPr/>
            <p:nvPr/>
          </p:nvSpPr>
          <p:spPr>
            <a:xfrm>
              <a:off x="975456" y="2731273"/>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8"/>
            <p:cNvSpPr/>
            <p:nvPr/>
          </p:nvSpPr>
          <p:spPr>
            <a:xfrm>
              <a:off x="1000240" y="2731273"/>
              <a:ext cx="11528" cy="12680"/>
            </a:xfrm>
            <a:custGeom>
              <a:rect b="b" l="l" r="r" t="t"/>
              <a:pathLst>
                <a:path extrusionOk="0" h="22" w="20">
                  <a:moveTo>
                    <a:pt x="1" y="0"/>
                  </a:moveTo>
                  <a:lnTo>
                    <a:pt x="1" y="22"/>
                  </a:lnTo>
                  <a:lnTo>
                    <a:pt x="20" y="22"/>
                  </a:lnTo>
                  <a:lnTo>
                    <a:pt x="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8"/>
            <p:cNvSpPr/>
            <p:nvPr/>
          </p:nvSpPr>
          <p:spPr>
            <a:xfrm>
              <a:off x="930498" y="2730121"/>
              <a:ext cx="34583" cy="73200"/>
            </a:xfrm>
            <a:custGeom>
              <a:rect b="b" l="l" r="r" t="t"/>
              <a:pathLst>
                <a:path extrusionOk="0" h="127" w="60">
                  <a:moveTo>
                    <a:pt x="42" y="1"/>
                  </a:moveTo>
                  <a:lnTo>
                    <a:pt x="42" y="2"/>
                  </a:lnTo>
                  <a:cubicBezTo>
                    <a:pt x="18" y="2"/>
                    <a:pt x="1" y="19"/>
                    <a:pt x="1" y="44"/>
                  </a:cubicBezTo>
                  <a:lnTo>
                    <a:pt x="1" y="126"/>
                  </a:lnTo>
                  <a:lnTo>
                    <a:pt x="22" y="126"/>
                  </a:lnTo>
                  <a:lnTo>
                    <a:pt x="22" y="44"/>
                  </a:lnTo>
                  <a:cubicBezTo>
                    <a:pt x="22" y="32"/>
                    <a:pt x="31" y="22"/>
                    <a:pt x="44" y="22"/>
                  </a:cubicBezTo>
                  <a:lnTo>
                    <a:pt x="60" y="22"/>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8"/>
            <p:cNvSpPr/>
            <p:nvPr/>
          </p:nvSpPr>
          <p:spPr>
            <a:xfrm>
              <a:off x="930498" y="2954332"/>
              <a:ext cx="13257" cy="54756"/>
            </a:xfrm>
            <a:custGeom>
              <a:rect b="b" l="l" r="r" t="t"/>
              <a:pathLst>
                <a:path extrusionOk="0" h="95" w="23">
                  <a:moveTo>
                    <a:pt x="1" y="0"/>
                  </a:moveTo>
                  <a:lnTo>
                    <a:pt x="1" y="94"/>
                  </a:lnTo>
                  <a:lnTo>
                    <a:pt x="22" y="94"/>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8"/>
            <p:cNvSpPr/>
            <p:nvPr/>
          </p:nvSpPr>
          <p:spPr>
            <a:xfrm>
              <a:off x="905714" y="2707066"/>
              <a:ext cx="304327" cy="415568"/>
            </a:xfrm>
            <a:custGeom>
              <a:rect b="b" l="l" r="r" t="t"/>
              <a:pathLst>
                <a:path extrusionOk="0" h="721" w="528">
                  <a:moveTo>
                    <a:pt x="507" y="22"/>
                  </a:moveTo>
                  <a:lnTo>
                    <a:pt x="507" y="553"/>
                  </a:lnTo>
                  <a:lnTo>
                    <a:pt x="58" y="553"/>
                  </a:lnTo>
                  <a:cubicBezTo>
                    <a:pt x="58" y="553"/>
                    <a:pt x="55" y="553"/>
                    <a:pt x="55" y="555"/>
                  </a:cubicBezTo>
                  <a:lnTo>
                    <a:pt x="54" y="555"/>
                  </a:lnTo>
                  <a:cubicBezTo>
                    <a:pt x="54" y="555"/>
                    <a:pt x="52" y="555"/>
                    <a:pt x="52" y="556"/>
                  </a:cubicBezTo>
                  <a:lnTo>
                    <a:pt x="51" y="556"/>
                  </a:lnTo>
                  <a:cubicBezTo>
                    <a:pt x="48" y="556"/>
                    <a:pt x="48" y="558"/>
                    <a:pt x="46" y="558"/>
                  </a:cubicBezTo>
                  <a:cubicBezTo>
                    <a:pt x="38" y="564"/>
                    <a:pt x="31" y="569"/>
                    <a:pt x="23" y="577"/>
                  </a:cubicBezTo>
                  <a:lnTo>
                    <a:pt x="23" y="85"/>
                  </a:lnTo>
                  <a:lnTo>
                    <a:pt x="22" y="85"/>
                  </a:lnTo>
                  <a:cubicBezTo>
                    <a:pt x="22" y="51"/>
                    <a:pt x="51" y="22"/>
                    <a:pt x="85" y="22"/>
                  </a:cubicBezTo>
                  <a:close/>
                  <a:moveTo>
                    <a:pt x="504" y="579"/>
                  </a:moveTo>
                  <a:lnTo>
                    <a:pt x="504" y="600"/>
                  </a:lnTo>
                  <a:lnTo>
                    <a:pt x="90" y="600"/>
                  </a:lnTo>
                  <a:lnTo>
                    <a:pt x="90" y="621"/>
                  </a:lnTo>
                  <a:lnTo>
                    <a:pt x="507" y="621"/>
                  </a:lnTo>
                  <a:lnTo>
                    <a:pt x="507" y="650"/>
                  </a:lnTo>
                  <a:lnTo>
                    <a:pt x="90" y="650"/>
                  </a:lnTo>
                  <a:lnTo>
                    <a:pt x="90" y="672"/>
                  </a:lnTo>
                  <a:lnTo>
                    <a:pt x="507" y="672"/>
                  </a:lnTo>
                  <a:lnTo>
                    <a:pt x="507" y="701"/>
                  </a:lnTo>
                  <a:lnTo>
                    <a:pt x="85" y="701"/>
                  </a:lnTo>
                  <a:cubicBezTo>
                    <a:pt x="51" y="701"/>
                    <a:pt x="22" y="672"/>
                    <a:pt x="22" y="637"/>
                  </a:cubicBezTo>
                  <a:lnTo>
                    <a:pt x="22" y="634"/>
                  </a:lnTo>
                  <a:lnTo>
                    <a:pt x="22" y="629"/>
                  </a:lnTo>
                  <a:lnTo>
                    <a:pt x="22" y="627"/>
                  </a:lnTo>
                  <a:cubicBezTo>
                    <a:pt x="25" y="608"/>
                    <a:pt x="36" y="594"/>
                    <a:pt x="51" y="585"/>
                  </a:cubicBezTo>
                  <a:lnTo>
                    <a:pt x="52" y="584"/>
                  </a:lnTo>
                  <a:cubicBezTo>
                    <a:pt x="52" y="584"/>
                    <a:pt x="54" y="584"/>
                    <a:pt x="54" y="581"/>
                  </a:cubicBezTo>
                  <a:cubicBezTo>
                    <a:pt x="54" y="581"/>
                    <a:pt x="57" y="581"/>
                    <a:pt x="57" y="579"/>
                  </a:cubicBezTo>
                  <a:close/>
                  <a:moveTo>
                    <a:pt x="85" y="0"/>
                  </a:moveTo>
                  <a:cubicBezTo>
                    <a:pt x="38" y="0"/>
                    <a:pt x="0" y="38"/>
                    <a:pt x="0" y="85"/>
                  </a:cubicBezTo>
                  <a:lnTo>
                    <a:pt x="0" y="643"/>
                  </a:lnTo>
                  <a:cubicBezTo>
                    <a:pt x="3" y="686"/>
                    <a:pt x="39" y="721"/>
                    <a:pt x="85" y="721"/>
                  </a:cubicBezTo>
                  <a:lnTo>
                    <a:pt x="527" y="721"/>
                  </a:lnTo>
                  <a:lnTo>
                    <a:pt x="5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8"/>
            <p:cNvSpPr/>
            <p:nvPr/>
          </p:nvSpPr>
          <p:spPr>
            <a:xfrm>
              <a:off x="930498" y="2786606"/>
              <a:ext cx="256488" cy="172913"/>
            </a:xfrm>
            <a:custGeom>
              <a:rect b="b" l="l" r="r" t="t"/>
              <a:pathLst>
                <a:path extrusionOk="0" h="300" w="445">
                  <a:moveTo>
                    <a:pt x="81" y="73"/>
                  </a:moveTo>
                  <a:lnTo>
                    <a:pt x="139" y="147"/>
                  </a:lnTo>
                  <a:lnTo>
                    <a:pt x="139" y="150"/>
                  </a:lnTo>
                  <a:lnTo>
                    <a:pt x="21" y="150"/>
                  </a:lnTo>
                  <a:lnTo>
                    <a:pt x="21" y="147"/>
                  </a:lnTo>
                  <a:lnTo>
                    <a:pt x="81" y="73"/>
                  </a:lnTo>
                  <a:close/>
                  <a:moveTo>
                    <a:pt x="362" y="75"/>
                  </a:moveTo>
                  <a:lnTo>
                    <a:pt x="421" y="150"/>
                  </a:lnTo>
                  <a:lnTo>
                    <a:pt x="421" y="151"/>
                  </a:lnTo>
                  <a:lnTo>
                    <a:pt x="302" y="151"/>
                  </a:lnTo>
                  <a:lnTo>
                    <a:pt x="302" y="150"/>
                  </a:lnTo>
                  <a:lnTo>
                    <a:pt x="362" y="75"/>
                  </a:lnTo>
                  <a:close/>
                  <a:moveTo>
                    <a:pt x="138" y="173"/>
                  </a:moveTo>
                  <a:cubicBezTo>
                    <a:pt x="133" y="200"/>
                    <a:pt x="109" y="222"/>
                    <a:pt x="80" y="222"/>
                  </a:cubicBezTo>
                  <a:cubicBezTo>
                    <a:pt x="51" y="222"/>
                    <a:pt x="25" y="200"/>
                    <a:pt x="21" y="173"/>
                  </a:cubicBezTo>
                  <a:close/>
                  <a:moveTo>
                    <a:pt x="419" y="173"/>
                  </a:moveTo>
                  <a:cubicBezTo>
                    <a:pt x="415" y="200"/>
                    <a:pt x="391" y="222"/>
                    <a:pt x="362" y="222"/>
                  </a:cubicBezTo>
                  <a:cubicBezTo>
                    <a:pt x="333" y="222"/>
                    <a:pt x="307" y="200"/>
                    <a:pt x="302" y="173"/>
                  </a:cubicBezTo>
                  <a:close/>
                  <a:moveTo>
                    <a:pt x="99" y="1"/>
                  </a:moveTo>
                  <a:lnTo>
                    <a:pt x="73" y="28"/>
                  </a:lnTo>
                  <a:lnTo>
                    <a:pt x="73" y="54"/>
                  </a:lnTo>
                  <a:lnTo>
                    <a:pt x="1" y="141"/>
                  </a:lnTo>
                  <a:lnTo>
                    <a:pt x="1" y="160"/>
                  </a:lnTo>
                  <a:cubicBezTo>
                    <a:pt x="1" y="206"/>
                    <a:pt x="37" y="242"/>
                    <a:pt x="81" y="242"/>
                  </a:cubicBezTo>
                  <a:cubicBezTo>
                    <a:pt x="126" y="242"/>
                    <a:pt x="162" y="206"/>
                    <a:pt x="162" y="160"/>
                  </a:cubicBezTo>
                  <a:lnTo>
                    <a:pt x="162" y="141"/>
                  </a:lnTo>
                  <a:lnTo>
                    <a:pt x="94" y="54"/>
                  </a:lnTo>
                  <a:lnTo>
                    <a:pt x="94" y="37"/>
                  </a:lnTo>
                  <a:lnTo>
                    <a:pt x="109" y="23"/>
                  </a:lnTo>
                  <a:lnTo>
                    <a:pt x="211" y="23"/>
                  </a:lnTo>
                  <a:lnTo>
                    <a:pt x="211" y="278"/>
                  </a:lnTo>
                  <a:lnTo>
                    <a:pt x="133" y="278"/>
                  </a:lnTo>
                  <a:lnTo>
                    <a:pt x="133" y="300"/>
                  </a:lnTo>
                  <a:lnTo>
                    <a:pt x="311" y="300"/>
                  </a:lnTo>
                  <a:lnTo>
                    <a:pt x="311" y="278"/>
                  </a:lnTo>
                  <a:lnTo>
                    <a:pt x="233" y="278"/>
                  </a:lnTo>
                  <a:lnTo>
                    <a:pt x="233" y="23"/>
                  </a:lnTo>
                  <a:lnTo>
                    <a:pt x="337" y="23"/>
                  </a:lnTo>
                  <a:lnTo>
                    <a:pt x="352" y="37"/>
                  </a:lnTo>
                  <a:lnTo>
                    <a:pt x="352" y="54"/>
                  </a:lnTo>
                  <a:lnTo>
                    <a:pt x="282" y="141"/>
                  </a:lnTo>
                  <a:lnTo>
                    <a:pt x="282" y="160"/>
                  </a:lnTo>
                  <a:cubicBezTo>
                    <a:pt x="282" y="206"/>
                    <a:pt x="318" y="242"/>
                    <a:pt x="363" y="242"/>
                  </a:cubicBezTo>
                  <a:cubicBezTo>
                    <a:pt x="408" y="242"/>
                    <a:pt x="444" y="206"/>
                    <a:pt x="444" y="160"/>
                  </a:cubicBezTo>
                  <a:lnTo>
                    <a:pt x="444" y="141"/>
                  </a:lnTo>
                  <a:lnTo>
                    <a:pt x="372" y="54"/>
                  </a:lnTo>
                  <a:lnTo>
                    <a:pt x="372" y="28"/>
                  </a:lnTo>
                  <a:lnTo>
                    <a:pt x="3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 name="Google Shape;2455;p48"/>
          <p:cNvGrpSpPr/>
          <p:nvPr/>
        </p:nvGrpSpPr>
        <p:grpSpPr>
          <a:xfrm>
            <a:off x="2410636" y="1404452"/>
            <a:ext cx="414415" cy="416145"/>
            <a:chOff x="2410636" y="1404452"/>
            <a:chExt cx="414415" cy="416145"/>
          </a:xfrm>
        </p:grpSpPr>
        <p:sp>
          <p:nvSpPr>
            <p:cNvPr id="2456" name="Google Shape;2456;p48"/>
            <p:cNvSpPr/>
            <p:nvPr/>
          </p:nvSpPr>
          <p:spPr>
            <a:xfrm>
              <a:off x="2410636" y="1404452"/>
              <a:ext cx="414415" cy="416145"/>
            </a:xfrm>
            <a:custGeom>
              <a:rect b="b" l="l" r="r" t="t"/>
              <a:pathLst>
                <a:path extrusionOk="0" h="722" w="719">
                  <a:moveTo>
                    <a:pt x="359" y="23"/>
                  </a:moveTo>
                  <a:cubicBezTo>
                    <a:pt x="384" y="23"/>
                    <a:pt x="404" y="43"/>
                    <a:pt x="404" y="69"/>
                  </a:cubicBezTo>
                  <a:cubicBezTo>
                    <a:pt x="404" y="93"/>
                    <a:pt x="384" y="114"/>
                    <a:pt x="359" y="114"/>
                  </a:cubicBezTo>
                  <a:cubicBezTo>
                    <a:pt x="335" y="114"/>
                    <a:pt x="314" y="93"/>
                    <a:pt x="314" y="69"/>
                  </a:cubicBezTo>
                  <a:cubicBezTo>
                    <a:pt x="313" y="43"/>
                    <a:pt x="335" y="23"/>
                    <a:pt x="359" y="23"/>
                  </a:cubicBezTo>
                  <a:close/>
                  <a:moveTo>
                    <a:pt x="111" y="85"/>
                  </a:moveTo>
                  <a:lnTo>
                    <a:pt x="192" y="194"/>
                  </a:lnTo>
                  <a:lnTo>
                    <a:pt x="27" y="194"/>
                  </a:lnTo>
                  <a:lnTo>
                    <a:pt x="111" y="85"/>
                  </a:lnTo>
                  <a:close/>
                  <a:moveTo>
                    <a:pt x="611" y="85"/>
                  </a:moveTo>
                  <a:lnTo>
                    <a:pt x="693" y="194"/>
                  </a:lnTo>
                  <a:lnTo>
                    <a:pt x="530" y="194"/>
                  </a:lnTo>
                  <a:lnTo>
                    <a:pt x="611" y="85"/>
                  </a:lnTo>
                  <a:close/>
                  <a:moveTo>
                    <a:pt x="195" y="216"/>
                  </a:moveTo>
                  <a:lnTo>
                    <a:pt x="195" y="231"/>
                  </a:lnTo>
                  <a:lnTo>
                    <a:pt x="197" y="231"/>
                  </a:lnTo>
                  <a:cubicBezTo>
                    <a:pt x="197" y="280"/>
                    <a:pt x="157" y="319"/>
                    <a:pt x="108" y="319"/>
                  </a:cubicBezTo>
                  <a:cubicBezTo>
                    <a:pt x="60" y="319"/>
                    <a:pt x="20" y="280"/>
                    <a:pt x="20" y="231"/>
                  </a:cubicBezTo>
                  <a:lnTo>
                    <a:pt x="20" y="216"/>
                  </a:lnTo>
                  <a:close/>
                  <a:moveTo>
                    <a:pt x="696" y="216"/>
                  </a:moveTo>
                  <a:lnTo>
                    <a:pt x="696" y="231"/>
                  </a:lnTo>
                  <a:lnTo>
                    <a:pt x="697" y="231"/>
                  </a:lnTo>
                  <a:cubicBezTo>
                    <a:pt x="697" y="280"/>
                    <a:pt x="657" y="319"/>
                    <a:pt x="609" y="319"/>
                  </a:cubicBezTo>
                  <a:cubicBezTo>
                    <a:pt x="560" y="319"/>
                    <a:pt x="520" y="280"/>
                    <a:pt x="520" y="231"/>
                  </a:cubicBezTo>
                  <a:lnTo>
                    <a:pt x="520" y="216"/>
                  </a:lnTo>
                  <a:close/>
                  <a:moveTo>
                    <a:pt x="418" y="135"/>
                  </a:moveTo>
                  <a:lnTo>
                    <a:pt x="418" y="440"/>
                  </a:lnTo>
                  <a:cubicBezTo>
                    <a:pt x="400" y="436"/>
                    <a:pt x="379" y="433"/>
                    <a:pt x="359" y="433"/>
                  </a:cubicBezTo>
                  <a:cubicBezTo>
                    <a:pt x="339" y="433"/>
                    <a:pt x="320" y="434"/>
                    <a:pt x="300" y="440"/>
                  </a:cubicBezTo>
                  <a:lnTo>
                    <a:pt x="300" y="135"/>
                  </a:lnTo>
                  <a:close/>
                  <a:moveTo>
                    <a:pt x="284" y="466"/>
                  </a:moveTo>
                  <a:lnTo>
                    <a:pt x="284" y="466"/>
                  </a:lnTo>
                  <a:cubicBezTo>
                    <a:pt x="270" y="478"/>
                    <a:pt x="257" y="496"/>
                    <a:pt x="244" y="517"/>
                  </a:cubicBezTo>
                  <a:cubicBezTo>
                    <a:pt x="235" y="531"/>
                    <a:pt x="228" y="548"/>
                    <a:pt x="222" y="567"/>
                  </a:cubicBezTo>
                  <a:lnTo>
                    <a:pt x="147" y="567"/>
                  </a:lnTo>
                  <a:cubicBezTo>
                    <a:pt x="179" y="520"/>
                    <a:pt x="228" y="483"/>
                    <a:pt x="284" y="466"/>
                  </a:cubicBezTo>
                  <a:close/>
                  <a:moveTo>
                    <a:pt x="368" y="455"/>
                  </a:moveTo>
                  <a:cubicBezTo>
                    <a:pt x="401" y="460"/>
                    <a:pt x="430" y="485"/>
                    <a:pt x="453" y="527"/>
                  </a:cubicBezTo>
                  <a:cubicBezTo>
                    <a:pt x="460" y="540"/>
                    <a:pt x="466" y="553"/>
                    <a:pt x="472" y="567"/>
                  </a:cubicBezTo>
                  <a:lnTo>
                    <a:pt x="368" y="567"/>
                  </a:lnTo>
                  <a:lnTo>
                    <a:pt x="368" y="455"/>
                  </a:lnTo>
                  <a:close/>
                  <a:moveTo>
                    <a:pt x="433" y="466"/>
                  </a:moveTo>
                  <a:lnTo>
                    <a:pt x="433" y="466"/>
                  </a:lnTo>
                  <a:cubicBezTo>
                    <a:pt x="489" y="483"/>
                    <a:pt x="538" y="520"/>
                    <a:pt x="570" y="567"/>
                  </a:cubicBezTo>
                  <a:lnTo>
                    <a:pt x="495" y="567"/>
                  </a:lnTo>
                  <a:cubicBezTo>
                    <a:pt x="489" y="548"/>
                    <a:pt x="482" y="533"/>
                    <a:pt x="473" y="517"/>
                  </a:cubicBezTo>
                  <a:cubicBezTo>
                    <a:pt x="462" y="495"/>
                    <a:pt x="447" y="478"/>
                    <a:pt x="433" y="466"/>
                  </a:cubicBezTo>
                  <a:close/>
                  <a:moveTo>
                    <a:pt x="349" y="456"/>
                  </a:moveTo>
                  <a:lnTo>
                    <a:pt x="349" y="569"/>
                  </a:lnTo>
                  <a:lnTo>
                    <a:pt x="245" y="569"/>
                  </a:lnTo>
                  <a:cubicBezTo>
                    <a:pt x="251" y="554"/>
                    <a:pt x="257" y="541"/>
                    <a:pt x="264" y="528"/>
                  </a:cubicBezTo>
                  <a:cubicBezTo>
                    <a:pt x="287" y="485"/>
                    <a:pt x="316" y="460"/>
                    <a:pt x="349" y="456"/>
                  </a:cubicBezTo>
                  <a:close/>
                  <a:moveTo>
                    <a:pt x="216" y="589"/>
                  </a:moveTo>
                  <a:cubicBezTo>
                    <a:pt x="208" y="622"/>
                    <a:pt x="202" y="661"/>
                    <a:pt x="200" y="700"/>
                  </a:cubicBezTo>
                  <a:lnTo>
                    <a:pt x="104" y="700"/>
                  </a:lnTo>
                  <a:cubicBezTo>
                    <a:pt x="105" y="661"/>
                    <a:pt x="115" y="621"/>
                    <a:pt x="134" y="589"/>
                  </a:cubicBezTo>
                  <a:close/>
                  <a:moveTo>
                    <a:pt x="349" y="589"/>
                  </a:moveTo>
                  <a:lnTo>
                    <a:pt x="349" y="700"/>
                  </a:lnTo>
                  <a:lnTo>
                    <a:pt x="222" y="700"/>
                  </a:lnTo>
                  <a:cubicBezTo>
                    <a:pt x="222" y="661"/>
                    <a:pt x="229" y="622"/>
                    <a:pt x="238" y="589"/>
                  </a:cubicBezTo>
                  <a:close/>
                  <a:moveTo>
                    <a:pt x="479" y="589"/>
                  </a:moveTo>
                  <a:cubicBezTo>
                    <a:pt x="489" y="622"/>
                    <a:pt x="495" y="661"/>
                    <a:pt x="495" y="700"/>
                  </a:cubicBezTo>
                  <a:lnTo>
                    <a:pt x="368" y="700"/>
                  </a:lnTo>
                  <a:lnTo>
                    <a:pt x="368" y="589"/>
                  </a:lnTo>
                  <a:close/>
                  <a:moveTo>
                    <a:pt x="583" y="589"/>
                  </a:moveTo>
                  <a:cubicBezTo>
                    <a:pt x="602" y="622"/>
                    <a:pt x="612" y="661"/>
                    <a:pt x="613" y="700"/>
                  </a:cubicBezTo>
                  <a:lnTo>
                    <a:pt x="517" y="700"/>
                  </a:lnTo>
                  <a:cubicBezTo>
                    <a:pt x="517" y="661"/>
                    <a:pt x="511" y="622"/>
                    <a:pt x="501" y="589"/>
                  </a:cubicBezTo>
                  <a:close/>
                  <a:moveTo>
                    <a:pt x="359" y="1"/>
                  </a:moveTo>
                  <a:cubicBezTo>
                    <a:pt x="327" y="1"/>
                    <a:pt x="299" y="24"/>
                    <a:pt x="294" y="57"/>
                  </a:cubicBezTo>
                  <a:lnTo>
                    <a:pt x="102" y="57"/>
                  </a:lnTo>
                  <a:lnTo>
                    <a:pt x="1" y="194"/>
                  </a:lnTo>
                  <a:lnTo>
                    <a:pt x="1" y="231"/>
                  </a:lnTo>
                  <a:cubicBezTo>
                    <a:pt x="1" y="290"/>
                    <a:pt x="50" y="339"/>
                    <a:pt x="109" y="339"/>
                  </a:cubicBezTo>
                  <a:cubicBezTo>
                    <a:pt x="170" y="339"/>
                    <a:pt x="218" y="290"/>
                    <a:pt x="218" y="231"/>
                  </a:cubicBezTo>
                  <a:lnTo>
                    <a:pt x="218" y="194"/>
                  </a:lnTo>
                  <a:lnTo>
                    <a:pt x="131" y="79"/>
                  </a:lnTo>
                  <a:lnTo>
                    <a:pt x="293" y="79"/>
                  </a:lnTo>
                  <a:cubicBezTo>
                    <a:pt x="294" y="92"/>
                    <a:pt x="301" y="105"/>
                    <a:pt x="310" y="114"/>
                  </a:cubicBezTo>
                  <a:lnTo>
                    <a:pt x="278" y="114"/>
                  </a:lnTo>
                  <a:lnTo>
                    <a:pt x="278" y="446"/>
                  </a:lnTo>
                  <a:cubicBezTo>
                    <a:pt x="167" y="479"/>
                    <a:pt x="86" y="580"/>
                    <a:pt x="80" y="700"/>
                  </a:cubicBezTo>
                  <a:lnTo>
                    <a:pt x="43" y="700"/>
                  </a:lnTo>
                  <a:lnTo>
                    <a:pt x="43" y="722"/>
                  </a:lnTo>
                  <a:lnTo>
                    <a:pt x="676" y="722"/>
                  </a:lnTo>
                  <a:lnTo>
                    <a:pt x="676" y="700"/>
                  </a:lnTo>
                  <a:lnTo>
                    <a:pt x="635" y="700"/>
                  </a:lnTo>
                  <a:cubicBezTo>
                    <a:pt x="632" y="579"/>
                    <a:pt x="550" y="481"/>
                    <a:pt x="439" y="446"/>
                  </a:cubicBezTo>
                  <a:lnTo>
                    <a:pt x="439" y="114"/>
                  </a:lnTo>
                  <a:lnTo>
                    <a:pt x="405" y="114"/>
                  </a:lnTo>
                  <a:cubicBezTo>
                    <a:pt x="416" y="105"/>
                    <a:pt x="420" y="92"/>
                    <a:pt x="424" y="79"/>
                  </a:cubicBezTo>
                  <a:lnTo>
                    <a:pt x="586" y="79"/>
                  </a:lnTo>
                  <a:lnTo>
                    <a:pt x="499" y="194"/>
                  </a:lnTo>
                  <a:lnTo>
                    <a:pt x="499" y="231"/>
                  </a:lnTo>
                  <a:cubicBezTo>
                    <a:pt x="499" y="290"/>
                    <a:pt x="548" y="339"/>
                    <a:pt x="608" y="339"/>
                  </a:cubicBezTo>
                  <a:cubicBezTo>
                    <a:pt x="668" y="339"/>
                    <a:pt x="716" y="290"/>
                    <a:pt x="716" y="231"/>
                  </a:cubicBezTo>
                  <a:lnTo>
                    <a:pt x="719" y="194"/>
                  </a:lnTo>
                  <a:lnTo>
                    <a:pt x="618" y="57"/>
                  </a:lnTo>
                  <a:lnTo>
                    <a:pt x="424" y="57"/>
                  </a:lnTo>
                  <a:cubicBezTo>
                    <a:pt x="418" y="24"/>
                    <a:pt x="392" y="1"/>
                    <a:pt x="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8"/>
            <p:cNvSpPr/>
            <p:nvPr/>
          </p:nvSpPr>
          <p:spPr>
            <a:xfrm>
              <a:off x="2812371" y="1807917"/>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8"/>
            <p:cNvSpPr/>
            <p:nvPr/>
          </p:nvSpPr>
          <p:spPr>
            <a:xfrm>
              <a:off x="2411789" y="1807917"/>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8"/>
            <p:cNvSpPr/>
            <p:nvPr/>
          </p:nvSpPr>
          <p:spPr>
            <a:xfrm>
              <a:off x="2484412" y="1756043"/>
              <a:ext cx="21326" cy="35735"/>
            </a:xfrm>
            <a:custGeom>
              <a:rect b="b" l="l" r="r" t="t"/>
              <a:pathLst>
                <a:path extrusionOk="0" h="62" w="37">
                  <a:moveTo>
                    <a:pt x="19" y="1"/>
                  </a:moveTo>
                  <a:cubicBezTo>
                    <a:pt x="9" y="18"/>
                    <a:pt x="4" y="38"/>
                    <a:pt x="0" y="57"/>
                  </a:cubicBezTo>
                  <a:lnTo>
                    <a:pt x="20" y="61"/>
                  </a:lnTo>
                  <a:cubicBezTo>
                    <a:pt x="23" y="42"/>
                    <a:pt x="29" y="25"/>
                    <a:pt x="36" y="9"/>
                  </a:cubicBezTo>
                  <a:lnTo>
                    <a:pt x="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8"/>
            <p:cNvSpPr/>
            <p:nvPr/>
          </p:nvSpPr>
          <p:spPr>
            <a:xfrm>
              <a:off x="2559918" y="1783709"/>
              <a:ext cx="30548" cy="12680"/>
            </a:xfrm>
            <a:custGeom>
              <a:rect b="b" l="l" r="r" t="t"/>
              <a:pathLst>
                <a:path extrusionOk="0" h="22" w="53">
                  <a:moveTo>
                    <a:pt x="1" y="0"/>
                  </a:moveTo>
                  <a:lnTo>
                    <a:pt x="1" y="22"/>
                  </a:lnTo>
                  <a:lnTo>
                    <a:pt x="53" y="22"/>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8"/>
            <p:cNvSpPr/>
            <p:nvPr/>
          </p:nvSpPr>
          <p:spPr>
            <a:xfrm>
              <a:off x="2644645" y="1783709"/>
              <a:ext cx="28819" cy="12680"/>
            </a:xfrm>
            <a:custGeom>
              <a:rect b="b" l="l" r="r" t="t"/>
              <a:pathLst>
                <a:path extrusionOk="0" h="22" w="50">
                  <a:moveTo>
                    <a:pt x="1" y="0"/>
                  </a:moveTo>
                  <a:lnTo>
                    <a:pt x="1" y="22"/>
                  </a:lnTo>
                  <a:lnTo>
                    <a:pt x="50" y="22"/>
                  </a:lnTo>
                  <a:lnTo>
                    <a:pt x="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8"/>
            <p:cNvSpPr/>
            <p:nvPr/>
          </p:nvSpPr>
          <p:spPr>
            <a:xfrm>
              <a:off x="2728220" y="1752584"/>
              <a:ext cx="23055" cy="38041"/>
            </a:xfrm>
            <a:custGeom>
              <a:rect b="b" l="l" r="r" t="t"/>
              <a:pathLst>
                <a:path extrusionOk="0" h="66" w="40">
                  <a:moveTo>
                    <a:pt x="18" y="1"/>
                  </a:moveTo>
                  <a:lnTo>
                    <a:pt x="0" y="9"/>
                  </a:lnTo>
                  <a:cubicBezTo>
                    <a:pt x="9" y="27"/>
                    <a:pt x="16" y="46"/>
                    <a:pt x="19" y="66"/>
                  </a:cubicBezTo>
                  <a:lnTo>
                    <a:pt x="39" y="61"/>
                  </a:lnTo>
                  <a:cubicBezTo>
                    <a:pt x="34" y="43"/>
                    <a:pt x="26" y="21"/>
                    <a:pt x="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8"/>
            <p:cNvSpPr/>
            <p:nvPr/>
          </p:nvSpPr>
          <p:spPr>
            <a:xfrm>
              <a:off x="2436573" y="1545665"/>
              <a:ext cx="36312" cy="31701"/>
            </a:xfrm>
            <a:custGeom>
              <a:rect b="b" l="l" r="r" t="t"/>
              <a:pathLst>
                <a:path extrusionOk="0" h="55" w="63">
                  <a:moveTo>
                    <a:pt x="20" y="0"/>
                  </a:moveTo>
                  <a:lnTo>
                    <a:pt x="1" y="7"/>
                  </a:lnTo>
                  <a:cubicBezTo>
                    <a:pt x="9" y="35"/>
                    <a:pt x="34" y="55"/>
                    <a:pt x="63" y="55"/>
                  </a:cubicBezTo>
                  <a:lnTo>
                    <a:pt x="63" y="33"/>
                  </a:lnTo>
                  <a:cubicBezTo>
                    <a:pt x="44" y="30"/>
                    <a:pt x="27" y="19"/>
                    <a:pt x="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8"/>
            <p:cNvSpPr/>
            <p:nvPr/>
          </p:nvSpPr>
          <p:spPr>
            <a:xfrm>
              <a:off x="2762226" y="1545665"/>
              <a:ext cx="37465" cy="31701"/>
            </a:xfrm>
            <a:custGeom>
              <a:rect b="b" l="l" r="r" t="t"/>
              <a:pathLst>
                <a:path extrusionOk="0" h="55" w="65">
                  <a:moveTo>
                    <a:pt x="44" y="0"/>
                  </a:moveTo>
                  <a:cubicBezTo>
                    <a:pt x="38" y="20"/>
                    <a:pt x="21" y="33"/>
                    <a:pt x="1" y="33"/>
                  </a:cubicBezTo>
                  <a:lnTo>
                    <a:pt x="1" y="55"/>
                  </a:lnTo>
                  <a:cubicBezTo>
                    <a:pt x="29" y="55"/>
                    <a:pt x="54" y="36"/>
                    <a:pt x="64" y="7"/>
                  </a:cubicBezTo>
                  <a:lnTo>
                    <a:pt x="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8"/>
            <p:cNvSpPr/>
            <p:nvPr/>
          </p:nvSpPr>
          <p:spPr>
            <a:xfrm>
              <a:off x="2597382" y="1598692"/>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8"/>
            <p:cNvSpPr/>
            <p:nvPr/>
          </p:nvSpPr>
          <p:spPr>
            <a:xfrm>
              <a:off x="2597382" y="1494367"/>
              <a:ext cx="13257" cy="93373"/>
            </a:xfrm>
            <a:custGeom>
              <a:rect b="b" l="l" r="r" t="t"/>
              <a:pathLst>
                <a:path extrusionOk="0" h="162" w="23">
                  <a:moveTo>
                    <a:pt x="1" y="1"/>
                  </a:moveTo>
                  <a:lnTo>
                    <a:pt x="1" y="161"/>
                  </a:lnTo>
                  <a:lnTo>
                    <a:pt x="22" y="16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8"/>
            <p:cNvSpPr/>
            <p:nvPr/>
          </p:nvSpPr>
          <p:spPr>
            <a:xfrm>
              <a:off x="2597382" y="1621747"/>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8"/>
            <p:cNvSpPr/>
            <p:nvPr/>
          </p:nvSpPr>
          <p:spPr>
            <a:xfrm>
              <a:off x="2625048" y="1621747"/>
              <a:ext cx="12680" cy="13257"/>
            </a:xfrm>
            <a:custGeom>
              <a:rect b="b" l="l" r="r" t="t"/>
              <a:pathLst>
                <a:path extrusionOk="0" h="23" w="22">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8"/>
            <p:cNvSpPr/>
            <p:nvPr/>
          </p:nvSpPr>
          <p:spPr>
            <a:xfrm>
              <a:off x="2625048" y="1494367"/>
              <a:ext cx="12680" cy="93373"/>
            </a:xfrm>
            <a:custGeom>
              <a:rect b="b" l="l" r="r" t="t"/>
              <a:pathLst>
                <a:path extrusionOk="0" h="162" w="22">
                  <a:moveTo>
                    <a:pt x="0" y="1"/>
                  </a:moveTo>
                  <a:lnTo>
                    <a:pt x="0" y="161"/>
                  </a:lnTo>
                  <a:lnTo>
                    <a:pt x="22" y="16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8"/>
            <p:cNvSpPr/>
            <p:nvPr/>
          </p:nvSpPr>
          <p:spPr>
            <a:xfrm>
              <a:off x="2625048" y="1598692"/>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8"/>
            <p:cNvSpPr/>
            <p:nvPr/>
          </p:nvSpPr>
          <p:spPr>
            <a:xfrm>
              <a:off x="2612368" y="1437306"/>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2" name="Google Shape;2472;p48"/>
          <p:cNvGrpSpPr/>
          <p:nvPr/>
        </p:nvGrpSpPr>
        <p:grpSpPr>
          <a:xfrm>
            <a:off x="853264" y="1406182"/>
            <a:ext cx="409804" cy="413839"/>
            <a:chOff x="853264" y="1406182"/>
            <a:chExt cx="409804" cy="413839"/>
          </a:xfrm>
        </p:grpSpPr>
        <p:sp>
          <p:nvSpPr>
            <p:cNvPr id="2473" name="Google Shape;2473;p48"/>
            <p:cNvSpPr/>
            <p:nvPr/>
          </p:nvSpPr>
          <p:spPr>
            <a:xfrm>
              <a:off x="853264" y="1406182"/>
              <a:ext cx="409804" cy="413839"/>
            </a:xfrm>
            <a:custGeom>
              <a:rect b="b" l="l" r="r" t="t"/>
              <a:pathLst>
                <a:path extrusionOk="0" h="718" w="711">
                  <a:moveTo>
                    <a:pt x="555" y="20"/>
                  </a:moveTo>
                  <a:lnTo>
                    <a:pt x="555" y="83"/>
                  </a:lnTo>
                  <a:lnTo>
                    <a:pt x="155" y="83"/>
                  </a:lnTo>
                  <a:lnTo>
                    <a:pt x="155" y="20"/>
                  </a:lnTo>
                  <a:close/>
                  <a:moveTo>
                    <a:pt x="555" y="105"/>
                  </a:moveTo>
                  <a:lnTo>
                    <a:pt x="555" y="563"/>
                  </a:lnTo>
                  <a:lnTo>
                    <a:pt x="155" y="563"/>
                  </a:lnTo>
                  <a:lnTo>
                    <a:pt x="155" y="105"/>
                  </a:lnTo>
                  <a:close/>
                  <a:moveTo>
                    <a:pt x="133" y="298"/>
                  </a:moveTo>
                  <a:lnTo>
                    <a:pt x="133" y="564"/>
                  </a:lnTo>
                  <a:lnTo>
                    <a:pt x="111" y="564"/>
                  </a:lnTo>
                  <a:lnTo>
                    <a:pt x="111" y="298"/>
                  </a:lnTo>
                  <a:close/>
                  <a:moveTo>
                    <a:pt x="598" y="298"/>
                  </a:moveTo>
                  <a:lnTo>
                    <a:pt x="598" y="564"/>
                  </a:lnTo>
                  <a:lnTo>
                    <a:pt x="577" y="564"/>
                  </a:lnTo>
                  <a:lnTo>
                    <a:pt x="577" y="298"/>
                  </a:lnTo>
                  <a:close/>
                  <a:moveTo>
                    <a:pt x="624" y="241"/>
                  </a:moveTo>
                  <a:cubicBezTo>
                    <a:pt x="642" y="241"/>
                    <a:pt x="656" y="255"/>
                    <a:pt x="656" y="272"/>
                  </a:cubicBezTo>
                  <a:lnTo>
                    <a:pt x="656" y="619"/>
                  </a:lnTo>
                  <a:lnTo>
                    <a:pt x="441" y="619"/>
                  </a:lnTo>
                  <a:lnTo>
                    <a:pt x="441" y="631"/>
                  </a:lnTo>
                  <a:cubicBezTo>
                    <a:pt x="441" y="636"/>
                    <a:pt x="438" y="639"/>
                    <a:pt x="432" y="639"/>
                  </a:cubicBezTo>
                  <a:lnTo>
                    <a:pt x="280" y="639"/>
                  </a:lnTo>
                  <a:cubicBezTo>
                    <a:pt x="275" y="639"/>
                    <a:pt x="272" y="636"/>
                    <a:pt x="272" y="631"/>
                  </a:cubicBezTo>
                  <a:lnTo>
                    <a:pt x="272" y="619"/>
                  </a:lnTo>
                  <a:lnTo>
                    <a:pt x="57" y="619"/>
                  </a:lnTo>
                  <a:lnTo>
                    <a:pt x="57" y="272"/>
                  </a:lnTo>
                  <a:lnTo>
                    <a:pt x="55" y="272"/>
                  </a:lnTo>
                  <a:cubicBezTo>
                    <a:pt x="55" y="255"/>
                    <a:pt x="70" y="241"/>
                    <a:pt x="87" y="241"/>
                  </a:cubicBezTo>
                  <a:lnTo>
                    <a:pt x="133" y="241"/>
                  </a:lnTo>
                  <a:lnTo>
                    <a:pt x="133" y="277"/>
                  </a:lnTo>
                  <a:lnTo>
                    <a:pt x="91" y="277"/>
                  </a:lnTo>
                  <a:lnTo>
                    <a:pt x="91" y="586"/>
                  </a:lnTo>
                  <a:lnTo>
                    <a:pt x="620" y="586"/>
                  </a:lnTo>
                  <a:lnTo>
                    <a:pt x="620" y="277"/>
                  </a:lnTo>
                  <a:lnTo>
                    <a:pt x="578" y="277"/>
                  </a:lnTo>
                  <a:lnTo>
                    <a:pt x="578" y="241"/>
                  </a:lnTo>
                  <a:close/>
                  <a:moveTo>
                    <a:pt x="686" y="641"/>
                  </a:moveTo>
                  <a:lnTo>
                    <a:pt x="686" y="667"/>
                  </a:lnTo>
                  <a:lnTo>
                    <a:pt x="689" y="667"/>
                  </a:lnTo>
                  <a:cubicBezTo>
                    <a:pt x="689" y="684"/>
                    <a:pt x="675" y="699"/>
                    <a:pt x="656" y="699"/>
                  </a:cubicBezTo>
                  <a:lnTo>
                    <a:pt x="51" y="699"/>
                  </a:lnTo>
                  <a:cubicBezTo>
                    <a:pt x="33" y="699"/>
                    <a:pt x="19" y="684"/>
                    <a:pt x="19" y="667"/>
                  </a:cubicBezTo>
                  <a:lnTo>
                    <a:pt x="19" y="641"/>
                  </a:lnTo>
                  <a:lnTo>
                    <a:pt x="249" y="641"/>
                  </a:lnTo>
                  <a:cubicBezTo>
                    <a:pt x="252" y="652"/>
                    <a:pt x="265" y="661"/>
                    <a:pt x="278" y="661"/>
                  </a:cubicBezTo>
                  <a:lnTo>
                    <a:pt x="429" y="661"/>
                  </a:lnTo>
                  <a:cubicBezTo>
                    <a:pt x="441" y="661"/>
                    <a:pt x="452" y="652"/>
                    <a:pt x="458" y="641"/>
                  </a:cubicBezTo>
                  <a:close/>
                  <a:moveTo>
                    <a:pt x="135" y="1"/>
                  </a:moveTo>
                  <a:lnTo>
                    <a:pt x="135" y="220"/>
                  </a:lnTo>
                  <a:lnTo>
                    <a:pt x="90" y="220"/>
                  </a:lnTo>
                  <a:cubicBezTo>
                    <a:pt x="61" y="220"/>
                    <a:pt x="36" y="244"/>
                    <a:pt x="36" y="272"/>
                  </a:cubicBezTo>
                  <a:lnTo>
                    <a:pt x="36" y="619"/>
                  </a:lnTo>
                  <a:lnTo>
                    <a:pt x="0" y="619"/>
                  </a:lnTo>
                  <a:lnTo>
                    <a:pt x="0" y="664"/>
                  </a:lnTo>
                  <a:cubicBezTo>
                    <a:pt x="0" y="694"/>
                    <a:pt x="25" y="717"/>
                    <a:pt x="54" y="717"/>
                  </a:cubicBezTo>
                  <a:lnTo>
                    <a:pt x="657" y="717"/>
                  </a:lnTo>
                  <a:cubicBezTo>
                    <a:pt x="686" y="717"/>
                    <a:pt x="711" y="693"/>
                    <a:pt x="711" y="664"/>
                  </a:cubicBezTo>
                  <a:lnTo>
                    <a:pt x="711" y="619"/>
                  </a:lnTo>
                  <a:lnTo>
                    <a:pt x="676" y="619"/>
                  </a:lnTo>
                  <a:lnTo>
                    <a:pt x="676" y="272"/>
                  </a:lnTo>
                  <a:cubicBezTo>
                    <a:pt x="676" y="244"/>
                    <a:pt x="653" y="220"/>
                    <a:pt x="624" y="220"/>
                  </a:cubicBezTo>
                  <a:lnTo>
                    <a:pt x="578" y="220"/>
                  </a:lnTo>
                  <a:lnTo>
                    <a:pt x="5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8"/>
            <p:cNvSpPr/>
            <p:nvPr/>
          </p:nvSpPr>
          <p:spPr>
            <a:xfrm>
              <a:off x="954706" y="1503013"/>
              <a:ext cx="208072" cy="176372"/>
            </a:xfrm>
            <a:custGeom>
              <a:rect b="b" l="l" r="r" t="t"/>
              <a:pathLst>
                <a:path extrusionOk="0" h="306" w="361">
                  <a:moveTo>
                    <a:pt x="292" y="65"/>
                  </a:moveTo>
                  <a:lnTo>
                    <a:pt x="333" y="143"/>
                  </a:lnTo>
                  <a:lnTo>
                    <a:pt x="255" y="143"/>
                  </a:lnTo>
                  <a:lnTo>
                    <a:pt x="292" y="65"/>
                  </a:lnTo>
                  <a:close/>
                  <a:moveTo>
                    <a:pt x="68" y="67"/>
                  </a:moveTo>
                  <a:lnTo>
                    <a:pt x="106" y="145"/>
                  </a:lnTo>
                  <a:lnTo>
                    <a:pt x="29" y="145"/>
                  </a:lnTo>
                  <a:lnTo>
                    <a:pt x="68" y="67"/>
                  </a:lnTo>
                  <a:close/>
                  <a:moveTo>
                    <a:pt x="110" y="165"/>
                  </a:moveTo>
                  <a:cubicBezTo>
                    <a:pt x="106" y="184"/>
                    <a:pt x="89" y="201"/>
                    <a:pt x="67" y="201"/>
                  </a:cubicBezTo>
                  <a:cubicBezTo>
                    <a:pt x="45" y="201"/>
                    <a:pt x="26" y="187"/>
                    <a:pt x="22" y="165"/>
                  </a:cubicBezTo>
                  <a:close/>
                  <a:moveTo>
                    <a:pt x="336" y="165"/>
                  </a:moveTo>
                  <a:cubicBezTo>
                    <a:pt x="333" y="184"/>
                    <a:pt x="314" y="201"/>
                    <a:pt x="292" y="201"/>
                  </a:cubicBezTo>
                  <a:cubicBezTo>
                    <a:pt x="271" y="201"/>
                    <a:pt x="253" y="187"/>
                    <a:pt x="247" y="165"/>
                  </a:cubicBezTo>
                  <a:close/>
                  <a:moveTo>
                    <a:pt x="229" y="262"/>
                  </a:moveTo>
                  <a:cubicBezTo>
                    <a:pt x="239" y="262"/>
                    <a:pt x="247" y="269"/>
                    <a:pt x="247" y="279"/>
                  </a:cubicBezTo>
                  <a:lnTo>
                    <a:pt x="247" y="284"/>
                  </a:lnTo>
                  <a:lnTo>
                    <a:pt x="113" y="284"/>
                  </a:lnTo>
                  <a:lnTo>
                    <a:pt x="113" y="279"/>
                  </a:lnTo>
                  <a:cubicBezTo>
                    <a:pt x="113" y="271"/>
                    <a:pt x="120" y="262"/>
                    <a:pt x="132" y="262"/>
                  </a:cubicBezTo>
                  <a:close/>
                  <a:moveTo>
                    <a:pt x="168" y="0"/>
                  </a:moveTo>
                  <a:lnTo>
                    <a:pt x="168" y="31"/>
                  </a:lnTo>
                  <a:lnTo>
                    <a:pt x="60" y="31"/>
                  </a:lnTo>
                  <a:lnTo>
                    <a:pt x="0" y="152"/>
                  </a:lnTo>
                  <a:lnTo>
                    <a:pt x="0" y="154"/>
                  </a:lnTo>
                  <a:cubicBezTo>
                    <a:pt x="0" y="190"/>
                    <a:pt x="31" y="220"/>
                    <a:pt x="67" y="220"/>
                  </a:cubicBezTo>
                  <a:cubicBezTo>
                    <a:pt x="103" y="220"/>
                    <a:pt x="133" y="190"/>
                    <a:pt x="133" y="154"/>
                  </a:cubicBezTo>
                  <a:lnTo>
                    <a:pt x="133" y="152"/>
                  </a:lnTo>
                  <a:lnTo>
                    <a:pt x="83" y="52"/>
                  </a:lnTo>
                  <a:lnTo>
                    <a:pt x="168" y="52"/>
                  </a:lnTo>
                  <a:lnTo>
                    <a:pt x="168" y="242"/>
                  </a:lnTo>
                  <a:lnTo>
                    <a:pt x="129" y="242"/>
                  </a:lnTo>
                  <a:cubicBezTo>
                    <a:pt x="109" y="242"/>
                    <a:pt x="91" y="260"/>
                    <a:pt x="91" y="281"/>
                  </a:cubicBezTo>
                  <a:lnTo>
                    <a:pt x="91" y="305"/>
                  </a:lnTo>
                  <a:lnTo>
                    <a:pt x="269" y="305"/>
                  </a:lnTo>
                  <a:lnTo>
                    <a:pt x="269" y="281"/>
                  </a:lnTo>
                  <a:cubicBezTo>
                    <a:pt x="269" y="259"/>
                    <a:pt x="250" y="242"/>
                    <a:pt x="230" y="242"/>
                  </a:cubicBezTo>
                  <a:lnTo>
                    <a:pt x="193" y="242"/>
                  </a:lnTo>
                  <a:lnTo>
                    <a:pt x="193" y="52"/>
                  </a:lnTo>
                  <a:lnTo>
                    <a:pt x="278" y="52"/>
                  </a:lnTo>
                  <a:lnTo>
                    <a:pt x="227" y="152"/>
                  </a:lnTo>
                  <a:lnTo>
                    <a:pt x="227" y="154"/>
                  </a:lnTo>
                  <a:cubicBezTo>
                    <a:pt x="227" y="190"/>
                    <a:pt x="258" y="220"/>
                    <a:pt x="294" y="220"/>
                  </a:cubicBezTo>
                  <a:cubicBezTo>
                    <a:pt x="330" y="220"/>
                    <a:pt x="360" y="190"/>
                    <a:pt x="360" y="154"/>
                  </a:cubicBezTo>
                  <a:lnTo>
                    <a:pt x="360" y="152"/>
                  </a:lnTo>
                  <a:lnTo>
                    <a:pt x="298" y="31"/>
                  </a:lnTo>
                  <a:lnTo>
                    <a:pt x="190" y="31"/>
                  </a:lnTo>
                  <a:lnTo>
                    <a:pt x="1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8"/>
            <p:cNvSpPr/>
            <p:nvPr/>
          </p:nvSpPr>
          <p:spPr>
            <a:xfrm>
              <a:off x="1146064" y="1786014"/>
              <a:ext cx="32277" cy="13257"/>
            </a:xfrm>
            <a:custGeom>
              <a:rect b="b" l="l" r="r" t="t"/>
              <a:pathLst>
                <a:path extrusionOk="0" h="23" w="56">
                  <a:moveTo>
                    <a:pt x="1" y="1"/>
                  </a:moveTo>
                  <a:lnTo>
                    <a:pt x="1" y="22"/>
                  </a:lnTo>
                  <a:lnTo>
                    <a:pt x="56" y="22"/>
                  </a:lnTo>
                  <a:lnTo>
                    <a:pt x="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8"/>
            <p:cNvSpPr/>
            <p:nvPr/>
          </p:nvSpPr>
          <p:spPr>
            <a:xfrm>
              <a:off x="1190445" y="178601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8"/>
            <p:cNvSpPr/>
            <p:nvPr/>
          </p:nvSpPr>
          <p:spPr>
            <a:xfrm>
              <a:off x="881506" y="1786014"/>
              <a:ext cx="32854" cy="13257"/>
            </a:xfrm>
            <a:custGeom>
              <a:rect b="b" l="l" r="r" t="t"/>
              <a:pathLst>
                <a:path extrusionOk="0" h="23" w="57">
                  <a:moveTo>
                    <a:pt x="0" y="1"/>
                  </a:moveTo>
                  <a:lnTo>
                    <a:pt x="0" y="22"/>
                  </a:lnTo>
                  <a:lnTo>
                    <a:pt x="57" y="22"/>
                  </a:lnTo>
                  <a:lnTo>
                    <a:pt x="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8"/>
            <p:cNvSpPr/>
            <p:nvPr/>
          </p:nvSpPr>
          <p:spPr>
            <a:xfrm>
              <a:off x="950672" y="178601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8"/>
            <p:cNvSpPr/>
            <p:nvPr/>
          </p:nvSpPr>
          <p:spPr>
            <a:xfrm>
              <a:off x="926464" y="178601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8"/>
            <p:cNvSpPr/>
            <p:nvPr/>
          </p:nvSpPr>
          <p:spPr>
            <a:xfrm>
              <a:off x="1148946" y="1705321"/>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8"/>
            <p:cNvSpPr/>
            <p:nvPr/>
          </p:nvSpPr>
          <p:spPr>
            <a:xfrm>
              <a:off x="1148946" y="1653448"/>
              <a:ext cx="12680" cy="41499"/>
            </a:xfrm>
            <a:custGeom>
              <a:rect b="b" l="l" r="r" t="t"/>
              <a:pathLst>
                <a:path extrusionOk="0" h="72" w="22">
                  <a:moveTo>
                    <a:pt x="0" y="1"/>
                  </a:moveTo>
                  <a:lnTo>
                    <a:pt x="0" y="72"/>
                  </a:lnTo>
                  <a:lnTo>
                    <a:pt x="22" y="7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8"/>
            <p:cNvSpPr/>
            <p:nvPr/>
          </p:nvSpPr>
          <p:spPr>
            <a:xfrm>
              <a:off x="956435" y="1429813"/>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8"/>
            <p:cNvSpPr/>
            <p:nvPr/>
          </p:nvSpPr>
          <p:spPr>
            <a:xfrm>
              <a:off x="1005428" y="1429813"/>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8"/>
            <p:cNvSpPr/>
            <p:nvPr/>
          </p:nvSpPr>
          <p:spPr>
            <a:xfrm>
              <a:off x="980643" y="1429813"/>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8"/>
            <p:cNvSpPr/>
            <p:nvPr/>
          </p:nvSpPr>
          <p:spPr>
            <a:xfrm>
              <a:off x="1147216" y="1429813"/>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8"/>
            <p:cNvSpPr/>
            <p:nvPr/>
          </p:nvSpPr>
          <p:spPr>
            <a:xfrm>
              <a:off x="1123009" y="1429813"/>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8"/>
            <p:cNvSpPr/>
            <p:nvPr/>
          </p:nvSpPr>
          <p:spPr>
            <a:xfrm>
              <a:off x="1048656" y="1429813"/>
              <a:ext cx="62249" cy="12680"/>
            </a:xfrm>
            <a:custGeom>
              <a:rect b="b" l="l" r="r" t="t"/>
              <a:pathLst>
                <a:path extrusionOk="0" h="22" w="108">
                  <a:moveTo>
                    <a:pt x="1" y="0"/>
                  </a:moveTo>
                  <a:lnTo>
                    <a:pt x="1" y="22"/>
                  </a:lnTo>
                  <a:lnTo>
                    <a:pt x="108" y="22"/>
                  </a:lnTo>
                  <a:lnTo>
                    <a:pt x="1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8"/>
            <p:cNvSpPr/>
            <p:nvPr/>
          </p:nvSpPr>
          <p:spPr>
            <a:xfrm>
              <a:off x="1012920" y="1478805"/>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8"/>
            <p:cNvSpPr/>
            <p:nvPr/>
          </p:nvSpPr>
          <p:spPr>
            <a:xfrm>
              <a:off x="960470" y="1478805"/>
              <a:ext cx="41499" cy="13257"/>
            </a:xfrm>
            <a:custGeom>
              <a:rect b="b" l="l" r="r" t="t"/>
              <a:pathLst>
                <a:path extrusionOk="0" h="23" w="72">
                  <a:moveTo>
                    <a:pt x="1" y="0"/>
                  </a:moveTo>
                  <a:lnTo>
                    <a:pt x="1" y="22"/>
                  </a:lnTo>
                  <a:lnTo>
                    <a:pt x="71" y="22"/>
                  </a:lnTo>
                  <a:lnTo>
                    <a:pt x="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8"/>
            <p:cNvSpPr/>
            <p:nvPr/>
          </p:nvSpPr>
          <p:spPr>
            <a:xfrm>
              <a:off x="1051538" y="1690336"/>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8"/>
            <p:cNvSpPr/>
            <p:nvPr/>
          </p:nvSpPr>
          <p:spPr>
            <a:xfrm>
              <a:off x="1027330" y="1690336"/>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8"/>
            <p:cNvSpPr/>
            <p:nvPr/>
          </p:nvSpPr>
          <p:spPr>
            <a:xfrm>
              <a:off x="1076322" y="1690336"/>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8"/>
            <p:cNvSpPr/>
            <p:nvPr/>
          </p:nvSpPr>
          <p:spPr>
            <a:xfrm>
              <a:off x="1104564" y="1478805"/>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8"/>
            <p:cNvSpPr/>
            <p:nvPr/>
          </p:nvSpPr>
          <p:spPr>
            <a:xfrm>
              <a:off x="1080357" y="1478805"/>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8"/>
            <p:cNvSpPr/>
            <p:nvPr/>
          </p:nvSpPr>
          <p:spPr>
            <a:xfrm>
              <a:off x="1129349" y="1478805"/>
              <a:ext cx="32277" cy="32854"/>
            </a:xfrm>
            <a:custGeom>
              <a:rect b="b" l="l" r="r" t="t"/>
              <a:pathLst>
                <a:path extrusionOk="0" h="57" w="56">
                  <a:moveTo>
                    <a:pt x="1" y="0"/>
                  </a:moveTo>
                  <a:lnTo>
                    <a:pt x="1" y="22"/>
                  </a:lnTo>
                  <a:lnTo>
                    <a:pt x="34" y="22"/>
                  </a:lnTo>
                  <a:lnTo>
                    <a:pt x="34" y="57"/>
                  </a:lnTo>
                  <a:lnTo>
                    <a:pt x="56" y="57"/>
                  </a:lnTo>
                  <a:lnTo>
                    <a:pt x="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8"/>
            <p:cNvSpPr/>
            <p:nvPr/>
          </p:nvSpPr>
          <p:spPr>
            <a:xfrm>
              <a:off x="952977" y="1686301"/>
              <a:ext cx="32854" cy="32854"/>
            </a:xfrm>
            <a:custGeom>
              <a:rect b="b" l="l" r="r" t="t"/>
              <a:pathLst>
                <a:path extrusionOk="0" h="57" w="57">
                  <a:moveTo>
                    <a:pt x="1" y="0"/>
                  </a:moveTo>
                  <a:lnTo>
                    <a:pt x="1" y="57"/>
                  </a:lnTo>
                  <a:lnTo>
                    <a:pt x="57" y="57"/>
                  </a:lnTo>
                  <a:lnTo>
                    <a:pt x="57" y="35"/>
                  </a:lnTo>
                  <a:lnTo>
                    <a:pt x="22" y="35"/>
                  </a:lnTo>
                  <a:lnTo>
                    <a:pt x="22" y="33"/>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8"/>
            <p:cNvSpPr/>
            <p:nvPr/>
          </p:nvSpPr>
          <p:spPr>
            <a:xfrm>
              <a:off x="954706" y="1662093"/>
              <a:ext cx="13257" cy="12680"/>
            </a:xfrm>
            <a:custGeom>
              <a:rect b="b" l="l" r="r" t="t"/>
              <a:pathLst>
                <a:path extrusionOk="0" h="22"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8"/>
            <p:cNvSpPr/>
            <p:nvPr/>
          </p:nvSpPr>
          <p:spPr>
            <a:xfrm>
              <a:off x="954706" y="1636733"/>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 name="Google Shape;2499;p48"/>
          <p:cNvGrpSpPr/>
          <p:nvPr/>
        </p:nvGrpSpPr>
        <p:grpSpPr>
          <a:xfrm>
            <a:off x="2507467" y="2040197"/>
            <a:ext cx="225364" cy="414992"/>
            <a:chOff x="2507467" y="2040197"/>
            <a:chExt cx="225364" cy="414992"/>
          </a:xfrm>
        </p:grpSpPr>
        <p:sp>
          <p:nvSpPr>
            <p:cNvPr id="2500" name="Google Shape;2500;p48"/>
            <p:cNvSpPr/>
            <p:nvPr/>
          </p:nvSpPr>
          <p:spPr>
            <a:xfrm>
              <a:off x="2625048" y="2273053"/>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8"/>
            <p:cNvSpPr/>
            <p:nvPr/>
          </p:nvSpPr>
          <p:spPr>
            <a:xfrm>
              <a:off x="2547237" y="2273053"/>
              <a:ext cx="41499" cy="13257"/>
            </a:xfrm>
            <a:custGeom>
              <a:rect b="b" l="l" r="r" t="t"/>
              <a:pathLst>
                <a:path extrusionOk="0" h="23" w="72">
                  <a:moveTo>
                    <a:pt x="1" y="1"/>
                  </a:moveTo>
                  <a:lnTo>
                    <a:pt x="1" y="22"/>
                  </a:lnTo>
                  <a:lnTo>
                    <a:pt x="72" y="22"/>
                  </a:lnTo>
                  <a:lnTo>
                    <a:pt x="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8"/>
            <p:cNvSpPr/>
            <p:nvPr/>
          </p:nvSpPr>
          <p:spPr>
            <a:xfrm>
              <a:off x="2599688" y="2273053"/>
              <a:ext cx="13257" cy="13257"/>
            </a:xfrm>
            <a:custGeom>
              <a:rect b="b" l="l" r="r" t="t"/>
              <a:pathLst>
                <a:path extrusionOk="0" h="23" w="23">
                  <a:moveTo>
                    <a:pt x="1" y="1"/>
                  </a:moveTo>
                  <a:lnTo>
                    <a:pt x="1" y="22"/>
                  </a:lnTo>
                  <a:lnTo>
                    <a:pt x="23" y="22"/>
                  </a:lnTo>
                  <a:lnTo>
                    <a:pt x="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8"/>
            <p:cNvSpPr/>
            <p:nvPr/>
          </p:nvSpPr>
          <p:spPr>
            <a:xfrm>
              <a:off x="2631388" y="2359510"/>
              <a:ext cx="32277" cy="13257"/>
            </a:xfrm>
            <a:custGeom>
              <a:rect b="b" l="l" r="r" t="t"/>
              <a:pathLst>
                <a:path extrusionOk="0" h="23" w="56">
                  <a:moveTo>
                    <a:pt x="1" y="1"/>
                  </a:moveTo>
                  <a:lnTo>
                    <a:pt x="1" y="22"/>
                  </a:lnTo>
                  <a:lnTo>
                    <a:pt x="56" y="22"/>
                  </a:lnTo>
                  <a:lnTo>
                    <a:pt x="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8"/>
            <p:cNvSpPr/>
            <p:nvPr/>
          </p:nvSpPr>
          <p:spPr>
            <a:xfrm>
              <a:off x="2582396" y="2064981"/>
              <a:ext cx="34006" cy="26513"/>
            </a:xfrm>
            <a:custGeom>
              <a:rect b="b" l="l" r="r" t="t"/>
              <a:pathLst>
                <a:path extrusionOk="0" h="46" w="59">
                  <a:moveTo>
                    <a:pt x="58" y="0"/>
                  </a:moveTo>
                  <a:cubicBezTo>
                    <a:pt x="34" y="0"/>
                    <a:pt x="12" y="13"/>
                    <a:pt x="1" y="35"/>
                  </a:cubicBezTo>
                  <a:lnTo>
                    <a:pt x="18" y="45"/>
                  </a:lnTo>
                  <a:cubicBezTo>
                    <a:pt x="25" y="31"/>
                    <a:pt x="41" y="22"/>
                    <a:pt x="58" y="22"/>
                  </a:cubicBezTo>
                  <a:lnTo>
                    <a:pt x="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8"/>
            <p:cNvSpPr/>
            <p:nvPr/>
          </p:nvSpPr>
          <p:spPr>
            <a:xfrm>
              <a:off x="2507467" y="2040197"/>
              <a:ext cx="225364" cy="414992"/>
            </a:xfrm>
            <a:custGeom>
              <a:rect b="b" l="l" r="r" t="t"/>
              <a:pathLst>
                <a:path extrusionOk="0" h="720" w="391">
                  <a:moveTo>
                    <a:pt x="188" y="22"/>
                  </a:moveTo>
                  <a:cubicBezTo>
                    <a:pt x="233" y="22"/>
                    <a:pt x="271" y="55"/>
                    <a:pt x="275" y="101"/>
                  </a:cubicBezTo>
                  <a:lnTo>
                    <a:pt x="99" y="101"/>
                  </a:lnTo>
                  <a:cubicBezTo>
                    <a:pt x="106" y="56"/>
                    <a:pt x="142" y="22"/>
                    <a:pt x="188" y="22"/>
                  </a:cubicBezTo>
                  <a:close/>
                  <a:moveTo>
                    <a:pt x="107" y="121"/>
                  </a:moveTo>
                  <a:lnTo>
                    <a:pt x="107" y="158"/>
                  </a:lnTo>
                  <a:lnTo>
                    <a:pt x="87" y="158"/>
                  </a:lnTo>
                  <a:cubicBezTo>
                    <a:pt x="83" y="158"/>
                    <a:pt x="83" y="155"/>
                    <a:pt x="83" y="153"/>
                  </a:cubicBezTo>
                  <a:lnTo>
                    <a:pt x="83" y="124"/>
                  </a:lnTo>
                  <a:cubicBezTo>
                    <a:pt x="83" y="123"/>
                    <a:pt x="84" y="121"/>
                    <a:pt x="87" y="121"/>
                  </a:cubicBezTo>
                  <a:close/>
                  <a:moveTo>
                    <a:pt x="155" y="121"/>
                  </a:moveTo>
                  <a:lnTo>
                    <a:pt x="155" y="158"/>
                  </a:lnTo>
                  <a:lnTo>
                    <a:pt x="131" y="158"/>
                  </a:lnTo>
                  <a:lnTo>
                    <a:pt x="131" y="121"/>
                  </a:lnTo>
                  <a:close/>
                  <a:moveTo>
                    <a:pt x="203" y="121"/>
                  </a:moveTo>
                  <a:lnTo>
                    <a:pt x="203" y="158"/>
                  </a:lnTo>
                  <a:lnTo>
                    <a:pt x="177" y="158"/>
                  </a:lnTo>
                  <a:lnTo>
                    <a:pt x="177" y="121"/>
                  </a:lnTo>
                  <a:close/>
                  <a:moveTo>
                    <a:pt x="248" y="121"/>
                  </a:moveTo>
                  <a:lnTo>
                    <a:pt x="248" y="158"/>
                  </a:lnTo>
                  <a:lnTo>
                    <a:pt x="222" y="158"/>
                  </a:lnTo>
                  <a:lnTo>
                    <a:pt x="222" y="121"/>
                  </a:lnTo>
                  <a:close/>
                  <a:moveTo>
                    <a:pt x="291" y="121"/>
                  </a:moveTo>
                  <a:cubicBezTo>
                    <a:pt x="294" y="121"/>
                    <a:pt x="294" y="123"/>
                    <a:pt x="294" y="124"/>
                  </a:cubicBezTo>
                  <a:lnTo>
                    <a:pt x="294" y="153"/>
                  </a:lnTo>
                  <a:cubicBezTo>
                    <a:pt x="294" y="155"/>
                    <a:pt x="292" y="158"/>
                    <a:pt x="291" y="158"/>
                  </a:cubicBezTo>
                  <a:lnTo>
                    <a:pt x="269" y="158"/>
                  </a:lnTo>
                  <a:lnTo>
                    <a:pt x="269" y="121"/>
                  </a:lnTo>
                  <a:close/>
                  <a:moveTo>
                    <a:pt x="278" y="178"/>
                  </a:moveTo>
                  <a:lnTo>
                    <a:pt x="278" y="227"/>
                  </a:lnTo>
                  <a:lnTo>
                    <a:pt x="265" y="227"/>
                  </a:lnTo>
                  <a:cubicBezTo>
                    <a:pt x="262" y="217"/>
                    <a:pt x="249" y="207"/>
                    <a:pt x="236" y="207"/>
                  </a:cubicBezTo>
                  <a:lnTo>
                    <a:pt x="210" y="207"/>
                  </a:lnTo>
                  <a:cubicBezTo>
                    <a:pt x="203" y="207"/>
                    <a:pt x="196" y="211"/>
                    <a:pt x="190" y="214"/>
                  </a:cubicBezTo>
                  <a:cubicBezTo>
                    <a:pt x="184" y="210"/>
                    <a:pt x="177" y="207"/>
                    <a:pt x="170" y="207"/>
                  </a:cubicBezTo>
                  <a:lnTo>
                    <a:pt x="142" y="207"/>
                  </a:lnTo>
                  <a:cubicBezTo>
                    <a:pt x="129" y="207"/>
                    <a:pt x="119" y="217"/>
                    <a:pt x="113" y="227"/>
                  </a:cubicBezTo>
                  <a:lnTo>
                    <a:pt x="100" y="227"/>
                  </a:lnTo>
                  <a:lnTo>
                    <a:pt x="102" y="178"/>
                  </a:lnTo>
                  <a:close/>
                  <a:moveTo>
                    <a:pt x="170" y="230"/>
                  </a:moveTo>
                  <a:cubicBezTo>
                    <a:pt x="175" y="230"/>
                    <a:pt x="178" y="233"/>
                    <a:pt x="178" y="238"/>
                  </a:cubicBezTo>
                  <a:cubicBezTo>
                    <a:pt x="178" y="244"/>
                    <a:pt x="175" y="247"/>
                    <a:pt x="170" y="247"/>
                  </a:cubicBezTo>
                  <a:lnTo>
                    <a:pt x="142" y="247"/>
                  </a:lnTo>
                  <a:cubicBezTo>
                    <a:pt x="138" y="247"/>
                    <a:pt x="133" y="244"/>
                    <a:pt x="133" y="238"/>
                  </a:cubicBezTo>
                  <a:cubicBezTo>
                    <a:pt x="133" y="233"/>
                    <a:pt x="138" y="230"/>
                    <a:pt x="142" y="230"/>
                  </a:cubicBezTo>
                  <a:close/>
                  <a:moveTo>
                    <a:pt x="236" y="230"/>
                  </a:moveTo>
                  <a:cubicBezTo>
                    <a:pt x="242" y="230"/>
                    <a:pt x="246" y="233"/>
                    <a:pt x="246" y="238"/>
                  </a:cubicBezTo>
                  <a:cubicBezTo>
                    <a:pt x="246" y="244"/>
                    <a:pt x="242" y="247"/>
                    <a:pt x="236" y="247"/>
                  </a:cubicBezTo>
                  <a:lnTo>
                    <a:pt x="210" y="247"/>
                  </a:lnTo>
                  <a:cubicBezTo>
                    <a:pt x="204" y="247"/>
                    <a:pt x="200" y="244"/>
                    <a:pt x="200" y="238"/>
                  </a:cubicBezTo>
                  <a:cubicBezTo>
                    <a:pt x="200" y="233"/>
                    <a:pt x="204" y="230"/>
                    <a:pt x="210" y="230"/>
                  </a:cubicBezTo>
                  <a:close/>
                  <a:moveTo>
                    <a:pt x="276" y="249"/>
                  </a:moveTo>
                  <a:cubicBezTo>
                    <a:pt x="275" y="275"/>
                    <a:pt x="261" y="298"/>
                    <a:pt x="242" y="312"/>
                  </a:cubicBezTo>
                  <a:cubicBezTo>
                    <a:pt x="232" y="321"/>
                    <a:pt x="217" y="327"/>
                    <a:pt x="203" y="328"/>
                  </a:cubicBezTo>
                  <a:lnTo>
                    <a:pt x="175" y="328"/>
                  </a:lnTo>
                  <a:cubicBezTo>
                    <a:pt x="135" y="321"/>
                    <a:pt x="105" y="289"/>
                    <a:pt x="102" y="249"/>
                  </a:cubicBezTo>
                  <a:lnTo>
                    <a:pt x="113" y="249"/>
                  </a:lnTo>
                  <a:cubicBezTo>
                    <a:pt x="118" y="260"/>
                    <a:pt x="129" y="269"/>
                    <a:pt x="142" y="269"/>
                  </a:cubicBezTo>
                  <a:lnTo>
                    <a:pt x="170" y="269"/>
                  </a:lnTo>
                  <a:cubicBezTo>
                    <a:pt x="177" y="269"/>
                    <a:pt x="184" y="266"/>
                    <a:pt x="190" y="262"/>
                  </a:cubicBezTo>
                  <a:cubicBezTo>
                    <a:pt x="196" y="267"/>
                    <a:pt x="203" y="269"/>
                    <a:pt x="210" y="269"/>
                  </a:cubicBezTo>
                  <a:lnTo>
                    <a:pt x="236" y="269"/>
                  </a:lnTo>
                  <a:cubicBezTo>
                    <a:pt x="249" y="269"/>
                    <a:pt x="261" y="260"/>
                    <a:pt x="265" y="249"/>
                  </a:cubicBezTo>
                  <a:close/>
                  <a:moveTo>
                    <a:pt x="253" y="328"/>
                  </a:moveTo>
                  <a:cubicBezTo>
                    <a:pt x="275" y="338"/>
                    <a:pt x="294" y="350"/>
                    <a:pt x="313" y="367"/>
                  </a:cubicBezTo>
                  <a:lnTo>
                    <a:pt x="74" y="367"/>
                  </a:lnTo>
                  <a:cubicBezTo>
                    <a:pt x="89" y="353"/>
                    <a:pt x="106" y="340"/>
                    <a:pt x="128" y="331"/>
                  </a:cubicBezTo>
                  <a:cubicBezTo>
                    <a:pt x="142" y="341"/>
                    <a:pt x="161" y="347"/>
                    <a:pt x="178" y="348"/>
                  </a:cubicBezTo>
                  <a:lnTo>
                    <a:pt x="200" y="348"/>
                  </a:lnTo>
                  <a:cubicBezTo>
                    <a:pt x="219" y="347"/>
                    <a:pt x="236" y="340"/>
                    <a:pt x="253" y="328"/>
                  </a:cubicBezTo>
                  <a:close/>
                  <a:moveTo>
                    <a:pt x="330" y="389"/>
                  </a:moveTo>
                  <a:cubicBezTo>
                    <a:pt x="343" y="405"/>
                    <a:pt x="352" y="422"/>
                    <a:pt x="357" y="442"/>
                  </a:cubicBezTo>
                  <a:lnTo>
                    <a:pt x="27" y="442"/>
                  </a:lnTo>
                  <a:cubicBezTo>
                    <a:pt x="32" y="422"/>
                    <a:pt x="41" y="405"/>
                    <a:pt x="54" y="389"/>
                  </a:cubicBezTo>
                  <a:close/>
                  <a:moveTo>
                    <a:pt x="359" y="462"/>
                  </a:moveTo>
                  <a:cubicBezTo>
                    <a:pt x="362" y="471"/>
                    <a:pt x="362" y="480"/>
                    <a:pt x="362" y="491"/>
                  </a:cubicBezTo>
                  <a:lnTo>
                    <a:pt x="362" y="516"/>
                  </a:lnTo>
                  <a:lnTo>
                    <a:pt x="318" y="516"/>
                  </a:lnTo>
                  <a:lnTo>
                    <a:pt x="318" y="480"/>
                  </a:lnTo>
                  <a:lnTo>
                    <a:pt x="297" y="480"/>
                  </a:lnTo>
                  <a:lnTo>
                    <a:pt x="297" y="516"/>
                  </a:lnTo>
                  <a:lnTo>
                    <a:pt x="87" y="516"/>
                  </a:lnTo>
                  <a:lnTo>
                    <a:pt x="87" y="480"/>
                  </a:lnTo>
                  <a:lnTo>
                    <a:pt x="66" y="480"/>
                  </a:lnTo>
                  <a:lnTo>
                    <a:pt x="66" y="516"/>
                  </a:lnTo>
                  <a:lnTo>
                    <a:pt x="18" y="516"/>
                  </a:lnTo>
                  <a:lnTo>
                    <a:pt x="18" y="491"/>
                  </a:lnTo>
                  <a:cubicBezTo>
                    <a:pt x="18" y="483"/>
                    <a:pt x="18" y="471"/>
                    <a:pt x="19" y="462"/>
                  </a:cubicBezTo>
                  <a:close/>
                  <a:moveTo>
                    <a:pt x="66" y="537"/>
                  </a:moveTo>
                  <a:lnTo>
                    <a:pt x="66" y="592"/>
                  </a:lnTo>
                  <a:lnTo>
                    <a:pt x="18" y="592"/>
                  </a:lnTo>
                  <a:lnTo>
                    <a:pt x="18" y="537"/>
                  </a:lnTo>
                  <a:close/>
                  <a:moveTo>
                    <a:pt x="297" y="537"/>
                  </a:moveTo>
                  <a:lnTo>
                    <a:pt x="297" y="592"/>
                  </a:lnTo>
                  <a:lnTo>
                    <a:pt x="87" y="592"/>
                  </a:lnTo>
                  <a:lnTo>
                    <a:pt x="87" y="537"/>
                  </a:lnTo>
                  <a:close/>
                  <a:moveTo>
                    <a:pt x="365" y="537"/>
                  </a:moveTo>
                  <a:lnTo>
                    <a:pt x="365" y="592"/>
                  </a:lnTo>
                  <a:lnTo>
                    <a:pt x="318" y="592"/>
                  </a:lnTo>
                  <a:lnTo>
                    <a:pt x="318" y="537"/>
                  </a:lnTo>
                  <a:close/>
                  <a:moveTo>
                    <a:pt x="66" y="611"/>
                  </a:moveTo>
                  <a:lnTo>
                    <a:pt x="66" y="666"/>
                  </a:lnTo>
                  <a:lnTo>
                    <a:pt x="18" y="666"/>
                  </a:lnTo>
                  <a:lnTo>
                    <a:pt x="18" y="611"/>
                  </a:lnTo>
                  <a:close/>
                  <a:moveTo>
                    <a:pt x="297" y="611"/>
                  </a:moveTo>
                  <a:lnTo>
                    <a:pt x="297" y="666"/>
                  </a:lnTo>
                  <a:lnTo>
                    <a:pt x="87" y="666"/>
                  </a:lnTo>
                  <a:lnTo>
                    <a:pt x="87" y="611"/>
                  </a:lnTo>
                  <a:close/>
                  <a:moveTo>
                    <a:pt x="365" y="611"/>
                  </a:moveTo>
                  <a:lnTo>
                    <a:pt x="365" y="666"/>
                  </a:lnTo>
                  <a:lnTo>
                    <a:pt x="318" y="666"/>
                  </a:lnTo>
                  <a:lnTo>
                    <a:pt x="318" y="611"/>
                  </a:lnTo>
                  <a:close/>
                  <a:moveTo>
                    <a:pt x="190" y="0"/>
                  </a:moveTo>
                  <a:cubicBezTo>
                    <a:pt x="132" y="0"/>
                    <a:pt x="84" y="45"/>
                    <a:pt x="81" y="101"/>
                  </a:cubicBezTo>
                  <a:cubicBezTo>
                    <a:pt x="70" y="103"/>
                    <a:pt x="63" y="113"/>
                    <a:pt x="63" y="124"/>
                  </a:cubicBezTo>
                  <a:lnTo>
                    <a:pt x="63" y="153"/>
                  </a:lnTo>
                  <a:cubicBezTo>
                    <a:pt x="63" y="163"/>
                    <a:pt x="70" y="175"/>
                    <a:pt x="81" y="176"/>
                  </a:cubicBezTo>
                  <a:lnTo>
                    <a:pt x="81" y="240"/>
                  </a:lnTo>
                  <a:cubicBezTo>
                    <a:pt x="81" y="269"/>
                    <a:pt x="92" y="296"/>
                    <a:pt x="112" y="315"/>
                  </a:cubicBezTo>
                  <a:cubicBezTo>
                    <a:pt x="45" y="347"/>
                    <a:pt x="1" y="415"/>
                    <a:pt x="1" y="491"/>
                  </a:cubicBezTo>
                  <a:lnTo>
                    <a:pt x="1" y="719"/>
                  </a:lnTo>
                  <a:lnTo>
                    <a:pt x="22" y="719"/>
                  </a:lnTo>
                  <a:lnTo>
                    <a:pt x="22" y="688"/>
                  </a:lnTo>
                  <a:lnTo>
                    <a:pt x="68" y="688"/>
                  </a:lnTo>
                  <a:lnTo>
                    <a:pt x="68" y="719"/>
                  </a:lnTo>
                  <a:lnTo>
                    <a:pt x="90" y="719"/>
                  </a:lnTo>
                  <a:lnTo>
                    <a:pt x="90" y="688"/>
                  </a:lnTo>
                  <a:lnTo>
                    <a:pt x="300" y="688"/>
                  </a:lnTo>
                  <a:lnTo>
                    <a:pt x="300" y="719"/>
                  </a:lnTo>
                  <a:lnTo>
                    <a:pt x="321" y="719"/>
                  </a:lnTo>
                  <a:lnTo>
                    <a:pt x="321" y="688"/>
                  </a:lnTo>
                  <a:lnTo>
                    <a:pt x="369" y="688"/>
                  </a:lnTo>
                  <a:lnTo>
                    <a:pt x="369" y="719"/>
                  </a:lnTo>
                  <a:lnTo>
                    <a:pt x="391" y="719"/>
                  </a:lnTo>
                  <a:lnTo>
                    <a:pt x="391" y="491"/>
                  </a:lnTo>
                  <a:cubicBezTo>
                    <a:pt x="385" y="413"/>
                    <a:pt x="340" y="345"/>
                    <a:pt x="269" y="314"/>
                  </a:cubicBezTo>
                  <a:cubicBezTo>
                    <a:pt x="287" y="293"/>
                    <a:pt x="298" y="269"/>
                    <a:pt x="298" y="240"/>
                  </a:cubicBezTo>
                  <a:lnTo>
                    <a:pt x="298" y="176"/>
                  </a:lnTo>
                  <a:cubicBezTo>
                    <a:pt x="308" y="173"/>
                    <a:pt x="315" y="163"/>
                    <a:pt x="315" y="153"/>
                  </a:cubicBezTo>
                  <a:lnTo>
                    <a:pt x="315" y="124"/>
                  </a:lnTo>
                  <a:cubicBezTo>
                    <a:pt x="315" y="113"/>
                    <a:pt x="308" y="103"/>
                    <a:pt x="298" y="101"/>
                  </a:cubicBezTo>
                  <a:cubicBezTo>
                    <a:pt x="294" y="45"/>
                    <a:pt x="248" y="0"/>
                    <a:pt x="1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48"/>
          <p:cNvGrpSpPr/>
          <p:nvPr/>
        </p:nvGrpSpPr>
        <p:grpSpPr>
          <a:xfrm>
            <a:off x="1626762" y="1403300"/>
            <a:ext cx="417297" cy="415568"/>
            <a:chOff x="1626762" y="1403300"/>
            <a:chExt cx="417297" cy="415568"/>
          </a:xfrm>
        </p:grpSpPr>
        <p:sp>
          <p:nvSpPr>
            <p:cNvPr id="2507" name="Google Shape;2507;p48"/>
            <p:cNvSpPr/>
            <p:nvPr/>
          </p:nvSpPr>
          <p:spPr>
            <a:xfrm>
              <a:off x="1918986" y="1403300"/>
              <a:ext cx="125074" cy="351590"/>
            </a:xfrm>
            <a:custGeom>
              <a:rect b="b" l="l" r="r" t="t"/>
              <a:pathLst>
                <a:path extrusionOk="0" h="610" w="217">
                  <a:moveTo>
                    <a:pt x="94" y="26"/>
                  </a:moveTo>
                  <a:cubicBezTo>
                    <a:pt x="120" y="26"/>
                    <a:pt x="145" y="39"/>
                    <a:pt x="158" y="62"/>
                  </a:cubicBezTo>
                  <a:cubicBezTo>
                    <a:pt x="163" y="72"/>
                    <a:pt x="162" y="84"/>
                    <a:pt x="152" y="91"/>
                  </a:cubicBezTo>
                  <a:cubicBezTo>
                    <a:pt x="137" y="104"/>
                    <a:pt x="130" y="123"/>
                    <a:pt x="135" y="143"/>
                  </a:cubicBezTo>
                  <a:lnTo>
                    <a:pt x="140" y="176"/>
                  </a:lnTo>
                  <a:cubicBezTo>
                    <a:pt x="142" y="182"/>
                    <a:pt x="136" y="188"/>
                    <a:pt x="130" y="189"/>
                  </a:cubicBezTo>
                  <a:cubicBezTo>
                    <a:pt x="130" y="189"/>
                    <a:pt x="129" y="190"/>
                    <a:pt x="129" y="190"/>
                  </a:cubicBezTo>
                  <a:cubicBezTo>
                    <a:pt x="125" y="190"/>
                    <a:pt x="120" y="184"/>
                    <a:pt x="119" y="181"/>
                  </a:cubicBezTo>
                  <a:lnTo>
                    <a:pt x="113" y="155"/>
                  </a:lnTo>
                  <a:cubicBezTo>
                    <a:pt x="109" y="131"/>
                    <a:pt x="90" y="113"/>
                    <a:pt x="65" y="111"/>
                  </a:cubicBezTo>
                  <a:lnTo>
                    <a:pt x="44" y="107"/>
                  </a:lnTo>
                  <a:cubicBezTo>
                    <a:pt x="36" y="107"/>
                    <a:pt x="32" y="103"/>
                    <a:pt x="28" y="97"/>
                  </a:cubicBezTo>
                  <a:cubicBezTo>
                    <a:pt x="25" y="91"/>
                    <a:pt x="22" y="85"/>
                    <a:pt x="25" y="79"/>
                  </a:cubicBezTo>
                  <a:cubicBezTo>
                    <a:pt x="32" y="53"/>
                    <a:pt x="54" y="35"/>
                    <a:pt x="78" y="29"/>
                  </a:cubicBezTo>
                  <a:cubicBezTo>
                    <a:pt x="84" y="26"/>
                    <a:pt x="90" y="26"/>
                    <a:pt x="94" y="26"/>
                  </a:cubicBezTo>
                  <a:close/>
                  <a:moveTo>
                    <a:pt x="70" y="130"/>
                  </a:moveTo>
                  <a:cubicBezTo>
                    <a:pt x="81" y="131"/>
                    <a:pt x="93" y="143"/>
                    <a:pt x="94" y="155"/>
                  </a:cubicBezTo>
                  <a:lnTo>
                    <a:pt x="100" y="181"/>
                  </a:lnTo>
                  <a:cubicBezTo>
                    <a:pt x="101" y="195"/>
                    <a:pt x="116" y="205"/>
                    <a:pt x="130" y="205"/>
                  </a:cubicBezTo>
                  <a:lnTo>
                    <a:pt x="136" y="205"/>
                  </a:lnTo>
                  <a:cubicBezTo>
                    <a:pt x="139" y="205"/>
                    <a:pt x="143" y="204"/>
                    <a:pt x="148" y="202"/>
                  </a:cubicBezTo>
                  <a:lnTo>
                    <a:pt x="152" y="234"/>
                  </a:lnTo>
                  <a:lnTo>
                    <a:pt x="90" y="247"/>
                  </a:lnTo>
                  <a:lnTo>
                    <a:pt x="70" y="130"/>
                  </a:lnTo>
                  <a:close/>
                  <a:moveTo>
                    <a:pt x="135" y="262"/>
                  </a:moveTo>
                  <a:lnTo>
                    <a:pt x="192" y="588"/>
                  </a:lnTo>
                  <a:lnTo>
                    <a:pt x="171" y="592"/>
                  </a:lnTo>
                  <a:lnTo>
                    <a:pt x="114" y="266"/>
                  </a:lnTo>
                  <a:lnTo>
                    <a:pt x="135" y="262"/>
                  </a:lnTo>
                  <a:close/>
                  <a:moveTo>
                    <a:pt x="95" y="1"/>
                  </a:moveTo>
                  <a:cubicBezTo>
                    <a:pt x="89" y="1"/>
                    <a:pt x="82" y="2"/>
                    <a:pt x="75" y="3"/>
                  </a:cubicBezTo>
                  <a:cubicBezTo>
                    <a:pt x="42" y="10"/>
                    <a:pt x="15" y="36"/>
                    <a:pt x="5" y="68"/>
                  </a:cubicBezTo>
                  <a:cubicBezTo>
                    <a:pt x="0" y="81"/>
                    <a:pt x="3" y="94"/>
                    <a:pt x="10" y="104"/>
                  </a:cubicBezTo>
                  <a:cubicBezTo>
                    <a:pt x="18" y="116"/>
                    <a:pt x="29" y="123"/>
                    <a:pt x="42" y="123"/>
                  </a:cubicBezTo>
                  <a:lnTo>
                    <a:pt x="46" y="123"/>
                  </a:lnTo>
                  <a:lnTo>
                    <a:pt x="71" y="267"/>
                  </a:lnTo>
                  <a:lnTo>
                    <a:pt x="93" y="263"/>
                  </a:lnTo>
                  <a:lnTo>
                    <a:pt x="155" y="610"/>
                  </a:lnTo>
                  <a:lnTo>
                    <a:pt x="217" y="600"/>
                  </a:lnTo>
                  <a:lnTo>
                    <a:pt x="156" y="256"/>
                  </a:lnTo>
                  <a:lnTo>
                    <a:pt x="176" y="253"/>
                  </a:lnTo>
                  <a:lnTo>
                    <a:pt x="156" y="136"/>
                  </a:lnTo>
                  <a:cubicBezTo>
                    <a:pt x="153" y="124"/>
                    <a:pt x="158" y="111"/>
                    <a:pt x="166" y="104"/>
                  </a:cubicBezTo>
                  <a:cubicBezTo>
                    <a:pt x="184" y="92"/>
                    <a:pt x="188" y="66"/>
                    <a:pt x="178" y="49"/>
                  </a:cubicBezTo>
                  <a:cubicBezTo>
                    <a:pt x="160" y="19"/>
                    <a:pt x="128" y="1"/>
                    <a:pt x="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8"/>
            <p:cNvSpPr/>
            <p:nvPr/>
          </p:nvSpPr>
          <p:spPr>
            <a:xfrm>
              <a:off x="1626762" y="1406182"/>
              <a:ext cx="354472" cy="412686"/>
            </a:xfrm>
            <a:custGeom>
              <a:rect b="b" l="l" r="r" t="t"/>
              <a:pathLst>
                <a:path extrusionOk="0" h="716" w="615">
                  <a:moveTo>
                    <a:pt x="168" y="30"/>
                  </a:moveTo>
                  <a:lnTo>
                    <a:pt x="210" y="70"/>
                  </a:lnTo>
                  <a:lnTo>
                    <a:pt x="165" y="116"/>
                  </a:lnTo>
                  <a:lnTo>
                    <a:pt x="123" y="74"/>
                  </a:lnTo>
                  <a:lnTo>
                    <a:pt x="168" y="30"/>
                  </a:lnTo>
                  <a:close/>
                  <a:moveTo>
                    <a:pt x="244" y="67"/>
                  </a:moveTo>
                  <a:lnTo>
                    <a:pt x="464" y="287"/>
                  </a:lnTo>
                  <a:lnTo>
                    <a:pt x="380" y="372"/>
                  </a:lnTo>
                  <a:lnTo>
                    <a:pt x="298" y="291"/>
                  </a:lnTo>
                  <a:lnTo>
                    <a:pt x="322" y="291"/>
                  </a:lnTo>
                  <a:cubicBezTo>
                    <a:pt x="344" y="291"/>
                    <a:pt x="360" y="272"/>
                    <a:pt x="360" y="252"/>
                  </a:cubicBezTo>
                  <a:cubicBezTo>
                    <a:pt x="360" y="233"/>
                    <a:pt x="341" y="215"/>
                    <a:pt x="322" y="215"/>
                  </a:cubicBezTo>
                  <a:lnTo>
                    <a:pt x="223" y="215"/>
                  </a:lnTo>
                  <a:lnTo>
                    <a:pt x="159" y="152"/>
                  </a:lnTo>
                  <a:lnTo>
                    <a:pt x="244" y="67"/>
                  </a:lnTo>
                  <a:close/>
                  <a:moveTo>
                    <a:pt x="461" y="323"/>
                  </a:moveTo>
                  <a:lnTo>
                    <a:pt x="483" y="345"/>
                  </a:lnTo>
                  <a:lnTo>
                    <a:pt x="438" y="391"/>
                  </a:lnTo>
                  <a:lnTo>
                    <a:pt x="416" y="369"/>
                  </a:lnTo>
                  <a:lnTo>
                    <a:pt x="461" y="323"/>
                  </a:lnTo>
                  <a:close/>
                  <a:moveTo>
                    <a:pt x="577" y="457"/>
                  </a:moveTo>
                  <a:lnTo>
                    <a:pt x="585" y="478"/>
                  </a:lnTo>
                  <a:lnTo>
                    <a:pt x="539" y="499"/>
                  </a:lnTo>
                  <a:lnTo>
                    <a:pt x="428" y="547"/>
                  </a:lnTo>
                  <a:lnTo>
                    <a:pt x="399" y="558"/>
                  </a:lnTo>
                  <a:lnTo>
                    <a:pt x="390" y="538"/>
                  </a:lnTo>
                  <a:lnTo>
                    <a:pt x="577" y="457"/>
                  </a:lnTo>
                  <a:close/>
                  <a:moveTo>
                    <a:pt x="322" y="235"/>
                  </a:moveTo>
                  <a:cubicBezTo>
                    <a:pt x="331" y="235"/>
                    <a:pt x="340" y="242"/>
                    <a:pt x="340" y="254"/>
                  </a:cubicBezTo>
                  <a:cubicBezTo>
                    <a:pt x="340" y="262"/>
                    <a:pt x="332" y="271"/>
                    <a:pt x="322" y="271"/>
                  </a:cubicBezTo>
                  <a:lnTo>
                    <a:pt x="215" y="271"/>
                  </a:lnTo>
                  <a:cubicBezTo>
                    <a:pt x="132" y="271"/>
                    <a:pt x="64" y="337"/>
                    <a:pt x="62" y="421"/>
                  </a:cubicBezTo>
                  <a:cubicBezTo>
                    <a:pt x="62" y="456"/>
                    <a:pt x="72" y="489"/>
                    <a:pt x="94" y="517"/>
                  </a:cubicBezTo>
                  <a:cubicBezTo>
                    <a:pt x="114" y="540"/>
                    <a:pt x="139" y="556"/>
                    <a:pt x="168" y="567"/>
                  </a:cubicBezTo>
                  <a:lnTo>
                    <a:pt x="168" y="571"/>
                  </a:lnTo>
                  <a:lnTo>
                    <a:pt x="168" y="573"/>
                  </a:lnTo>
                  <a:lnTo>
                    <a:pt x="168" y="574"/>
                  </a:lnTo>
                  <a:lnTo>
                    <a:pt x="168" y="576"/>
                  </a:lnTo>
                  <a:lnTo>
                    <a:pt x="168" y="580"/>
                  </a:lnTo>
                  <a:lnTo>
                    <a:pt x="168" y="602"/>
                  </a:lnTo>
                  <a:cubicBezTo>
                    <a:pt x="85" y="582"/>
                    <a:pt x="28" y="506"/>
                    <a:pt x="28" y="421"/>
                  </a:cubicBezTo>
                  <a:cubicBezTo>
                    <a:pt x="28" y="319"/>
                    <a:pt x="110" y="235"/>
                    <a:pt x="214" y="235"/>
                  </a:cubicBezTo>
                  <a:close/>
                  <a:moveTo>
                    <a:pt x="527" y="525"/>
                  </a:moveTo>
                  <a:lnTo>
                    <a:pt x="527" y="654"/>
                  </a:lnTo>
                  <a:lnTo>
                    <a:pt x="449" y="654"/>
                  </a:lnTo>
                  <a:lnTo>
                    <a:pt x="449" y="558"/>
                  </a:lnTo>
                  <a:lnTo>
                    <a:pt x="527" y="525"/>
                  </a:lnTo>
                  <a:close/>
                  <a:moveTo>
                    <a:pt x="166" y="675"/>
                  </a:moveTo>
                  <a:lnTo>
                    <a:pt x="166" y="697"/>
                  </a:lnTo>
                  <a:lnTo>
                    <a:pt x="28" y="697"/>
                  </a:lnTo>
                  <a:lnTo>
                    <a:pt x="28" y="675"/>
                  </a:lnTo>
                  <a:close/>
                  <a:moveTo>
                    <a:pt x="246" y="525"/>
                  </a:moveTo>
                  <a:cubicBezTo>
                    <a:pt x="279" y="525"/>
                    <a:pt x="305" y="553"/>
                    <a:pt x="305" y="584"/>
                  </a:cubicBezTo>
                  <a:lnTo>
                    <a:pt x="305" y="697"/>
                  </a:lnTo>
                  <a:lnTo>
                    <a:pt x="188" y="697"/>
                  </a:lnTo>
                  <a:lnTo>
                    <a:pt x="188" y="580"/>
                  </a:lnTo>
                  <a:lnTo>
                    <a:pt x="188" y="576"/>
                  </a:lnTo>
                  <a:lnTo>
                    <a:pt x="188" y="574"/>
                  </a:lnTo>
                  <a:lnTo>
                    <a:pt x="188" y="573"/>
                  </a:lnTo>
                  <a:lnTo>
                    <a:pt x="188" y="570"/>
                  </a:lnTo>
                  <a:lnTo>
                    <a:pt x="188" y="569"/>
                  </a:lnTo>
                  <a:lnTo>
                    <a:pt x="188" y="567"/>
                  </a:lnTo>
                  <a:cubicBezTo>
                    <a:pt x="195" y="544"/>
                    <a:pt x="218" y="525"/>
                    <a:pt x="246" y="525"/>
                  </a:cubicBezTo>
                  <a:close/>
                  <a:moveTo>
                    <a:pt x="587" y="675"/>
                  </a:moveTo>
                  <a:lnTo>
                    <a:pt x="587" y="697"/>
                  </a:lnTo>
                  <a:lnTo>
                    <a:pt x="330" y="697"/>
                  </a:lnTo>
                  <a:lnTo>
                    <a:pt x="330" y="675"/>
                  </a:lnTo>
                  <a:close/>
                  <a:moveTo>
                    <a:pt x="163" y="1"/>
                  </a:moveTo>
                  <a:lnTo>
                    <a:pt x="88" y="74"/>
                  </a:lnTo>
                  <a:lnTo>
                    <a:pt x="145" y="131"/>
                  </a:lnTo>
                  <a:lnTo>
                    <a:pt x="124" y="150"/>
                  </a:lnTo>
                  <a:lnTo>
                    <a:pt x="188" y="213"/>
                  </a:lnTo>
                  <a:cubicBezTo>
                    <a:pt x="84" y="225"/>
                    <a:pt x="0" y="313"/>
                    <a:pt x="0" y="420"/>
                  </a:cubicBezTo>
                  <a:cubicBezTo>
                    <a:pt x="0" y="517"/>
                    <a:pt x="67" y="600"/>
                    <a:pt x="163" y="622"/>
                  </a:cubicBezTo>
                  <a:lnTo>
                    <a:pt x="163" y="652"/>
                  </a:lnTo>
                  <a:lnTo>
                    <a:pt x="2" y="652"/>
                  </a:lnTo>
                  <a:lnTo>
                    <a:pt x="2" y="716"/>
                  </a:lnTo>
                  <a:lnTo>
                    <a:pt x="604" y="716"/>
                  </a:lnTo>
                  <a:lnTo>
                    <a:pt x="604" y="652"/>
                  </a:lnTo>
                  <a:lnTo>
                    <a:pt x="546" y="652"/>
                  </a:lnTo>
                  <a:lnTo>
                    <a:pt x="546" y="517"/>
                  </a:lnTo>
                  <a:lnTo>
                    <a:pt x="549" y="517"/>
                  </a:lnTo>
                  <a:lnTo>
                    <a:pt x="614" y="488"/>
                  </a:lnTo>
                  <a:lnTo>
                    <a:pt x="590" y="430"/>
                  </a:lnTo>
                  <a:lnTo>
                    <a:pt x="363" y="530"/>
                  </a:lnTo>
                  <a:lnTo>
                    <a:pt x="389" y="587"/>
                  </a:lnTo>
                  <a:lnTo>
                    <a:pt x="428" y="569"/>
                  </a:lnTo>
                  <a:lnTo>
                    <a:pt x="428" y="655"/>
                  </a:lnTo>
                  <a:lnTo>
                    <a:pt x="327" y="655"/>
                  </a:lnTo>
                  <a:lnTo>
                    <a:pt x="327" y="580"/>
                  </a:lnTo>
                  <a:cubicBezTo>
                    <a:pt x="327" y="535"/>
                    <a:pt x="291" y="499"/>
                    <a:pt x="246" y="499"/>
                  </a:cubicBezTo>
                  <a:cubicBezTo>
                    <a:pt x="214" y="499"/>
                    <a:pt x="187" y="518"/>
                    <a:pt x="172" y="545"/>
                  </a:cubicBezTo>
                  <a:cubicBezTo>
                    <a:pt x="117" y="530"/>
                    <a:pt x="80" y="478"/>
                    <a:pt x="80" y="421"/>
                  </a:cubicBezTo>
                  <a:cubicBezTo>
                    <a:pt x="80" y="349"/>
                    <a:pt x="139" y="291"/>
                    <a:pt x="211" y="291"/>
                  </a:cubicBezTo>
                  <a:lnTo>
                    <a:pt x="266" y="291"/>
                  </a:lnTo>
                  <a:lnTo>
                    <a:pt x="376" y="401"/>
                  </a:lnTo>
                  <a:lnTo>
                    <a:pt x="396" y="381"/>
                  </a:lnTo>
                  <a:lnTo>
                    <a:pt x="434" y="420"/>
                  </a:lnTo>
                  <a:lnTo>
                    <a:pt x="507" y="345"/>
                  </a:lnTo>
                  <a:lnTo>
                    <a:pt x="470" y="307"/>
                  </a:lnTo>
                  <a:lnTo>
                    <a:pt x="490" y="287"/>
                  </a:lnTo>
                  <a:lnTo>
                    <a:pt x="239" y="37"/>
                  </a:lnTo>
                  <a:lnTo>
                    <a:pt x="218" y="56"/>
                  </a:lnTo>
                  <a:lnTo>
                    <a:pt x="1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8"/>
            <p:cNvSpPr/>
            <p:nvPr/>
          </p:nvSpPr>
          <p:spPr>
            <a:xfrm>
              <a:off x="1840599" y="1547970"/>
              <a:ext cx="36312" cy="51298"/>
            </a:xfrm>
            <a:custGeom>
              <a:rect b="b" l="l" r="r" t="t"/>
              <a:pathLst>
                <a:path extrusionOk="0" h="89" w="63">
                  <a:moveTo>
                    <a:pt x="21" y="0"/>
                  </a:moveTo>
                  <a:lnTo>
                    <a:pt x="6" y="15"/>
                  </a:lnTo>
                  <a:lnTo>
                    <a:pt x="34" y="41"/>
                  </a:lnTo>
                  <a:lnTo>
                    <a:pt x="0" y="74"/>
                  </a:lnTo>
                  <a:lnTo>
                    <a:pt x="16" y="89"/>
                  </a:lnTo>
                  <a:lnTo>
                    <a:pt x="63" y="41"/>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8"/>
            <p:cNvSpPr/>
            <p:nvPr/>
          </p:nvSpPr>
          <p:spPr>
            <a:xfrm>
              <a:off x="1788725" y="1493791"/>
              <a:ext cx="18444" cy="17868"/>
            </a:xfrm>
            <a:custGeom>
              <a:rect b="b" l="l" r="r" t="t"/>
              <a:pathLst>
                <a:path extrusionOk="0" h="31" w="32">
                  <a:moveTo>
                    <a:pt x="15" y="0"/>
                  </a:moveTo>
                  <a:lnTo>
                    <a:pt x="1" y="15"/>
                  </a:lnTo>
                  <a:lnTo>
                    <a:pt x="17" y="31"/>
                  </a:lnTo>
                  <a:lnTo>
                    <a:pt x="31" y="16"/>
                  </a:lnTo>
                  <a:lnTo>
                    <a:pt x="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8"/>
            <p:cNvSpPr/>
            <p:nvPr/>
          </p:nvSpPr>
          <p:spPr>
            <a:xfrm>
              <a:off x="1739732" y="1461514"/>
              <a:ext cx="49568" cy="35159"/>
            </a:xfrm>
            <a:custGeom>
              <a:rect b="b" l="l" r="r" t="t"/>
              <a:pathLst>
                <a:path extrusionOk="0" h="61" w="86">
                  <a:moveTo>
                    <a:pt x="48" y="0"/>
                  </a:moveTo>
                  <a:lnTo>
                    <a:pt x="1" y="46"/>
                  </a:lnTo>
                  <a:lnTo>
                    <a:pt x="15" y="61"/>
                  </a:lnTo>
                  <a:lnTo>
                    <a:pt x="48" y="29"/>
                  </a:lnTo>
                  <a:lnTo>
                    <a:pt x="71" y="52"/>
                  </a:lnTo>
                  <a:lnTo>
                    <a:pt x="86" y="38"/>
                  </a:lnTo>
                  <a:lnTo>
                    <a:pt x="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8"/>
            <p:cNvSpPr/>
            <p:nvPr/>
          </p:nvSpPr>
          <p:spPr>
            <a:xfrm>
              <a:off x="1763364" y="1756043"/>
              <a:ext cx="12680" cy="40346"/>
            </a:xfrm>
            <a:custGeom>
              <a:rect b="b" l="l" r="r" t="t"/>
              <a:pathLst>
                <a:path extrusionOk="0" h="70" w="22">
                  <a:moveTo>
                    <a:pt x="0" y="1"/>
                  </a:moveTo>
                  <a:lnTo>
                    <a:pt x="0" y="70"/>
                  </a:lnTo>
                  <a:lnTo>
                    <a:pt x="22" y="70"/>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8"/>
            <p:cNvSpPr/>
            <p:nvPr/>
          </p:nvSpPr>
          <p:spPr>
            <a:xfrm>
              <a:off x="1763364" y="1731835"/>
              <a:ext cx="12680" cy="11528"/>
            </a:xfrm>
            <a:custGeom>
              <a:rect b="b" l="l" r="r" t="t"/>
              <a:pathLst>
                <a:path extrusionOk="0" h="20" w="22">
                  <a:moveTo>
                    <a:pt x="0" y="1"/>
                  </a:moveTo>
                  <a:lnTo>
                    <a:pt x="0" y="19"/>
                  </a:lnTo>
                  <a:lnTo>
                    <a:pt x="22" y="19"/>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8"/>
            <p:cNvSpPr/>
            <p:nvPr/>
          </p:nvSpPr>
          <p:spPr>
            <a:xfrm>
              <a:off x="1963943" y="1436153"/>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 name="Google Shape;2515;p48"/>
          <p:cNvGrpSpPr/>
          <p:nvPr/>
        </p:nvGrpSpPr>
        <p:grpSpPr>
          <a:xfrm>
            <a:off x="850382" y="2056912"/>
            <a:ext cx="413839" cy="413839"/>
            <a:chOff x="850382" y="2056912"/>
            <a:chExt cx="413839" cy="413839"/>
          </a:xfrm>
        </p:grpSpPr>
        <p:sp>
          <p:nvSpPr>
            <p:cNvPr id="2516" name="Google Shape;2516;p48"/>
            <p:cNvSpPr/>
            <p:nvPr/>
          </p:nvSpPr>
          <p:spPr>
            <a:xfrm>
              <a:off x="850382" y="2056912"/>
              <a:ext cx="413839" cy="413839"/>
            </a:xfrm>
            <a:custGeom>
              <a:rect b="b" l="l" r="r" t="t"/>
              <a:pathLst>
                <a:path extrusionOk="0" h="718" w="718">
                  <a:moveTo>
                    <a:pt x="85" y="155"/>
                  </a:moveTo>
                  <a:lnTo>
                    <a:pt x="85" y="182"/>
                  </a:lnTo>
                  <a:lnTo>
                    <a:pt x="63" y="182"/>
                  </a:lnTo>
                  <a:lnTo>
                    <a:pt x="63" y="155"/>
                  </a:lnTo>
                  <a:close/>
                  <a:moveTo>
                    <a:pt x="662" y="20"/>
                  </a:moveTo>
                  <a:cubicBezTo>
                    <a:pt x="673" y="20"/>
                    <a:pt x="681" y="22"/>
                    <a:pt x="690" y="23"/>
                  </a:cubicBezTo>
                  <a:lnTo>
                    <a:pt x="580" y="361"/>
                  </a:lnTo>
                  <a:cubicBezTo>
                    <a:pt x="573" y="385"/>
                    <a:pt x="552" y="399"/>
                    <a:pt x="527" y="399"/>
                  </a:cubicBezTo>
                  <a:cubicBezTo>
                    <a:pt x="526" y="399"/>
                    <a:pt x="525" y="399"/>
                    <a:pt x="524" y="399"/>
                  </a:cubicBezTo>
                  <a:lnTo>
                    <a:pt x="595" y="191"/>
                  </a:lnTo>
                  <a:lnTo>
                    <a:pt x="574" y="183"/>
                  </a:lnTo>
                  <a:lnTo>
                    <a:pt x="504" y="391"/>
                  </a:lnTo>
                  <a:cubicBezTo>
                    <a:pt x="482" y="378"/>
                    <a:pt x="470" y="352"/>
                    <a:pt x="479" y="326"/>
                  </a:cubicBezTo>
                  <a:lnTo>
                    <a:pt x="553" y="98"/>
                  </a:lnTo>
                  <a:cubicBezTo>
                    <a:pt x="569" y="51"/>
                    <a:pt x="615" y="20"/>
                    <a:pt x="662" y="20"/>
                  </a:cubicBezTo>
                  <a:close/>
                  <a:moveTo>
                    <a:pt x="489" y="225"/>
                  </a:moveTo>
                  <a:lnTo>
                    <a:pt x="459" y="321"/>
                  </a:lnTo>
                  <a:cubicBezTo>
                    <a:pt x="446" y="357"/>
                    <a:pt x="465" y="397"/>
                    <a:pt x="499" y="412"/>
                  </a:cubicBezTo>
                  <a:lnTo>
                    <a:pt x="467" y="504"/>
                  </a:lnTo>
                  <a:lnTo>
                    <a:pt x="488" y="511"/>
                  </a:lnTo>
                  <a:lnTo>
                    <a:pt x="518" y="419"/>
                  </a:lnTo>
                  <a:cubicBezTo>
                    <a:pt x="522" y="419"/>
                    <a:pt x="528" y="420"/>
                    <a:pt x="531" y="420"/>
                  </a:cubicBezTo>
                  <a:cubicBezTo>
                    <a:pt x="543" y="420"/>
                    <a:pt x="554" y="417"/>
                    <a:pt x="566" y="412"/>
                  </a:cubicBezTo>
                  <a:cubicBezTo>
                    <a:pt x="569" y="410"/>
                    <a:pt x="571" y="407"/>
                    <a:pt x="574" y="406"/>
                  </a:cubicBezTo>
                  <a:lnTo>
                    <a:pt x="574" y="627"/>
                  </a:lnTo>
                  <a:lnTo>
                    <a:pt x="148" y="627"/>
                  </a:lnTo>
                  <a:lnTo>
                    <a:pt x="148" y="225"/>
                  </a:lnTo>
                  <a:close/>
                  <a:moveTo>
                    <a:pt x="127" y="204"/>
                  </a:moveTo>
                  <a:lnTo>
                    <a:pt x="127" y="649"/>
                  </a:lnTo>
                  <a:lnTo>
                    <a:pt x="23" y="649"/>
                  </a:lnTo>
                  <a:lnTo>
                    <a:pt x="23" y="204"/>
                  </a:lnTo>
                  <a:close/>
                  <a:moveTo>
                    <a:pt x="701" y="204"/>
                  </a:moveTo>
                  <a:lnTo>
                    <a:pt x="701" y="649"/>
                  </a:lnTo>
                  <a:lnTo>
                    <a:pt x="595" y="649"/>
                  </a:lnTo>
                  <a:lnTo>
                    <a:pt x="595" y="384"/>
                  </a:lnTo>
                  <a:cubicBezTo>
                    <a:pt x="597" y="378"/>
                    <a:pt x="600" y="373"/>
                    <a:pt x="602" y="368"/>
                  </a:cubicBezTo>
                  <a:lnTo>
                    <a:pt x="655" y="204"/>
                  </a:lnTo>
                  <a:close/>
                  <a:moveTo>
                    <a:pt x="83" y="670"/>
                  </a:moveTo>
                  <a:lnTo>
                    <a:pt x="83" y="696"/>
                  </a:lnTo>
                  <a:lnTo>
                    <a:pt x="62" y="696"/>
                  </a:lnTo>
                  <a:lnTo>
                    <a:pt x="62" y="670"/>
                  </a:lnTo>
                  <a:close/>
                  <a:moveTo>
                    <a:pt x="655" y="670"/>
                  </a:moveTo>
                  <a:lnTo>
                    <a:pt x="655" y="696"/>
                  </a:lnTo>
                  <a:lnTo>
                    <a:pt x="634" y="696"/>
                  </a:lnTo>
                  <a:lnTo>
                    <a:pt x="634" y="670"/>
                  </a:lnTo>
                  <a:close/>
                  <a:moveTo>
                    <a:pt x="661" y="0"/>
                  </a:moveTo>
                  <a:cubicBezTo>
                    <a:pt x="640" y="0"/>
                    <a:pt x="619" y="5"/>
                    <a:pt x="600" y="14"/>
                  </a:cubicBezTo>
                  <a:cubicBezTo>
                    <a:pt x="567" y="30"/>
                    <a:pt x="543" y="59"/>
                    <a:pt x="531" y="94"/>
                  </a:cubicBezTo>
                  <a:lnTo>
                    <a:pt x="495" y="204"/>
                  </a:lnTo>
                  <a:lnTo>
                    <a:pt x="147" y="204"/>
                  </a:lnTo>
                  <a:lnTo>
                    <a:pt x="147" y="182"/>
                  </a:lnTo>
                  <a:lnTo>
                    <a:pt x="105" y="182"/>
                  </a:lnTo>
                  <a:lnTo>
                    <a:pt x="105" y="133"/>
                  </a:lnTo>
                  <a:lnTo>
                    <a:pt x="41" y="133"/>
                  </a:lnTo>
                  <a:lnTo>
                    <a:pt x="41" y="182"/>
                  </a:lnTo>
                  <a:lnTo>
                    <a:pt x="1" y="182"/>
                  </a:lnTo>
                  <a:lnTo>
                    <a:pt x="1" y="670"/>
                  </a:lnTo>
                  <a:lnTo>
                    <a:pt x="41" y="670"/>
                  </a:lnTo>
                  <a:lnTo>
                    <a:pt x="41" y="718"/>
                  </a:lnTo>
                  <a:lnTo>
                    <a:pt x="105" y="718"/>
                  </a:lnTo>
                  <a:lnTo>
                    <a:pt x="105" y="670"/>
                  </a:lnTo>
                  <a:lnTo>
                    <a:pt x="147" y="670"/>
                  </a:lnTo>
                  <a:lnTo>
                    <a:pt x="147" y="649"/>
                  </a:lnTo>
                  <a:lnTo>
                    <a:pt x="571" y="649"/>
                  </a:lnTo>
                  <a:lnTo>
                    <a:pt x="571" y="670"/>
                  </a:lnTo>
                  <a:lnTo>
                    <a:pt x="612" y="670"/>
                  </a:lnTo>
                  <a:lnTo>
                    <a:pt x="612" y="718"/>
                  </a:lnTo>
                  <a:lnTo>
                    <a:pt x="675" y="718"/>
                  </a:lnTo>
                  <a:lnTo>
                    <a:pt x="675" y="670"/>
                  </a:lnTo>
                  <a:lnTo>
                    <a:pt x="717" y="670"/>
                  </a:lnTo>
                  <a:lnTo>
                    <a:pt x="717" y="182"/>
                  </a:lnTo>
                  <a:lnTo>
                    <a:pt x="661" y="182"/>
                  </a:lnTo>
                  <a:lnTo>
                    <a:pt x="717" y="10"/>
                  </a:lnTo>
                  <a:lnTo>
                    <a:pt x="704" y="7"/>
                  </a:lnTo>
                  <a:cubicBezTo>
                    <a:pt x="690" y="2"/>
                    <a:pt x="676" y="0"/>
                    <a:pt x="6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8"/>
            <p:cNvSpPr/>
            <p:nvPr/>
          </p:nvSpPr>
          <p:spPr>
            <a:xfrm>
              <a:off x="1184681" y="2139910"/>
              <a:ext cx="16139" cy="15562"/>
            </a:xfrm>
            <a:custGeom>
              <a:rect b="b" l="l" r="r" t="t"/>
              <a:pathLst>
                <a:path extrusionOk="0" h="27" w="28">
                  <a:moveTo>
                    <a:pt x="7" y="0"/>
                  </a:moveTo>
                  <a:lnTo>
                    <a:pt x="0" y="21"/>
                  </a:lnTo>
                  <a:lnTo>
                    <a:pt x="20" y="26"/>
                  </a:lnTo>
                  <a:lnTo>
                    <a:pt x="28" y="8"/>
                  </a:lnTo>
                  <a:lnTo>
                    <a:pt x="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8"/>
            <p:cNvSpPr/>
            <p:nvPr/>
          </p:nvSpPr>
          <p:spPr>
            <a:xfrm>
              <a:off x="1192750" y="2116855"/>
              <a:ext cx="16715" cy="16139"/>
            </a:xfrm>
            <a:custGeom>
              <a:rect b="b" l="l" r="r" t="t"/>
              <a:pathLst>
                <a:path extrusionOk="0" h="28" w="29">
                  <a:moveTo>
                    <a:pt x="8" y="0"/>
                  </a:moveTo>
                  <a:lnTo>
                    <a:pt x="1" y="20"/>
                  </a:lnTo>
                  <a:lnTo>
                    <a:pt x="21" y="27"/>
                  </a:lnTo>
                  <a:lnTo>
                    <a:pt x="28" y="7"/>
                  </a:lnTo>
                  <a:lnTo>
                    <a:pt x="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8"/>
            <p:cNvSpPr/>
            <p:nvPr/>
          </p:nvSpPr>
          <p:spPr>
            <a:xfrm>
              <a:off x="1200243" y="2093224"/>
              <a:ext cx="15562" cy="17291"/>
            </a:xfrm>
            <a:custGeom>
              <a:rect b="b" l="l" r="r" t="t"/>
              <a:pathLst>
                <a:path extrusionOk="0" h="30" w="27">
                  <a:moveTo>
                    <a:pt x="8" y="1"/>
                  </a:moveTo>
                  <a:lnTo>
                    <a:pt x="1" y="22"/>
                  </a:lnTo>
                  <a:lnTo>
                    <a:pt x="19" y="29"/>
                  </a:lnTo>
                  <a:lnTo>
                    <a:pt x="27" y="8"/>
                  </a:lnTo>
                  <a:lnTo>
                    <a:pt x="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8"/>
            <p:cNvSpPr/>
            <p:nvPr/>
          </p:nvSpPr>
          <p:spPr>
            <a:xfrm>
              <a:off x="874013" y="2364121"/>
              <a:ext cx="12680" cy="47839"/>
            </a:xfrm>
            <a:custGeom>
              <a:rect b="b" l="l" r="r" t="t"/>
              <a:pathLst>
                <a:path extrusionOk="0" h="83" w="22">
                  <a:moveTo>
                    <a:pt x="0" y="0"/>
                  </a:moveTo>
                  <a:lnTo>
                    <a:pt x="0" y="82"/>
                  </a:lnTo>
                  <a:lnTo>
                    <a:pt x="22" y="8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8"/>
            <p:cNvSpPr/>
            <p:nvPr/>
          </p:nvSpPr>
          <p:spPr>
            <a:xfrm>
              <a:off x="898221" y="2261526"/>
              <a:ext cx="12680" cy="75505"/>
            </a:xfrm>
            <a:custGeom>
              <a:rect b="b" l="l" r="r" t="t"/>
              <a:pathLst>
                <a:path extrusionOk="0" h="131" w="22">
                  <a:moveTo>
                    <a:pt x="0" y="0"/>
                  </a:moveTo>
                  <a:lnTo>
                    <a:pt x="0" y="130"/>
                  </a:lnTo>
                  <a:lnTo>
                    <a:pt x="22" y="130"/>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8"/>
            <p:cNvSpPr/>
            <p:nvPr/>
          </p:nvSpPr>
          <p:spPr>
            <a:xfrm>
              <a:off x="898221" y="2349135"/>
              <a:ext cx="12680" cy="12104"/>
            </a:xfrm>
            <a:custGeom>
              <a:rect b="b" l="l" r="r" t="t"/>
              <a:pathLst>
                <a:path extrusionOk="0" h="21" w="22">
                  <a:moveTo>
                    <a:pt x="0" y="0"/>
                  </a:moveTo>
                  <a:lnTo>
                    <a:pt x="0" y="20"/>
                  </a:lnTo>
                  <a:lnTo>
                    <a:pt x="22" y="20"/>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8"/>
            <p:cNvSpPr/>
            <p:nvPr/>
          </p:nvSpPr>
          <p:spPr>
            <a:xfrm>
              <a:off x="885541" y="2185444"/>
              <a:ext cx="24784" cy="13257"/>
            </a:xfrm>
            <a:custGeom>
              <a:rect b="b" l="l" r="r" t="t"/>
              <a:pathLst>
                <a:path extrusionOk="0" h="23" w="43">
                  <a:moveTo>
                    <a:pt x="1" y="1"/>
                  </a:moveTo>
                  <a:lnTo>
                    <a:pt x="1" y="23"/>
                  </a:lnTo>
                  <a:lnTo>
                    <a:pt x="42" y="23"/>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8"/>
            <p:cNvSpPr/>
            <p:nvPr/>
          </p:nvSpPr>
          <p:spPr>
            <a:xfrm>
              <a:off x="874013" y="2267290"/>
              <a:ext cx="12680" cy="24784"/>
            </a:xfrm>
            <a:custGeom>
              <a:rect b="b" l="l" r="r" t="t"/>
              <a:pathLst>
                <a:path extrusionOk="0" h="43" w="22">
                  <a:moveTo>
                    <a:pt x="0" y="0"/>
                  </a:moveTo>
                  <a:lnTo>
                    <a:pt x="0" y="42"/>
                  </a:lnTo>
                  <a:lnTo>
                    <a:pt x="22" y="4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8"/>
            <p:cNvSpPr/>
            <p:nvPr/>
          </p:nvSpPr>
          <p:spPr>
            <a:xfrm>
              <a:off x="874013" y="2243082"/>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8"/>
            <p:cNvSpPr/>
            <p:nvPr/>
          </p:nvSpPr>
          <p:spPr>
            <a:xfrm>
              <a:off x="874013" y="2218874"/>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8"/>
            <p:cNvSpPr/>
            <p:nvPr/>
          </p:nvSpPr>
          <p:spPr>
            <a:xfrm>
              <a:off x="1204278" y="2377378"/>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8"/>
            <p:cNvSpPr/>
            <p:nvPr/>
          </p:nvSpPr>
          <p:spPr>
            <a:xfrm>
              <a:off x="1204278" y="2327809"/>
              <a:ext cx="13257" cy="37465"/>
            </a:xfrm>
            <a:custGeom>
              <a:rect b="b" l="l" r="r" t="t"/>
              <a:pathLst>
                <a:path extrusionOk="0" h="65" w="23">
                  <a:moveTo>
                    <a:pt x="1" y="1"/>
                  </a:moveTo>
                  <a:lnTo>
                    <a:pt x="1" y="64"/>
                  </a:lnTo>
                  <a:lnTo>
                    <a:pt x="22" y="64"/>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8"/>
            <p:cNvSpPr/>
            <p:nvPr/>
          </p:nvSpPr>
          <p:spPr>
            <a:xfrm>
              <a:off x="1216382" y="2406197"/>
              <a:ext cx="24208" cy="13257"/>
            </a:xfrm>
            <a:custGeom>
              <a:rect b="b" l="l" r="r" t="t"/>
              <a:pathLst>
                <a:path extrusionOk="0" h="23" w="42">
                  <a:moveTo>
                    <a:pt x="0" y="1"/>
                  </a:moveTo>
                  <a:lnTo>
                    <a:pt x="0" y="22"/>
                  </a:lnTo>
                  <a:lnTo>
                    <a:pt x="42" y="22"/>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8"/>
            <p:cNvSpPr/>
            <p:nvPr/>
          </p:nvSpPr>
          <p:spPr>
            <a:xfrm>
              <a:off x="1227909" y="2282275"/>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8"/>
            <p:cNvSpPr/>
            <p:nvPr/>
          </p:nvSpPr>
          <p:spPr>
            <a:xfrm>
              <a:off x="1227909" y="2306483"/>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8"/>
            <p:cNvSpPr/>
            <p:nvPr/>
          </p:nvSpPr>
          <p:spPr>
            <a:xfrm>
              <a:off x="1227909" y="2209075"/>
              <a:ext cx="12680" cy="61096"/>
            </a:xfrm>
            <a:custGeom>
              <a:rect b="b" l="l" r="r" t="t"/>
              <a:pathLst>
                <a:path extrusionOk="0" h="106" w="22">
                  <a:moveTo>
                    <a:pt x="0" y="0"/>
                  </a:moveTo>
                  <a:lnTo>
                    <a:pt x="0" y="106"/>
                  </a:lnTo>
                  <a:lnTo>
                    <a:pt x="22" y="106"/>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8"/>
            <p:cNvSpPr/>
            <p:nvPr/>
          </p:nvSpPr>
          <p:spPr>
            <a:xfrm>
              <a:off x="957012" y="2218874"/>
              <a:ext cx="73776" cy="13257"/>
            </a:xfrm>
            <a:custGeom>
              <a:rect b="b" l="l" r="r" t="t"/>
              <a:pathLst>
                <a:path extrusionOk="0" h="23" w="128">
                  <a:moveTo>
                    <a:pt x="1" y="1"/>
                  </a:moveTo>
                  <a:lnTo>
                    <a:pt x="1" y="22"/>
                  </a:lnTo>
                  <a:lnTo>
                    <a:pt x="128" y="22"/>
                  </a:lnTo>
                  <a:lnTo>
                    <a:pt x="1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8"/>
            <p:cNvSpPr/>
            <p:nvPr/>
          </p:nvSpPr>
          <p:spPr>
            <a:xfrm>
              <a:off x="1042892" y="2218874"/>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8"/>
            <p:cNvSpPr/>
            <p:nvPr/>
          </p:nvSpPr>
          <p:spPr>
            <a:xfrm>
              <a:off x="1066524" y="2218874"/>
              <a:ext cx="31124" cy="13257"/>
            </a:xfrm>
            <a:custGeom>
              <a:rect b="b" l="l" r="r" t="t"/>
              <a:pathLst>
                <a:path extrusionOk="0" h="23" w="54">
                  <a:moveTo>
                    <a:pt x="0" y="1"/>
                  </a:moveTo>
                  <a:lnTo>
                    <a:pt x="0" y="22"/>
                  </a:lnTo>
                  <a:lnTo>
                    <a:pt x="53" y="22"/>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8"/>
            <p:cNvSpPr/>
            <p:nvPr/>
          </p:nvSpPr>
          <p:spPr>
            <a:xfrm>
              <a:off x="1001969" y="2249998"/>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8"/>
            <p:cNvSpPr/>
            <p:nvPr/>
          </p:nvSpPr>
          <p:spPr>
            <a:xfrm>
              <a:off x="1026177" y="2249998"/>
              <a:ext cx="32277" cy="12680"/>
            </a:xfrm>
            <a:custGeom>
              <a:rect b="b" l="l" r="r" t="t"/>
              <a:pathLst>
                <a:path extrusionOk="0" h="22" w="56">
                  <a:moveTo>
                    <a:pt x="1" y="0"/>
                  </a:moveTo>
                  <a:lnTo>
                    <a:pt x="1" y="22"/>
                  </a:lnTo>
                  <a:lnTo>
                    <a:pt x="56" y="22"/>
                  </a:lnTo>
                  <a:lnTo>
                    <a:pt x="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8"/>
            <p:cNvSpPr/>
            <p:nvPr/>
          </p:nvSpPr>
          <p:spPr>
            <a:xfrm>
              <a:off x="1070558" y="2249998"/>
              <a:ext cx="27666" cy="12680"/>
            </a:xfrm>
            <a:custGeom>
              <a:rect b="b" l="l" r="r" t="t"/>
              <a:pathLst>
                <a:path extrusionOk="0" h="22" w="48">
                  <a:moveTo>
                    <a:pt x="0" y="0"/>
                  </a:moveTo>
                  <a:lnTo>
                    <a:pt x="0" y="22"/>
                  </a:lnTo>
                  <a:lnTo>
                    <a:pt x="48" y="22"/>
                  </a:lnTo>
                  <a:lnTo>
                    <a:pt x="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8"/>
            <p:cNvSpPr/>
            <p:nvPr/>
          </p:nvSpPr>
          <p:spPr>
            <a:xfrm>
              <a:off x="957012" y="2249998"/>
              <a:ext cx="33430" cy="12680"/>
            </a:xfrm>
            <a:custGeom>
              <a:rect b="b" l="l" r="r" t="t"/>
              <a:pathLst>
                <a:path extrusionOk="0" h="22" w="58">
                  <a:moveTo>
                    <a:pt x="1" y="0"/>
                  </a:moveTo>
                  <a:lnTo>
                    <a:pt x="1" y="22"/>
                  </a:lnTo>
                  <a:lnTo>
                    <a:pt x="57" y="22"/>
                  </a:lnTo>
                  <a:lnTo>
                    <a:pt x="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8"/>
            <p:cNvSpPr/>
            <p:nvPr/>
          </p:nvSpPr>
          <p:spPr>
            <a:xfrm>
              <a:off x="957012" y="2280546"/>
              <a:ext cx="73776" cy="13257"/>
            </a:xfrm>
            <a:custGeom>
              <a:rect b="b" l="l" r="r" t="t"/>
              <a:pathLst>
                <a:path extrusionOk="0" h="23" w="128">
                  <a:moveTo>
                    <a:pt x="1" y="1"/>
                  </a:moveTo>
                  <a:lnTo>
                    <a:pt x="1" y="22"/>
                  </a:lnTo>
                  <a:lnTo>
                    <a:pt x="128" y="22"/>
                  </a:lnTo>
                  <a:lnTo>
                    <a:pt x="1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8"/>
            <p:cNvSpPr/>
            <p:nvPr/>
          </p:nvSpPr>
          <p:spPr>
            <a:xfrm>
              <a:off x="1066524" y="2280546"/>
              <a:ext cx="31124" cy="13257"/>
            </a:xfrm>
            <a:custGeom>
              <a:rect b="b" l="l" r="r" t="t"/>
              <a:pathLst>
                <a:path extrusionOk="0" h="23" w="54">
                  <a:moveTo>
                    <a:pt x="0" y="1"/>
                  </a:moveTo>
                  <a:lnTo>
                    <a:pt x="0" y="22"/>
                  </a:lnTo>
                  <a:lnTo>
                    <a:pt x="53" y="22"/>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8"/>
            <p:cNvSpPr/>
            <p:nvPr/>
          </p:nvSpPr>
          <p:spPr>
            <a:xfrm>
              <a:off x="1042892" y="2280546"/>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8"/>
            <p:cNvSpPr/>
            <p:nvPr/>
          </p:nvSpPr>
          <p:spPr>
            <a:xfrm>
              <a:off x="957012" y="2311671"/>
              <a:ext cx="33430" cy="12680"/>
            </a:xfrm>
            <a:custGeom>
              <a:rect b="b" l="l" r="r" t="t"/>
              <a:pathLst>
                <a:path extrusionOk="0" h="22" w="58">
                  <a:moveTo>
                    <a:pt x="1" y="0"/>
                  </a:moveTo>
                  <a:lnTo>
                    <a:pt x="1" y="22"/>
                  </a:lnTo>
                  <a:lnTo>
                    <a:pt x="57" y="22"/>
                  </a:lnTo>
                  <a:lnTo>
                    <a:pt x="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8"/>
            <p:cNvSpPr/>
            <p:nvPr/>
          </p:nvSpPr>
          <p:spPr>
            <a:xfrm>
              <a:off x="1001969" y="2311671"/>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8"/>
            <p:cNvSpPr/>
            <p:nvPr/>
          </p:nvSpPr>
          <p:spPr>
            <a:xfrm>
              <a:off x="1026177" y="2311671"/>
              <a:ext cx="84151" cy="12680"/>
            </a:xfrm>
            <a:custGeom>
              <a:rect b="b" l="l" r="r" t="t"/>
              <a:pathLst>
                <a:path extrusionOk="0" h="22" w="146">
                  <a:moveTo>
                    <a:pt x="1" y="0"/>
                  </a:moveTo>
                  <a:lnTo>
                    <a:pt x="1" y="22"/>
                  </a:lnTo>
                  <a:lnTo>
                    <a:pt x="145" y="22"/>
                  </a:lnTo>
                  <a:lnTo>
                    <a:pt x="1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8"/>
            <p:cNvSpPr/>
            <p:nvPr/>
          </p:nvSpPr>
          <p:spPr>
            <a:xfrm>
              <a:off x="957012" y="2341642"/>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8"/>
            <p:cNvSpPr/>
            <p:nvPr/>
          </p:nvSpPr>
          <p:spPr>
            <a:xfrm>
              <a:off x="982372" y="2341642"/>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8"/>
            <p:cNvSpPr/>
            <p:nvPr/>
          </p:nvSpPr>
          <p:spPr>
            <a:xfrm>
              <a:off x="1006580" y="2341642"/>
              <a:ext cx="102595" cy="12680"/>
            </a:xfrm>
            <a:custGeom>
              <a:rect b="b" l="l" r="r" t="t"/>
              <a:pathLst>
                <a:path extrusionOk="0" h="22" w="178">
                  <a:moveTo>
                    <a:pt x="0" y="0"/>
                  </a:moveTo>
                  <a:lnTo>
                    <a:pt x="0" y="22"/>
                  </a:lnTo>
                  <a:lnTo>
                    <a:pt x="178" y="22"/>
                  </a:lnTo>
                  <a:lnTo>
                    <a:pt x="1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8"/>
            <p:cNvSpPr/>
            <p:nvPr/>
          </p:nvSpPr>
          <p:spPr>
            <a:xfrm>
              <a:off x="957012" y="2372767"/>
              <a:ext cx="151587" cy="13257"/>
            </a:xfrm>
            <a:custGeom>
              <a:rect b="b" l="l" r="r" t="t"/>
              <a:pathLst>
                <a:path extrusionOk="0" h="23" w="263">
                  <a:moveTo>
                    <a:pt x="1" y="1"/>
                  </a:moveTo>
                  <a:lnTo>
                    <a:pt x="1" y="23"/>
                  </a:lnTo>
                  <a:lnTo>
                    <a:pt x="262" y="23"/>
                  </a:lnTo>
                  <a:lnTo>
                    <a:pt x="2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8"/>
            <p:cNvSpPr/>
            <p:nvPr/>
          </p:nvSpPr>
          <p:spPr>
            <a:xfrm>
              <a:off x="1121279" y="2372767"/>
              <a:ext cx="13257" cy="13257"/>
            </a:xfrm>
            <a:custGeom>
              <a:rect b="b" l="l" r="r" t="t"/>
              <a:pathLst>
                <a:path extrusionOk="0" h="23" w="23">
                  <a:moveTo>
                    <a:pt x="0" y="1"/>
                  </a:moveTo>
                  <a:lnTo>
                    <a:pt x="0"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8"/>
            <p:cNvSpPr/>
            <p:nvPr/>
          </p:nvSpPr>
          <p:spPr>
            <a:xfrm>
              <a:off x="1144334" y="2372767"/>
              <a:ext cx="13257" cy="13257"/>
            </a:xfrm>
            <a:custGeom>
              <a:rect b="b" l="l" r="r" t="t"/>
              <a:pathLst>
                <a:path extrusionOk="0" h="23" w="23">
                  <a:moveTo>
                    <a:pt x="1" y="1"/>
                  </a:moveTo>
                  <a:lnTo>
                    <a:pt x="1" y="23"/>
                  </a:lnTo>
                  <a:lnTo>
                    <a:pt x="22" y="23"/>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2" name="Google Shape;2552;p48"/>
          <p:cNvGrpSpPr/>
          <p:nvPr/>
        </p:nvGrpSpPr>
        <p:grpSpPr>
          <a:xfrm>
            <a:off x="1628492" y="2038468"/>
            <a:ext cx="415568" cy="417297"/>
            <a:chOff x="1628492" y="2038468"/>
            <a:chExt cx="415568" cy="417297"/>
          </a:xfrm>
        </p:grpSpPr>
        <p:sp>
          <p:nvSpPr>
            <p:cNvPr id="2553" name="Google Shape;2553;p48"/>
            <p:cNvSpPr/>
            <p:nvPr/>
          </p:nvSpPr>
          <p:spPr>
            <a:xfrm>
              <a:off x="1634832" y="2189479"/>
              <a:ext cx="311244" cy="265710"/>
            </a:xfrm>
            <a:custGeom>
              <a:rect b="b" l="l" r="r" t="t"/>
              <a:pathLst>
                <a:path extrusionOk="0" h="461" w="540">
                  <a:moveTo>
                    <a:pt x="209" y="299"/>
                  </a:moveTo>
                  <a:lnTo>
                    <a:pt x="216" y="306"/>
                  </a:lnTo>
                  <a:lnTo>
                    <a:pt x="223" y="313"/>
                  </a:lnTo>
                  <a:lnTo>
                    <a:pt x="197" y="339"/>
                  </a:lnTo>
                  <a:lnTo>
                    <a:pt x="183" y="325"/>
                  </a:lnTo>
                  <a:lnTo>
                    <a:pt x="209" y="299"/>
                  </a:lnTo>
                  <a:close/>
                  <a:moveTo>
                    <a:pt x="342" y="21"/>
                  </a:moveTo>
                  <a:cubicBezTo>
                    <a:pt x="382" y="21"/>
                    <a:pt x="424" y="37"/>
                    <a:pt x="454" y="68"/>
                  </a:cubicBezTo>
                  <a:cubicBezTo>
                    <a:pt x="515" y="130"/>
                    <a:pt x="515" y="231"/>
                    <a:pt x="454" y="291"/>
                  </a:cubicBezTo>
                  <a:cubicBezTo>
                    <a:pt x="424" y="322"/>
                    <a:pt x="383" y="339"/>
                    <a:pt x="342" y="339"/>
                  </a:cubicBezTo>
                  <a:cubicBezTo>
                    <a:pt x="301" y="339"/>
                    <a:pt x="261" y="322"/>
                    <a:pt x="230" y="291"/>
                  </a:cubicBezTo>
                  <a:cubicBezTo>
                    <a:pt x="168" y="231"/>
                    <a:pt x="168" y="130"/>
                    <a:pt x="230" y="68"/>
                  </a:cubicBezTo>
                  <a:cubicBezTo>
                    <a:pt x="261" y="37"/>
                    <a:pt x="303" y="21"/>
                    <a:pt x="342" y="21"/>
                  </a:cubicBezTo>
                  <a:close/>
                  <a:moveTo>
                    <a:pt x="341" y="0"/>
                  </a:moveTo>
                  <a:cubicBezTo>
                    <a:pt x="295" y="0"/>
                    <a:pt x="248" y="18"/>
                    <a:pt x="213" y="53"/>
                  </a:cubicBezTo>
                  <a:cubicBezTo>
                    <a:pt x="151" y="117"/>
                    <a:pt x="145" y="212"/>
                    <a:pt x="194" y="283"/>
                  </a:cubicBezTo>
                  <a:lnTo>
                    <a:pt x="167" y="310"/>
                  </a:lnTo>
                  <a:lnTo>
                    <a:pt x="152" y="296"/>
                  </a:lnTo>
                  <a:lnTo>
                    <a:pt x="1" y="446"/>
                  </a:lnTo>
                  <a:lnTo>
                    <a:pt x="15" y="460"/>
                  </a:lnTo>
                  <a:lnTo>
                    <a:pt x="152" y="323"/>
                  </a:lnTo>
                  <a:lnTo>
                    <a:pt x="197" y="369"/>
                  </a:lnTo>
                  <a:lnTo>
                    <a:pt x="121" y="446"/>
                  </a:lnTo>
                  <a:lnTo>
                    <a:pt x="135" y="460"/>
                  </a:lnTo>
                  <a:lnTo>
                    <a:pt x="226" y="369"/>
                  </a:lnTo>
                  <a:lnTo>
                    <a:pt x="212" y="355"/>
                  </a:lnTo>
                  <a:lnTo>
                    <a:pt x="239" y="328"/>
                  </a:lnTo>
                  <a:cubicBezTo>
                    <a:pt x="269" y="349"/>
                    <a:pt x="304" y="359"/>
                    <a:pt x="342" y="359"/>
                  </a:cubicBezTo>
                  <a:cubicBezTo>
                    <a:pt x="391" y="359"/>
                    <a:pt x="434" y="342"/>
                    <a:pt x="469" y="307"/>
                  </a:cubicBezTo>
                  <a:cubicBezTo>
                    <a:pt x="539" y="235"/>
                    <a:pt x="539" y="122"/>
                    <a:pt x="469" y="53"/>
                  </a:cubicBezTo>
                  <a:cubicBezTo>
                    <a:pt x="433" y="18"/>
                    <a:pt x="387" y="0"/>
                    <a:pt x="3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8"/>
            <p:cNvSpPr/>
            <p:nvPr/>
          </p:nvSpPr>
          <p:spPr>
            <a:xfrm>
              <a:off x="1745496" y="2212534"/>
              <a:ext cx="174066" cy="158504"/>
            </a:xfrm>
            <a:custGeom>
              <a:rect b="b" l="l" r="r" t="t"/>
              <a:pathLst>
                <a:path extrusionOk="0" h="275" w="302">
                  <a:moveTo>
                    <a:pt x="150" y="22"/>
                  </a:moveTo>
                  <a:cubicBezTo>
                    <a:pt x="178" y="22"/>
                    <a:pt x="210" y="33"/>
                    <a:pt x="232" y="56"/>
                  </a:cubicBezTo>
                  <a:cubicBezTo>
                    <a:pt x="278" y="101"/>
                    <a:pt x="278" y="176"/>
                    <a:pt x="233" y="221"/>
                  </a:cubicBezTo>
                  <a:cubicBezTo>
                    <a:pt x="211" y="244"/>
                    <a:pt x="181" y="255"/>
                    <a:pt x="151" y="255"/>
                  </a:cubicBezTo>
                  <a:cubicBezTo>
                    <a:pt x="121" y="255"/>
                    <a:pt x="91" y="244"/>
                    <a:pt x="69" y="221"/>
                  </a:cubicBezTo>
                  <a:cubicBezTo>
                    <a:pt x="24" y="176"/>
                    <a:pt x="24" y="101"/>
                    <a:pt x="69" y="56"/>
                  </a:cubicBezTo>
                  <a:cubicBezTo>
                    <a:pt x="92" y="33"/>
                    <a:pt x="121" y="22"/>
                    <a:pt x="150" y="22"/>
                  </a:cubicBezTo>
                  <a:close/>
                  <a:moveTo>
                    <a:pt x="150" y="1"/>
                  </a:moveTo>
                  <a:cubicBezTo>
                    <a:pt x="115" y="1"/>
                    <a:pt x="80" y="15"/>
                    <a:pt x="54" y="42"/>
                  </a:cubicBezTo>
                  <a:cubicBezTo>
                    <a:pt x="1" y="95"/>
                    <a:pt x="1" y="184"/>
                    <a:pt x="54" y="236"/>
                  </a:cubicBezTo>
                  <a:cubicBezTo>
                    <a:pt x="82" y="262"/>
                    <a:pt x="116" y="275"/>
                    <a:pt x="152" y="275"/>
                  </a:cubicBezTo>
                  <a:cubicBezTo>
                    <a:pt x="189" y="275"/>
                    <a:pt x="222" y="262"/>
                    <a:pt x="249" y="236"/>
                  </a:cubicBezTo>
                  <a:cubicBezTo>
                    <a:pt x="301" y="184"/>
                    <a:pt x="301" y="95"/>
                    <a:pt x="248" y="42"/>
                  </a:cubicBezTo>
                  <a:cubicBezTo>
                    <a:pt x="220" y="15"/>
                    <a:pt x="185" y="1"/>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8"/>
            <p:cNvSpPr/>
            <p:nvPr/>
          </p:nvSpPr>
          <p:spPr>
            <a:xfrm>
              <a:off x="1776621" y="2237318"/>
              <a:ext cx="111241" cy="111241"/>
            </a:xfrm>
            <a:custGeom>
              <a:rect b="b" l="l" r="r" t="t"/>
              <a:pathLst>
                <a:path extrusionOk="0" h="193" w="193">
                  <a:moveTo>
                    <a:pt x="85" y="24"/>
                  </a:moveTo>
                  <a:lnTo>
                    <a:pt x="101" y="42"/>
                  </a:lnTo>
                  <a:lnTo>
                    <a:pt x="122" y="48"/>
                  </a:lnTo>
                  <a:lnTo>
                    <a:pt x="145" y="41"/>
                  </a:lnTo>
                  <a:lnTo>
                    <a:pt x="153" y="50"/>
                  </a:lnTo>
                  <a:lnTo>
                    <a:pt x="146" y="73"/>
                  </a:lnTo>
                  <a:lnTo>
                    <a:pt x="152" y="93"/>
                  </a:lnTo>
                  <a:lnTo>
                    <a:pt x="171" y="109"/>
                  </a:lnTo>
                  <a:lnTo>
                    <a:pt x="166" y="122"/>
                  </a:lnTo>
                  <a:lnTo>
                    <a:pt x="143" y="128"/>
                  </a:lnTo>
                  <a:lnTo>
                    <a:pt x="129" y="142"/>
                  </a:lnTo>
                  <a:lnTo>
                    <a:pt x="123" y="165"/>
                  </a:lnTo>
                  <a:lnTo>
                    <a:pt x="110" y="169"/>
                  </a:lnTo>
                  <a:lnTo>
                    <a:pt x="94" y="151"/>
                  </a:lnTo>
                  <a:lnTo>
                    <a:pt x="74" y="145"/>
                  </a:lnTo>
                  <a:lnTo>
                    <a:pt x="51" y="152"/>
                  </a:lnTo>
                  <a:lnTo>
                    <a:pt x="42" y="143"/>
                  </a:lnTo>
                  <a:lnTo>
                    <a:pt x="49" y="120"/>
                  </a:lnTo>
                  <a:lnTo>
                    <a:pt x="44" y="100"/>
                  </a:lnTo>
                  <a:lnTo>
                    <a:pt x="25" y="84"/>
                  </a:lnTo>
                  <a:lnTo>
                    <a:pt x="29" y="71"/>
                  </a:lnTo>
                  <a:lnTo>
                    <a:pt x="52" y="65"/>
                  </a:lnTo>
                  <a:lnTo>
                    <a:pt x="67" y="51"/>
                  </a:lnTo>
                  <a:lnTo>
                    <a:pt x="72" y="28"/>
                  </a:lnTo>
                  <a:lnTo>
                    <a:pt x="85" y="24"/>
                  </a:lnTo>
                  <a:close/>
                  <a:moveTo>
                    <a:pt x="91" y="0"/>
                  </a:moveTo>
                  <a:lnTo>
                    <a:pt x="55" y="9"/>
                  </a:lnTo>
                  <a:lnTo>
                    <a:pt x="48" y="41"/>
                  </a:lnTo>
                  <a:lnTo>
                    <a:pt x="41" y="48"/>
                  </a:lnTo>
                  <a:lnTo>
                    <a:pt x="9" y="55"/>
                  </a:lnTo>
                  <a:lnTo>
                    <a:pt x="0" y="91"/>
                  </a:lnTo>
                  <a:lnTo>
                    <a:pt x="22" y="113"/>
                  </a:lnTo>
                  <a:lnTo>
                    <a:pt x="23" y="122"/>
                  </a:lnTo>
                  <a:lnTo>
                    <a:pt x="15" y="151"/>
                  </a:lnTo>
                  <a:lnTo>
                    <a:pt x="42" y="178"/>
                  </a:lnTo>
                  <a:lnTo>
                    <a:pt x="71" y="168"/>
                  </a:lnTo>
                  <a:lnTo>
                    <a:pt x="80" y="171"/>
                  </a:lnTo>
                  <a:lnTo>
                    <a:pt x="101" y="193"/>
                  </a:lnTo>
                  <a:lnTo>
                    <a:pt x="137" y="182"/>
                  </a:lnTo>
                  <a:lnTo>
                    <a:pt x="145" y="152"/>
                  </a:lnTo>
                  <a:lnTo>
                    <a:pt x="152" y="145"/>
                  </a:lnTo>
                  <a:lnTo>
                    <a:pt x="182" y="138"/>
                  </a:lnTo>
                  <a:lnTo>
                    <a:pt x="192" y="102"/>
                  </a:lnTo>
                  <a:lnTo>
                    <a:pt x="171" y="80"/>
                  </a:lnTo>
                  <a:lnTo>
                    <a:pt x="168" y="71"/>
                  </a:lnTo>
                  <a:lnTo>
                    <a:pt x="178" y="42"/>
                  </a:lnTo>
                  <a:lnTo>
                    <a:pt x="150" y="15"/>
                  </a:lnTo>
                  <a:lnTo>
                    <a:pt x="122" y="24"/>
                  </a:lnTo>
                  <a:lnTo>
                    <a:pt x="111" y="22"/>
                  </a:lnTo>
                  <a:lnTo>
                    <a:pt x="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8"/>
            <p:cNvSpPr/>
            <p:nvPr/>
          </p:nvSpPr>
          <p:spPr>
            <a:xfrm>
              <a:off x="1814662" y="2274206"/>
              <a:ext cx="36312" cy="35159"/>
            </a:xfrm>
            <a:custGeom>
              <a:rect b="b" l="l" r="r" t="t"/>
              <a:pathLst>
                <a:path extrusionOk="0" h="61" w="63">
                  <a:moveTo>
                    <a:pt x="30" y="22"/>
                  </a:moveTo>
                  <a:cubicBezTo>
                    <a:pt x="34" y="22"/>
                    <a:pt x="35" y="23"/>
                    <a:pt x="37" y="26"/>
                  </a:cubicBezTo>
                  <a:cubicBezTo>
                    <a:pt x="40" y="27"/>
                    <a:pt x="41" y="30"/>
                    <a:pt x="41" y="33"/>
                  </a:cubicBezTo>
                  <a:cubicBezTo>
                    <a:pt x="41" y="35"/>
                    <a:pt x="40" y="38"/>
                    <a:pt x="37" y="40"/>
                  </a:cubicBezTo>
                  <a:cubicBezTo>
                    <a:pt x="35" y="42"/>
                    <a:pt x="33" y="43"/>
                    <a:pt x="30" y="43"/>
                  </a:cubicBezTo>
                  <a:cubicBezTo>
                    <a:pt x="27" y="43"/>
                    <a:pt x="24" y="42"/>
                    <a:pt x="22" y="40"/>
                  </a:cubicBezTo>
                  <a:cubicBezTo>
                    <a:pt x="21" y="38"/>
                    <a:pt x="19" y="35"/>
                    <a:pt x="19" y="33"/>
                  </a:cubicBezTo>
                  <a:cubicBezTo>
                    <a:pt x="19" y="30"/>
                    <a:pt x="21" y="27"/>
                    <a:pt x="22" y="26"/>
                  </a:cubicBezTo>
                  <a:cubicBezTo>
                    <a:pt x="25" y="23"/>
                    <a:pt x="28" y="22"/>
                    <a:pt x="30" y="22"/>
                  </a:cubicBezTo>
                  <a:close/>
                  <a:moveTo>
                    <a:pt x="32" y="0"/>
                  </a:moveTo>
                  <a:cubicBezTo>
                    <a:pt x="25" y="0"/>
                    <a:pt x="15" y="4"/>
                    <a:pt x="11" y="9"/>
                  </a:cubicBezTo>
                  <a:cubicBezTo>
                    <a:pt x="5" y="14"/>
                    <a:pt x="1" y="23"/>
                    <a:pt x="1" y="30"/>
                  </a:cubicBezTo>
                  <a:cubicBezTo>
                    <a:pt x="1" y="40"/>
                    <a:pt x="5" y="46"/>
                    <a:pt x="11" y="52"/>
                  </a:cubicBezTo>
                  <a:cubicBezTo>
                    <a:pt x="15" y="58"/>
                    <a:pt x="25" y="61"/>
                    <a:pt x="32" y="61"/>
                  </a:cubicBezTo>
                  <a:cubicBezTo>
                    <a:pt x="40" y="61"/>
                    <a:pt x="48" y="58"/>
                    <a:pt x="54" y="52"/>
                  </a:cubicBezTo>
                  <a:cubicBezTo>
                    <a:pt x="58" y="46"/>
                    <a:pt x="63" y="38"/>
                    <a:pt x="63" y="30"/>
                  </a:cubicBezTo>
                  <a:cubicBezTo>
                    <a:pt x="63" y="23"/>
                    <a:pt x="58" y="16"/>
                    <a:pt x="54" y="9"/>
                  </a:cubicBezTo>
                  <a:cubicBezTo>
                    <a:pt x="48" y="4"/>
                    <a:pt x="40" y="0"/>
                    <a:pt x="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8"/>
            <p:cNvSpPr/>
            <p:nvPr/>
          </p:nvSpPr>
          <p:spPr>
            <a:xfrm>
              <a:off x="1792183" y="2405620"/>
              <a:ext cx="13257" cy="50145"/>
            </a:xfrm>
            <a:custGeom>
              <a:rect b="b" l="l" r="r" t="t"/>
              <a:pathLst>
                <a:path extrusionOk="0" h="87" w="23">
                  <a:moveTo>
                    <a:pt x="1" y="0"/>
                  </a:moveTo>
                  <a:lnTo>
                    <a:pt x="1" y="87"/>
                  </a:lnTo>
                  <a:lnTo>
                    <a:pt x="22" y="87"/>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8"/>
            <p:cNvSpPr/>
            <p:nvPr/>
          </p:nvSpPr>
          <p:spPr>
            <a:xfrm>
              <a:off x="1804863" y="2103022"/>
              <a:ext cx="239197" cy="352167"/>
            </a:xfrm>
            <a:custGeom>
              <a:rect b="b" l="l" r="r" t="t"/>
              <a:pathLst>
                <a:path extrusionOk="0" h="611" w="415">
                  <a:moveTo>
                    <a:pt x="197" y="1"/>
                  </a:moveTo>
                  <a:cubicBezTo>
                    <a:pt x="155" y="1"/>
                    <a:pt x="114" y="14"/>
                    <a:pt x="80" y="36"/>
                  </a:cubicBezTo>
                  <a:cubicBezTo>
                    <a:pt x="45" y="57"/>
                    <a:pt x="18" y="88"/>
                    <a:pt x="0" y="124"/>
                  </a:cubicBezTo>
                  <a:lnTo>
                    <a:pt x="18" y="132"/>
                  </a:lnTo>
                  <a:cubicBezTo>
                    <a:pt x="51" y="66"/>
                    <a:pt x="122" y="23"/>
                    <a:pt x="195" y="23"/>
                  </a:cubicBezTo>
                  <a:cubicBezTo>
                    <a:pt x="304" y="23"/>
                    <a:pt x="392" y="111"/>
                    <a:pt x="392" y="219"/>
                  </a:cubicBezTo>
                  <a:lnTo>
                    <a:pt x="392" y="610"/>
                  </a:lnTo>
                  <a:lnTo>
                    <a:pt x="413" y="610"/>
                  </a:lnTo>
                  <a:lnTo>
                    <a:pt x="413" y="219"/>
                  </a:lnTo>
                  <a:cubicBezTo>
                    <a:pt x="415" y="101"/>
                    <a:pt x="318" y="1"/>
                    <a:pt x="1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8"/>
            <p:cNvSpPr/>
            <p:nvPr/>
          </p:nvSpPr>
          <p:spPr>
            <a:xfrm>
              <a:off x="1632526" y="2131841"/>
              <a:ext cx="106053" cy="111817"/>
            </a:xfrm>
            <a:custGeom>
              <a:rect b="b" l="l" r="r" t="t"/>
              <a:pathLst>
                <a:path extrusionOk="0" h="194" w="184">
                  <a:moveTo>
                    <a:pt x="97" y="17"/>
                  </a:moveTo>
                  <a:lnTo>
                    <a:pt x="107" y="39"/>
                  </a:lnTo>
                  <a:lnTo>
                    <a:pt x="126" y="51"/>
                  </a:lnTo>
                  <a:lnTo>
                    <a:pt x="151" y="51"/>
                  </a:lnTo>
                  <a:lnTo>
                    <a:pt x="158" y="61"/>
                  </a:lnTo>
                  <a:lnTo>
                    <a:pt x="146" y="82"/>
                  </a:lnTo>
                  <a:lnTo>
                    <a:pt x="146" y="104"/>
                  </a:lnTo>
                  <a:lnTo>
                    <a:pt x="158" y="126"/>
                  </a:lnTo>
                  <a:lnTo>
                    <a:pt x="151" y="137"/>
                  </a:lnTo>
                  <a:lnTo>
                    <a:pt x="126" y="137"/>
                  </a:lnTo>
                  <a:lnTo>
                    <a:pt x="107" y="147"/>
                  </a:lnTo>
                  <a:lnTo>
                    <a:pt x="97" y="169"/>
                  </a:lnTo>
                  <a:lnTo>
                    <a:pt x="84" y="169"/>
                  </a:lnTo>
                  <a:lnTo>
                    <a:pt x="74" y="147"/>
                  </a:lnTo>
                  <a:lnTo>
                    <a:pt x="55" y="137"/>
                  </a:lnTo>
                  <a:lnTo>
                    <a:pt x="32" y="137"/>
                  </a:lnTo>
                  <a:lnTo>
                    <a:pt x="25" y="126"/>
                  </a:lnTo>
                  <a:lnTo>
                    <a:pt x="38" y="104"/>
                  </a:lnTo>
                  <a:lnTo>
                    <a:pt x="38" y="82"/>
                  </a:lnTo>
                  <a:lnTo>
                    <a:pt x="25" y="61"/>
                  </a:lnTo>
                  <a:lnTo>
                    <a:pt x="32" y="51"/>
                  </a:lnTo>
                  <a:lnTo>
                    <a:pt x="55" y="51"/>
                  </a:lnTo>
                  <a:lnTo>
                    <a:pt x="74" y="39"/>
                  </a:lnTo>
                  <a:lnTo>
                    <a:pt x="84" y="17"/>
                  </a:lnTo>
                  <a:close/>
                  <a:moveTo>
                    <a:pt x="73" y="0"/>
                  </a:moveTo>
                  <a:lnTo>
                    <a:pt x="58" y="26"/>
                  </a:lnTo>
                  <a:lnTo>
                    <a:pt x="52" y="32"/>
                  </a:lnTo>
                  <a:lnTo>
                    <a:pt x="21" y="32"/>
                  </a:lnTo>
                  <a:lnTo>
                    <a:pt x="0" y="65"/>
                  </a:lnTo>
                  <a:lnTo>
                    <a:pt x="18" y="91"/>
                  </a:lnTo>
                  <a:lnTo>
                    <a:pt x="18" y="101"/>
                  </a:lnTo>
                  <a:lnTo>
                    <a:pt x="0" y="127"/>
                  </a:lnTo>
                  <a:lnTo>
                    <a:pt x="21" y="160"/>
                  </a:lnTo>
                  <a:lnTo>
                    <a:pt x="52" y="160"/>
                  </a:lnTo>
                  <a:lnTo>
                    <a:pt x="58" y="166"/>
                  </a:lnTo>
                  <a:lnTo>
                    <a:pt x="73" y="194"/>
                  </a:lnTo>
                  <a:lnTo>
                    <a:pt x="112" y="194"/>
                  </a:lnTo>
                  <a:lnTo>
                    <a:pt x="126" y="166"/>
                  </a:lnTo>
                  <a:lnTo>
                    <a:pt x="133" y="160"/>
                  </a:lnTo>
                  <a:lnTo>
                    <a:pt x="164" y="160"/>
                  </a:lnTo>
                  <a:lnTo>
                    <a:pt x="184" y="127"/>
                  </a:lnTo>
                  <a:lnTo>
                    <a:pt x="168" y="101"/>
                  </a:lnTo>
                  <a:lnTo>
                    <a:pt x="168" y="91"/>
                  </a:lnTo>
                  <a:lnTo>
                    <a:pt x="184" y="65"/>
                  </a:lnTo>
                  <a:lnTo>
                    <a:pt x="164" y="32"/>
                  </a:lnTo>
                  <a:lnTo>
                    <a:pt x="133" y="32"/>
                  </a:lnTo>
                  <a:lnTo>
                    <a:pt x="126" y="26"/>
                  </a:lnTo>
                  <a:lnTo>
                    <a:pt x="1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8"/>
            <p:cNvSpPr/>
            <p:nvPr/>
          </p:nvSpPr>
          <p:spPr>
            <a:xfrm>
              <a:off x="1666533" y="2169305"/>
              <a:ext cx="38041" cy="38041"/>
            </a:xfrm>
            <a:custGeom>
              <a:rect b="b" l="l" r="r" t="t"/>
              <a:pathLst>
                <a:path extrusionOk="0" h="66" w="66">
                  <a:moveTo>
                    <a:pt x="32" y="19"/>
                  </a:moveTo>
                  <a:cubicBezTo>
                    <a:pt x="38" y="19"/>
                    <a:pt x="44" y="25"/>
                    <a:pt x="44" y="30"/>
                  </a:cubicBezTo>
                  <a:cubicBezTo>
                    <a:pt x="44" y="36"/>
                    <a:pt x="38" y="42"/>
                    <a:pt x="32" y="42"/>
                  </a:cubicBezTo>
                  <a:cubicBezTo>
                    <a:pt x="27" y="42"/>
                    <a:pt x="22" y="36"/>
                    <a:pt x="22" y="30"/>
                  </a:cubicBezTo>
                  <a:cubicBezTo>
                    <a:pt x="22" y="25"/>
                    <a:pt x="27" y="19"/>
                    <a:pt x="32" y="19"/>
                  </a:cubicBezTo>
                  <a:close/>
                  <a:moveTo>
                    <a:pt x="32" y="0"/>
                  </a:moveTo>
                  <a:cubicBezTo>
                    <a:pt x="15" y="0"/>
                    <a:pt x="1" y="14"/>
                    <a:pt x="1" y="32"/>
                  </a:cubicBezTo>
                  <a:cubicBezTo>
                    <a:pt x="1" y="51"/>
                    <a:pt x="15" y="65"/>
                    <a:pt x="32" y="65"/>
                  </a:cubicBezTo>
                  <a:cubicBezTo>
                    <a:pt x="51" y="65"/>
                    <a:pt x="66" y="51"/>
                    <a:pt x="66" y="32"/>
                  </a:cubicBezTo>
                  <a:cubicBezTo>
                    <a:pt x="63" y="13"/>
                    <a:pt x="48" y="0"/>
                    <a:pt x="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8"/>
            <p:cNvSpPr/>
            <p:nvPr/>
          </p:nvSpPr>
          <p:spPr>
            <a:xfrm>
              <a:off x="1722441" y="2038468"/>
              <a:ext cx="105477" cy="111817"/>
            </a:xfrm>
            <a:custGeom>
              <a:rect b="b" l="l" r="r" t="t"/>
              <a:pathLst>
                <a:path extrusionOk="0" h="194" w="183">
                  <a:moveTo>
                    <a:pt x="100" y="20"/>
                  </a:moveTo>
                  <a:lnTo>
                    <a:pt x="110" y="42"/>
                  </a:lnTo>
                  <a:lnTo>
                    <a:pt x="129" y="54"/>
                  </a:lnTo>
                  <a:lnTo>
                    <a:pt x="152" y="54"/>
                  </a:lnTo>
                  <a:lnTo>
                    <a:pt x="159" y="64"/>
                  </a:lnTo>
                  <a:lnTo>
                    <a:pt x="146" y="85"/>
                  </a:lnTo>
                  <a:lnTo>
                    <a:pt x="146" y="107"/>
                  </a:lnTo>
                  <a:lnTo>
                    <a:pt x="159" y="129"/>
                  </a:lnTo>
                  <a:lnTo>
                    <a:pt x="152" y="140"/>
                  </a:lnTo>
                  <a:lnTo>
                    <a:pt x="129" y="140"/>
                  </a:lnTo>
                  <a:lnTo>
                    <a:pt x="110" y="150"/>
                  </a:lnTo>
                  <a:lnTo>
                    <a:pt x="100" y="172"/>
                  </a:lnTo>
                  <a:lnTo>
                    <a:pt x="87" y="172"/>
                  </a:lnTo>
                  <a:lnTo>
                    <a:pt x="77" y="150"/>
                  </a:lnTo>
                  <a:lnTo>
                    <a:pt x="58" y="140"/>
                  </a:lnTo>
                  <a:lnTo>
                    <a:pt x="35" y="140"/>
                  </a:lnTo>
                  <a:lnTo>
                    <a:pt x="28" y="129"/>
                  </a:lnTo>
                  <a:lnTo>
                    <a:pt x="41" y="107"/>
                  </a:lnTo>
                  <a:lnTo>
                    <a:pt x="41" y="85"/>
                  </a:lnTo>
                  <a:lnTo>
                    <a:pt x="28" y="64"/>
                  </a:lnTo>
                  <a:lnTo>
                    <a:pt x="35" y="54"/>
                  </a:lnTo>
                  <a:lnTo>
                    <a:pt x="58" y="54"/>
                  </a:lnTo>
                  <a:lnTo>
                    <a:pt x="77" y="42"/>
                  </a:lnTo>
                  <a:lnTo>
                    <a:pt x="87" y="20"/>
                  </a:lnTo>
                  <a:close/>
                  <a:moveTo>
                    <a:pt x="73" y="0"/>
                  </a:moveTo>
                  <a:lnTo>
                    <a:pt x="58" y="28"/>
                  </a:lnTo>
                  <a:lnTo>
                    <a:pt x="51" y="33"/>
                  </a:lnTo>
                  <a:lnTo>
                    <a:pt x="21" y="33"/>
                  </a:lnTo>
                  <a:lnTo>
                    <a:pt x="0" y="67"/>
                  </a:lnTo>
                  <a:lnTo>
                    <a:pt x="16" y="93"/>
                  </a:lnTo>
                  <a:lnTo>
                    <a:pt x="16" y="103"/>
                  </a:lnTo>
                  <a:lnTo>
                    <a:pt x="0" y="129"/>
                  </a:lnTo>
                  <a:lnTo>
                    <a:pt x="21" y="162"/>
                  </a:lnTo>
                  <a:lnTo>
                    <a:pt x="51" y="162"/>
                  </a:lnTo>
                  <a:lnTo>
                    <a:pt x="58" y="168"/>
                  </a:lnTo>
                  <a:lnTo>
                    <a:pt x="73" y="194"/>
                  </a:lnTo>
                  <a:lnTo>
                    <a:pt x="110" y="194"/>
                  </a:lnTo>
                  <a:lnTo>
                    <a:pt x="125" y="168"/>
                  </a:lnTo>
                  <a:lnTo>
                    <a:pt x="132" y="162"/>
                  </a:lnTo>
                  <a:lnTo>
                    <a:pt x="164" y="162"/>
                  </a:lnTo>
                  <a:lnTo>
                    <a:pt x="182" y="129"/>
                  </a:lnTo>
                  <a:lnTo>
                    <a:pt x="166" y="103"/>
                  </a:lnTo>
                  <a:lnTo>
                    <a:pt x="166" y="93"/>
                  </a:lnTo>
                  <a:lnTo>
                    <a:pt x="182" y="67"/>
                  </a:lnTo>
                  <a:lnTo>
                    <a:pt x="164" y="33"/>
                  </a:lnTo>
                  <a:lnTo>
                    <a:pt x="132" y="33"/>
                  </a:lnTo>
                  <a:lnTo>
                    <a:pt x="125" y="28"/>
                  </a:lnTo>
                  <a:lnTo>
                    <a:pt x="1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8"/>
            <p:cNvSpPr/>
            <p:nvPr/>
          </p:nvSpPr>
          <p:spPr>
            <a:xfrm>
              <a:off x="1755871" y="2076509"/>
              <a:ext cx="38041" cy="38041"/>
            </a:xfrm>
            <a:custGeom>
              <a:rect b="b" l="l" r="r" t="t"/>
              <a:pathLst>
                <a:path extrusionOk="0" h="66" w="66">
                  <a:moveTo>
                    <a:pt x="33" y="21"/>
                  </a:moveTo>
                  <a:cubicBezTo>
                    <a:pt x="38" y="21"/>
                    <a:pt x="43" y="27"/>
                    <a:pt x="43" y="32"/>
                  </a:cubicBezTo>
                  <a:cubicBezTo>
                    <a:pt x="43" y="38"/>
                    <a:pt x="41" y="43"/>
                    <a:pt x="33" y="43"/>
                  </a:cubicBezTo>
                  <a:cubicBezTo>
                    <a:pt x="28" y="43"/>
                    <a:pt x="22" y="38"/>
                    <a:pt x="22" y="32"/>
                  </a:cubicBezTo>
                  <a:cubicBezTo>
                    <a:pt x="22" y="27"/>
                    <a:pt x="28" y="21"/>
                    <a:pt x="33" y="21"/>
                  </a:cubicBezTo>
                  <a:close/>
                  <a:moveTo>
                    <a:pt x="33" y="1"/>
                  </a:moveTo>
                  <a:cubicBezTo>
                    <a:pt x="15" y="1"/>
                    <a:pt x="0" y="15"/>
                    <a:pt x="0" y="32"/>
                  </a:cubicBezTo>
                  <a:cubicBezTo>
                    <a:pt x="0" y="51"/>
                    <a:pt x="15" y="66"/>
                    <a:pt x="33" y="66"/>
                  </a:cubicBezTo>
                  <a:cubicBezTo>
                    <a:pt x="51" y="66"/>
                    <a:pt x="65" y="51"/>
                    <a:pt x="65" y="32"/>
                  </a:cubicBezTo>
                  <a:cubicBezTo>
                    <a:pt x="65" y="15"/>
                    <a:pt x="51"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8"/>
            <p:cNvSpPr/>
            <p:nvPr/>
          </p:nvSpPr>
          <p:spPr>
            <a:xfrm>
              <a:off x="1628492" y="2274782"/>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8"/>
            <p:cNvSpPr/>
            <p:nvPr/>
          </p:nvSpPr>
          <p:spPr>
            <a:xfrm>
              <a:off x="1653276" y="2274782"/>
              <a:ext cx="13257" cy="13257"/>
            </a:xfrm>
            <a:custGeom>
              <a:rect b="b" l="l" r="r" t="t"/>
              <a:pathLst>
                <a:path extrusionOk="0" h="23" w="23">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8"/>
            <p:cNvSpPr/>
            <p:nvPr/>
          </p:nvSpPr>
          <p:spPr>
            <a:xfrm>
              <a:off x="1677484" y="2274782"/>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8"/>
            <p:cNvSpPr/>
            <p:nvPr/>
          </p:nvSpPr>
          <p:spPr>
            <a:xfrm>
              <a:off x="1653276" y="2307060"/>
              <a:ext cx="13257" cy="13257"/>
            </a:xfrm>
            <a:custGeom>
              <a:rect b="b" l="l" r="r" t="t"/>
              <a:pathLst>
                <a:path extrusionOk="0" h="23" w="23">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8"/>
            <p:cNvSpPr/>
            <p:nvPr/>
          </p:nvSpPr>
          <p:spPr>
            <a:xfrm>
              <a:off x="1702268" y="2307060"/>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8"/>
            <p:cNvSpPr/>
            <p:nvPr/>
          </p:nvSpPr>
          <p:spPr>
            <a:xfrm>
              <a:off x="1677484" y="2307060"/>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8"/>
            <p:cNvSpPr/>
            <p:nvPr/>
          </p:nvSpPr>
          <p:spPr>
            <a:xfrm>
              <a:off x="1927055" y="2134723"/>
              <a:ext cx="67436" cy="44957"/>
            </a:xfrm>
            <a:custGeom>
              <a:rect b="b" l="l" r="r" t="t"/>
              <a:pathLst>
                <a:path extrusionOk="0" h="78" w="117">
                  <a:moveTo>
                    <a:pt x="4" y="1"/>
                  </a:moveTo>
                  <a:lnTo>
                    <a:pt x="1" y="22"/>
                  </a:lnTo>
                  <a:cubicBezTo>
                    <a:pt x="41" y="25"/>
                    <a:pt x="77" y="47"/>
                    <a:pt x="100" y="77"/>
                  </a:cubicBezTo>
                  <a:lnTo>
                    <a:pt x="116" y="66"/>
                  </a:lnTo>
                  <a:cubicBezTo>
                    <a:pt x="90" y="27"/>
                    <a:pt x="48" y="4"/>
                    <a:pt x="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8"/>
            <p:cNvSpPr/>
            <p:nvPr/>
          </p:nvSpPr>
          <p:spPr>
            <a:xfrm>
              <a:off x="2001408" y="2398127"/>
              <a:ext cx="12680" cy="57061"/>
            </a:xfrm>
            <a:custGeom>
              <a:rect b="b" l="l" r="r" t="t"/>
              <a:pathLst>
                <a:path extrusionOk="0" h="99" w="22">
                  <a:moveTo>
                    <a:pt x="0" y="0"/>
                  </a:moveTo>
                  <a:lnTo>
                    <a:pt x="0" y="98"/>
                  </a:lnTo>
                  <a:lnTo>
                    <a:pt x="22" y="98"/>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8"/>
            <p:cNvSpPr/>
            <p:nvPr/>
          </p:nvSpPr>
          <p:spPr>
            <a:xfrm>
              <a:off x="2001408" y="2339913"/>
              <a:ext cx="12680" cy="12680"/>
            </a:xfrm>
            <a:custGeom>
              <a:rect b="b" l="l" r="r" t="t"/>
              <a:pathLst>
                <a:path extrusionOk="0" h="22"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8"/>
            <p:cNvSpPr/>
            <p:nvPr/>
          </p:nvSpPr>
          <p:spPr>
            <a:xfrm>
              <a:off x="2001408" y="2303025"/>
              <a:ext cx="12680" cy="25361"/>
            </a:xfrm>
            <a:custGeom>
              <a:rect b="b" l="l" r="r" t="t"/>
              <a:pathLst>
                <a:path extrusionOk="0" h="44" w="22">
                  <a:moveTo>
                    <a:pt x="0" y="1"/>
                  </a:moveTo>
                  <a:lnTo>
                    <a:pt x="0" y="44"/>
                  </a:lnTo>
                  <a:lnTo>
                    <a:pt x="22" y="44"/>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8"/>
            <p:cNvSpPr/>
            <p:nvPr/>
          </p:nvSpPr>
          <p:spPr>
            <a:xfrm>
              <a:off x="2001408" y="2364697"/>
              <a:ext cx="12680" cy="13257"/>
            </a:xfrm>
            <a:custGeom>
              <a:rect b="b" l="l" r="r" t="t"/>
              <a:pathLst>
                <a:path extrusionOk="0" h="23" w="22">
                  <a:moveTo>
                    <a:pt x="0" y="0"/>
                  </a:moveTo>
                  <a:lnTo>
                    <a:pt x="0"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8"/>
            <p:cNvSpPr/>
            <p:nvPr/>
          </p:nvSpPr>
          <p:spPr>
            <a:xfrm>
              <a:off x="1992762" y="2184291"/>
              <a:ext cx="22479" cy="75505"/>
            </a:xfrm>
            <a:custGeom>
              <a:rect b="b" l="l" r="r" t="t"/>
              <a:pathLst>
                <a:path extrusionOk="0" h="131" w="39">
                  <a:moveTo>
                    <a:pt x="20" y="0"/>
                  </a:moveTo>
                  <a:lnTo>
                    <a:pt x="1" y="10"/>
                  </a:lnTo>
                  <a:cubicBezTo>
                    <a:pt x="12" y="30"/>
                    <a:pt x="17" y="53"/>
                    <a:pt x="17" y="77"/>
                  </a:cubicBezTo>
                  <a:lnTo>
                    <a:pt x="17" y="130"/>
                  </a:lnTo>
                  <a:lnTo>
                    <a:pt x="38" y="130"/>
                  </a:lnTo>
                  <a:lnTo>
                    <a:pt x="38" y="77"/>
                  </a:lnTo>
                  <a:cubicBezTo>
                    <a:pt x="37" y="52"/>
                    <a:pt x="31" y="26"/>
                    <a:pt x="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8"/>
            <p:cNvSpPr/>
            <p:nvPr/>
          </p:nvSpPr>
          <p:spPr>
            <a:xfrm>
              <a:off x="2001408" y="2273053"/>
              <a:ext cx="12680" cy="13257"/>
            </a:xfrm>
            <a:custGeom>
              <a:rect b="b" l="l" r="r" t="t"/>
              <a:pathLst>
                <a:path extrusionOk="0" h="23" w="22">
                  <a:moveTo>
                    <a:pt x="0" y="1"/>
                  </a:moveTo>
                  <a:lnTo>
                    <a:pt x="0"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8"/>
            <p:cNvSpPr/>
            <p:nvPr/>
          </p:nvSpPr>
          <p:spPr>
            <a:xfrm>
              <a:off x="1889014" y="2134723"/>
              <a:ext cx="20173" cy="15562"/>
            </a:xfrm>
            <a:custGeom>
              <a:rect b="b" l="l" r="r" t="t"/>
              <a:pathLst>
                <a:path extrusionOk="0" h="27" w="35">
                  <a:moveTo>
                    <a:pt x="33" y="1"/>
                  </a:moveTo>
                  <a:cubicBezTo>
                    <a:pt x="22" y="2"/>
                    <a:pt x="12" y="4"/>
                    <a:pt x="0" y="8"/>
                  </a:cubicBezTo>
                  <a:lnTo>
                    <a:pt x="7" y="27"/>
                  </a:lnTo>
                  <a:cubicBezTo>
                    <a:pt x="16" y="24"/>
                    <a:pt x="25" y="22"/>
                    <a:pt x="35" y="22"/>
                  </a:cubicBezTo>
                  <a:lnTo>
                    <a:pt x="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8"/>
            <p:cNvSpPr/>
            <p:nvPr/>
          </p:nvSpPr>
          <p:spPr>
            <a:xfrm>
              <a:off x="1839446" y="2147403"/>
              <a:ext cx="35159" cy="34006"/>
            </a:xfrm>
            <a:custGeom>
              <a:rect b="b" l="l" r="r" t="t"/>
              <a:pathLst>
                <a:path extrusionOk="0" h="59" w="61">
                  <a:moveTo>
                    <a:pt x="50" y="0"/>
                  </a:moveTo>
                  <a:cubicBezTo>
                    <a:pt x="30" y="11"/>
                    <a:pt x="14" y="26"/>
                    <a:pt x="1" y="45"/>
                  </a:cubicBezTo>
                  <a:lnTo>
                    <a:pt x="18" y="58"/>
                  </a:lnTo>
                  <a:cubicBezTo>
                    <a:pt x="28" y="41"/>
                    <a:pt x="43" y="28"/>
                    <a:pt x="60" y="18"/>
                  </a:cubicBezTo>
                  <a:lnTo>
                    <a:pt x="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8"/>
            <p:cNvSpPr/>
            <p:nvPr/>
          </p:nvSpPr>
          <p:spPr>
            <a:xfrm>
              <a:off x="1821578" y="2426370"/>
              <a:ext cx="12680" cy="29395"/>
            </a:xfrm>
            <a:custGeom>
              <a:rect b="b" l="l" r="r" t="t"/>
              <a:pathLst>
                <a:path extrusionOk="0" h="51" w="22">
                  <a:moveTo>
                    <a:pt x="0" y="0"/>
                  </a:moveTo>
                  <a:lnTo>
                    <a:pt x="0" y="51"/>
                  </a:lnTo>
                  <a:lnTo>
                    <a:pt x="22" y="5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8"/>
            <p:cNvSpPr/>
            <p:nvPr/>
          </p:nvSpPr>
          <p:spPr>
            <a:xfrm>
              <a:off x="1851550" y="2407349"/>
              <a:ext cx="12680" cy="47839"/>
            </a:xfrm>
            <a:custGeom>
              <a:rect b="b" l="l" r="r" t="t"/>
              <a:pathLst>
                <a:path extrusionOk="0" h="83" w="22">
                  <a:moveTo>
                    <a:pt x="0" y="0"/>
                  </a:moveTo>
                  <a:lnTo>
                    <a:pt x="0" y="82"/>
                  </a:lnTo>
                  <a:lnTo>
                    <a:pt x="22" y="8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8"/>
            <p:cNvSpPr/>
            <p:nvPr/>
          </p:nvSpPr>
          <p:spPr>
            <a:xfrm>
              <a:off x="1972013" y="2420606"/>
              <a:ext cx="13257" cy="35159"/>
            </a:xfrm>
            <a:custGeom>
              <a:rect b="b" l="l" r="r" t="t"/>
              <a:pathLst>
                <a:path extrusionOk="0" h="61" w="23">
                  <a:moveTo>
                    <a:pt x="1" y="0"/>
                  </a:moveTo>
                  <a:lnTo>
                    <a:pt x="1" y="61"/>
                  </a:lnTo>
                  <a:lnTo>
                    <a:pt x="22" y="61"/>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8"/>
            <p:cNvSpPr/>
            <p:nvPr/>
          </p:nvSpPr>
          <p:spPr>
            <a:xfrm>
              <a:off x="1972013" y="2385447"/>
              <a:ext cx="13257" cy="17291"/>
            </a:xfrm>
            <a:custGeom>
              <a:rect b="b" l="l" r="r" t="t"/>
              <a:pathLst>
                <a:path extrusionOk="0" h="30" w="23">
                  <a:moveTo>
                    <a:pt x="1" y="1"/>
                  </a:moveTo>
                  <a:lnTo>
                    <a:pt x="1" y="29"/>
                  </a:lnTo>
                  <a:lnTo>
                    <a:pt x="22" y="29"/>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8"/>
            <p:cNvSpPr/>
            <p:nvPr/>
          </p:nvSpPr>
          <p:spPr>
            <a:xfrm>
              <a:off x="1972013" y="2294956"/>
              <a:ext cx="13257" cy="74353"/>
            </a:xfrm>
            <a:custGeom>
              <a:rect b="b" l="l" r="r" t="t"/>
              <a:pathLst>
                <a:path extrusionOk="0" h="129" w="23">
                  <a:moveTo>
                    <a:pt x="1" y="0"/>
                  </a:moveTo>
                  <a:lnTo>
                    <a:pt x="1" y="129"/>
                  </a:lnTo>
                  <a:lnTo>
                    <a:pt x="22" y="129"/>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8"/>
            <p:cNvSpPr/>
            <p:nvPr/>
          </p:nvSpPr>
          <p:spPr>
            <a:xfrm>
              <a:off x="1972013" y="2239047"/>
              <a:ext cx="13257" cy="32277"/>
            </a:xfrm>
            <a:custGeom>
              <a:rect b="b" l="l" r="r" t="t"/>
              <a:pathLst>
                <a:path extrusionOk="0" h="56" w="23">
                  <a:moveTo>
                    <a:pt x="1" y="0"/>
                  </a:moveTo>
                  <a:lnTo>
                    <a:pt x="1" y="55"/>
                  </a:lnTo>
                  <a:lnTo>
                    <a:pt x="22" y="5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8"/>
            <p:cNvSpPr/>
            <p:nvPr/>
          </p:nvSpPr>
          <p:spPr>
            <a:xfrm>
              <a:off x="1928784" y="2164694"/>
              <a:ext cx="48992" cy="41499"/>
            </a:xfrm>
            <a:custGeom>
              <a:rect b="b" l="l" r="r" t="t"/>
              <a:pathLst>
                <a:path extrusionOk="0" h="72" w="85">
                  <a:moveTo>
                    <a:pt x="3" y="1"/>
                  </a:moveTo>
                  <a:lnTo>
                    <a:pt x="1" y="21"/>
                  </a:lnTo>
                  <a:cubicBezTo>
                    <a:pt x="29" y="25"/>
                    <a:pt x="54" y="46"/>
                    <a:pt x="67" y="72"/>
                  </a:cubicBezTo>
                  <a:lnTo>
                    <a:pt x="84" y="61"/>
                  </a:lnTo>
                  <a:cubicBezTo>
                    <a:pt x="68" y="31"/>
                    <a:pt x="38" y="8"/>
                    <a:pt x="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8"/>
            <p:cNvSpPr/>
            <p:nvPr/>
          </p:nvSpPr>
          <p:spPr>
            <a:xfrm>
              <a:off x="1970283" y="2214263"/>
              <a:ext cx="14986" cy="13833"/>
            </a:xfrm>
            <a:custGeom>
              <a:rect b="b" l="l" r="r" t="t"/>
              <a:pathLst>
                <a:path extrusionOk="0" h="24" w="26">
                  <a:moveTo>
                    <a:pt x="20" y="0"/>
                  </a:moveTo>
                  <a:lnTo>
                    <a:pt x="1" y="4"/>
                  </a:lnTo>
                  <a:cubicBezTo>
                    <a:pt x="2" y="10"/>
                    <a:pt x="2" y="17"/>
                    <a:pt x="4" y="23"/>
                  </a:cubicBezTo>
                  <a:lnTo>
                    <a:pt x="25" y="20"/>
                  </a:lnTo>
                  <a:lnTo>
                    <a:pt x="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8"/>
            <p:cNvSpPr/>
            <p:nvPr/>
          </p:nvSpPr>
          <p:spPr>
            <a:xfrm>
              <a:off x="1876334" y="2162965"/>
              <a:ext cx="37465" cy="24784"/>
            </a:xfrm>
            <a:custGeom>
              <a:rect b="b" l="l" r="r" t="t"/>
              <a:pathLst>
                <a:path extrusionOk="0" h="43" w="65">
                  <a:moveTo>
                    <a:pt x="63" y="1"/>
                  </a:moveTo>
                  <a:cubicBezTo>
                    <a:pt x="38" y="4"/>
                    <a:pt x="16" y="12"/>
                    <a:pt x="1" y="27"/>
                  </a:cubicBezTo>
                  <a:lnTo>
                    <a:pt x="14" y="43"/>
                  </a:lnTo>
                  <a:cubicBezTo>
                    <a:pt x="28" y="30"/>
                    <a:pt x="45" y="23"/>
                    <a:pt x="64" y="21"/>
                  </a:cubicBezTo>
                  <a:lnTo>
                    <a:pt x="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8"/>
            <p:cNvSpPr/>
            <p:nvPr/>
          </p:nvSpPr>
          <p:spPr>
            <a:xfrm>
              <a:off x="1881521" y="2395245"/>
              <a:ext cx="12680" cy="60520"/>
            </a:xfrm>
            <a:custGeom>
              <a:rect b="b" l="l" r="r" t="t"/>
              <a:pathLst>
                <a:path extrusionOk="0" h="105" w="22">
                  <a:moveTo>
                    <a:pt x="0" y="1"/>
                  </a:moveTo>
                  <a:lnTo>
                    <a:pt x="0" y="105"/>
                  </a:lnTo>
                  <a:lnTo>
                    <a:pt x="22" y="105"/>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8"/>
            <p:cNvSpPr/>
            <p:nvPr/>
          </p:nvSpPr>
          <p:spPr>
            <a:xfrm>
              <a:off x="1909764" y="2194090"/>
              <a:ext cx="34006" cy="19020"/>
            </a:xfrm>
            <a:custGeom>
              <a:rect b="b" l="l" r="r" t="t"/>
              <a:pathLst>
                <a:path extrusionOk="0" h="33" w="59">
                  <a:moveTo>
                    <a:pt x="15" y="0"/>
                  </a:moveTo>
                  <a:cubicBezTo>
                    <a:pt x="9" y="0"/>
                    <a:pt x="6" y="0"/>
                    <a:pt x="0" y="2"/>
                  </a:cubicBezTo>
                  <a:lnTo>
                    <a:pt x="6" y="22"/>
                  </a:lnTo>
                  <a:cubicBezTo>
                    <a:pt x="9" y="22"/>
                    <a:pt x="13" y="21"/>
                    <a:pt x="15" y="21"/>
                  </a:cubicBezTo>
                  <a:cubicBezTo>
                    <a:pt x="26" y="21"/>
                    <a:pt x="36" y="23"/>
                    <a:pt x="44" y="32"/>
                  </a:cubicBezTo>
                  <a:lnTo>
                    <a:pt x="58" y="18"/>
                  </a:lnTo>
                  <a:cubicBezTo>
                    <a:pt x="48" y="6"/>
                    <a:pt x="31" y="0"/>
                    <a:pt x="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8"/>
            <p:cNvSpPr/>
            <p:nvPr/>
          </p:nvSpPr>
          <p:spPr>
            <a:xfrm>
              <a:off x="1942041" y="2374496"/>
              <a:ext cx="13257" cy="13257"/>
            </a:xfrm>
            <a:custGeom>
              <a:rect b="b" l="l" r="r" t="t"/>
              <a:pathLst>
                <a:path extrusionOk="0" h="23" w="23">
                  <a:moveTo>
                    <a:pt x="1" y="1"/>
                  </a:moveTo>
                  <a:lnTo>
                    <a:pt x="1" y="22"/>
                  </a:lnTo>
                  <a:lnTo>
                    <a:pt x="22" y="22"/>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8"/>
            <p:cNvSpPr/>
            <p:nvPr/>
          </p:nvSpPr>
          <p:spPr>
            <a:xfrm>
              <a:off x="1942041" y="2329538"/>
              <a:ext cx="13257" cy="33430"/>
            </a:xfrm>
            <a:custGeom>
              <a:rect b="b" l="l" r="r" t="t"/>
              <a:pathLst>
                <a:path extrusionOk="0" h="58" w="23">
                  <a:moveTo>
                    <a:pt x="1" y="1"/>
                  </a:moveTo>
                  <a:lnTo>
                    <a:pt x="1" y="57"/>
                  </a:lnTo>
                  <a:lnTo>
                    <a:pt x="22" y="5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8"/>
            <p:cNvSpPr/>
            <p:nvPr/>
          </p:nvSpPr>
          <p:spPr>
            <a:xfrm>
              <a:off x="1942041" y="2398704"/>
              <a:ext cx="13257" cy="57061"/>
            </a:xfrm>
            <a:custGeom>
              <a:rect b="b" l="l" r="r" t="t"/>
              <a:pathLst>
                <a:path extrusionOk="0" h="99" w="23">
                  <a:moveTo>
                    <a:pt x="1" y="1"/>
                  </a:moveTo>
                  <a:lnTo>
                    <a:pt x="1" y="99"/>
                  </a:lnTo>
                  <a:lnTo>
                    <a:pt x="22" y="99"/>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8"/>
            <p:cNvSpPr/>
            <p:nvPr/>
          </p:nvSpPr>
          <p:spPr>
            <a:xfrm>
              <a:off x="1942041" y="2229249"/>
              <a:ext cx="13257" cy="28819"/>
            </a:xfrm>
            <a:custGeom>
              <a:rect b="b" l="l" r="r" t="t"/>
              <a:pathLst>
                <a:path extrusionOk="0" h="50" w="23">
                  <a:moveTo>
                    <a:pt x="1" y="0"/>
                  </a:moveTo>
                  <a:lnTo>
                    <a:pt x="1" y="49"/>
                  </a:lnTo>
                  <a:lnTo>
                    <a:pt x="22" y="49"/>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8"/>
            <p:cNvSpPr/>
            <p:nvPr/>
          </p:nvSpPr>
          <p:spPr>
            <a:xfrm>
              <a:off x="1912069" y="2418877"/>
              <a:ext cx="13257" cy="13257"/>
            </a:xfrm>
            <a:custGeom>
              <a:rect b="b" l="l" r="r" t="t"/>
              <a:pathLst>
                <a:path extrusionOk="0" h="23"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8"/>
            <p:cNvSpPr/>
            <p:nvPr/>
          </p:nvSpPr>
          <p:spPr>
            <a:xfrm>
              <a:off x="1912069" y="2373919"/>
              <a:ext cx="13257" cy="32854"/>
            </a:xfrm>
            <a:custGeom>
              <a:rect b="b" l="l" r="r" t="t"/>
              <a:pathLst>
                <a:path extrusionOk="0" h="57" w="23">
                  <a:moveTo>
                    <a:pt x="1" y="0"/>
                  </a:moveTo>
                  <a:lnTo>
                    <a:pt x="1" y="57"/>
                  </a:lnTo>
                  <a:lnTo>
                    <a:pt x="22" y="57"/>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8"/>
            <p:cNvSpPr/>
            <p:nvPr/>
          </p:nvSpPr>
          <p:spPr>
            <a:xfrm>
              <a:off x="1912069" y="2443085"/>
              <a:ext cx="13257" cy="12680"/>
            </a:xfrm>
            <a:custGeom>
              <a:rect b="b" l="l" r="r" t="t"/>
              <a:pathLst>
                <a:path extrusionOk="0" h="22" w="23">
                  <a:moveTo>
                    <a:pt x="1" y="0"/>
                  </a:moveTo>
                  <a:lnTo>
                    <a:pt x="1" y="22"/>
                  </a:lnTo>
                  <a:lnTo>
                    <a:pt x="22" y="22"/>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8"/>
            <p:cNvSpPr/>
            <p:nvPr/>
          </p:nvSpPr>
          <p:spPr>
            <a:xfrm>
              <a:off x="1695928" y="2395245"/>
              <a:ext cx="33430" cy="34006"/>
            </a:xfrm>
            <a:custGeom>
              <a:rect b="b" l="l" r="r" t="t"/>
              <a:pathLst>
                <a:path extrusionOk="0" h="59" w="58">
                  <a:moveTo>
                    <a:pt x="43" y="1"/>
                  </a:moveTo>
                  <a:lnTo>
                    <a:pt x="0" y="44"/>
                  </a:lnTo>
                  <a:lnTo>
                    <a:pt x="15" y="59"/>
                  </a:lnTo>
                  <a:lnTo>
                    <a:pt x="58" y="15"/>
                  </a:lnTo>
                  <a:lnTo>
                    <a:pt x="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8"/>
            <p:cNvSpPr/>
            <p:nvPr/>
          </p:nvSpPr>
          <p:spPr>
            <a:xfrm>
              <a:off x="1677484" y="2428675"/>
              <a:ext cx="17291" cy="17291"/>
            </a:xfrm>
            <a:custGeom>
              <a:rect b="b" l="l" r="r" t="t"/>
              <a:pathLst>
                <a:path extrusionOk="0" h="30" w="30">
                  <a:moveTo>
                    <a:pt x="15" y="1"/>
                  </a:moveTo>
                  <a:lnTo>
                    <a:pt x="0" y="15"/>
                  </a:lnTo>
                  <a:lnTo>
                    <a:pt x="15" y="30"/>
                  </a:lnTo>
                  <a:lnTo>
                    <a:pt x="29" y="15"/>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1" name="Shape 2601"/>
        <p:cNvGrpSpPr/>
        <p:nvPr/>
      </p:nvGrpSpPr>
      <p:grpSpPr>
        <a:xfrm>
          <a:off x="0" y="0"/>
          <a:ext cx="0" cy="0"/>
          <a:chOff x="0" y="0"/>
          <a:chExt cx="0" cy="0"/>
        </a:xfrm>
      </p:grpSpPr>
      <p:sp>
        <p:nvSpPr>
          <p:cNvPr id="2602" name="Google Shape;2602;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2603" name="Google Shape;2603;p49"/>
          <p:cNvGrpSpPr/>
          <p:nvPr/>
        </p:nvGrpSpPr>
        <p:grpSpPr>
          <a:xfrm>
            <a:off x="878412" y="1413306"/>
            <a:ext cx="311604" cy="409619"/>
            <a:chOff x="878412" y="1413306"/>
            <a:chExt cx="311604" cy="409619"/>
          </a:xfrm>
        </p:grpSpPr>
        <p:sp>
          <p:nvSpPr>
            <p:cNvPr id="2604" name="Google Shape;2604;p49"/>
            <p:cNvSpPr/>
            <p:nvPr/>
          </p:nvSpPr>
          <p:spPr>
            <a:xfrm>
              <a:off x="878412" y="1413306"/>
              <a:ext cx="311037" cy="409619"/>
            </a:xfrm>
            <a:custGeom>
              <a:rect b="b" l="l" r="r" t="t"/>
              <a:pathLst>
                <a:path extrusionOk="0" h="723" w="549">
                  <a:moveTo>
                    <a:pt x="225" y="185"/>
                  </a:moveTo>
                  <a:cubicBezTo>
                    <a:pt x="240" y="196"/>
                    <a:pt x="260" y="210"/>
                    <a:pt x="293" y="210"/>
                  </a:cubicBezTo>
                  <a:cubicBezTo>
                    <a:pt x="295" y="210"/>
                    <a:pt x="297" y="210"/>
                    <a:pt x="298" y="210"/>
                  </a:cubicBezTo>
                  <a:lnTo>
                    <a:pt x="298" y="305"/>
                  </a:lnTo>
                  <a:cubicBezTo>
                    <a:pt x="298" y="367"/>
                    <a:pt x="249" y="417"/>
                    <a:pt x="189" y="417"/>
                  </a:cubicBezTo>
                  <a:cubicBezTo>
                    <a:pt x="127" y="417"/>
                    <a:pt x="79" y="367"/>
                    <a:pt x="79" y="305"/>
                  </a:cubicBezTo>
                  <a:lnTo>
                    <a:pt x="79" y="210"/>
                  </a:lnTo>
                  <a:cubicBezTo>
                    <a:pt x="88" y="211"/>
                    <a:pt x="98" y="211"/>
                    <a:pt x="107" y="211"/>
                  </a:cubicBezTo>
                  <a:cubicBezTo>
                    <a:pt x="156" y="211"/>
                    <a:pt x="199" y="201"/>
                    <a:pt x="225" y="185"/>
                  </a:cubicBezTo>
                  <a:close/>
                  <a:moveTo>
                    <a:pt x="212" y="434"/>
                  </a:moveTo>
                  <a:lnTo>
                    <a:pt x="189" y="474"/>
                  </a:lnTo>
                  <a:lnTo>
                    <a:pt x="166" y="434"/>
                  </a:lnTo>
                  <a:lnTo>
                    <a:pt x="166" y="434"/>
                  </a:lnTo>
                  <a:cubicBezTo>
                    <a:pt x="171" y="435"/>
                    <a:pt x="181" y="435"/>
                    <a:pt x="189" y="435"/>
                  </a:cubicBezTo>
                  <a:cubicBezTo>
                    <a:pt x="196" y="435"/>
                    <a:pt x="205" y="435"/>
                    <a:pt x="212" y="434"/>
                  </a:cubicBezTo>
                  <a:close/>
                  <a:moveTo>
                    <a:pt x="102" y="404"/>
                  </a:moveTo>
                  <a:cubicBezTo>
                    <a:pt x="111" y="412"/>
                    <a:pt x="124" y="419"/>
                    <a:pt x="134" y="425"/>
                  </a:cubicBezTo>
                  <a:lnTo>
                    <a:pt x="176" y="490"/>
                  </a:lnTo>
                  <a:lnTo>
                    <a:pt x="148" y="506"/>
                  </a:lnTo>
                  <a:lnTo>
                    <a:pt x="79" y="414"/>
                  </a:lnTo>
                  <a:cubicBezTo>
                    <a:pt x="86" y="409"/>
                    <a:pt x="93" y="405"/>
                    <a:pt x="102" y="404"/>
                  </a:cubicBezTo>
                  <a:close/>
                  <a:moveTo>
                    <a:pt x="277" y="404"/>
                  </a:moveTo>
                  <a:cubicBezTo>
                    <a:pt x="284" y="406"/>
                    <a:pt x="293" y="411"/>
                    <a:pt x="300" y="414"/>
                  </a:cubicBezTo>
                  <a:lnTo>
                    <a:pt x="232" y="506"/>
                  </a:lnTo>
                  <a:lnTo>
                    <a:pt x="205" y="490"/>
                  </a:lnTo>
                  <a:lnTo>
                    <a:pt x="246" y="425"/>
                  </a:lnTo>
                  <a:cubicBezTo>
                    <a:pt x="257" y="419"/>
                    <a:pt x="268" y="412"/>
                    <a:pt x="277" y="404"/>
                  </a:cubicBezTo>
                  <a:close/>
                  <a:moveTo>
                    <a:pt x="189" y="506"/>
                  </a:moveTo>
                  <a:lnTo>
                    <a:pt x="210" y="519"/>
                  </a:lnTo>
                  <a:lnTo>
                    <a:pt x="189" y="541"/>
                  </a:lnTo>
                  <a:lnTo>
                    <a:pt x="167" y="519"/>
                  </a:lnTo>
                  <a:lnTo>
                    <a:pt x="189" y="506"/>
                  </a:lnTo>
                  <a:close/>
                  <a:moveTo>
                    <a:pt x="426" y="613"/>
                  </a:moveTo>
                  <a:cubicBezTo>
                    <a:pt x="430" y="613"/>
                    <a:pt x="434" y="616"/>
                    <a:pt x="434" y="622"/>
                  </a:cubicBezTo>
                  <a:lnTo>
                    <a:pt x="434" y="638"/>
                  </a:lnTo>
                  <a:cubicBezTo>
                    <a:pt x="434" y="643"/>
                    <a:pt x="430" y="648"/>
                    <a:pt x="426" y="648"/>
                  </a:cubicBezTo>
                  <a:lnTo>
                    <a:pt x="310" y="648"/>
                  </a:lnTo>
                  <a:cubicBezTo>
                    <a:pt x="304" y="648"/>
                    <a:pt x="300" y="643"/>
                    <a:pt x="300" y="638"/>
                  </a:cubicBezTo>
                  <a:lnTo>
                    <a:pt x="300" y="622"/>
                  </a:lnTo>
                  <a:cubicBezTo>
                    <a:pt x="300" y="616"/>
                    <a:pt x="304" y="613"/>
                    <a:pt x="310" y="613"/>
                  </a:cubicBezTo>
                  <a:close/>
                  <a:moveTo>
                    <a:pt x="314" y="427"/>
                  </a:moveTo>
                  <a:cubicBezTo>
                    <a:pt x="340" y="448"/>
                    <a:pt x="353" y="482"/>
                    <a:pt x="353" y="513"/>
                  </a:cubicBezTo>
                  <a:lnTo>
                    <a:pt x="353" y="591"/>
                  </a:lnTo>
                  <a:lnTo>
                    <a:pt x="307" y="591"/>
                  </a:lnTo>
                  <a:cubicBezTo>
                    <a:pt x="291" y="591"/>
                    <a:pt x="277" y="604"/>
                    <a:pt x="277" y="622"/>
                  </a:cubicBezTo>
                  <a:lnTo>
                    <a:pt x="277" y="638"/>
                  </a:lnTo>
                  <a:cubicBezTo>
                    <a:pt x="277" y="645"/>
                    <a:pt x="281" y="652"/>
                    <a:pt x="284" y="658"/>
                  </a:cubicBezTo>
                  <a:cubicBezTo>
                    <a:pt x="281" y="664"/>
                    <a:pt x="277" y="671"/>
                    <a:pt x="277" y="678"/>
                  </a:cubicBezTo>
                  <a:lnTo>
                    <a:pt x="277" y="694"/>
                  </a:lnTo>
                  <a:cubicBezTo>
                    <a:pt x="277" y="698"/>
                    <a:pt x="277" y="700"/>
                    <a:pt x="278" y="703"/>
                  </a:cubicBezTo>
                  <a:lnTo>
                    <a:pt x="248" y="703"/>
                  </a:lnTo>
                  <a:lnTo>
                    <a:pt x="226" y="532"/>
                  </a:lnTo>
                  <a:lnTo>
                    <a:pt x="228" y="529"/>
                  </a:lnTo>
                  <a:lnTo>
                    <a:pt x="232" y="529"/>
                  </a:lnTo>
                  <a:cubicBezTo>
                    <a:pt x="235" y="529"/>
                    <a:pt x="239" y="528"/>
                    <a:pt x="241" y="526"/>
                  </a:cubicBezTo>
                  <a:lnTo>
                    <a:pt x="314" y="427"/>
                  </a:lnTo>
                  <a:close/>
                  <a:moveTo>
                    <a:pt x="426" y="669"/>
                  </a:moveTo>
                  <a:cubicBezTo>
                    <a:pt x="430" y="669"/>
                    <a:pt x="434" y="672"/>
                    <a:pt x="434" y="678"/>
                  </a:cubicBezTo>
                  <a:lnTo>
                    <a:pt x="434" y="694"/>
                  </a:lnTo>
                  <a:cubicBezTo>
                    <a:pt x="434" y="700"/>
                    <a:pt x="430" y="703"/>
                    <a:pt x="426" y="703"/>
                  </a:cubicBezTo>
                  <a:lnTo>
                    <a:pt x="310" y="703"/>
                  </a:lnTo>
                  <a:cubicBezTo>
                    <a:pt x="304" y="703"/>
                    <a:pt x="300" y="700"/>
                    <a:pt x="300" y="694"/>
                  </a:cubicBezTo>
                  <a:lnTo>
                    <a:pt x="300" y="678"/>
                  </a:lnTo>
                  <a:cubicBezTo>
                    <a:pt x="300" y="672"/>
                    <a:pt x="304" y="669"/>
                    <a:pt x="310" y="669"/>
                  </a:cubicBezTo>
                  <a:close/>
                  <a:moveTo>
                    <a:pt x="207" y="551"/>
                  </a:moveTo>
                  <a:lnTo>
                    <a:pt x="228" y="704"/>
                  </a:lnTo>
                  <a:lnTo>
                    <a:pt x="148" y="704"/>
                  </a:lnTo>
                  <a:lnTo>
                    <a:pt x="168" y="551"/>
                  </a:lnTo>
                  <a:lnTo>
                    <a:pt x="173" y="555"/>
                  </a:lnTo>
                  <a:cubicBezTo>
                    <a:pt x="176" y="558"/>
                    <a:pt x="181" y="562"/>
                    <a:pt x="189" y="562"/>
                  </a:cubicBezTo>
                  <a:cubicBezTo>
                    <a:pt x="194" y="562"/>
                    <a:pt x="199" y="560"/>
                    <a:pt x="205" y="555"/>
                  </a:cubicBezTo>
                  <a:lnTo>
                    <a:pt x="207" y="551"/>
                  </a:lnTo>
                  <a:close/>
                  <a:moveTo>
                    <a:pt x="127" y="0"/>
                  </a:moveTo>
                  <a:cubicBezTo>
                    <a:pt x="124" y="0"/>
                    <a:pt x="121" y="2"/>
                    <a:pt x="118" y="6"/>
                  </a:cubicBezTo>
                  <a:lnTo>
                    <a:pt x="111" y="18"/>
                  </a:lnTo>
                  <a:lnTo>
                    <a:pt x="102" y="6"/>
                  </a:lnTo>
                  <a:cubicBezTo>
                    <a:pt x="99" y="3"/>
                    <a:pt x="96" y="1"/>
                    <a:pt x="93" y="1"/>
                  </a:cubicBezTo>
                  <a:cubicBezTo>
                    <a:pt x="91" y="1"/>
                    <a:pt x="89" y="2"/>
                    <a:pt x="88" y="3"/>
                  </a:cubicBezTo>
                  <a:cubicBezTo>
                    <a:pt x="82" y="8"/>
                    <a:pt x="82" y="15"/>
                    <a:pt x="86" y="18"/>
                  </a:cubicBezTo>
                  <a:lnTo>
                    <a:pt x="93" y="29"/>
                  </a:lnTo>
                  <a:cubicBezTo>
                    <a:pt x="69" y="34"/>
                    <a:pt x="47" y="45"/>
                    <a:pt x="31" y="64"/>
                  </a:cubicBezTo>
                  <a:cubicBezTo>
                    <a:pt x="11" y="87"/>
                    <a:pt x="1" y="117"/>
                    <a:pt x="7" y="146"/>
                  </a:cubicBezTo>
                  <a:lnTo>
                    <a:pt x="23" y="279"/>
                  </a:lnTo>
                  <a:cubicBezTo>
                    <a:pt x="24" y="297"/>
                    <a:pt x="40" y="310"/>
                    <a:pt x="59" y="310"/>
                  </a:cubicBezTo>
                  <a:lnTo>
                    <a:pt x="60" y="310"/>
                  </a:lnTo>
                  <a:cubicBezTo>
                    <a:pt x="62" y="339"/>
                    <a:pt x="72" y="363"/>
                    <a:pt x="88" y="383"/>
                  </a:cubicBezTo>
                  <a:cubicBezTo>
                    <a:pt x="37" y="405"/>
                    <a:pt x="4" y="456"/>
                    <a:pt x="4" y="512"/>
                  </a:cubicBezTo>
                  <a:lnTo>
                    <a:pt x="4" y="607"/>
                  </a:lnTo>
                  <a:cubicBezTo>
                    <a:pt x="4" y="613"/>
                    <a:pt x="10" y="619"/>
                    <a:pt x="15" y="619"/>
                  </a:cubicBezTo>
                  <a:cubicBezTo>
                    <a:pt x="21" y="619"/>
                    <a:pt x="25" y="613"/>
                    <a:pt x="25" y="607"/>
                  </a:cubicBezTo>
                  <a:lnTo>
                    <a:pt x="25" y="512"/>
                  </a:lnTo>
                  <a:cubicBezTo>
                    <a:pt x="25" y="477"/>
                    <a:pt x="40" y="447"/>
                    <a:pt x="64" y="425"/>
                  </a:cubicBezTo>
                  <a:lnTo>
                    <a:pt x="138" y="525"/>
                  </a:lnTo>
                  <a:cubicBezTo>
                    <a:pt x="140" y="528"/>
                    <a:pt x="144" y="528"/>
                    <a:pt x="147" y="528"/>
                  </a:cubicBezTo>
                  <a:lnTo>
                    <a:pt x="151" y="528"/>
                  </a:lnTo>
                  <a:lnTo>
                    <a:pt x="153" y="529"/>
                  </a:lnTo>
                  <a:lnTo>
                    <a:pt x="131" y="701"/>
                  </a:lnTo>
                  <a:lnTo>
                    <a:pt x="25" y="701"/>
                  </a:lnTo>
                  <a:lnTo>
                    <a:pt x="25" y="649"/>
                  </a:lnTo>
                  <a:cubicBezTo>
                    <a:pt x="25" y="643"/>
                    <a:pt x="21" y="638"/>
                    <a:pt x="15" y="638"/>
                  </a:cubicBezTo>
                  <a:cubicBezTo>
                    <a:pt x="10" y="638"/>
                    <a:pt x="4" y="643"/>
                    <a:pt x="4" y="649"/>
                  </a:cubicBezTo>
                  <a:lnTo>
                    <a:pt x="4" y="713"/>
                  </a:lnTo>
                  <a:cubicBezTo>
                    <a:pt x="4" y="717"/>
                    <a:pt x="10" y="723"/>
                    <a:pt x="15" y="723"/>
                  </a:cubicBezTo>
                  <a:lnTo>
                    <a:pt x="428" y="723"/>
                  </a:lnTo>
                  <a:cubicBezTo>
                    <a:pt x="495" y="723"/>
                    <a:pt x="548" y="669"/>
                    <a:pt x="548" y="604"/>
                  </a:cubicBezTo>
                  <a:cubicBezTo>
                    <a:pt x="548" y="583"/>
                    <a:pt x="543" y="558"/>
                    <a:pt x="530" y="541"/>
                  </a:cubicBezTo>
                  <a:cubicBezTo>
                    <a:pt x="527" y="537"/>
                    <a:pt x="524" y="536"/>
                    <a:pt x="519" y="536"/>
                  </a:cubicBezTo>
                  <a:cubicBezTo>
                    <a:pt x="518" y="536"/>
                    <a:pt x="517" y="536"/>
                    <a:pt x="515" y="536"/>
                  </a:cubicBezTo>
                  <a:cubicBezTo>
                    <a:pt x="509" y="541"/>
                    <a:pt x="508" y="547"/>
                    <a:pt x="512" y="551"/>
                  </a:cubicBezTo>
                  <a:cubicBezTo>
                    <a:pt x="521" y="568"/>
                    <a:pt x="527" y="586"/>
                    <a:pt x="527" y="604"/>
                  </a:cubicBezTo>
                  <a:cubicBezTo>
                    <a:pt x="527" y="649"/>
                    <a:pt x="495" y="687"/>
                    <a:pt x="454" y="700"/>
                  </a:cubicBezTo>
                  <a:lnTo>
                    <a:pt x="454" y="694"/>
                  </a:lnTo>
                  <a:lnTo>
                    <a:pt x="454" y="678"/>
                  </a:lnTo>
                  <a:cubicBezTo>
                    <a:pt x="454" y="671"/>
                    <a:pt x="450" y="664"/>
                    <a:pt x="447" y="658"/>
                  </a:cubicBezTo>
                  <a:cubicBezTo>
                    <a:pt x="450" y="652"/>
                    <a:pt x="454" y="645"/>
                    <a:pt x="454" y="638"/>
                  </a:cubicBezTo>
                  <a:lnTo>
                    <a:pt x="454" y="622"/>
                  </a:lnTo>
                  <a:cubicBezTo>
                    <a:pt x="454" y="606"/>
                    <a:pt x="441" y="591"/>
                    <a:pt x="423" y="591"/>
                  </a:cubicBezTo>
                  <a:lnTo>
                    <a:pt x="372" y="591"/>
                  </a:lnTo>
                  <a:lnTo>
                    <a:pt x="372" y="521"/>
                  </a:lnTo>
                  <a:cubicBezTo>
                    <a:pt x="389" y="510"/>
                    <a:pt x="407" y="505"/>
                    <a:pt x="426" y="505"/>
                  </a:cubicBezTo>
                  <a:cubicBezTo>
                    <a:pt x="447" y="505"/>
                    <a:pt x="466" y="512"/>
                    <a:pt x="483" y="522"/>
                  </a:cubicBezTo>
                  <a:cubicBezTo>
                    <a:pt x="485" y="525"/>
                    <a:pt x="486" y="525"/>
                    <a:pt x="488" y="525"/>
                  </a:cubicBezTo>
                  <a:cubicBezTo>
                    <a:pt x="492" y="525"/>
                    <a:pt x="495" y="522"/>
                    <a:pt x="498" y="521"/>
                  </a:cubicBezTo>
                  <a:cubicBezTo>
                    <a:pt x="501" y="515"/>
                    <a:pt x="499" y="510"/>
                    <a:pt x="495" y="506"/>
                  </a:cubicBezTo>
                  <a:cubicBezTo>
                    <a:pt x="475" y="492"/>
                    <a:pt x="450" y="483"/>
                    <a:pt x="426" y="483"/>
                  </a:cubicBezTo>
                  <a:cubicBezTo>
                    <a:pt x="407" y="483"/>
                    <a:pt x="387" y="486"/>
                    <a:pt x="371" y="496"/>
                  </a:cubicBezTo>
                  <a:cubicBezTo>
                    <a:pt x="365" y="447"/>
                    <a:pt x="335" y="405"/>
                    <a:pt x="290" y="383"/>
                  </a:cubicBezTo>
                  <a:cubicBezTo>
                    <a:pt x="306" y="362"/>
                    <a:pt x="317" y="337"/>
                    <a:pt x="317" y="310"/>
                  </a:cubicBezTo>
                  <a:lnTo>
                    <a:pt x="319" y="310"/>
                  </a:lnTo>
                  <a:cubicBezTo>
                    <a:pt x="336" y="310"/>
                    <a:pt x="353" y="295"/>
                    <a:pt x="355" y="279"/>
                  </a:cubicBezTo>
                  <a:lnTo>
                    <a:pt x="371" y="146"/>
                  </a:lnTo>
                  <a:cubicBezTo>
                    <a:pt x="375" y="116"/>
                    <a:pt x="365" y="86"/>
                    <a:pt x="346" y="64"/>
                  </a:cubicBezTo>
                  <a:cubicBezTo>
                    <a:pt x="326" y="41"/>
                    <a:pt x="297" y="28"/>
                    <a:pt x="267" y="28"/>
                  </a:cubicBezTo>
                  <a:lnTo>
                    <a:pt x="231" y="28"/>
                  </a:lnTo>
                  <a:cubicBezTo>
                    <a:pt x="225" y="28"/>
                    <a:pt x="219" y="34"/>
                    <a:pt x="219" y="38"/>
                  </a:cubicBezTo>
                  <a:cubicBezTo>
                    <a:pt x="219" y="44"/>
                    <a:pt x="225" y="50"/>
                    <a:pt x="231" y="50"/>
                  </a:cubicBezTo>
                  <a:lnTo>
                    <a:pt x="267" y="50"/>
                  </a:lnTo>
                  <a:cubicBezTo>
                    <a:pt x="291" y="50"/>
                    <a:pt x="314" y="60"/>
                    <a:pt x="332" y="78"/>
                  </a:cubicBezTo>
                  <a:cubicBezTo>
                    <a:pt x="348" y="96"/>
                    <a:pt x="355" y="122"/>
                    <a:pt x="353" y="145"/>
                  </a:cubicBezTo>
                  <a:lnTo>
                    <a:pt x="336" y="276"/>
                  </a:lnTo>
                  <a:cubicBezTo>
                    <a:pt x="336" y="284"/>
                    <a:pt x="329" y="289"/>
                    <a:pt x="322" y="289"/>
                  </a:cubicBezTo>
                  <a:lnTo>
                    <a:pt x="320" y="289"/>
                  </a:lnTo>
                  <a:lnTo>
                    <a:pt x="320" y="204"/>
                  </a:lnTo>
                  <a:cubicBezTo>
                    <a:pt x="320" y="200"/>
                    <a:pt x="319" y="195"/>
                    <a:pt x="314" y="193"/>
                  </a:cubicBezTo>
                  <a:cubicBezTo>
                    <a:pt x="312" y="189"/>
                    <a:pt x="309" y="188"/>
                    <a:pt x="306" y="188"/>
                  </a:cubicBezTo>
                  <a:cubicBezTo>
                    <a:pt x="305" y="188"/>
                    <a:pt x="304" y="188"/>
                    <a:pt x="303" y="188"/>
                  </a:cubicBezTo>
                  <a:cubicBezTo>
                    <a:pt x="300" y="189"/>
                    <a:pt x="296" y="189"/>
                    <a:pt x="293" y="189"/>
                  </a:cubicBezTo>
                  <a:cubicBezTo>
                    <a:pt x="276" y="189"/>
                    <a:pt x="257" y="185"/>
                    <a:pt x="235" y="167"/>
                  </a:cubicBezTo>
                  <a:cubicBezTo>
                    <a:pt x="233" y="164"/>
                    <a:pt x="229" y="162"/>
                    <a:pt x="225" y="162"/>
                  </a:cubicBezTo>
                  <a:cubicBezTo>
                    <a:pt x="221" y="162"/>
                    <a:pt x="218" y="163"/>
                    <a:pt x="216" y="165"/>
                  </a:cubicBezTo>
                  <a:cubicBezTo>
                    <a:pt x="193" y="180"/>
                    <a:pt x="150" y="189"/>
                    <a:pt x="102" y="189"/>
                  </a:cubicBezTo>
                  <a:cubicBezTo>
                    <a:pt x="93" y="189"/>
                    <a:pt x="84" y="189"/>
                    <a:pt x="75" y="188"/>
                  </a:cubicBezTo>
                  <a:cubicBezTo>
                    <a:pt x="72" y="188"/>
                    <a:pt x="66" y="190"/>
                    <a:pt x="62" y="193"/>
                  </a:cubicBezTo>
                  <a:cubicBezTo>
                    <a:pt x="59" y="194"/>
                    <a:pt x="57" y="200"/>
                    <a:pt x="57" y="204"/>
                  </a:cubicBezTo>
                  <a:lnTo>
                    <a:pt x="57" y="289"/>
                  </a:lnTo>
                  <a:lnTo>
                    <a:pt x="54" y="289"/>
                  </a:lnTo>
                  <a:cubicBezTo>
                    <a:pt x="47" y="289"/>
                    <a:pt x="40" y="284"/>
                    <a:pt x="40" y="276"/>
                  </a:cubicBezTo>
                  <a:lnTo>
                    <a:pt x="24" y="145"/>
                  </a:lnTo>
                  <a:cubicBezTo>
                    <a:pt x="21" y="122"/>
                    <a:pt x="30" y="96"/>
                    <a:pt x="46" y="78"/>
                  </a:cubicBezTo>
                  <a:cubicBezTo>
                    <a:pt x="62" y="60"/>
                    <a:pt x="86" y="50"/>
                    <a:pt x="111" y="50"/>
                  </a:cubicBezTo>
                  <a:lnTo>
                    <a:pt x="190" y="50"/>
                  </a:lnTo>
                  <a:cubicBezTo>
                    <a:pt x="196" y="50"/>
                    <a:pt x="202" y="44"/>
                    <a:pt x="202" y="38"/>
                  </a:cubicBezTo>
                  <a:cubicBezTo>
                    <a:pt x="202" y="34"/>
                    <a:pt x="196" y="28"/>
                    <a:pt x="190" y="28"/>
                  </a:cubicBezTo>
                  <a:lnTo>
                    <a:pt x="131" y="28"/>
                  </a:lnTo>
                  <a:lnTo>
                    <a:pt x="137" y="16"/>
                  </a:lnTo>
                  <a:cubicBezTo>
                    <a:pt x="140" y="12"/>
                    <a:pt x="138" y="6"/>
                    <a:pt x="132" y="2"/>
                  </a:cubicBezTo>
                  <a:cubicBezTo>
                    <a:pt x="130" y="1"/>
                    <a:pt x="129" y="0"/>
                    <a:pt x="1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9"/>
            <p:cNvSpPr/>
            <p:nvPr/>
          </p:nvSpPr>
          <p:spPr>
            <a:xfrm>
              <a:off x="1026849" y="1719246"/>
              <a:ext cx="37959" cy="13031"/>
            </a:xfrm>
            <a:custGeom>
              <a:rect b="b" l="l" r="r" t="t"/>
              <a:pathLst>
                <a:path extrusionOk="0" h="23" w="67">
                  <a:moveTo>
                    <a:pt x="12" y="1"/>
                  </a:moveTo>
                  <a:cubicBezTo>
                    <a:pt x="6" y="1"/>
                    <a:pt x="0" y="7"/>
                    <a:pt x="0" y="11"/>
                  </a:cubicBezTo>
                  <a:cubicBezTo>
                    <a:pt x="0" y="17"/>
                    <a:pt x="6" y="22"/>
                    <a:pt x="12" y="22"/>
                  </a:cubicBezTo>
                  <a:lnTo>
                    <a:pt x="57" y="22"/>
                  </a:lnTo>
                  <a:cubicBezTo>
                    <a:pt x="62" y="22"/>
                    <a:pt x="67" y="17"/>
                    <a:pt x="67" y="11"/>
                  </a:cubicBezTo>
                  <a:cubicBezTo>
                    <a:pt x="67" y="5"/>
                    <a:pt x="62" y="1"/>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9"/>
            <p:cNvSpPr/>
            <p:nvPr/>
          </p:nvSpPr>
          <p:spPr>
            <a:xfrm>
              <a:off x="949797" y="1565709"/>
              <a:ext cx="13031" cy="16997"/>
            </a:xfrm>
            <a:custGeom>
              <a:rect b="b" l="l" r="r" t="t"/>
              <a:pathLst>
                <a:path extrusionOk="0" h="30" w="23">
                  <a:moveTo>
                    <a:pt x="12" y="0"/>
                  </a:moveTo>
                  <a:cubicBezTo>
                    <a:pt x="6" y="0"/>
                    <a:pt x="1" y="6"/>
                    <a:pt x="1" y="12"/>
                  </a:cubicBezTo>
                  <a:lnTo>
                    <a:pt x="1" y="19"/>
                  </a:lnTo>
                  <a:cubicBezTo>
                    <a:pt x="1" y="26"/>
                    <a:pt x="6" y="29"/>
                    <a:pt x="12" y="29"/>
                  </a:cubicBezTo>
                  <a:cubicBezTo>
                    <a:pt x="18" y="29"/>
                    <a:pt x="22" y="23"/>
                    <a:pt x="22" y="19"/>
                  </a:cubicBezTo>
                  <a:lnTo>
                    <a:pt x="22" y="12"/>
                  </a:lnTo>
                  <a:cubicBezTo>
                    <a:pt x="22" y="6"/>
                    <a:pt x="18"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9"/>
            <p:cNvSpPr/>
            <p:nvPr/>
          </p:nvSpPr>
          <p:spPr>
            <a:xfrm>
              <a:off x="1007019" y="1565709"/>
              <a:ext cx="13031" cy="16997"/>
            </a:xfrm>
            <a:custGeom>
              <a:rect b="b" l="l" r="r" t="t"/>
              <a:pathLst>
                <a:path extrusionOk="0" h="30" w="23">
                  <a:moveTo>
                    <a:pt x="12" y="0"/>
                  </a:moveTo>
                  <a:cubicBezTo>
                    <a:pt x="6" y="0"/>
                    <a:pt x="1" y="6"/>
                    <a:pt x="1" y="12"/>
                  </a:cubicBezTo>
                  <a:lnTo>
                    <a:pt x="1" y="19"/>
                  </a:lnTo>
                  <a:cubicBezTo>
                    <a:pt x="4" y="26"/>
                    <a:pt x="6" y="29"/>
                    <a:pt x="12" y="29"/>
                  </a:cubicBezTo>
                  <a:cubicBezTo>
                    <a:pt x="18" y="29"/>
                    <a:pt x="22" y="23"/>
                    <a:pt x="22" y="19"/>
                  </a:cubicBezTo>
                  <a:lnTo>
                    <a:pt x="22" y="12"/>
                  </a:lnTo>
                  <a:cubicBezTo>
                    <a:pt x="22" y="6"/>
                    <a:pt x="18"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9"/>
            <p:cNvSpPr/>
            <p:nvPr/>
          </p:nvSpPr>
          <p:spPr>
            <a:xfrm>
              <a:off x="966227" y="1603102"/>
              <a:ext cx="37392" cy="16430"/>
            </a:xfrm>
            <a:custGeom>
              <a:rect b="b" l="l" r="r" t="t"/>
              <a:pathLst>
                <a:path extrusionOk="0" h="29" w="66">
                  <a:moveTo>
                    <a:pt x="54" y="0"/>
                  </a:moveTo>
                  <a:cubicBezTo>
                    <a:pt x="52" y="0"/>
                    <a:pt x="49" y="1"/>
                    <a:pt x="48" y="4"/>
                  </a:cubicBezTo>
                  <a:cubicBezTo>
                    <a:pt x="44" y="7"/>
                    <a:pt x="39" y="9"/>
                    <a:pt x="34" y="9"/>
                  </a:cubicBezTo>
                  <a:cubicBezTo>
                    <a:pt x="29" y="9"/>
                    <a:pt x="24" y="7"/>
                    <a:pt x="19" y="4"/>
                  </a:cubicBezTo>
                  <a:cubicBezTo>
                    <a:pt x="17" y="2"/>
                    <a:pt x="14" y="1"/>
                    <a:pt x="12" y="1"/>
                  </a:cubicBezTo>
                  <a:cubicBezTo>
                    <a:pt x="9" y="1"/>
                    <a:pt x="6" y="2"/>
                    <a:pt x="5" y="5"/>
                  </a:cubicBezTo>
                  <a:cubicBezTo>
                    <a:pt x="0" y="11"/>
                    <a:pt x="3" y="17"/>
                    <a:pt x="6" y="19"/>
                  </a:cubicBezTo>
                  <a:cubicBezTo>
                    <a:pt x="15" y="27"/>
                    <a:pt x="25" y="28"/>
                    <a:pt x="34" y="28"/>
                  </a:cubicBezTo>
                  <a:cubicBezTo>
                    <a:pt x="42" y="28"/>
                    <a:pt x="51" y="25"/>
                    <a:pt x="61" y="19"/>
                  </a:cubicBezTo>
                  <a:cubicBezTo>
                    <a:pt x="65" y="17"/>
                    <a:pt x="65" y="8"/>
                    <a:pt x="63" y="5"/>
                  </a:cubicBezTo>
                  <a:cubicBezTo>
                    <a:pt x="60" y="2"/>
                    <a:pt x="57"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9"/>
            <p:cNvSpPr/>
            <p:nvPr/>
          </p:nvSpPr>
          <p:spPr>
            <a:xfrm>
              <a:off x="1078405" y="1562876"/>
              <a:ext cx="74218" cy="103113"/>
            </a:xfrm>
            <a:custGeom>
              <a:rect b="b" l="l" r="r" t="t"/>
              <a:pathLst>
                <a:path extrusionOk="0" h="182" w="131">
                  <a:moveTo>
                    <a:pt x="65" y="24"/>
                  </a:moveTo>
                  <a:lnTo>
                    <a:pt x="101" y="67"/>
                  </a:lnTo>
                  <a:lnTo>
                    <a:pt x="91" y="67"/>
                  </a:lnTo>
                  <a:cubicBezTo>
                    <a:pt x="83" y="67"/>
                    <a:pt x="75" y="75"/>
                    <a:pt x="75" y="83"/>
                  </a:cubicBezTo>
                  <a:lnTo>
                    <a:pt x="75" y="161"/>
                  </a:lnTo>
                  <a:lnTo>
                    <a:pt x="52" y="161"/>
                  </a:lnTo>
                  <a:lnTo>
                    <a:pt x="52" y="83"/>
                  </a:lnTo>
                  <a:cubicBezTo>
                    <a:pt x="52" y="75"/>
                    <a:pt x="45" y="67"/>
                    <a:pt x="36" y="67"/>
                  </a:cubicBezTo>
                  <a:lnTo>
                    <a:pt x="26" y="67"/>
                  </a:lnTo>
                  <a:lnTo>
                    <a:pt x="65" y="24"/>
                  </a:lnTo>
                  <a:close/>
                  <a:moveTo>
                    <a:pt x="65" y="1"/>
                  </a:moveTo>
                  <a:cubicBezTo>
                    <a:pt x="60" y="1"/>
                    <a:pt x="55" y="2"/>
                    <a:pt x="52" y="5"/>
                  </a:cubicBezTo>
                  <a:lnTo>
                    <a:pt x="3" y="62"/>
                  </a:lnTo>
                  <a:cubicBezTo>
                    <a:pt x="0" y="66"/>
                    <a:pt x="0" y="73"/>
                    <a:pt x="2" y="77"/>
                  </a:cubicBezTo>
                  <a:cubicBezTo>
                    <a:pt x="3" y="83"/>
                    <a:pt x="9" y="88"/>
                    <a:pt x="16" y="88"/>
                  </a:cubicBezTo>
                  <a:lnTo>
                    <a:pt x="32" y="88"/>
                  </a:lnTo>
                  <a:lnTo>
                    <a:pt x="32" y="170"/>
                  </a:lnTo>
                  <a:cubicBezTo>
                    <a:pt x="32" y="176"/>
                    <a:pt x="38" y="181"/>
                    <a:pt x="44" y="181"/>
                  </a:cubicBezTo>
                  <a:lnTo>
                    <a:pt x="87" y="181"/>
                  </a:lnTo>
                  <a:cubicBezTo>
                    <a:pt x="91" y="181"/>
                    <a:pt x="97" y="176"/>
                    <a:pt x="97" y="170"/>
                  </a:cubicBezTo>
                  <a:lnTo>
                    <a:pt x="97" y="88"/>
                  </a:lnTo>
                  <a:lnTo>
                    <a:pt x="113" y="88"/>
                  </a:lnTo>
                  <a:cubicBezTo>
                    <a:pt x="119" y="88"/>
                    <a:pt x="125" y="83"/>
                    <a:pt x="127" y="77"/>
                  </a:cubicBezTo>
                  <a:cubicBezTo>
                    <a:pt x="130" y="73"/>
                    <a:pt x="130" y="66"/>
                    <a:pt x="126" y="62"/>
                  </a:cubicBezTo>
                  <a:lnTo>
                    <a:pt x="77" y="5"/>
                  </a:lnTo>
                  <a:cubicBezTo>
                    <a:pt x="74" y="2"/>
                    <a:pt x="70" y="1"/>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9"/>
            <p:cNvSpPr/>
            <p:nvPr/>
          </p:nvSpPr>
          <p:spPr>
            <a:xfrm>
              <a:off x="1137893" y="1636529"/>
              <a:ext cx="31727" cy="31161"/>
            </a:xfrm>
            <a:custGeom>
              <a:rect b="b" l="l" r="r" t="t"/>
              <a:pathLst>
                <a:path extrusionOk="0" h="55" w="56">
                  <a:moveTo>
                    <a:pt x="28" y="1"/>
                  </a:moveTo>
                  <a:cubicBezTo>
                    <a:pt x="22" y="1"/>
                    <a:pt x="18" y="5"/>
                    <a:pt x="18" y="11"/>
                  </a:cubicBezTo>
                  <a:lnTo>
                    <a:pt x="18" y="17"/>
                  </a:lnTo>
                  <a:lnTo>
                    <a:pt x="12" y="17"/>
                  </a:lnTo>
                  <a:cubicBezTo>
                    <a:pt x="7" y="17"/>
                    <a:pt x="1" y="23"/>
                    <a:pt x="1" y="27"/>
                  </a:cubicBezTo>
                  <a:cubicBezTo>
                    <a:pt x="1" y="33"/>
                    <a:pt x="7" y="38"/>
                    <a:pt x="12" y="38"/>
                  </a:cubicBezTo>
                  <a:lnTo>
                    <a:pt x="18" y="38"/>
                  </a:lnTo>
                  <a:lnTo>
                    <a:pt x="18" y="44"/>
                  </a:lnTo>
                  <a:cubicBezTo>
                    <a:pt x="18" y="49"/>
                    <a:pt x="22" y="54"/>
                    <a:pt x="28" y="54"/>
                  </a:cubicBezTo>
                  <a:cubicBezTo>
                    <a:pt x="34" y="54"/>
                    <a:pt x="40" y="49"/>
                    <a:pt x="40" y="44"/>
                  </a:cubicBezTo>
                  <a:lnTo>
                    <a:pt x="40" y="38"/>
                  </a:lnTo>
                  <a:lnTo>
                    <a:pt x="44" y="38"/>
                  </a:lnTo>
                  <a:cubicBezTo>
                    <a:pt x="50" y="38"/>
                    <a:pt x="56" y="33"/>
                    <a:pt x="56" y="27"/>
                  </a:cubicBezTo>
                  <a:cubicBezTo>
                    <a:pt x="56" y="23"/>
                    <a:pt x="50" y="17"/>
                    <a:pt x="44" y="17"/>
                  </a:cubicBezTo>
                  <a:lnTo>
                    <a:pt x="40" y="17"/>
                  </a:lnTo>
                  <a:lnTo>
                    <a:pt x="40" y="11"/>
                  </a:lnTo>
                  <a:cubicBezTo>
                    <a:pt x="40" y="5"/>
                    <a:pt x="34"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9"/>
            <p:cNvSpPr/>
            <p:nvPr/>
          </p:nvSpPr>
          <p:spPr>
            <a:xfrm>
              <a:off x="1158289" y="1577040"/>
              <a:ext cx="31727" cy="31727"/>
            </a:xfrm>
            <a:custGeom>
              <a:rect b="b" l="l" r="r" t="t"/>
              <a:pathLst>
                <a:path extrusionOk="0" h="56" w="56">
                  <a:moveTo>
                    <a:pt x="28" y="0"/>
                  </a:moveTo>
                  <a:cubicBezTo>
                    <a:pt x="23" y="0"/>
                    <a:pt x="18" y="6"/>
                    <a:pt x="18" y="11"/>
                  </a:cubicBezTo>
                  <a:lnTo>
                    <a:pt x="18" y="16"/>
                  </a:lnTo>
                  <a:lnTo>
                    <a:pt x="12" y="16"/>
                  </a:lnTo>
                  <a:cubicBezTo>
                    <a:pt x="7" y="16"/>
                    <a:pt x="1" y="22"/>
                    <a:pt x="1" y="28"/>
                  </a:cubicBezTo>
                  <a:cubicBezTo>
                    <a:pt x="4" y="35"/>
                    <a:pt x="7" y="38"/>
                    <a:pt x="12" y="38"/>
                  </a:cubicBezTo>
                  <a:lnTo>
                    <a:pt x="18" y="38"/>
                  </a:lnTo>
                  <a:lnTo>
                    <a:pt x="18" y="44"/>
                  </a:lnTo>
                  <a:cubicBezTo>
                    <a:pt x="18" y="50"/>
                    <a:pt x="23" y="55"/>
                    <a:pt x="28" y="55"/>
                  </a:cubicBezTo>
                  <a:cubicBezTo>
                    <a:pt x="34" y="55"/>
                    <a:pt x="40" y="50"/>
                    <a:pt x="40" y="44"/>
                  </a:cubicBezTo>
                  <a:lnTo>
                    <a:pt x="40" y="38"/>
                  </a:lnTo>
                  <a:lnTo>
                    <a:pt x="44" y="38"/>
                  </a:lnTo>
                  <a:cubicBezTo>
                    <a:pt x="50" y="38"/>
                    <a:pt x="56" y="34"/>
                    <a:pt x="56" y="28"/>
                  </a:cubicBezTo>
                  <a:cubicBezTo>
                    <a:pt x="56" y="22"/>
                    <a:pt x="50" y="16"/>
                    <a:pt x="44" y="16"/>
                  </a:cubicBezTo>
                  <a:lnTo>
                    <a:pt x="40" y="16"/>
                  </a:lnTo>
                  <a:lnTo>
                    <a:pt x="40" y="11"/>
                  </a:lnTo>
                  <a:cubicBezTo>
                    <a:pt x="40" y="6"/>
                    <a:pt x="34"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49"/>
          <p:cNvGrpSpPr/>
          <p:nvPr/>
        </p:nvGrpSpPr>
        <p:grpSpPr>
          <a:xfrm>
            <a:off x="7938223" y="3970735"/>
            <a:ext cx="332000" cy="409619"/>
            <a:chOff x="7938223" y="3970735"/>
            <a:chExt cx="332000" cy="409619"/>
          </a:xfrm>
        </p:grpSpPr>
        <p:sp>
          <p:nvSpPr>
            <p:cNvPr id="2613" name="Google Shape;2613;p49"/>
            <p:cNvSpPr/>
            <p:nvPr/>
          </p:nvSpPr>
          <p:spPr>
            <a:xfrm>
              <a:off x="8129151" y="4013227"/>
              <a:ext cx="108212" cy="109345"/>
            </a:xfrm>
            <a:custGeom>
              <a:rect b="b" l="l" r="r" t="t"/>
              <a:pathLst>
                <a:path extrusionOk="0" h="193" w="191">
                  <a:moveTo>
                    <a:pt x="94" y="79"/>
                  </a:moveTo>
                  <a:cubicBezTo>
                    <a:pt x="104" y="79"/>
                    <a:pt x="111" y="87"/>
                    <a:pt x="111" y="98"/>
                  </a:cubicBezTo>
                  <a:cubicBezTo>
                    <a:pt x="111" y="108"/>
                    <a:pt x="103" y="115"/>
                    <a:pt x="94" y="115"/>
                  </a:cubicBezTo>
                  <a:cubicBezTo>
                    <a:pt x="93" y="115"/>
                    <a:pt x="92" y="115"/>
                    <a:pt x="90" y="115"/>
                  </a:cubicBezTo>
                  <a:cubicBezTo>
                    <a:pt x="82" y="115"/>
                    <a:pt x="75" y="106"/>
                    <a:pt x="75" y="98"/>
                  </a:cubicBezTo>
                  <a:cubicBezTo>
                    <a:pt x="75" y="86"/>
                    <a:pt x="84" y="79"/>
                    <a:pt x="94" y="79"/>
                  </a:cubicBezTo>
                  <a:close/>
                  <a:moveTo>
                    <a:pt x="103" y="24"/>
                  </a:moveTo>
                  <a:cubicBezTo>
                    <a:pt x="139" y="27"/>
                    <a:pt x="169" y="60"/>
                    <a:pt x="169" y="98"/>
                  </a:cubicBezTo>
                  <a:cubicBezTo>
                    <a:pt x="169" y="109"/>
                    <a:pt x="166" y="122"/>
                    <a:pt x="160" y="134"/>
                  </a:cubicBezTo>
                  <a:lnTo>
                    <a:pt x="133" y="108"/>
                  </a:lnTo>
                  <a:cubicBezTo>
                    <a:pt x="133" y="105"/>
                    <a:pt x="134" y="103"/>
                    <a:pt x="134" y="99"/>
                  </a:cubicBezTo>
                  <a:cubicBezTo>
                    <a:pt x="134" y="82"/>
                    <a:pt x="123" y="64"/>
                    <a:pt x="104" y="60"/>
                  </a:cubicBezTo>
                  <a:lnTo>
                    <a:pt x="103" y="28"/>
                  </a:lnTo>
                  <a:lnTo>
                    <a:pt x="103" y="24"/>
                  </a:lnTo>
                  <a:close/>
                  <a:moveTo>
                    <a:pt x="81" y="22"/>
                  </a:moveTo>
                  <a:lnTo>
                    <a:pt x="84" y="59"/>
                  </a:lnTo>
                  <a:cubicBezTo>
                    <a:pt x="68" y="64"/>
                    <a:pt x="55" y="79"/>
                    <a:pt x="55" y="98"/>
                  </a:cubicBezTo>
                  <a:cubicBezTo>
                    <a:pt x="55" y="105"/>
                    <a:pt x="58" y="113"/>
                    <a:pt x="62" y="119"/>
                  </a:cubicBezTo>
                  <a:lnTo>
                    <a:pt x="42" y="150"/>
                  </a:lnTo>
                  <a:cubicBezTo>
                    <a:pt x="26" y="137"/>
                    <a:pt x="19" y="119"/>
                    <a:pt x="19" y="98"/>
                  </a:cubicBezTo>
                  <a:cubicBezTo>
                    <a:pt x="19" y="61"/>
                    <a:pt x="45" y="31"/>
                    <a:pt x="81" y="22"/>
                  </a:cubicBezTo>
                  <a:close/>
                  <a:moveTo>
                    <a:pt x="124" y="128"/>
                  </a:moveTo>
                  <a:cubicBezTo>
                    <a:pt x="131" y="135"/>
                    <a:pt x="139" y="141"/>
                    <a:pt x="149" y="151"/>
                  </a:cubicBezTo>
                  <a:cubicBezTo>
                    <a:pt x="134" y="165"/>
                    <a:pt x="117" y="173"/>
                    <a:pt x="95" y="173"/>
                  </a:cubicBezTo>
                  <a:cubicBezTo>
                    <a:pt x="81" y="173"/>
                    <a:pt x="68" y="170"/>
                    <a:pt x="58" y="164"/>
                  </a:cubicBezTo>
                  <a:lnTo>
                    <a:pt x="77" y="135"/>
                  </a:lnTo>
                  <a:cubicBezTo>
                    <a:pt x="82" y="137"/>
                    <a:pt x="88" y="139"/>
                    <a:pt x="95" y="139"/>
                  </a:cubicBezTo>
                  <a:cubicBezTo>
                    <a:pt x="105" y="139"/>
                    <a:pt x="116" y="135"/>
                    <a:pt x="124" y="128"/>
                  </a:cubicBezTo>
                  <a:close/>
                  <a:moveTo>
                    <a:pt x="95" y="1"/>
                  </a:moveTo>
                  <a:cubicBezTo>
                    <a:pt x="40" y="1"/>
                    <a:pt x="0" y="44"/>
                    <a:pt x="0" y="98"/>
                  </a:cubicBezTo>
                  <a:cubicBezTo>
                    <a:pt x="0" y="151"/>
                    <a:pt x="45" y="193"/>
                    <a:pt x="95" y="193"/>
                  </a:cubicBezTo>
                  <a:cubicBezTo>
                    <a:pt x="96" y="193"/>
                    <a:pt x="97" y="193"/>
                    <a:pt x="98" y="193"/>
                  </a:cubicBezTo>
                  <a:cubicBezTo>
                    <a:pt x="149" y="193"/>
                    <a:pt x="191" y="149"/>
                    <a:pt x="191" y="98"/>
                  </a:cubicBezTo>
                  <a:cubicBezTo>
                    <a:pt x="191" y="46"/>
                    <a:pt x="147" y="1"/>
                    <a:pt x="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9"/>
            <p:cNvSpPr/>
            <p:nvPr/>
          </p:nvSpPr>
          <p:spPr>
            <a:xfrm>
              <a:off x="7979014" y="4092544"/>
              <a:ext cx="163734" cy="79884"/>
            </a:xfrm>
            <a:custGeom>
              <a:rect b="b" l="l" r="r" t="t"/>
              <a:pathLst>
                <a:path extrusionOk="0" h="141" w="289">
                  <a:moveTo>
                    <a:pt x="87" y="1"/>
                  </a:moveTo>
                  <a:cubicBezTo>
                    <a:pt x="70" y="1"/>
                    <a:pt x="64" y="25"/>
                    <a:pt x="58" y="54"/>
                  </a:cubicBezTo>
                  <a:cubicBezTo>
                    <a:pt x="57" y="67"/>
                    <a:pt x="51" y="88"/>
                    <a:pt x="48" y="92"/>
                  </a:cubicBezTo>
                  <a:cubicBezTo>
                    <a:pt x="45" y="92"/>
                    <a:pt x="43" y="89"/>
                    <a:pt x="38" y="83"/>
                  </a:cubicBezTo>
                  <a:cubicBezTo>
                    <a:pt x="34" y="76"/>
                    <a:pt x="27" y="66"/>
                    <a:pt x="12" y="66"/>
                  </a:cubicBezTo>
                  <a:cubicBezTo>
                    <a:pt x="4" y="66"/>
                    <a:pt x="1" y="72"/>
                    <a:pt x="1" y="76"/>
                  </a:cubicBezTo>
                  <a:cubicBezTo>
                    <a:pt x="1" y="82"/>
                    <a:pt x="6" y="88"/>
                    <a:pt x="12" y="88"/>
                  </a:cubicBezTo>
                  <a:cubicBezTo>
                    <a:pt x="15" y="88"/>
                    <a:pt x="17" y="89"/>
                    <a:pt x="22" y="96"/>
                  </a:cubicBezTo>
                  <a:cubicBezTo>
                    <a:pt x="28" y="103"/>
                    <a:pt x="35" y="115"/>
                    <a:pt x="50" y="115"/>
                  </a:cubicBezTo>
                  <a:cubicBezTo>
                    <a:pt x="67" y="115"/>
                    <a:pt x="73" y="89"/>
                    <a:pt x="79" y="60"/>
                  </a:cubicBezTo>
                  <a:cubicBezTo>
                    <a:pt x="80" y="50"/>
                    <a:pt x="84" y="33"/>
                    <a:pt x="87" y="25"/>
                  </a:cubicBezTo>
                  <a:cubicBezTo>
                    <a:pt x="92" y="33"/>
                    <a:pt x="95" y="50"/>
                    <a:pt x="96" y="60"/>
                  </a:cubicBezTo>
                  <a:cubicBezTo>
                    <a:pt x="102" y="89"/>
                    <a:pt x="108" y="115"/>
                    <a:pt x="125" y="115"/>
                  </a:cubicBezTo>
                  <a:cubicBezTo>
                    <a:pt x="142" y="115"/>
                    <a:pt x="149" y="96"/>
                    <a:pt x="154" y="82"/>
                  </a:cubicBezTo>
                  <a:cubicBezTo>
                    <a:pt x="157" y="76"/>
                    <a:pt x="160" y="66"/>
                    <a:pt x="164" y="64"/>
                  </a:cubicBezTo>
                  <a:cubicBezTo>
                    <a:pt x="167" y="69"/>
                    <a:pt x="171" y="86"/>
                    <a:pt x="173" y="95"/>
                  </a:cubicBezTo>
                  <a:cubicBezTo>
                    <a:pt x="178" y="119"/>
                    <a:pt x="183" y="141"/>
                    <a:pt x="201" y="141"/>
                  </a:cubicBezTo>
                  <a:cubicBezTo>
                    <a:pt x="219" y="141"/>
                    <a:pt x="225" y="118"/>
                    <a:pt x="230" y="95"/>
                  </a:cubicBezTo>
                  <a:cubicBezTo>
                    <a:pt x="232" y="86"/>
                    <a:pt x="236" y="69"/>
                    <a:pt x="239" y="64"/>
                  </a:cubicBezTo>
                  <a:cubicBezTo>
                    <a:pt x="243" y="67"/>
                    <a:pt x="246" y="76"/>
                    <a:pt x="248" y="82"/>
                  </a:cubicBezTo>
                  <a:cubicBezTo>
                    <a:pt x="253" y="96"/>
                    <a:pt x="261" y="115"/>
                    <a:pt x="277" y="115"/>
                  </a:cubicBezTo>
                  <a:cubicBezTo>
                    <a:pt x="282" y="115"/>
                    <a:pt x="288" y="109"/>
                    <a:pt x="288" y="103"/>
                  </a:cubicBezTo>
                  <a:cubicBezTo>
                    <a:pt x="288" y="98"/>
                    <a:pt x="282" y="92"/>
                    <a:pt x="277" y="92"/>
                  </a:cubicBezTo>
                  <a:cubicBezTo>
                    <a:pt x="274" y="90"/>
                    <a:pt x="269" y="77"/>
                    <a:pt x="268" y="73"/>
                  </a:cubicBezTo>
                  <a:cubicBezTo>
                    <a:pt x="262" y="59"/>
                    <a:pt x="255" y="40"/>
                    <a:pt x="239" y="40"/>
                  </a:cubicBezTo>
                  <a:cubicBezTo>
                    <a:pt x="222" y="40"/>
                    <a:pt x="216" y="63"/>
                    <a:pt x="210" y="88"/>
                  </a:cubicBezTo>
                  <a:cubicBezTo>
                    <a:pt x="209" y="96"/>
                    <a:pt x="204" y="111"/>
                    <a:pt x="201" y="116"/>
                  </a:cubicBezTo>
                  <a:cubicBezTo>
                    <a:pt x="197" y="111"/>
                    <a:pt x="194" y="95"/>
                    <a:pt x="193" y="88"/>
                  </a:cubicBezTo>
                  <a:cubicBezTo>
                    <a:pt x="187" y="62"/>
                    <a:pt x="181" y="40"/>
                    <a:pt x="164" y="40"/>
                  </a:cubicBezTo>
                  <a:cubicBezTo>
                    <a:pt x="147" y="40"/>
                    <a:pt x="139" y="59"/>
                    <a:pt x="135" y="73"/>
                  </a:cubicBezTo>
                  <a:cubicBezTo>
                    <a:pt x="132" y="77"/>
                    <a:pt x="129" y="88"/>
                    <a:pt x="125" y="90"/>
                  </a:cubicBezTo>
                  <a:cubicBezTo>
                    <a:pt x="122" y="83"/>
                    <a:pt x="118" y="66"/>
                    <a:pt x="116" y="54"/>
                  </a:cubicBezTo>
                  <a:cubicBezTo>
                    <a:pt x="110" y="25"/>
                    <a:pt x="106" y="1"/>
                    <a:pt x="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9"/>
            <p:cNvSpPr/>
            <p:nvPr/>
          </p:nvSpPr>
          <p:spPr>
            <a:xfrm>
              <a:off x="7982414" y="4021725"/>
              <a:ext cx="77618" cy="13597"/>
            </a:xfrm>
            <a:custGeom>
              <a:rect b="b" l="l" r="r" t="t"/>
              <a:pathLst>
                <a:path extrusionOk="0" h="24" w="137">
                  <a:moveTo>
                    <a:pt x="11" y="0"/>
                  </a:moveTo>
                  <a:cubicBezTo>
                    <a:pt x="6" y="0"/>
                    <a:pt x="0" y="6"/>
                    <a:pt x="0" y="12"/>
                  </a:cubicBezTo>
                  <a:cubicBezTo>
                    <a:pt x="0" y="18"/>
                    <a:pt x="6" y="23"/>
                    <a:pt x="11" y="23"/>
                  </a:cubicBezTo>
                  <a:lnTo>
                    <a:pt x="125" y="23"/>
                  </a:lnTo>
                  <a:cubicBezTo>
                    <a:pt x="130" y="23"/>
                    <a:pt x="136" y="18"/>
                    <a:pt x="136" y="12"/>
                  </a:cubicBezTo>
                  <a:cubicBezTo>
                    <a:pt x="136" y="6"/>
                    <a:pt x="130"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9"/>
            <p:cNvSpPr/>
            <p:nvPr/>
          </p:nvSpPr>
          <p:spPr>
            <a:xfrm>
              <a:off x="7982414" y="4047787"/>
              <a:ext cx="53822" cy="13031"/>
            </a:xfrm>
            <a:custGeom>
              <a:rect b="b" l="l" r="r" t="t"/>
              <a:pathLst>
                <a:path extrusionOk="0" h="23" w="95">
                  <a:moveTo>
                    <a:pt x="11" y="0"/>
                  </a:moveTo>
                  <a:cubicBezTo>
                    <a:pt x="6" y="0"/>
                    <a:pt x="0" y="6"/>
                    <a:pt x="0" y="11"/>
                  </a:cubicBezTo>
                  <a:cubicBezTo>
                    <a:pt x="0" y="16"/>
                    <a:pt x="6" y="22"/>
                    <a:pt x="11" y="22"/>
                  </a:cubicBezTo>
                  <a:lnTo>
                    <a:pt x="83" y="22"/>
                  </a:lnTo>
                  <a:cubicBezTo>
                    <a:pt x="89" y="22"/>
                    <a:pt x="94" y="16"/>
                    <a:pt x="94" y="11"/>
                  </a:cubicBezTo>
                  <a:cubicBezTo>
                    <a:pt x="94" y="6"/>
                    <a:pt x="89" y="0"/>
                    <a:pt x="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9"/>
            <p:cNvSpPr/>
            <p:nvPr/>
          </p:nvSpPr>
          <p:spPr>
            <a:xfrm>
              <a:off x="8173908" y="4142401"/>
              <a:ext cx="37959" cy="13031"/>
            </a:xfrm>
            <a:custGeom>
              <a:rect b="b" l="l" r="r" t="t"/>
              <a:pathLst>
                <a:path extrusionOk="0" h="23" w="67">
                  <a:moveTo>
                    <a:pt x="11" y="1"/>
                  </a:moveTo>
                  <a:cubicBezTo>
                    <a:pt x="5" y="1"/>
                    <a:pt x="0" y="7"/>
                    <a:pt x="0" y="13"/>
                  </a:cubicBezTo>
                  <a:cubicBezTo>
                    <a:pt x="0" y="17"/>
                    <a:pt x="5" y="23"/>
                    <a:pt x="11" y="23"/>
                  </a:cubicBezTo>
                  <a:lnTo>
                    <a:pt x="55" y="23"/>
                  </a:lnTo>
                  <a:cubicBezTo>
                    <a:pt x="61" y="23"/>
                    <a:pt x="67" y="17"/>
                    <a:pt x="67" y="13"/>
                  </a:cubicBezTo>
                  <a:cubicBezTo>
                    <a:pt x="67" y="7"/>
                    <a:pt x="61"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9"/>
            <p:cNvSpPr/>
            <p:nvPr/>
          </p:nvSpPr>
          <p:spPr>
            <a:xfrm>
              <a:off x="8173908" y="4163930"/>
              <a:ext cx="37959" cy="13031"/>
            </a:xfrm>
            <a:custGeom>
              <a:rect b="b" l="l" r="r" t="t"/>
              <a:pathLst>
                <a:path extrusionOk="0" h="23" w="67">
                  <a:moveTo>
                    <a:pt x="11" y="1"/>
                  </a:moveTo>
                  <a:cubicBezTo>
                    <a:pt x="5" y="1"/>
                    <a:pt x="0" y="6"/>
                    <a:pt x="0" y="12"/>
                  </a:cubicBezTo>
                  <a:cubicBezTo>
                    <a:pt x="0" y="18"/>
                    <a:pt x="5" y="22"/>
                    <a:pt x="11" y="22"/>
                  </a:cubicBezTo>
                  <a:lnTo>
                    <a:pt x="55" y="22"/>
                  </a:lnTo>
                  <a:cubicBezTo>
                    <a:pt x="61" y="22"/>
                    <a:pt x="67" y="18"/>
                    <a:pt x="67" y="12"/>
                  </a:cubicBezTo>
                  <a:cubicBezTo>
                    <a:pt x="67" y="6"/>
                    <a:pt x="61"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9"/>
            <p:cNvSpPr/>
            <p:nvPr/>
          </p:nvSpPr>
          <p:spPr>
            <a:xfrm>
              <a:off x="7938223" y="3970735"/>
              <a:ext cx="332000" cy="409619"/>
            </a:xfrm>
            <a:custGeom>
              <a:rect b="b" l="l" r="r" t="t"/>
              <a:pathLst>
                <a:path extrusionOk="0" h="723" w="586">
                  <a:moveTo>
                    <a:pt x="562" y="414"/>
                  </a:moveTo>
                  <a:lnTo>
                    <a:pt x="562" y="434"/>
                  </a:lnTo>
                  <a:lnTo>
                    <a:pt x="22" y="434"/>
                  </a:lnTo>
                  <a:lnTo>
                    <a:pt x="22" y="414"/>
                  </a:lnTo>
                  <a:close/>
                  <a:moveTo>
                    <a:pt x="418" y="456"/>
                  </a:moveTo>
                  <a:lnTo>
                    <a:pt x="418" y="472"/>
                  </a:lnTo>
                  <a:lnTo>
                    <a:pt x="416" y="472"/>
                  </a:lnTo>
                  <a:cubicBezTo>
                    <a:pt x="416" y="476"/>
                    <a:pt x="412" y="479"/>
                    <a:pt x="409" y="479"/>
                  </a:cubicBezTo>
                  <a:lnTo>
                    <a:pt x="178" y="479"/>
                  </a:lnTo>
                  <a:cubicBezTo>
                    <a:pt x="174" y="479"/>
                    <a:pt x="171" y="476"/>
                    <a:pt x="171" y="472"/>
                  </a:cubicBezTo>
                  <a:lnTo>
                    <a:pt x="171" y="456"/>
                  </a:lnTo>
                  <a:close/>
                  <a:moveTo>
                    <a:pt x="304" y="500"/>
                  </a:moveTo>
                  <a:lnTo>
                    <a:pt x="304" y="674"/>
                  </a:lnTo>
                  <a:lnTo>
                    <a:pt x="281" y="674"/>
                  </a:lnTo>
                  <a:lnTo>
                    <a:pt x="281" y="500"/>
                  </a:lnTo>
                  <a:close/>
                  <a:moveTo>
                    <a:pt x="382" y="499"/>
                  </a:moveTo>
                  <a:lnTo>
                    <a:pt x="457" y="703"/>
                  </a:lnTo>
                  <a:lnTo>
                    <a:pt x="432" y="703"/>
                  </a:lnTo>
                  <a:lnTo>
                    <a:pt x="356" y="499"/>
                  </a:lnTo>
                  <a:close/>
                  <a:moveTo>
                    <a:pt x="15" y="1"/>
                  </a:moveTo>
                  <a:cubicBezTo>
                    <a:pt x="8" y="1"/>
                    <a:pt x="0" y="8"/>
                    <a:pt x="0" y="15"/>
                  </a:cubicBezTo>
                  <a:lnTo>
                    <a:pt x="0" y="47"/>
                  </a:lnTo>
                  <a:cubicBezTo>
                    <a:pt x="0" y="54"/>
                    <a:pt x="8" y="61"/>
                    <a:pt x="15" y="61"/>
                  </a:cubicBezTo>
                  <a:lnTo>
                    <a:pt x="24" y="61"/>
                  </a:lnTo>
                  <a:lnTo>
                    <a:pt x="24" y="391"/>
                  </a:lnTo>
                  <a:lnTo>
                    <a:pt x="15" y="391"/>
                  </a:lnTo>
                  <a:cubicBezTo>
                    <a:pt x="8" y="391"/>
                    <a:pt x="0" y="398"/>
                    <a:pt x="0" y="405"/>
                  </a:cubicBezTo>
                  <a:lnTo>
                    <a:pt x="0" y="437"/>
                  </a:lnTo>
                  <a:cubicBezTo>
                    <a:pt x="0" y="444"/>
                    <a:pt x="8" y="451"/>
                    <a:pt x="15" y="451"/>
                  </a:cubicBezTo>
                  <a:lnTo>
                    <a:pt x="146" y="451"/>
                  </a:lnTo>
                  <a:lnTo>
                    <a:pt x="146" y="469"/>
                  </a:lnTo>
                  <a:cubicBezTo>
                    <a:pt x="146" y="485"/>
                    <a:pt x="159" y="498"/>
                    <a:pt x="175" y="498"/>
                  </a:cubicBezTo>
                  <a:lnTo>
                    <a:pt x="181" y="498"/>
                  </a:lnTo>
                  <a:lnTo>
                    <a:pt x="146" y="590"/>
                  </a:lnTo>
                  <a:cubicBezTo>
                    <a:pt x="145" y="594"/>
                    <a:pt x="146" y="600"/>
                    <a:pt x="152" y="604"/>
                  </a:cubicBezTo>
                  <a:cubicBezTo>
                    <a:pt x="153" y="605"/>
                    <a:pt x="155" y="605"/>
                    <a:pt x="156" y="605"/>
                  </a:cubicBezTo>
                  <a:cubicBezTo>
                    <a:pt x="160" y="605"/>
                    <a:pt x="163" y="603"/>
                    <a:pt x="167" y="599"/>
                  </a:cubicBezTo>
                  <a:lnTo>
                    <a:pt x="204" y="499"/>
                  </a:lnTo>
                  <a:lnTo>
                    <a:pt x="230" y="499"/>
                  </a:lnTo>
                  <a:lnTo>
                    <a:pt x="154" y="703"/>
                  </a:lnTo>
                  <a:lnTo>
                    <a:pt x="129" y="703"/>
                  </a:lnTo>
                  <a:lnTo>
                    <a:pt x="152" y="642"/>
                  </a:lnTo>
                  <a:cubicBezTo>
                    <a:pt x="154" y="636"/>
                    <a:pt x="152" y="630"/>
                    <a:pt x="146" y="628"/>
                  </a:cubicBezTo>
                  <a:cubicBezTo>
                    <a:pt x="145" y="627"/>
                    <a:pt x="144" y="627"/>
                    <a:pt x="142" y="627"/>
                  </a:cubicBezTo>
                  <a:cubicBezTo>
                    <a:pt x="138" y="627"/>
                    <a:pt x="135" y="629"/>
                    <a:pt x="132" y="633"/>
                  </a:cubicBezTo>
                  <a:lnTo>
                    <a:pt x="109" y="694"/>
                  </a:lnTo>
                  <a:cubicBezTo>
                    <a:pt x="107" y="701"/>
                    <a:pt x="107" y="708"/>
                    <a:pt x="110" y="714"/>
                  </a:cubicBezTo>
                  <a:cubicBezTo>
                    <a:pt x="115" y="720"/>
                    <a:pt x="122" y="723"/>
                    <a:pt x="129" y="723"/>
                  </a:cubicBezTo>
                  <a:lnTo>
                    <a:pt x="154" y="723"/>
                  </a:lnTo>
                  <a:cubicBezTo>
                    <a:pt x="162" y="723"/>
                    <a:pt x="169" y="717"/>
                    <a:pt x="174" y="708"/>
                  </a:cubicBezTo>
                  <a:lnTo>
                    <a:pt x="253" y="498"/>
                  </a:lnTo>
                  <a:lnTo>
                    <a:pt x="259" y="498"/>
                  </a:lnTo>
                  <a:lnTo>
                    <a:pt x="259" y="671"/>
                  </a:lnTo>
                  <a:cubicBezTo>
                    <a:pt x="259" y="681"/>
                    <a:pt x="268" y="693"/>
                    <a:pt x="281" y="693"/>
                  </a:cubicBezTo>
                  <a:lnTo>
                    <a:pt x="305" y="693"/>
                  </a:lnTo>
                  <a:cubicBezTo>
                    <a:pt x="317" y="693"/>
                    <a:pt x="327" y="684"/>
                    <a:pt x="327" y="671"/>
                  </a:cubicBezTo>
                  <a:lnTo>
                    <a:pt x="327" y="498"/>
                  </a:lnTo>
                  <a:lnTo>
                    <a:pt x="334" y="498"/>
                  </a:lnTo>
                  <a:lnTo>
                    <a:pt x="414" y="708"/>
                  </a:lnTo>
                  <a:cubicBezTo>
                    <a:pt x="418" y="717"/>
                    <a:pt x="425" y="723"/>
                    <a:pt x="434" y="723"/>
                  </a:cubicBezTo>
                  <a:lnTo>
                    <a:pt x="458" y="723"/>
                  </a:lnTo>
                  <a:cubicBezTo>
                    <a:pt x="466" y="723"/>
                    <a:pt x="471" y="720"/>
                    <a:pt x="477" y="714"/>
                  </a:cubicBezTo>
                  <a:cubicBezTo>
                    <a:pt x="483" y="708"/>
                    <a:pt x="483" y="701"/>
                    <a:pt x="479" y="694"/>
                  </a:cubicBezTo>
                  <a:lnTo>
                    <a:pt x="405" y="498"/>
                  </a:lnTo>
                  <a:lnTo>
                    <a:pt x="411" y="498"/>
                  </a:lnTo>
                  <a:cubicBezTo>
                    <a:pt x="427" y="498"/>
                    <a:pt x="440" y="485"/>
                    <a:pt x="440" y="469"/>
                  </a:cubicBezTo>
                  <a:lnTo>
                    <a:pt x="440" y="453"/>
                  </a:lnTo>
                  <a:lnTo>
                    <a:pt x="571" y="453"/>
                  </a:lnTo>
                  <a:cubicBezTo>
                    <a:pt x="578" y="453"/>
                    <a:pt x="585" y="446"/>
                    <a:pt x="585" y="438"/>
                  </a:cubicBezTo>
                  <a:lnTo>
                    <a:pt x="585" y="405"/>
                  </a:lnTo>
                  <a:cubicBezTo>
                    <a:pt x="585" y="398"/>
                    <a:pt x="578" y="391"/>
                    <a:pt x="571" y="391"/>
                  </a:cubicBezTo>
                  <a:lnTo>
                    <a:pt x="562" y="391"/>
                  </a:lnTo>
                  <a:lnTo>
                    <a:pt x="562" y="353"/>
                  </a:lnTo>
                  <a:cubicBezTo>
                    <a:pt x="562" y="347"/>
                    <a:pt x="557" y="342"/>
                    <a:pt x="551" y="342"/>
                  </a:cubicBezTo>
                  <a:cubicBezTo>
                    <a:pt x="545" y="342"/>
                    <a:pt x="541" y="347"/>
                    <a:pt x="541" y="353"/>
                  </a:cubicBezTo>
                  <a:lnTo>
                    <a:pt x="541" y="391"/>
                  </a:lnTo>
                  <a:lnTo>
                    <a:pt x="45" y="391"/>
                  </a:lnTo>
                  <a:lnTo>
                    <a:pt x="45" y="63"/>
                  </a:lnTo>
                  <a:lnTo>
                    <a:pt x="541" y="63"/>
                  </a:lnTo>
                  <a:lnTo>
                    <a:pt x="541" y="311"/>
                  </a:lnTo>
                  <a:cubicBezTo>
                    <a:pt x="541" y="318"/>
                    <a:pt x="544" y="323"/>
                    <a:pt x="549" y="323"/>
                  </a:cubicBezTo>
                  <a:cubicBezTo>
                    <a:pt x="555" y="323"/>
                    <a:pt x="561" y="317"/>
                    <a:pt x="561" y="311"/>
                  </a:cubicBezTo>
                  <a:lnTo>
                    <a:pt x="561" y="61"/>
                  </a:lnTo>
                  <a:lnTo>
                    <a:pt x="570" y="61"/>
                  </a:lnTo>
                  <a:cubicBezTo>
                    <a:pt x="577" y="61"/>
                    <a:pt x="584" y="54"/>
                    <a:pt x="584" y="47"/>
                  </a:cubicBezTo>
                  <a:lnTo>
                    <a:pt x="584" y="15"/>
                  </a:lnTo>
                  <a:cubicBezTo>
                    <a:pt x="584" y="8"/>
                    <a:pt x="577" y="1"/>
                    <a:pt x="570" y="1"/>
                  </a:cubicBezTo>
                  <a:lnTo>
                    <a:pt x="125" y="1"/>
                  </a:lnTo>
                  <a:cubicBezTo>
                    <a:pt x="120" y="1"/>
                    <a:pt x="115" y="6"/>
                    <a:pt x="115" y="11"/>
                  </a:cubicBezTo>
                  <a:cubicBezTo>
                    <a:pt x="115" y="17"/>
                    <a:pt x="119" y="22"/>
                    <a:pt x="125" y="22"/>
                  </a:cubicBezTo>
                  <a:lnTo>
                    <a:pt x="562" y="22"/>
                  </a:lnTo>
                  <a:lnTo>
                    <a:pt x="562" y="43"/>
                  </a:lnTo>
                  <a:lnTo>
                    <a:pt x="22" y="43"/>
                  </a:lnTo>
                  <a:lnTo>
                    <a:pt x="22" y="22"/>
                  </a:lnTo>
                  <a:lnTo>
                    <a:pt x="81" y="22"/>
                  </a:lnTo>
                  <a:cubicBezTo>
                    <a:pt x="87" y="22"/>
                    <a:pt x="93" y="17"/>
                    <a:pt x="93" y="11"/>
                  </a:cubicBezTo>
                  <a:cubicBezTo>
                    <a:pt x="93" y="6"/>
                    <a:pt x="87" y="1"/>
                    <a:pt x="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 name="Google Shape;2620;p49"/>
          <p:cNvGrpSpPr/>
          <p:nvPr/>
        </p:nvGrpSpPr>
        <p:grpSpPr>
          <a:xfrm>
            <a:off x="7910461" y="3332228"/>
            <a:ext cx="387522" cy="410186"/>
            <a:chOff x="7910461" y="3332228"/>
            <a:chExt cx="387522" cy="410186"/>
          </a:xfrm>
        </p:grpSpPr>
        <p:sp>
          <p:nvSpPr>
            <p:cNvPr id="2621" name="Google Shape;2621;p49"/>
            <p:cNvSpPr/>
            <p:nvPr/>
          </p:nvSpPr>
          <p:spPr>
            <a:xfrm>
              <a:off x="7910461" y="3332228"/>
              <a:ext cx="387522" cy="410186"/>
            </a:xfrm>
            <a:custGeom>
              <a:rect b="b" l="l" r="r" t="t"/>
              <a:pathLst>
                <a:path extrusionOk="0" h="724" w="684">
                  <a:moveTo>
                    <a:pt x="68" y="23"/>
                  </a:moveTo>
                  <a:cubicBezTo>
                    <a:pt x="93" y="23"/>
                    <a:pt x="113" y="43"/>
                    <a:pt x="113" y="67"/>
                  </a:cubicBezTo>
                  <a:lnTo>
                    <a:pt x="113" y="140"/>
                  </a:lnTo>
                  <a:lnTo>
                    <a:pt x="22" y="140"/>
                  </a:lnTo>
                  <a:lnTo>
                    <a:pt x="22" y="67"/>
                  </a:lnTo>
                  <a:cubicBezTo>
                    <a:pt x="22" y="43"/>
                    <a:pt x="42" y="23"/>
                    <a:pt x="68" y="23"/>
                  </a:cubicBezTo>
                  <a:close/>
                  <a:moveTo>
                    <a:pt x="67" y="1"/>
                  </a:moveTo>
                  <a:cubicBezTo>
                    <a:pt x="31" y="1"/>
                    <a:pt x="0" y="30"/>
                    <a:pt x="0" y="67"/>
                  </a:cubicBezTo>
                  <a:lnTo>
                    <a:pt x="0" y="142"/>
                  </a:lnTo>
                  <a:cubicBezTo>
                    <a:pt x="0" y="153"/>
                    <a:pt x="9" y="161"/>
                    <a:pt x="21" y="161"/>
                  </a:cubicBezTo>
                  <a:lnTo>
                    <a:pt x="110" y="161"/>
                  </a:lnTo>
                  <a:lnTo>
                    <a:pt x="110" y="660"/>
                  </a:lnTo>
                  <a:cubicBezTo>
                    <a:pt x="110" y="694"/>
                    <a:pt x="139" y="723"/>
                    <a:pt x="174" y="723"/>
                  </a:cubicBezTo>
                  <a:lnTo>
                    <a:pt x="295" y="723"/>
                  </a:lnTo>
                  <a:cubicBezTo>
                    <a:pt x="301" y="723"/>
                    <a:pt x="305" y="717"/>
                    <a:pt x="305" y="713"/>
                  </a:cubicBezTo>
                  <a:cubicBezTo>
                    <a:pt x="305" y="707"/>
                    <a:pt x="301" y="701"/>
                    <a:pt x="295" y="701"/>
                  </a:cubicBezTo>
                  <a:lnTo>
                    <a:pt x="221" y="701"/>
                  </a:lnTo>
                  <a:cubicBezTo>
                    <a:pt x="231" y="691"/>
                    <a:pt x="237" y="677"/>
                    <a:pt x="237" y="660"/>
                  </a:cubicBezTo>
                  <a:lnTo>
                    <a:pt x="237" y="623"/>
                  </a:lnTo>
                  <a:lnTo>
                    <a:pt x="662" y="623"/>
                  </a:lnTo>
                  <a:lnTo>
                    <a:pt x="662" y="634"/>
                  </a:lnTo>
                  <a:cubicBezTo>
                    <a:pt x="662" y="671"/>
                    <a:pt x="630" y="701"/>
                    <a:pt x="593" y="701"/>
                  </a:cubicBezTo>
                  <a:lnTo>
                    <a:pt x="338" y="701"/>
                  </a:lnTo>
                  <a:cubicBezTo>
                    <a:pt x="333" y="701"/>
                    <a:pt x="327" y="707"/>
                    <a:pt x="327" y="713"/>
                  </a:cubicBezTo>
                  <a:cubicBezTo>
                    <a:pt x="327" y="717"/>
                    <a:pt x="333" y="723"/>
                    <a:pt x="338" y="723"/>
                  </a:cubicBezTo>
                  <a:lnTo>
                    <a:pt x="593" y="723"/>
                  </a:lnTo>
                  <a:cubicBezTo>
                    <a:pt x="642" y="723"/>
                    <a:pt x="681" y="684"/>
                    <a:pt x="681" y="635"/>
                  </a:cubicBezTo>
                  <a:lnTo>
                    <a:pt x="681" y="615"/>
                  </a:lnTo>
                  <a:cubicBezTo>
                    <a:pt x="684" y="608"/>
                    <a:pt x="678" y="603"/>
                    <a:pt x="672" y="603"/>
                  </a:cubicBezTo>
                  <a:lnTo>
                    <a:pt x="595" y="603"/>
                  </a:lnTo>
                  <a:lnTo>
                    <a:pt x="595" y="56"/>
                  </a:lnTo>
                  <a:cubicBezTo>
                    <a:pt x="595" y="24"/>
                    <a:pt x="569" y="1"/>
                    <a:pt x="541" y="1"/>
                  </a:cubicBezTo>
                  <a:lnTo>
                    <a:pt x="208" y="1"/>
                  </a:lnTo>
                  <a:cubicBezTo>
                    <a:pt x="203" y="1"/>
                    <a:pt x="198" y="7"/>
                    <a:pt x="198" y="12"/>
                  </a:cubicBezTo>
                  <a:cubicBezTo>
                    <a:pt x="198" y="17"/>
                    <a:pt x="203" y="23"/>
                    <a:pt x="208" y="23"/>
                  </a:cubicBezTo>
                  <a:lnTo>
                    <a:pt x="541" y="23"/>
                  </a:lnTo>
                  <a:cubicBezTo>
                    <a:pt x="559" y="23"/>
                    <a:pt x="575" y="37"/>
                    <a:pt x="575" y="57"/>
                  </a:cubicBezTo>
                  <a:lnTo>
                    <a:pt x="575" y="605"/>
                  </a:lnTo>
                  <a:lnTo>
                    <a:pt x="230" y="605"/>
                  </a:lnTo>
                  <a:cubicBezTo>
                    <a:pt x="224" y="605"/>
                    <a:pt x="220" y="609"/>
                    <a:pt x="220" y="615"/>
                  </a:cubicBezTo>
                  <a:lnTo>
                    <a:pt x="220" y="662"/>
                  </a:lnTo>
                  <a:cubicBezTo>
                    <a:pt x="220" y="684"/>
                    <a:pt x="201" y="701"/>
                    <a:pt x="179" y="703"/>
                  </a:cubicBezTo>
                  <a:cubicBezTo>
                    <a:pt x="155" y="701"/>
                    <a:pt x="135" y="681"/>
                    <a:pt x="135" y="655"/>
                  </a:cubicBezTo>
                  <a:lnTo>
                    <a:pt x="135" y="67"/>
                  </a:lnTo>
                  <a:cubicBezTo>
                    <a:pt x="135" y="51"/>
                    <a:pt x="127" y="36"/>
                    <a:pt x="116" y="23"/>
                  </a:cubicBezTo>
                  <a:lnTo>
                    <a:pt x="166" y="23"/>
                  </a:lnTo>
                  <a:cubicBezTo>
                    <a:pt x="172" y="23"/>
                    <a:pt x="178" y="17"/>
                    <a:pt x="178" y="12"/>
                  </a:cubicBezTo>
                  <a:cubicBezTo>
                    <a:pt x="178" y="7"/>
                    <a:pt x="172" y="1"/>
                    <a:pt x="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9"/>
            <p:cNvSpPr/>
            <p:nvPr/>
          </p:nvSpPr>
          <p:spPr>
            <a:xfrm>
              <a:off x="8084393" y="3364521"/>
              <a:ext cx="132007" cy="131441"/>
            </a:xfrm>
            <a:custGeom>
              <a:rect b="b" l="l" r="r" t="t"/>
              <a:pathLst>
                <a:path extrusionOk="0" h="232" w="233">
                  <a:moveTo>
                    <a:pt x="117" y="90"/>
                  </a:moveTo>
                  <a:cubicBezTo>
                    <a:pt x="131" y="90"/>
                    <a:pt x="141" y="101"/>
                    <a:pt x="141" y="116"/>
                  </a:cubicBezTo>
                  <a:cubicBezTo>
                    <a:pt x="141" y="130"/>
                    <a:pt x="131" y="140"/>
                    <a:pt x="117" y="140"/>
                  </a:cubicBezTo>
                  <a:cubicBezTo>
                    <a:pt x="104" y="140"/>
                    <a:pt x="91" y="130"/>
                    <a:pt x="91" y="116"/>
                  </a:cubicBezTo>
                  <a:cubicBezTo>
                    <a:pt x="91" y="101"/>
                    <a:pt x="102" y="90"/>
                    <a:pt x="117" y="90"/>
                  </a:cubicBezTo>
                  <a:close/>
                  <a:moveTo>
                    <a:pt x="124" y="22"/>
                  </a:moveTo>
                  <a:lnTo>
                    <a:pt x="124" y="22"/>
                  </a:lnTo>
                  <a:cubicBezTo>
                    <a:pt x="173" y="25"/>
                    <a:pt x="212" y="65"/>
                    <a:pt x="212" y="116"/>
                  </a:cubicBezTo>
                  <a:cubicBezTo>
                    <a:pt x="210" y="132"/>
                    <a:pt x="205" y="148"/>
                    <a:pt x="197" y="162"/>
                  </a:cubicBezTo>
                  <a:lnTo>
                    <a:pt x="161" y="129"/>
                  </a:lnTo>
                  <a:cubicBezTo>
                    <a:pt x="163" y="124"/>
                    <a:pt x="163" y="122"/>
                    <a:pt x="163" y="116"/>
                  </a:cubicBezTo>
                  <a:cubicBezTo>
                    <a:pt x="163" y="94"/>
                    <a:pt x="147" y="74"/>
                    <a:pt x="127" y="71"/>
                  </a:cubicBezTo>
                  <a:cubicBezTo>
                    <a:pt x="127" y="65"/>
                    <a:pt x="124" y="35"/>
                    <a:pt x="124" y="22"/>
                  </a:cubicBezTo>
                  <a:close/>
                  <a:moveTo>
                    <a:pt x="102" y="23"/>
                  </a:moveTo>
                  <a:lnTo>
                    <a:pt x="105" y="71"/>
                  </a:lnTo>
                  <a:cubicBezTo>
                    <a:pt x="86" y="75"/>
                    <a:pt x="72" y="94"/>
                    <a:pt x="72" y="116"/>
                  </a:cubicBezTo>
                  <a:cubicBezTo>
                    <a:pt x="72" y="124"/>
                    <a:pt x="75" y="136"/>
                    <a:pt x="80" y="143"/>
                  </a:cubicBezTo>
                  <a:lnTo>
                    <a:pt x="53" y="184"/>
                  </a:lnTo>
                  <a:cubicBezTo>
                    <a:pt x="33" y="166"/>
                    <a:pt x="23" y="140"/>
                    <a:pt x="23" y="116"/>
                  </a:cubicBezTo>
                  <a:cubicBezTo>
                    <a:pt x="23" y="68"/>
                    <a:pt x="57" y="31"/>
                    <a:pt x="102" y="23"/>
                  </a:cubicBezTo>
                  <a:close/>
                  <a:moveTo>
                    <a:pt x="150" y="148"/>
                  </a:moveTo>
                  <a:lnTo>
                    <a:pt x="184" y="181"/>
                  </a:lnTo>
                  <a:cubicBezTo>
                    <a:pt x="167" y="198"/>
                    <a:pt x="141" y="210"/>
                    <a:pt x="117" y="210"/>
                  </a:cubicBezTo>
                  <a:cubicBezTo>
                    <a:pt x="101" y="210"/>
                    <a:pt x="83" y="205"/>
                    <a:pt x="69" y="197"/>
                  </a:cubicBezTo>
                  <a:lnTo>
                    <a:pt x="95" y="158"/>
                  </a:lnTo>
                  <a:cubicBezTo>
                    <a:pt x="102" y="161"/>
                    <a:pt x="109" y="162"/>
                    <a:pt x="117" y="162"/>
                  </a:cubicBezTo>
                  <a:cubicBezTo>
                    <a:pt x="130" y="162"/>
                    <a:pt x="141" y="158"/>
                    <a:pt x="150" y="148"/>
                  </a:cubicBezTo>
                  <a:close/>
                  <a:moveTo>
                    <a:pt x="112" y="0"/>
                  </a:moveTo>
                  <a:cubicBezTo>
                    <a:pt x="111" y="0"/>
                    <a:pt x="110" y="0"/>
                    <a:pt x="109" y="0"/>
                  </a:cubicBezTo>
                  <a:cubicBezTo>
                    <a:pt x="47" y="3"/>
                    <a:pt x="1" y="54"/>
                    <a:pt x="1" y="116"/>
                  </a:cubicBezTo>
                  <a:cubicBezTo>
                    <a:pt x="1" y="181"/>
                    <a:pt x="53" y="231"/>
                    <a:pt x="117" y="231"/>
                  </a:cubicBezTo>
                  <a:cubicBezTo>
                    <a:pt x="182" y="231"/>
                    <a:pt x="232" y="179"/>
                    <a:pt x="232" y="116"/>
                  </a:cubicBezTo>
                  <a:cubicBezTo>
                    <a:pt x="231" y="52"/>
                    <a:pt x="177" y="0"/>
                    <a:pt x="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9"/>
            <p:cNvSpPr/>
            <p:nvPr/>
          </p:nvSpPr>
          <p:spPr>
            <a:xfrm>
              <a:off x="8007909" y="3570747"/>
              <a:ext cx="43058" cy="53823"/>
            </a:xfrm>
            <a:custGeom>
              <a:rect b="b" l="l" r="r" t="t"/>
              <a:pathLst>
                <a:path extrusionOk="0" h="95" w="76">
                  <a:moveTo>
                    <a:pt x="55" y="22"/>
                  </a:moveTo>
                  <a:lnTo>
                    <a:pt x="55" y="72"/>
                  </a:lnTo>
                  <a:lnTo>
                    <a:pt x="20" y="72"/>
                  </a:lnTo>
                  <a:lnTo>
                    <a:pt x="20" y="22"/>
                  </a:lnTo>
                  <a:close/>
                  <a:moveTo>
                    <a:pt x="16" y="0"/>
                  </a:moveTo>
                  <a:cubicBezTo>
                    <a:pt x="7" y="0"/>
                    <a:pt x="0" y="7"/>
                    <a:pt x="0" y="18"/>
                  </a:cubicBezTo>
                  <a:lnTo>
                    <a:pt x="0" y="78"/>
                  </a:lnTo>
                  <a:cubicBezTo>
                    <a:pt x="0" y="87"/>
                    <a:pt x="7" y="94"/>
                    <a:pt x="16" y="94"/>
                  </a:cubicBezTo>
                  <a:lnTo>
                    <a:pt x="59" y="94"/>
                  </a:lnTo>
                  <a:cubicBezTo>
                    <a:pt x="68" y="94"/>
                    <a:pt x="75" y="87"/>
                    <a:pt x="75" y="78"/>
                  </a:cubicBezTo>
                  <a:lnTo>
                    <a:pt x="75" y="18"/>
                  </a:lnTo>
                  <a:cubicBezTo>
                    <a:pt x="75" y="7"/>
                    <a:pt x="68" y="0"/>
                    <a:pt x="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9"/>
            <p:cNvSpPr/>
            <p:nvPr/>
          </p:nvSpPr>
          <p:spPr>
            <a:xfrm>
              <a:off x="8061731" y="3562249"/>
              <a:ext cx="44191" cy="62321"/>
            </a:xfrm>
            <a:custGeom>
              <a:rect b="b" l="l" r="r" t="t"/>
              <a:pathLst>
                <a:path extrusionOk="0" h="110" w="78">
                  <a:moveTo>
                    <a:pt x="57" y="22"/>
                  </a:moveTo>
                  <a:lnTo>
                    <a:pt x="57" y="87"/>
                  </a:lnTo>
                  <a:lnTo>
                    <a:pt x="22" y="87"/>
                  </a:lnTo>
                  <a:lnTo>
                    <a:pt x="22" y="22"/>
                  </a:lnTo>
                  <a:close/>
                  <a:moveTo>
                    <a:pt x="18" y="1"/>
                  </a:moveTo>
                  <a:cubicBezTo>
                    <a:pt x="8" y="1"/>
                    <a:pt x="1" y="8"/>
                    <a:pt x="1" y="17"/>
                  </a:cubicBezTo>
                  <a:lnTo>
                    <a:pt x="1" y="93"/>
                  </a:lnTo>
                  <a:cubicBezTo>
                    <a:pt x="1" y="102"/>
                    <a:pt x="8" y="109"/>
                    <a:pt x="18" y="109"/>
                  </a:cubicBezTo>
                  <a:lnTo>
                    <a:pt x="61" y="109"/>
                  </a:lnTo>
                  <a:cubicBezTo>
                    <a:pt x="70" y="109"/>
                    <a:pt x="77" y="102"/>
                    <a:pt x="77" y="93"/>
                  </a:cubicBezTo>
                  <a:lnTo>
                    <a:pt x="77" y="17"/>
                  </a:lnTo>
                  <a:cubicBezTo>
                    <a:pt x="77" y="8"/>
                    <a:pt x="70" y="1"/>
                    <a:pt x="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9"/>
            <p:cNvSpPr/>
            <p:nvPr/>
          </p:nvSpPr>
          <p:spPr>
            <a:xfrm>
              <a:off x="8117253" y="3545819"/>
              <a:ext cx="43058" cy="78751"/>
            </a:xfrm>
            <a:custGeom>
              <a:rect b="b" l="l" r="r" t="t"/>
              <a:pathLst>
                <a:path extrusionOk="0" h="139" w="76">
                  <a:moveTo>
                    <a:pt x="54" y="23"/>
                  </a:moveTo>
                  <a:lnTo>
                    <a:pt x="54" y="116"/>
                  </a:lnTo>
                  <a:lnTo>
                    <a:pt x="21" y="116"/>
                  </a:lnTo>
                  <a:lnTo>
                    <a:pt x="21" y="23"/>
                  </a:lnTo>
                  <a:close/>
                  <a:moveTo>
                    <a:pt x="17" y="1"/>
                  </a:moveTo>
                  <a:cubicBezTo>
                    <a:pt x="8" y="1"/>
                    <a:pt x="1" y="8"/>
                    <a:pt x="1" y="17"/>
                  </a:cubicBezTo>
                  <a:lnTo>
                    <a:pt x="1" y="122"/>
                  </a:lnTo>
                  <a:cubicBezTo>
                    <a:pt x="1" y="131"/>
                    <a:pt x="8" y="138"/>
                    <a:pt x="17" y="138"/>
                  </a:cubicBezTo>
                  <a:lnTo>
                    <a:pt x="60" y="138"/>
                  </a:lnTo>
                  <a:cubicBezTo>
                    <a:pt x="69" y="138"/>
                    <a:pt x="76" y="131"/>
                    <a:pt x="76" y="122"/>
                  </a:cubicBezTo>
                  <a:lnTo>
                    <a:pt x="76" y="17"/>
                  </a:lnTo>
                  <a:cubicBezTo>
                    <a:pt x="76" y="8"/>
                    <a:pt x="69"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9"/>
            <p:cNvSpPr/>
            <p:nvPr/>
          </p:nvSpPr>
          <p:spPr>
            <a:xfrm>
              <a:off x="8001110" y="3401914"/>
              <a:ext cx="59488" cy="13031"/>
            </a:xfrm>
            <a:custGeom>
              <a:rect b="b" l="l" r="r" t="t"/>
              <a:pathLst>
                <a:path extrusionOk="0" h="23" w="105">
                  <a:moveTo>
                    <a:pt x="12" y="1"/>
                  </a:moveTo>
                  <a:cubicBezTo>
                    <a:pt x="6" y="1"/>
                    <a:pt x="1" y="6"/>
                    <a:pt x="1" y="12"/>
                  </a:cubicBezTo>
                  <a:cubicBezTo>
                    <a:pt x="1" y="17"/>
                    <a:pt x="6" y="22"/>
                    <a:pt x="12" y="22"/>
                  </a:cubicBezTo>
                  <a:lnTo>
                    <a:pt x="93" y="22"/>
                  </a:lnTo>
                  <a:cubicBezTo>
                    <a:pt x="99" y="22"/>
                    <a:pt x="105" y="17"/>
                    <a:pt x="105" y="12"/>
                  </a:cubicBezTo>
                  <a:cubicBezTo>
                    <a:pt x="105" y="6"/>
                    <a:pt x="99" y="1"/>
                    <a:pt x="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9"/>
            <p:cNvSpPr/>
            <p:nvPr/>
          </p:nvSpPr>
          <p:spPr>
            <a:xfrm>
              <a:off x="8001110" y="3423443"/>
              <a:ext cx="59488" cy="12464"/>
            </a:xfrm>
            <a:custGeom>
              <a:rect b="b" l="l" r="r" t="t"/>
              <a:pathLst>
                <a:path extrusionOk="0" h="22" w="105">
                  <a:moveTo>
                    <a:pt x="12" y="0"/>
                  </a:moveTo>
                  <a:cubicBezTo>
                    <a:pt x="6" y="0"/>
                    <a:pt x="1" y="6"/>
                    <a:pt x="1" y="12"/>
                  </a:cubicBezTo>
                  <a:cubicBezTo>
                    <a:pt x="1" y="18"/>
                    <a:pt x="6" y="22"/>
                    <a:pt x="12" y="22"/>
                  </a:cubicBezTo>
                  <a:lnTo>
                    <a:pt x="93" y="22"/>
                  </a:lnTo>
                  <a:cubicBezTo>
                    <a:pt x="99" y="22"/>
                    <a:pt x="105" y="18"/>
                    <a:pt x="105" y="12"/>
                  </a:cubicBezTo>
                  <a:cubicBezTo>
                    <a:pt x="105" y="6"/>
                    <a:pt x="99" y="0"/>
                    <a:pt x="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9"/>
            <p:cNvSpPr/>
            <p:nvPr/>
          </p:nvSpPr>
          <p:spPr>
            <a:xfrm>
              <a:off x="8001110" y="3445539"/>
              <a:ext cx="59488" cy="12464"/>
            </a:xfrm>
            <a:custGeom>
              <a:rect b="b" l="l" r="r" t="t"/>
              <a:pathLst>
                <a:path extrusionOk="0" h="22" w="105">
                  <a:moveTo>
                    <a:pt x="12" y="0"/>
                  </a:moveTo>
                  <a:cubicBezTo>
                    <a:pt x="6" y="0"/>
                    <a:pt x="1" y="5"/>
                    <a:pt x="1" y="10"/>
                  </a:cubicBezTo>
                  <a:cubicBezTo>
                    <a:pt x="1" y="16"/>
                    <a:pt x="6" y="22"/>
                    <a:pt x="12" y="22"/>
                  </a:cubicBezTo>
                  <a:lnTo>
                    <a:pt x="93" y="22"/>
                  </a:lnTo>
                  <a:cubicBezTo>
                    <a:pt x="99" y="19"/>
                    <a:pt x="105" y="16"/>
                    <a:pt x="105" y="10"/>
                  </a:cubicBezTo>
                  <a:cubicBezTo>
                    <a:pt x="105" y="5"/>
                    <a:pt x="99" y="0"/>
                    <a:pt x="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9"/>
            <p:cNvSpPr/>
            <p:nvPr/>
          </p:nvSpPr>
          <p:spPr>
            <a:xfrm>
              <a:off x="8173342" y="3557717"/>
              <a:ext cx="50423" cy="12464"/>
            </a:xfrm>
            <a:custGeom>
              <a:rect b="b" l="l" r="r" t="t"/>
              <a:pathLst>
                <a:path extrusionOk="0" h="22" w="89">
                  <a:moveTo>
                    <a:pt x="12" y="0"/>
                  </a:moveTo>
                  <a:cubicBezTo>
                    <a:pt x="6" y="0"/>
                    <a:pt x="0" y="6"/>
                    <a:pt x="0" y="12"/>
                  </a:cubicBezTo>
                  <a:cubicBezTo>
                    <a:pt x="0" y="16"/>
                    <a:pt x="6" y="22"/>
                    <a:pt x="12" y="22"/>
                  </a:cubicBezTo>
                  <a:lnTo>
                    <a:pt x="77" y="22"/>
                  </a:lnTo>
                  <a:cubicBezTo>
                    <a:pt x="82" y="22"/>
                    <a:pt x="88" y="16"/>
                    <a:pt x="88" y="12"/>
                  </a:cubicBezTo>
                  <a:cubicBezTo>
                    <a:pt x="88" y="6"/>
                    <a:pt x="82" y="0"/>
                    <a:pt x="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9"/>
            <p:cNvSpPr/>
            <p:nvPr/>
          </p:nvSpPr>
          <p:spPr>
            <a:xfrm>
              <a:off x="8173342" y="3578679"/>
              <a:ext cx="50423" cy="13031"/>
            </a:xfrm>
            <a:custGeom>
              <a:rect b="b" l="l" r="r" t="t"/>
              <a:pathLst>
                <a:path extrusionOk="0" h="23" w="89">
                  <a:moveTo>
                    <a:pt x="12" y="1"/>
                  </a:moveTo>
                  <a:cubicBezTo>
                    <a:pt x="6" y="1"/>
                    <a:pt x="0" y="6"/>
                    <a:pt x="0" y="12"/>
                  </a:cubicBezTo>
                  <a:cubicBezTo>
                    <a:pt x="0" y="18"/>
                    <a:pt x="6" y="22"/>
                    <a:pt x="12" y="22"/>
                  </a:cubicBezTo>
                  <a:lnTo>
                    <a:pt x="77" y="22"/>
                  </a:lnTo>
                  <a:cubicBezTo>
                    <a:pt x="82" y="22"/>
                    <a:pt x="88" y="18"/>
                    <a:pt x="88" y="12"/>
                  </a:cubicBezTo>
                  <a:cubicBezTo>
                    <a:pt x="88" y="6"/>
                    <a:pt x="82" y="1"/>
                    <a:pt x="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9"/>
            <p:cNvSpPr/>
            <p:nvPr/>
          </p:nvSpPr>
          <p:spPr>
            <a:xfrm>
              <a:off x="8173342" y="3600775"/>
              <a:ext cx="50423" cy="13031"/>
            </a:xfrm>
            <a:custGeom>
              <a:rect b="b" l="l" r="r" t="t"/>
              <a:pathLst>
                <a:path extrusionOk="0" h="23" w="89">
                  <a:moveTo>
                    <a:pt x="12" y="1"/>
                  </a:moveTo>
                  <a:cubicBezTo>
                    <a:pt x="6" y="1"/>
                    <a:pt x="0" y="5"/>
                    <a:pt x="0" y="11"/>
                  </a:cubicBezTo>
                  <a:cubicBezTo>
                    <a:pt x="0" y="17"/>
                    <a:pt x="6" y="22"/>
                    <a:pt x="12" y="22"/>
                  </a:cubicBezTo>
                  <a:lnTo>
                    <a:pt x="77" y="22"/>
                  </a:lnTo>
                  <a:cubicBezTo>
                    <a:pt x="82" y="22"/>
                    <a:pt x="88" y="17"/>
                    <a:pt x="88" y="11"/>
                  </a:cubicBezTo>
                  <a:cubicBezTo>
                    <a:pt x="88" y="4"/>
                    <a:pt x="82" y="1"/>
                    <a:pt x="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2" name="Google Shape;2632;p49"/>
          <p:cNvSpPr/>
          <p:nvPr/>
        </p:nvSpPr>
        <p:spPr>
          <a:xfrm>
            <a:off x="7097459" y="4035322"/>
            <a:ext cx="411884" cy="283278"/>
          </a:xfrm>
          <a:custGeom>
            <a:rect b="b" l="l" r="r" t="t"/>
            <a:pathLst>
              <a:path extrusionOk="0" h="500" w="727">
                <a:moveTo>
                  <a:pt x="522" y="116"/>
                </a:moveTo>
                <a:cubicBezTo>
                  <a:pt x="528" y="116"/>
                  <a:pt x="531" y="119"/>
                  <a:pt x="531" y="125"/>
                </a:cubicBezTo>
                <a:lnTo>
                  <a:pt x="531" y="141"/>
                </a:lnTo>
                <a:lnTo>
                  <a:pt x="530" y="141"/>
                </a:lnTo>
                <a:cubicBezTo>
                  <a:pt x="530" y="155"/>
                  <a:pt x="518" y="167"/>
                  <a:pt x="504" y="167"/>
                </a:cubicBezTo>
                <a:cubicBezTo>
                  <a:pt x="489" y="167"/>
                  <a:pt x="479" y="155"/>
                  <a:pt x="479" y="141"/>
                </a:cubicBezTo>
                <a:lnTo>
                  <a:pt x="479" y="125"/>
                </a:lnTo>
                <a:cubicBezTo>
                  <a:pt x="479" y="119"/>
                  <a:pt x="482" y="116"/>
                  <a:pt x="488" y="116"/>
                </a:cubicBezTo>
                <a:close/>
                <a:moveTo>
                  <a:pt x="608" y="61"/>
                </a:moveTo>
                <a:cubicBezTo>
                  <a:pt x="615" y="64"/>
                  <a:pt x="618" y="66"/>
                  <a:pt x="618" y="69"/>
                </a:cubicBezTo>
                <a:lnTo>
                  <a:pt x="618" y="223"/>
                </a:lnTo>
                <a:lnTo>
                  <a:pt x="564" y="223"/>
                </a:lnTo>
                <a:lnTo>
                  <a:pt x="564" y="199"/>
                </a:lnTo>
                <a:cubicBezTo>
                  <a:pt x="564" y="184"/>
                  <a:pt x="558" y="170"/>
                  <a:pt x="547" y="160"/>
                </a:cubicBezTo>
                <a:cubicBezTo>
                  <a:pt x="551" y="154"/>
                  <a:pt x="551" y="147"/>
                  <a:pt x="551" y="139"/>
                </a:cubicBezTo>
                <a:lnTo>
                  <a:pt x="551" y="124"/>
                </a:lnTo>
                <a:cubicBezTo>
                  <a:pt x="551" y="108"/>
                  <a:pt x="538" y="93"/>
                  <a:pt x="521" y="93"/>
                </a:cubicBezTo>
                <a:lnTo>
                  <a:pt x="486" y="93"/>
                </a:lnTo>
                <a:cubicBezTo>
                  <a:pt x="470" y="93"/>
                  <a:pt x="456" y="105"/>
                  <a:pt x="456" y="124"/>
                </a:cubicBezTo>
                <a:lnTo>
                  <a:pt x="456" y="139"/>
                </a:lnTo>
                <a:cubicBezTo>
                  <a:pt x="456" y="147"/>
                  <a:pt x="457" y="154"/>
                  <a:pt x="459" y="160"/>
                </a:cubicBezTo>
                <a:cubicBezTo>
                  <a:pt x="449" y="170"/>
                  <a:pt x="443" y="184"/>
                  <a:pt x="443" y="199"/>
                </a:cubicBezTo>
                <a:lnTo>
                  <a:pt x="443" y="223"/>
                </a:lnTo>
                <a:lnTo>
                  <a:pt x="372" y="223"/>
                </a:lnTo>
                <a:lnTo>
                  <a:pt x="372" y="61"/>
                </a:lnTo>
                <a:close/>
                <a:moveTo>
                  <a:pt x="532" y="177"/>
                </a:moveTo>
                <a:cubicBezTo>
                  <a:pt x="538" y="184"/>
                  <a:pt x="543" y="191"/>
                  <a:pt x="543" y="202"/>
                </a:cubicBezTo>
                <a:lnTo>
                  <a:pt x="543" y="225"/>
                </a:lnTo>
                <a:lnTo>
                  <a:pt x="466" y="225"/>
                </a:lnTo>
                <a:lnTo>
                  <a:pt x="466" y="202"/>
                </a:lnTo>
                <a:cubicBezTo>
                  <a:pt x="466" y="191"/>
                  <a:pt x="470" y="184"/>
                  <a:pt x="475" y="177"/>
                </a:cubicBezTo>
                <a:cubicBezTo>
                  <a:pt x="482" y="184"/>
                  <a:pt x="493" y="189"/>
                  <a:pt x="504" y="189"/>
                </a:cubicBezTo>
                <a:cubicBezTo>
                  <a:pt x="515" y="189"/>
                  <a:pt x="525" y="184"/>
                  <a:pt x="532" y="177"/>
                </a:cubicBezTo>
                <a:close/>
                <a:moveTo>
                  <a:pt x="258" y="190"/>
                </a:moveTo>
                <a:cubicBezTo>
                  <a:pt x="270" y="190"/>
                  <a:pt x="277" y="199"/>
                  <a:pt x="277" y="209"/>
                </a:cubicBezTo>
                <a:lnTo>
                  <a:pt x="277" y="233"/>
                </a:lnTo>
                <a:cubicBezTo>
                  <a:pt x="277" y="256"/>
                  <a:pt x="257" y="277"/>
                  <a:pt x="233" y="277"/>
                </a:cubicBezTo>
                <a:cubicBezTo>
                  <a:pt x="210" y="277"/>
                  <a:pt x="190" y="256"/>
                  <a:pt x="190" y="233"/>
                </a:cubicBezTo>
                <a:lnTo>
                  <a:pt x="190" y="209"/>
                </a:lnTo>
                <a:cubicBezTo>
                  <a:pt x="190" y="197"/>
                  <a:pt x="199" y="190"/>
                  <a:pt x="207" y="190"/>
                </a:cubicBezTo>
                <a:close/>
                <a:moveTo>
                  <a:pt x="522" y="298"/>
                </a:moveTo>
                <a:cubicBezTo>
                  <a:pt x="528" y="298"/>
                  <a:pt x="531" y="303"/>
                  <a:pt x="531" y="307"/>
                </a:cubicBezTo>
                <a:lnTo>
                  <a:pt x="531" y="324"/>
                </a:lnTo>
                <a:lnTo>
                  <a:pt x="530" y="324"/>
                </a:lnTo>
                <a:cubicBezTo>
                  <a:pt x="530" y="339"/>
                  <a:pt x="518" y="349"/>
                  <a:pt x="504" y="349"/>
                </a:cubicBezTo>
                <a:cubicBezTo>
                  <a:pt x="489" y="349"/>
                  <a:pt x="479" y="337"/>
                  <a:pt x="479" y="324"/>
                </a:cubicBezTo>
                <a:lnTo>
                  <a:pt x="479" y="307"/>
                </a:lnTo>
                <a:cubicBezTo>
                  <a:pt x="479" y="303"/>
                  <a:pt x="482" y="298"/>
                  <a:pt x="488" y="298"/>
                </a:cubicBezTo>
                <a:close/>
                <a:moveTo>
                  <a:pt x="352" y="61"/>
                </a:moveTo>
                <a:lnTo>
                  <a:pt x="352" y="405"/>
                </a:lnTo>
                <a:lnTo>
                  <a:pt x="314" y="405"/>
                </a:lnTo>
                <a:lnTo>
                  <a:pt x="314" y="346"/>
                </a:lnTo>
                <a:cubicBezTo>
                  <a:pt x="314" y="340"/>
                  <a:pt x="309" y="334"/>
                  <a:pt x="303" y="334"/>
                </a:cubicBezTo>
                <a:cubicBezTo>
                  <a:pt x="298" y="334"/>
                  <a:pt x="293" y="340"/>
                  <a:pt x="293" y="346"/>
                </a:cubicBezTo>
                <a:lnTo>
                  <a:pt x="293" y="405"/>
                </a:lnTo>
                <a:lnTo>
                  <a:pt x="168" y="405"/>
                </a:lnTo>
                <a:lnTo>
                  <a:pt x="168" y="321"/>
                </a:lnTo>
                <a:cubicBezTo>
                  <a:pt x="168" y="306"/>
                  <a:pt x="176" y="291"/>
                  <a:pt x="186" y="281"/>
                </a:cubicBezTo>
                <a:cubicBezTo>
                  <a:pt x="197" y="291"/>
                  <a:pt x="213" y="298"/>
                  <a:pt x="229" y="298"/>
                </a:cubicBezTo>
                <a:cubicBezTo>
                  <a:pt x="245" y="298"/>
                  <a:pt x="262" y="291"/>
                  <a:pt x="272" y="281"/>
                </a:cubicBezTo>
                <a:cubicBezTo>
                  <a:pt x="280" y="287"/>
                  <a:pt x="285" y="295"/>
                  <a:pt x="287" y="304"/>
                </a:cubicBezTo>
                <a:cubicBezTo>
                  <a:pt x="288" y="309"/>
                  <a:pt x="292" y="312"/>
                  <a:pt x="297" y="312"/>
                </a:cubicBezTo>
                <a:cubicBezTo>
                  <a:pt x="298" y="312"/>
                  <a:pt x="299" y="312"/>
                  <a:pt x="300" y="311"/>
                </a:cubicBezTo>
                <a:cubicBezTo>
                  <a:pt x="306" y="308"/>
                  <a:pt x="309" y="304"/>
                  <a:pt x="307" y="298"/>
                </a:cubicBezTo>
                <a:cubicBezTo>
                  <a:pt x="303" y="285"/>
                  <a:pt x="294" y="274"/>
                  <a:pt x="285" y="264"/>
                </a:cubicBezTo>
                <a:cubicBezTo>
                  <a:pt x="291" y="255"/>
                  <a:pt x="293" y="245"/>
                  <a:pt x="293" y="233"/>
                </a:cubicBezTo>
                <a:lnTo>
                  <a:pt x="293" y="209"/>
                </a:lnTo>
                <a:cubicBezTo>
                  <a:pt x="293" y="187"/>
                  <a:pt x="274" y="168"/>
                  <a:pt x="252" y="168"/>
                </a:cubicBezTo>
                <a:lnTo>
                  <a:pt x="202" y="168"/>
                </a:lnTo>
                <a:cubicBezTo>
                  <a:pt x="180" y="168"/>
                  <a:pt x="163" y="187"/>
                  <a:pt x="163" y="209"/>
                </a:cubicBezTo>
                <a:lnTo>
                  <a:pt x="163" y="233"/>
                </a:lnTo>
                <a:cubicBezTo>
                  <a:pt x="163" y="245"/>
                  <a:pt x="166" y="255"/>
                  <a:pt x="170" y="264"/>
                </a:cubicBezTo>
                <a:cubicBezTo>
                  <a:pt x="154" y="278"/>
                  <a:pt x="142" y="300"/>
                  <a:pt x="142" y="324"/>
                </a:cubicBezTo>
                <a:lnTo>
                  <a:pt x="142" y="407"/>
                </a:lnTo>
                <a:lnTo>
                  <a:pt x="105" y="407"/>
                </a:lnTo>
                <a:lnTo>
                  <a:pt x="105" y="69"/>
                </a:lnTo>
                <a:lnTo>
                  <a:pt x="111" y="69"/>
                </a:lnTo>
                <a:cubicBezTo>
                  <a:pt x="111" y="66"/>
                  <a:pt x="114" y="61"/>
                  <a:pt x="118" y="61"/>
                </a:cubicBezTo>
                <a:close/>
                <a:moveTo>
                  <a:pt x="532" y="359"/>
                </a:moveTo>
                <a:cubicBezTo>
                  <a:pt x="538" y="365"/>
                  <a:pt x="543" y="373"/>
                  <a:pt x="543" y="384"/>
                </a:cubicBezTo>
                <a:lnTo>
                  <a:pt x="543" y="407"/>
                </a:lnTo>
                <a:lnTo>
                  <a:pt x="466" y="407"/>
                </a:lnTo>
                <a:lnTo>
                  <a:pt x="466" y="384"/>
                </a:lnTo>
                <a:cubicBezTo>
                  <a:pt x="466" y="373"/>
                  <a:pt x="470" y="368"/>
                  <a:pt x="475" y="359"/>
                </a:cubicBezTo>
                <a:cubicBezTo>
                  <a:pt x="482" y="366"/>
                  <a:pt x="493" y="371"/>
                  <a:pt x="504" y="371"/>
                </a:cubicBezTo>
                <a:cubicBezTo>
                  <a:pt x="515" y="371"/>
                  <a:pt x="525" y="368"/>
                  <a:pt x="532" y="359"/>
                </a:cubicBezTo>
                <a:close/>
                <a:moveTo>
                  <a:pt x="615" y="246"/>
                </a:moveTo>
                <a:lnTo>
                  <a:pt x="615" y="407"/>
                </a:lnTo>
                <a:lnTo>
                  <a:pt x="564" y="407"/>
                </a:lnTo>
                <a:lnTo>
                  <a:pt x="564" y="384"/>
                </a:lnTo>
                <a:cubicBezTo>
                  <a:pt x="564" y="369"/>
                  <a:pt x="558" y="355"/>
                  <a:pt x="547" y="343"/>
                </a:cubicBezTo>
                <a:cubicBezTo>
                  <a:pt x="551" y="337"/>
                  <a:pt x="551" y="332"/>
                  <a:pt x="551" y="323"/>
                </a:cubicBezTo>
                <a:lnTo>
                  <a:pt x="551" y="307"/>
                </a:lnTo>
                <a:cubicBezTo>
                  <a:pt x="551" y="291"/>
                  <a:pt x="538" y="277"/>
                  <a:pt x="521" y="277"/>
                </a:cubicBezTo>
                <a:lnTo>
                  <a:pt x="486" y="277"/>
                </a:lnTo>
                <a:cubicBezTo>
                  <a:pt x="470" y="277"/>
                  <a:pt x="456" y="290"/>
                  <a:pt x="456" y="307"/>
                </a:cubicBezTo>
                <a:lnTo>
                  <a:pt x="456" y="323"/>
                </a:lnTo>
                <a:cubicBezTo>
                  <a:pt x="456" y="330"/>
                  <a:pt x="457" y="337"/>
                  <a:pt x="459" y="343"/>
                </a:cubicBezTo>
                <a:cubicBezTo>
                  <a:pt x="449" y="355"/>
                  <a:pt x="443" y="369"/>
                  <a:pt x="443" y="384"/>
                </a:cubicBezTo>
                <a:lnTo>
                  <a:pt x="443" y="407"/>
                </a:lnTo>
                <a:lnTo>
                  <a:pt x="372" y="407"/>
                </a:lnTo>
                <a:lnTo>
                  <a:pt x="372" y="246"/>
                </a:lnTo>
                <a:close/>
                <a:moveTo>
                  <a:pt x="410" y="427"/>
                </a:moveTo>
                <a:lnTo>
                  <a:pt x="404" y="441"/>
                </a:lnTo>
                <a:cubicBezTo>
                  <a:pt x="402" y="444"/>
                  <a:pt x="400" y="447"/>
                  <a:pt x="395" y="447"/>
                </a:cubicBezTo>
                <a:lnTo>
                  <a:pt x="330" y="447"/>
                </a:lnTo>
                <a:cubicBezTo>
                  <a:pt x="327" y="447"/>
                  <a:pt x="323" y="444"/>
                  <a:pt x="322" y="441"/>
                </a:cubicBezTo>
                <a:lnTo>
                  <a:pt x="316" y="427"/>
                </a:lnTo>
                <a:close/>
                <a:moveTo>
                  <a:pt x="114" y="1"/>
                </a:moveTo>
                <a:cubicBezTo>
                  <a:pt x="76" y="1"/>
                  <a:pt x="44" y="31"/>
                  <a:pt x="44" y="70"/>
                </a:cubicBezTo>
                <a:lnTo>
                  <a:pt x="44" y="407"/>
                </a:lnTo>
                <a:lnTo>
                  <a:pt x="25" y="407"/>
                </a:lnTo>
                <a:cubicBezTo>
                  <a:pt x="11" y="407"/>
                  <a:pt x="1" y="418"/>
                  <a:pt x="1" y="431"/>
                </a:cubicBezTo>
                <a:lnTo>
                  <a:pt x="1" y="473"/>
                </a:lnTo>
                <a:cubicBezTo>
                  <a:pt x="1" y="488"/>
                  <a:pt x="11" y="499"/>
                  <a:pt x="25" y="499"/>
                </a:cubicBezTo>
                <a:lnTo>
                  <a:pt x="501" y="499"/>
                </a:lnTo>
                <a:cubicBezTo>
                  <a:pt x="506" y="499"/>
                  <a:pt x="511" y="493"/>
                  <a:pt x="511" y="488"/>
                </a:cubicBezTo>
                <a:cubicBezTo>
                  <a:pt x="511" y="482"/>
                  <a:pt x="506" y="477"/>
                  <a:pt x="501" y="477"/>
                </a:cubicBezTo>
                <a:lnTo>
                  <a:pt x="30" y="477"/>
                </a:lnTo>
                <a:cubicBezTo>
                  <a:pt x="27" y="477"/>
                  <a:pt x="24" y="475"/>
                  <a:pt x="24" y="472"/>
                </a:cubicBezTo>
                <a:lnTo>
                  <a:pt x="24" y="430"/>
                </a:lnTo>
                <a:cubicBezTo>
                  <a:pt x="24" y="428"/>
                  <a:pt x="25" y="424"/>
                  <a:pt x="30" y="424"/>
                </a:cubicBezTo>
                <a:lnTo>
                  <a:pt x="294" y="424"/>
                </a:lnTo>
                <a:lnTo>
                  <a:pt x="304" y="446"/>
                </a:lnTo>
                <a:cubicBezTo>
                  <a:pt x="309" y="457"/>
                  <a:pt x="320" y="466"/>
                  <a:pt x="330" y="466"/>
                </a:cubicBezTo>
                <a:lnTo>
                  <a:pt x="395" y="466"/>
                </a:lnTo>
                <a:cubicBezTo>
                  <a:pt x="408" y="466"/>
                  <a:pt x="420" y="459"/>
                  <a:pt x="423" y="446"/>
                </a:cubicBezTo>
                <a:lnTo>
                  <a:pt x="431" y="424"/>
                </a:lnTo>
                <a:lnTo>
                  <a:pt x="697" y="424"/>
                </a:lnTo>
                <a:cubicBezTo>
                  <a:pt x="699" y="424"/>
                  <a:pt x="703" y="427"/>
                  <a:pt x="703" y="430"/>
                </a:cubicBezTo>
                <a:lnTo>
                  <a:pt x="703" y="472"/>
                </a:lnTo>
                <a:cubicBezTo>
                  <a:pt x="703" y="473"/>
                  <a:pt x="701" y="477"/>
                  <a:pt x="697" y="477"/>
                </a:cubicBezTo>
                <a:lnTo>
                  <a:pt x="544" y="477"/>
                </a:lnTo>
                <a:cubicBezTo>
                  <a:pt x="538" y="477"/>
                  <a:pt x="532" y="482"/>
                  <a:pt x="532" y="488"/>
                </a:cubicBezTo>
                <a:cubicBezTo>
                  <a:pt x="532" y="493"/>
                  <a:pt x="538" y="499"/>
                  <a:pt x="544" y="499"/>
                </a:cubicBezTo>
                <a:lnTo>
                  <a:pt x="697" y="499"/>
                </a:lnTo>
                <a:cubicBezTo>
                  <a:pt x="712" y="499"/>
                  <a:pt x="723" y="488"/>
                  <a:pt x="723" y="473"/>
                </a:cubicBezTo>
                <a:lnTo>
                  <a:pt x="723" y="431"/>
                </a:lnTo>
                <a:cubicBezTo>
                  <a:pt x="726" y="418"/>
                  <a:pt x="713" y="407"/>
                  <a:pt x="699" y="407"/>
                </a:cubicBezTo>
                <a:lnTo>
                  <a:pt x="681" y="407"/>
                </a:lnTo>
                <a:lnTo>
                  <a:pt x="681" y="70"/>
                </a:lnTo>
                <a:cubicBezTo>
                  <a:pt x="681" y="33"/>
                  <a:pt x="651" y="1"/>
                  <a:pt x="610" y="1"/>
                </a:cubicBezTo>
                <a:lnTo>
                  <a:pt x="199" y="1"/>
                </a:lnTo>
                <a:cubicBezTo>
                  <a:pt x="193" y="1"/>
                  <a:pt x="189" y="7"/>
                  <a:pt x="189" y="11"/>
                </a:cubicBezTo>
                <a:cubicBezTo>
                  <a:pt x="189" y="17"/>
                  <a:pt x="193" y="22"/>
                  <a:pt x="199" y="22"/>
                </a:cubicBezTo>
                <a:lnTo>
                  <a:pt x="610" y="22"/>
                </a:lnTo>
                <a:cubicBezTo>
                  <a:pt x="638" y="22"/>
                  <a:pt x="660" y="44"/>
                  <a:pt x="660" y="72"/>
                </a:cubicBezTo>
                <a:lnTo>
                  <a:pt x="660" y="407"/>
                </a:lnTo>
                <a:lnTo>
                  <a:pt x="638" y="407"/>
                </a:lnTo>
                <a:lnTo>
                  <a:pt x="638" y="72"/>
                </a:lnTo>
                <a:cubicBezTo>
                  <a:pt x="638" y="54"/>
                  <a:pt x="625" y="43"/>
                  <a:pt x="609" y="43"/>
                </a:cubicBezTo>
                <a:lnTo>
                  <a:pt x="116" y="43"/>
                </a:lnTo>
                <a:cubicBezTo>
                  <a:pt x="99" y="43"/>
                  <a:pt x="88" y="54"/>
                  <a:pt x="88" y="72"/>
                </a:cubicBezTo>
                <a:lnTo>
                  <a:pt x="88" y="407"/>
                </a:lnTo>
                <a:lnTo>
                  <a:pt x="66" y="407"/>
                </a:lnTo>
                <a:lnTo>
                  <a:pt x="66" y="72"/>
                </a:lnTo>
                <a:cubicBezTo>
                  <a:pt x="66" y="44"/>
                  <a:pt x="88" y="22"/>
                  <a:pt x="114" y="22"/>
                </a:cubicBezTo>
                <a:lnTo>
                  <a:pt x="154" y="22"/>
                </a:lnTo>
                <a:cubicBezTo>
                  <a:pt x="160" y="22"/>
                  <a:pt x="164" y="17"/>
                  <a:pt x="164" y="11"/>
                </a:cubicBezTo>
                <a:cubicBezTo>
                  <a:pt x="164" y="7"/>
                  <a:pt x="160"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3" name="Google Shape;2633;p49"/>
          <p:cNvGrpSpPr/>
          <p:nvPr/>
        </p:nvGrpSpPr>
        <p:grpSpPr>
          <a:xfrm>
            <a:off x="7099158" y="3333361"/>
            <a:ext cx="409051" cy="409619"/>
            <a:chOff x="7099158" y="3333361"/>
            <a:chExt cx="409051" cy="409619"/>
          </a:xfrm>
        </p:grpSpPr>
        <p:sp>
          <p:nvSpPr>
            <p:cNvPr id="2634" name="Google Shape;2634;p49"/>
            <p:cNvSpPr/>
            <p:nvPr/>
          </p:nvSpPr>
          <p:spPr>
            <a:xfrm>
              <a:off x="7099158" y="3333361"/>
              <a:ext cx="409051" cy="409619"/>
            </a:xfrm>
            <a:custGeom>
              <a:rect b="b" l="l" r="r" t="t"/>
              <a:pathLst>
                <a:path extrusionOk="0" h="723" w="722">
                  <a:moveTo>
                    <a:pt x="418" y="0"/>
                  </a:moveTo>
                  <a:cubicBezTo>
                    <a:pt x="248" y="0"/>
                    <a:pt x="112" y="138"/>
                    <a:pt x="112" y="307"/>
                  </a:cubicBezTo>
                  <a:cubicBezTo>
                    <a:pt x="112" y="398"/>
                    <a:pt x="154" y="483"/>
                    <a:pt x="223" y="541"/>
                  </a:cubicBezTo>
                  <a:lnTo>
                    <a:pt x="11" y="541"/>
                  </a:lnTo>
                  <a:cubicBezTo>
                    <a:pt x="7" y="541"/>
                    <a:pt x="1" y="546"/>
                    <a:pt x="1" y="552"/>
                  </a:cubicBezTo>
                  <a:cubicBezTo>
                    <a:pt x="1" y="556"/>
                    <a:pt x="7" y="562"/>
                    <a:pt x="11" y="562"/>
                  </a:cubicBezTo>
                  <a:lnTo>
                    <a:pt x="620" y="562"/>
                  </a:lnTo>
                  <a:lnTo>
                    <a:pt x="620" y="649"/>
                  </a:lnTo>
                  <a:lnTo>
                    <a:pt x="11" y="649"/>
                  </a:lnTo>
                  <a:cubicBezTo>
                    <a:pt x="7" y="649"/>
                    <a:pt x="1" y="655"/>
                    <a:pt x="1" y="660"/>
                  </a:cubicBezTo>
                  <a:cubicBezTo>
                    <a:pt x="1" y="665"/>
                    <a:pt x="7" y="671"/>
                    <a:pt x="11" y="671"/>
                  </a:cubicBezTo>
                  <a:lnTo>
                    <a:pt x="541" y="671"/>
                  </a:lnTo>
                  <a:lnTo>
                    <a:pt x="541" y="701"/>
                  </a:lnTo>
                  <a:lnTo>
                    <a:pt x="462" y="701"/>
                  </a:lnTo>
                  <a:cubicBezTo>
                    <a:pt x="456" y="701"/>
                    <a:pt x="450" y="707"/>
                    <a:pt x="450" y="712"/>
                  </a:cubicBezTo>
                  <a:cubicBezTo>
                    <a:pt x="450" y="718"/>
                    <a:pt x="456" y="723"/>
                    <a:pt x="462" y="723"/>
                  </a:cubicBezTo>
                  <a:lnTo>
                    <a:pt x="551" y="723"/>
                  </a:lnTo>
                  <a:cubicBezTo>
                    <a:pt x="557" y="723"/>
                    <a:pt x="563" y="718"/>
                    <a:pt x="563" y="712"/>
                  </a:cubicBezTo>
                  <a:lnTo>
                    <a:pt x="563" y="671"/>
                  </a:lnTo>
                  <a:lnTo>
                    <a:pt x="631" y="671"/>
                  </a:lnTo>
                  <a:cubicBezTo>
                    <a:pt x="636" y="671"/>
                    <a:pt x="642" y="665"/>
                    <a:pt x="642" y="660"/>
                  </a:cubicBezTo>
                  <a:lnTo>
                    <a:pt x="642" y="552"/>
                  </a:lnTo>
                  <a:cubicBezTo>
                    <a:pt x="642" y="545"/>
                    <a:pt x="636" y="541"/>
                    <a:pt x="631" y="541"/>
                  </a:cubicBezTo>
                  <a:lnTo>
                    <a:pt x="612" y="541"/>
                  </a:lnTo>
                  <a:cubicBezTo>
                    <a:pt x="681" y="483"/>
                    <a:pt x="722" y="396"/>
                    <a:pt x="722" y="307"/>
                  </a:cubicBezTo>
                  <a:cubicBezTo>
                    <a:pt x="722" y="217"/>
                    <a:pt x="684" y="135"/>
                    <a:pt x="616" y="77"/>
                  </a:cubicBezTo>
                  <a:cubicBezTo>
                    <a:pt x="615" y="75"/>
                    <a:pt x="613" y="74"/>
                    <a:pt x="610" y="74"/>
                  </a:cubicBezTo>
                  <a:cubicBezTo>
                    <a:pt x="607" y="74"/>
                    <a:pt x="604" y="75"/>
                    <a:pt x="602" y="78"/>
                  </a:cubicBezTo>
                  <a:cubicBezTo>
                    <a:pt x="599" y="83"/>
                    <a:pt x="599" y="90"/>
                    <a:pt x="605" y="93"/>
                  </a:cubicBezTo>
                  <a:cubicBezTo>
                    <a:pt x="665" y="148"/>
                    <a:pt x="701" y="224"/>
                    <a:pt x="701" y="308"/>
                  </a:cubicBezTo>
                  <a:cubicBezTo>
                    <a:pt x="701" y="402"/>
                    <a:pt x="655" y="490"/>
                    <a:pt x="577" y="542"/>
                  </a:cubicBezTo>
                  <a:lnTo>
                    <a:pt x="258" y="542"/>
                  </a:lnTo>
                  <a:cubicBezTo>
                    <a:pt x="180" y="490"/>
                    <a:pt x="132" y="402"/>
                    <a:pt x="132" y="308"/>
                  </a:cubicBezTo>
                  <a:cubicBezTo>
                    <a:pt x="132" y="151"/>
                    <a:pt x="261" y="22"/>
                    <a:pt x="418" y="22"/>
                  </a:cubicBezTo>
                  <a:cubicBezTo>
                    <a:pt x="475" y="22"/>
                    <a:pt x="527" y="39"/>
                    <a:pt x="573" y="68"/>
                  </a:cubicBezTo>
                  <a:cubicBezTo>
                    <a:pt x="575" y="69"/>
                    <a:pt x="577" y="70"/>
                    <a:pt x="578" y="70"/>
                  </a:cubicBezTo>
                  <a:cubicBezTo>
                    <a:pt x="582" y="70"/>
                    <a:pt x="585" y="68"/>
                    <a:pt x="587" y="64"/>
                  </a:cubicBezTo>
                  <a:cubicBezTo>
                    <a:pt x="592" y="58"/>
                    <a:pt x="590" y="54"/>
                    <a:pt x="584" y="49"/>
                  </a:cubicBezTo>
                  <a:cubicBezTo>
                    <a:pt x="535" y="18"/>
                    <a:pt x="477" y="0"/>
                    <a:pt x="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9"/>
            <p:cNvSpPr/>
            <p:nvPr/>
          </p:nvSpPr>
          <p:spPr>
            <a:xfrm>
              <a:off x="7099158" y="3729383"/>
              <a:ext cx="241918" cy="13031"/>
            </a:xfrm>
            <a:custGeom>
              <a:rect b="b" l="l" r="r" t="t"/>
              <a:pathLst>
                <a:path extrusionOk="0" h="23" w="427">
                  <a:moveTo>
                    <a:pt x="12" y="0"/>
                  </a:moveTo>
                  <a:cubicBezTo>
                    <a:pt x="7" y="0"/>
                    <a:pt x="1" y="6"/>
                    <a:pt x="1" y="12"/>
                  </a:cubicBezTo>
                  <a:cubicBezTo>
                    <a:pt x="1" y="16"/>
                    <a:pt x="7" y="22"/>
                    <a:pt x="12" y="22"/>
                  </a:cubicBezTo>
                  <a:lnTo>
                    <a:pt x="417" y="22"/>
                  </a:lnTo>
                  <a:cubicBezTo>
                    <a:pt x="421" y="22"/>
                    <a:pt x="427" y="16"/>
                    <a:pt x="427" y="12"/>
                  </a:cubicBezTo>
                  <a:cubicBezTo>
                    <a:pt x="427" y="6"/>
                    <a:pt x="421" y="0"/>
                    <a:pt x="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9"/>
            <p:cNvSpPr/>
            <p:nvPr/>
          </p:nvSpPr>
          <p:spPr>
            <a:xfrm>
              <a:off x="7328612" y="3407013"/>
              <a:ext cx="12464" cy="24362"/>
            </a:xfrm>
            <a:custGeom>
              <a:rect b="b" l="l" r="r" t="t"/>
              <a:pathLst>
                <a:path extrusionOk="0" h="43" w="22">
                  <a:moveTo>
                    <a:pt x="12" y="0"/>
                  </a:moveTo>
                  <a:cubicBezTo>
                    <a:pt x="6" y="0"/>
                    <a:pt x="0" y="6"/>
                    <a:pt x="0" y="12"/>
                  </a:cubicBezTo>
                  <a:lnTo>
                    <a:pt x="0" y="32"/>
                  </a:lnTo>
                  <a:cubicBezTo>
                    <a:pt x="0" y="36"/>
                    <a:pt x="6" y="42"/>
                    <a:pt x="12" y="42"/>
                  </a:cubicBezTo>
                  <a:cubicBezTo>
                    <a:pt x="16" y="42"/>
                    <a:pt x="22" y="36"/>
                    <a:pt x="22" y="32"/>
                  </a:cubicBezTo>
                  <a:lnTo>
                    <a:pt x="22" y="12"/>
                  </a:lnTo>
                  <a:cubicBezTo>
                    <a:pt x="22" y="6"/>
                    <a:pt x="16"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9"/>
            <p:cNvSpPr/>
            <p:nvPr/>
          </p:nvSpPr>
          <p:spPr>
            <a:xfrm>
              <a:off x="7410196" y="3499361"/>
              <a:ext cx="24362" cy="13031"/>
            </a:xfrm>
            <a:custGeom>
              <a:rect b="b" l="l" r="r" t="t"/>
              <a:pathLst>
                <a:path extrusionOk="0" h="23" w="43">
                  <a:moveTo>
                    <a:pt x="12" y="1"/>
                  </a:moveTo>
                  <a:cubicBezTo>
                    <a:pt x="6" y="1"/>
                    <a:pt x="1" y="5"/>
                    <a:pt x="1" y="11"/>
                  </a:cubicBezTo>
                  <a:cubicBezTo>
                    <a:pt x="1" y="16"/>
                    <a:pt x="6" y="22"/>
                    <a:pt x="12" y="22"/>
                  </a:cubicBezTo>
                  <a:lnTo>
                    <a:pt x="31" y="22"/>
                  </a:lnTo>
                  <a:cubicBezTo>
                    <a:pt x="37" y="22"/>
                    <a:pt x="43" y="16"/>
                    <a:pt x="43" y="11"/>
                  </a:cubicBezTo>
                  <a:cubicBezTo>
                    <a:pt x="43" y="5"/>
                    <a:pt x="37"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9"/>
            <p:cNvSpPr/>
            <p:nvPr/>
          </p:nvSpPr>
          <p:spPr>
            <a:xfrm>
              <a:off x="7328612" y="3581512"/>
              <a:ext cx="12464" cy="23795"/>
            </a:xfrm>
            <a:custGeom>
              <a:rect b="b" l="l" r="r" t="t"/>
              <a:pathLst>
                <a:path extrusionOk="0" h="42" w="22">
                  <a:moveTo>
                    <a:pt x="12" y="0"/>
                  </a:moveTo>
                  <a:cubicBezTo>
                    <a:pt x="6" y="0"/>
                    <a:pt x="0" y="4"/>
                    <a:pt x="0" y="10"/>
                  </a:cubicBezTo>
                  <a:lnTo>
                    <a:pt x="0" y="30"/>
                  </a:lnTo>
                  <a:cubicBezTo>
                    <a:pt x="0" y="36"/>
                    <a:pt x="6" y="42"/>
                    <a:pt x="12" y="42"/>
                  </a:cubicBezTo>
                  <a:cubicBezTo>
                    <a:pt x="16" y="42"/>
                    <a:pt x="22" y="36"/>
                    <a:pt x="22" y="30"/>
                  </a:cubicBezTo>
                  <a:lnTo>
                    <a:pt x="22" y="10"/>
                  </a:lnTo>
                  <a:cubicBezTo>
                    <a:pt x="22" y="4"/>
                    <a:pt x="16"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9"/>
            <p:cNvSpPr/>
            <p:nvPr/>
          </p:nvSpPr>
          <p:spPr>
            <a:xfrm>
              <a:off x="7236831" y="3499361"/>
              <a:ext cx="23229" cy="13031"/>
            </a:xfrm>
            <a:custGeom>
              <a:rect b="b" l="l" r="r" t="t"/>
              <a:pathLst>
                <a:path extrusionOk="0" h="23" w="41">
                  <a:moveTo>
                    <a:pt x="11" y="1"/>
                  </a:moveTo>
                  <a:cubicBezTo>
                    <a:pt x="5" y="1"/>
                    <a:pt x="0" y="5"/>
                    <a:pt x="0" y="11"/>
                  </a:cubicBezTo>
                  <a:cubicBezTo>
                    <a:pt x="0" y="16"/>
                    <a:pt x="5" y="22"/>
                    <a:pt x="11" y="22"/>
                  </a:cubicBezTo>
                  <a:lnTo>
                    <a:pt x="31" y="22"/>
                  </a:lnTo>
                  <a:cubicBezTo>
                    <a:pt x="37" y="22"/>
                    <a:pt x="41" y="16"/>
                    <a:pt x="41" y="11"/>
                  </a:cubicBezTo>
                  <a:cubicBezTo>
                    <a:pt x="41" y="5"/>
                    <a:pt x="37"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9"/>
            <p:cNvSpPr/>
            <p:nvPr/>
          </p:nvSpPr>
          <p:spPr>
            <a:xfrm>
              <a:off x="7327479" y="3454604"/>
              <a:ext cx="38526" cy="57789"/>
            </a:xfrm>
            <a:custGeom>
              <a:rect b="b" l="l" r="r" t="t"/>
              <a:pathLst>
                <a:path extrusionOk="0" h="102" w="68">
                  <a:moveTo>
                    <a:pt x="11" y="0"/>
                  </a:moveTo>
                  <a:cubicBezTo>
                    <a:pt x="7" y="0"/>
                    <a:pt x="1" y="4"/>
                    <a:pt x="1" y="10"/>
                  </a:cubicBezTo>
                  <a:lnTo>
                    <a:pt x="1" y="90"/>
                  </a:lnTo>
                  <a:lnTo>
                    <a:pt x="2" y="90"/>
                  </a:lnTo>
                  <a:cubicBezTo>
                    <a:pt x="2" y="95"/>
                    <a:pt x="8" y="101"/>
                    <a:pt x="14" y="101"/>
                  </a:cubicBezTo>
                  <a:lnTo>
                    <a:pt x="57" y="101"/>
                  </a:lnTo>
                  <a:cubicBezTo>
                    <a:pt x="61" y="101"/>
                    <a:pt x="67" y="95"/>
                    <a:pt x="67" y="90"/>
                  </a:cubicBezTo>
                  <a:cubicBezTo>
                    <a:pt x="67" y="84"/>
                    <a:pt x="61" y="80"/>
                    <a:pt x="57" y="80"/>
                  </a:cubicBezTo>
                  <a:lnTo>
                    <a:pt x="22" y="80"/>
                  </a:lnTo>
                  <a:lnTo>
                    <a:pt x="22" y="10"/>
                  </a:lnTo>
                  <a:cubicBezTo>
                    <a:pt x="22" y="4"/>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9"/>
            <p:cNvSpPr/>
            <p:nvPr/>
          </p:nvSpPr>
          <p:spPr>
            <a:xfrm>
              <a:off x="7207936" y="3378119"/>
              <a:ext cx="254382" cy="254383"/>
            </a:xfrm>
            <a:custGeom>
              <a:rect b="b" l="l" r="r" t="t"/>
              <a:pathLst>
                <a:path extrusionOk="0" h="449" w="449">
                  <a:moveTo>
                    <a:pt x="225" y="1"/>
                  </a:moveTo>
                  <a:cubicBezTo>
                    <a:pt x="148" y="1"/>
                    <a:pt x="80" y="40"/>
                    <a:pt x="38" y="102"/>
                  </a:cubicBezTo>
                  <a:cubicBezTo>
                    <a:pt x="34" y="108"/>
                    <a:pt x="37" y="113"/>
                    <a:pt x="41" y="116"/>
                  </a:cubicBezTo>
                  <a:cubicBezTo>
                    <a:pt x="44" y="118"/>
                    <a:pt x="46" y="119"/>
                    <a:pt x="48" y="119"/>
                  </a:cubicBezTo>
                  <a:cubicBezTo>
                    <a:pt x="51" y="119"/>
                    <a:pt x="54" y="117"/>
                    <a:pt x="56" y="113"/>
                  </a:cubicBezTo>
                  <a:cubicBezTo>
                    <a:pt x="95" y="57"/>
                    <a:pt x="157" y="22"/>
                    <a:pt x="226" y="22"/>
                  </a:cubicBezTo>
                  <a:cubicBezTo>
                    <a:pt x="337" y="22"/>
                    <a:pt x="430" y="113"/>
                    <a:pt x="430" y="228"/>
                  </a:cubicBezTo>
                  <a:cubicBezTo>
                    <a:pt x="430" y="339"/>
                    <a:pt x="340" y="431"/>
                    <a:pt x="226" y="431"/>
                  </a:cubicBezTo>
                  <a:cubicBezTo>
                    <a:pt x="112" y="431"/>
                    <a:pt x="23" y="340"/>
                    <a:pt x="23" y="228"/>
                  </a:cubicBezTo>
                  <a:cubicBezTo>
                    <a:pt x="23" y="200"/>
                    <a:pt x="27" y="174"/>
                    <a:pt x="37" y="150"/>
                  </a:cubicBezTo>
                  <a:cubicBezTo>
                    <a:pt x="38" y="144"/>
                    <a:pt x="37" y="137"/>
                    <a:pt x="31" y="135"/>
                  </a:cubicBezTo>
                  <a:cubicBezTo>
                    <a:pt x="30" y="134"/>
                    <a:pt x="28" y="134"/>
                    <a:pt x="27" y="134"/>
                  </a:cubicBezTo>
                  <a:cubicBezTo>
                    <a:pt x="23" y="134"/>
                    <a:pt x="19" y="137"/>
                    <a:pt x="17" y="141"/>
                  </a:cubicBezTo>
                  <a:cubicBezTo>
                    <a:pt x="5" y="167"/>
                    <a:pt x="1" y="196"/>
                    <a:pt x="1" y="225"/>
                  </a:cubicBezTo>
                  <a:cubicBezTo>
                    <a:pt x="1" y="347"/>
                    <a:pt x="102" y="449"/>
                    <a:pt x="225" y="449"/>
                  </a:cubicBezTo>
                  <a:cubicBezTo>
                    <a:pt x="348" y="449"/>
                    <a:pt x="449" y="347"/>
                    <a:pt x="449" y="225"/>
                  </a:cubicBezTo>
                  <a:cubicBezTo>
                    <a:pt x="449" y="100"/>
                    <a:pt x="348"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49"/>
          <p:cNvGrpSpPr/>
          <p:nvPr/>
        </p:nvGrpSpPr>
        <p:grpSpPr>
          <a:xfrm>
            <a:off x="6298053" y="3970735"/>
            <a:ext cx="414150" cy="409053"/>
            <a:chOff x="6298053" y="3970735"/>
            <a:chExt cx="414150" cy="409053"/>
          </a:xfrm>
        </p:grpSpPr>
        <p:sp>
          <p:nvSpPr>
            <p:cNvPr id="2643" name="Google Shape;2643;p49"/>
            <p:cNvSpPr/>
            <p:nvPr/>
          </p:nvSpPr>
          <p:spPr>
            <a:xfrm>
              <a:off x="6408531" y="4311235"/>
              <a:ext cx="32293" cy="13031"/>
            </a:xfrm>
            <a:custGeom>
              <a:rect b="b" l="l" r="r" t="t"/>
              <a:pathLst>
                <a:path extrusionOk="0" h="23" w="57">
                  <a:moveTo>
                    <a:pt x="12" y="1"/>
                  </a:moveTo>
                  <a:cubicBezTo>
                    <a:pt x="6" y="1"/>
                    <a:pt x="1" y="6"/>
                    <a:pt x="1" y="12"/>
                  </a:cubicBezTo>
                  <a:cubicBezTo>
                    <a:pt x="1" y="18"/>
                    <a:pt x="6" y="22"/>
                    <a:pt x="12" y="22"/>
                  </a:cubicBezTo>
                  <a:lnTo>
                    <a:pt x="47" y="22"/>
                  </a:lnTo>
                  <a:cubicBezTo>
                    <a:pt x="51" y="22"/>
                    <a:pt x="57" y="18"/>
                    <a:pt x="57" y="12"/>
                  </a:cubicBezTo>
                  <a:cubicBezTo>
                    <a:pt x="57" y="6"/>
                    <a:pt x="51" y="1"/>
                    <a:pt x="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9"/>
            <p:cNvSpPr/>
            <p:nvPr/>
          </p:nvSpPr>
          <p:spPr>
            <a:xfrm>
              <a:off x="6351309" y="4185459"/>
              <a:ext cx="13031" cy="15864"/>
            </a:xfrm>
            <a:custGeom>
              <a:rect b="b" l="l" r="r" t="t"/>
              <a:pathLst>
                <a:path extrusionOk="0" h="28" w="23">
                  <a:moveTo>
                    <a:pt x="12" y="0"/>
                  </a:moveTo>
                  <a:cubicBezTo>
                    <a:pt x="6" y="0"/>
                    <a:pt x="0" y="6"/>
                    <a:pt x="0" y="12"/>
                  </a:cubicBezTo>
                  <a:lnTo>
                    <a:pt x="0" y="17"/>
                  </a:lnTo>
                  <a:cubicBezTo>
                    <a:pt x="0" y="23"/>
                    <a:pt x="6" y="28"/>
                    <a:pt x="12" y="28"/>
                  </a:cubicBezTo>
                  <a:cubicBezTo>
                    <a:pt x="18" y="28"/>
                    <a:pt x="22" y="23"/>
                    <a:pt x="22" y="17"/>
                  </a:cubicBezTo>
                  <a:lnTo>
                    <a:pt x="22" y="12"/>
                  </a:lnTo>
                  <a:cubicBezTo>
                    <a:pt x="22" y="6"/>
                    <a:pt x="18"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9"/>
            <p:cNvSpPr/>
            <p:nvPr/>
          </p:nvSpPr>
          <p:spPr>
            <a:xfrm>
              <a:off x="6394934" y="4185459"/>
              <a:ext cx="12464" cy="15864"/>
            </a:xfrm>
            <a:custGeom>
              <a:rect b="b" l="l" r="r" t="t"/>
              <a:pathLst>
                <a:path extrusionOk="0" h="28" w="22">
                  <a:moveTo>
                    <a:pt x="10" y="0"/>
                  </a:moveTo>
                  <a:cubicBezTo>
                    <a:pt x="6" y="0"/>
                    <a:pt x="0" y="6"/>
                    <a:pt x="0" y="12"/>
                  </a:cubicBezTo>
                  <a:lnTo>
                    <a:pt x="0" y="17"/>
                  </a:lnTo>
                  <a:cubicBezTo>
                    <a:pt x="0" y="23"/>
                    <a:pt x="6" y="28"/>
                    <a:pt x="10" y="28"/>
                  </a:cubicBezTo>
                  <a:cubicBezTo>
                    <a:pt x="16" y="28"/>
                    <a:pt x="22" y="22"/>
                    <a:pt x="22" y="17"/>
                  </a:cubicBezTo>
                  <a:lnTo>
                    <a:pt x="22" y="12"/>
                  </a:lnTo>
                  <a:cubicBezTo>
                    <a:pt x="22" y="6"/>
                    <a:pt x="16" y="0"/>
                    <a:pt x="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9"/>
            <p:cNvSpPr/>
            <p:nvPr/>
          </p:nvSpPr>
          <p:spPr>
            <a:xfrm>
              <a:off x="6362640" y="4213221"/>
              <a:ext cx="32860" cy="15297"/>
            </a:xfrm>
            <a:custGeom>
              <a:rect b="b" l="l" r="r" t="t"/>
              <a:pathLst>
                <a:path extrusionOk="0" h="27" w="58">
                  <a:moveTo>
                    <a:pt x="45" y="0"/>
                  </a:moveTo>
                  <a:cubicBezTo>
                    <a:pt x="43" y="0"/>
                    <a:pt x="40" y="1"/>
                    <a:pt x="38" y="3"/>
                  </a:cubicBezTo>
                  <a:cubicBezTo>
                    <a:pt x="35" y="5"/>
                    <a:pt x="32" y="6"/>
                    <a:pt x="29" y="6"/>
                  </a:cubicBezTo>
                  <a:cubicBezTo>
                    <a:pt x="26" y="6"/>
                    <a:pt x="23" y="5"/>
                    <a:pt x="19" y="3"/>
                  </a:cubicBezTo>
                  <a:cubicBezTo>
                    <a:pt x="17" y="1"/>
                    <a:pt x="15" y="0"/>
                    <a:pt x="12" y="0"/>
                  </a:cubicBezTo>
                  <a:cubicBezTo>
                    <a:pt x="9" y="0"/>
                    <a:pt x="7" y="2"/>
                    <a:pt x="5" y="5"/>
                  </a:cubicBezTo>
                  <a:cubicBezTo>
                    <a:pt x="1" y="7"/>
                    <a:pt x="2" y="15"/>
                    <a:pt x="6" y="19"/>
                  </a:cubicBezTo>
                  <a:cubicBezTo>
                    <a:pt x="14" y="25"/>
                    <a:pt x="21" y="26"/>
                    <a:pt x="28" y="26"/>
                  </a:cubicBezTo>
                  <a:cubicBezTo>
                    <a:pt x="29" y="26"/>
                    <a:pt x="30" y="26"/>
                    <a:pt x="32" y="26"/>
                  </a:cubicBezTo>
                  <a:cubicBezTo>
                    <a:pt x="39" y="26"/>
                    <a:pt x="45" y="23"/>
                    <a:pt x="51" y="19"/>
                  </a:cubicBezTo>
                  <a:cubicBezTo>
                    <a:pt x="57" y="15"/>
                    <a:pt x="57" y="7"/>
                    <a:pt x="53" y="5"/>
                  </a:cubicBezTo>
                  <a:cubicBezTo>
                    <a:pt x="51" y="1"/>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9"/>
            <p:cNvSpPr/>
            <p:nvPr/>
          </p:nvSpPr>
          <p:spPr>
            <a:xfrm>
              <a:off x="6298053" y="3970735"/>
              <a:ext cx="414150" cy="409053"/>
            </a:xfrm>
            <a:custGeom>
              <a:rect b="b" l="l" r="r" t="t"/>
              <a:pathLst>
                <a:path extrusionOk="0" h="722" w="731">
                  <a:moveTo>
                    <a:pt x="200" y="222"/>
                  </a:moveTo>
                  <a:cubicBezTo>
                    <a:pt x="217" y="222"/>
                    <a:pt x="233" y="229"/>
                    <a:pt x="245" y="240"/>
                  </a:cubicBezTo>
                  <a:cubicBezTo>
                    <a:pt x="256" y="253"/>
                    <a:pt x="261" y="272"/>
                    <a:pt x="259" y="290"/>
                  </a:cubicBezTo>
                  <a:lnTo>
                    <a:pt x="246" y="388"/>
                  </a:lnTo>
                  <a:cubicBezTo>
                    <a:pt x="246" y="391"/>
                    <a:pt x="243" y="395"/>
                    <a:pt x="239" y="395"/>
                  </a:cubicBezTo>
                  <a:lnTo>
                    <a:pt x="239" y="333"/>
                  </a:lnTo>
                  <a:cubicBezTo>
                    <a:pt x="239" y="330"/>
                    <a:pt x="237" y="326"/>
                    <a:pt x="233" y="323"/>
                  </a:cubicBezTo>
                  <a:cubicBezTo>
                    <a:pt x="230" y="318"/>
                    <a:pt x="226" y="318"/>
                    <a:pt x="223" y="318"/>
                  </a:cubicBezTo>
                  <a:cubicBezTo>
                    <a:pt x="221" y="319"/>
                    <a:pt x="219" y="319"/>
                    <a:pt x="216" y="319"/>
                  </a:cubicBezTo>
                  <a:cubicBezTo>
                    <a:pt x="201" y="319"/>
                    <a:pt x="188" y="314"/>
                    <a:pt x="174" y="303"/>
                  </a:cubicBezTo>
                  <a:cubicBezTo>
                    <a:pt x="171" y="300"/>
                    <a:pt x="167" y="299"/>
                    <a:pt x="164" y="299"/>
                  </a:cubicBezTo>
                  <a:cubicBezTo>
                    <a:pt x="161" y="299"/>
                    <a:pt x="159" y="300"/>
                    <a:pt x="157" y="303"/>
                  </a:cubicBezTo>
                  <a:cubicBezTo>
                    <a:pt x="142" y="313"/>
                    <a:pt x="112" y="320"/>
                    <a:pt x="77" y="320"/>
                  </a:cubicBezTo>
                  <a:cubicBezTo>
                    <a:pt x="69" y="320"/>
                    <a:pt x="60" y="319"/>
                    <a:pt x="51" y="318"/>
                  </a:cubicBezTo>
                  <a:cubicBezTo>
                    <a:pt x="48" y="318"/>
                    <a:pt x="42" y="320"/>
                    <a:pt x="41" y="323"/>
                  </a:cubicBezTo>
                  <a:cubicBezTo>
                    <a:pt x="38" y="324"/>
                    <a:pt x="35" y="329"/>
                    <a:pt x="35" y="333"/>
                  </a:cubicBezTo>
                  <a:lnTo>
                    <a:pt x="35" y="388"/>
                  </a:lnTo>
                  <a:lnTo>
                    <a:pt x="22" y="290"/>
                  </a:lnTo>
                  <a:cubicBezTo>
                    <a:pt x="21" y="272"/>
                    <a:pt x="27" y="255"/>
                    <a:pt x="37" y="240"/>
                  </a:cubicBezTo>
                  <a:cubicBezTo>
                    <a:pt x="48" y="229"/>
                    <a:pt x="66" y="222"/>
                    <a:pt x="81" y="222"/>
                  </a:cubicBezTo>
                  <a:close/>
                  <a:moveTo>
                    <a:pt x="665" y="64"/>
                  </a:moveTo>
                  <a:lnTo>
                    <a:pt x="665" y="433"/>
                  </a:lnTo>
                  <a:lnTo>
                    <a:pt x="242" y="433"/>
                  </a:lnTo>
                  <a:cubicBezTo>
                    <a:pt x="243" y="427"/>
                    <a:pt x="243" y="421"/>
                    <a:pt x="243" y="417"/>
                  </a:cubicBezTo>
                  <a:cubicBezTo>
                    <a:pt x="258" y="417"/>
                    <a:pt x="271" y="405"/>
                    <a:pt x="272" y="391"/>
                  </a:cubicBezTo>
                  <a:lnTo>
                    <a:pt x="285" y="294"/>
                  </a:lnTo>
                  <a:cubicBezTo>
                    <a:pt x="288" y="269"/>
                    <a:pt x="281" y="246"/>
                    <a:pt x="265" y="229"/>
                  </a:cubicBezTo>
                  <a:cubicBezTo>
                    <a:pt x="253" y="217"/>
                    <a:pt x="242" y="209"/>
                    <a:pt x="227" y="204"/>
                  </a:cubicBezTo>
                  <a:lnTo>
                    <a:pt x="227" y="64"/>
                  </a:lnTo>
                  <a:close/>
                  <a:moveTo>
                    <a:pt x="171" y="323"/>
                  </a:moveTo>
                  <a:cubicBezTo>
                    <a:pt x="184" y="331"/>
                    <a:pt x="200" y="340"/>
                    <a:pt x="223" y="340"/>
                  </a:cubicBezTo>
                  <a:lnTo>
                    <a:pt x="223" y="409"/>
                  </a:lnTo>
                  <a:cubicBezTo>
                    <a:pt x="223" y="451"/>
                    <a:pt x="187" y="487"/>
                    <a:pt x="144" y="487"/>
                  </a:cubicBezTo>
                  <a:cubicBezTo>
                    <a:pt x="99" y="487"/>
                    <a:pt x="64" y="451"/>
                    <a:pt x="64" y="409"/>
                  </a:cubicBezTo>
                  <a:lnTo>
                    <a:pt x="64" y="340"/>
                  </a:lnTo>
                  <a:cubicBezTo>
                    <a:pt x="69" y="340"/>
                    <a:pt x="74" y="340"/>
                    <a:pt x="79" y="340"/>
                  </a:cubicBezTo>
                  <a:cubicBezTo>
                    <a:pt x="109" y="340"/>
                    <a:pt x="148" y="336"/>
                    <a:pt x="171" y="323"/>
                  </a:cubicBezTo>
                  <a:close/>
                  <a:moveTo>
                    <a:pt x="157" y="511"/>
                  </a:moveTo>
                  <a:lnTo>
                    <a:pt x="144" y="529"/>
                  </a:lnTo>
                  <a:lnTo>
                    <a:pt x="131" y="511"/>
                  </a:lnTo>
                  <a:close/>
                  <a:moveTo>
                    <a:pt x="77" y="485"/>
                  </a:moveTo>
                  <a:cubicBezTo>
                    <a:pt x="84" y="490"/>
                    <a:pt x="92" y="496"/>
                    <a:pt x="100" y="499"/>
                  </a:cubicBezTo>
                  <a:lnTo>
                    <a:pt x="129" y="544"/>
                  </a:lnTo>
                  <a:lnTo>
                    <a:pt x="113" y="554"/>
                  </a:lnTo>
                  <a:lnTo>
                    <a:pt x="64" y="490"/>
                  </a:lnTo>
                  <a:cubicBezTo>
                    <a:pt x="68" y="487"/>
                    <a:pt x="73" y="485"/>
                    <a:pt x="77" y="485"/>
                  </a:cubicBezTo>
                  <a:close/>
                  <a:moveTo>
                    <a:pt x="210" y="486"/>
                  </a:moveTo>
                  <a:cubicBezTo>
                    <a:pt x="214" y="489"/>
                    <a:pt x="220" y="490"/>
                    <a:pt x="223" y="492"/>
                  </a:cubicBezTo>
                  <a:lnTo>
                    <a:pt x="174" y="555"/>
                  </a:lnTo>
                  <a:lnTo>
                    <a:pt x="158" y="547"/>
                  </a:lnTo>
                  <a:lnTo>
                    <a:pt x="187" y="500"/>
                  </a:lnTo>
                  <a:cubicBezTo>
                    <a:pt x="196" y="498"/>
                    <a:pt x="203" y="492"/>
                    <a:pt x="210" y="486"/>
                  </a:cubicBezTo>
                  <a:close/>
                  <a:moveTo>
                    <a:pt x="144" y="563"/>
                  </a:moveTo>
                  <a:lnTo>
                    <a:pt x="157" y="570"/>
                  </a:lnTo>
                  <a:lnTo>
                    <a:pt x="144" y="581"/>
                  </a:lnTo>
                  <a:lnTo>
                    <a:pt x="131" y="570"/>
                  </a:lnTo>
                  <a:lnTo>
                    <a:pt x="144" y="563"/>
                  </a:lnTo>
                  <a:close/>
                  <a:moveTo>
                    <a:pt x="239" y="503"/>
                  </a:moveTo>
                  <a:cubicBezTo>
                    <a:pt x="256" y="519"/>
                    <a:pt x="265" y="541"/>
                    <a:pt x="265" y="564"/>
                  </a:cubicBezTo>
                  <a:lnTo>
                    <a:pt x="265" y="703"/>
                  </a:lnTo>
                  <a:lnTo>
                    <a:pt x="190" y="703"/>
                  </a:lnTo>
                  <a:lnTo>
                    <a:pt x="174" y="578"/>
                  </a:lnTo>
                  <a:lnTo>
                    <a:pt x="177" y="578"/>
                  </a:lnTo>
                  <a:cubicBezTo>
                    <a:pt x="180" y="578"/>
                    <a:pt x="184" y="577"/>
                    <a:pt x="185" y="576"/>
                  </a:cubicBezTo>
                  <a:lnTo>
                    <a:pt x="239" y="503"/>
                  </a:lnTo>
                  <a:close/>
                  <a:moveTo>
                    <a:pt x="157" y="599"/>
                  </a:moveTo>
                  <a:lnTo>
                    <a:pt x="171" y="704"/>
                  </a:lnTo>
                  <a:lnTo>
                    <a:pt x="119" y="704"/>
                  </a:lnTo>
                  <a:lnTo>
                    <a:pt x="131" y="599"/>
                  </a:lnTo>
                  <a:cubicBezTo>
                    <a:pt x="135" y="602"/>
                    <a:pt x="141" y="604"/>
                    <a:pt x="144" y="604"/>
                  </a:cubicBezTo>
                  <a:cubicBezTo>
                    <a:pt x="149" y="604"/>
                    <a:pt x="152" y="602"/>
                    <a:pt x="157" y="599"/>
                  </a:cubicBezTo>
                  <a:close/>
                  <a:moveTo>
                    <a:pt x="187" y="1"/>
                  </a:moveTo>
                  <a:cubicBezTo>
                    <a:pt x="177" y="1"/>
                    <a:pt x="165" y="9"/>
                    <a:pt x="165" y="22"/>
                  </a:cubicBezTo>
                  <a:lnTo>
                    <a:pt x="165" y="41"/>
                  </a:lnTo>
                  <a:cubicBezTo>
                    <a:pt x="165" y="51"/>
                    <a:pt x="174" y="63"/>
                    <a:pt x="187" y="63"/>
                  </a:cubicBezTo>
                  <a:lnTo>
                    <a:pt x="206" y="63"/>
                  </a:lnTo>
                  <a:lnTo>
                    <a:pt x="206" y="200"/>
                  </a:lnTo>
                  <a:lnTo>
                    <a:pt x="138" y="200"/>
                  </a:lnTo>
                  <a:cubicBezTo>
                    <a:pt x="138" y="196"/>
                    <a:pt x="138" y="193"/>
                    <a:pt x="135" y="188"/>
                  </a:cubicBezTo>
                  <a:cubicBezTo>
                    <a:pt x="133" y="187"/>
                    <a:pt x="130" y="186"/>
                    <a:pt x="127" y="186"/>
                  </a:cubicBezTo>
                  <a:cubicBezTo>
                    <a:pt x="124" y="186"/>
                    <a:pt x="122" y="187"/>
                    <a:pt x="120" y="188"/>
                  </a:cubicBezTo>
                  <a:lnTo>
                    <a:pt x="118" y="190"/>
                  </a:lnTo>
                  <a:lnTo>
                    <a:pt x="116" y="187"/>
                  </a:lnTo>
                  <a:cubicBezTo>
                    <a:pt x="114" y="183"/>
                    <a:pt x="111" y="181"/>
                    <a:pt x="107" y="181"/>
                  </a:cubicBezTo>
                  <a:cubicBezTo>
                    <a:pt x="106" y="181"/>
                    <a:pt x="104" y="182"/>
                    <a:pt x="102" y="183"/>
                  </a:cubicBezTo>
                  <a:cubicBezTo>
                    <a:pt x="97" y="187"/>
                    <a:pt x="94" y="193"/>
                    <a:pt x="99" y="197"/>
                  </a:cubicBezTo>
                  <a:lnTo>
                    <a:pt x="99" y="200"/>
                  </a:lnTo>
                  <a:lnTo>
                    <a:pt x="86" y="200"/>
                  </a:lnTo>
                  <a:cubicBezTo>
                    <a:pt x="63" y="200"/>
                    <a:pt x="38" y="210"/>
                    <a:pt x="24" y="226"/>
                  </a:cubicBezTo>
                  <a:cubicBezTo>
                    <a:pt x="8" y="245"/>
                    <a:pt x="1" y="268"/>
                    <a:pt x="5" y="291"/>
                  </a:cubicBezTo>
                  <a:lnTo>
                    <a:pt x="16" y="389"/>
                  </a:lnTo>
                  <a:cubicBezTo>
                    <a:pt x="19" y="404"/>
                    <a:pt x="31" y="414"/>
                    <a:pt x="45" y="414"/>
                  </a:cubicBezTo>
                  <a:cubicBezTo>
                    <a:pt x="48" y="434"/>
                    <a:pt x="55" y="453"/>
                    <a:pt x="66" y="467"/>
                  </a:cubicBezTo>
                  <a:cubicBezTo>
                    <a:pt x="29" y="485"/>
                    <a:pt x="6" y="521"/>
                    <a:pt x="6" y="563"/>
                  </a:cubicBezTo>
                  <a:lnTo>
                    <a:pt x="6" y="619"/>
                  </a:lnTo>
                  <a:cubicBezTo>
                    <a:pt x="6" y="623"/>
                    <a:pt x="12" y="629"/>
                    <a:pt x="18" y="629"/>
                  </a:cubicBezTo>
                  <a:cubicBezTo>
                    <a:pt x="22" y="629"/>
                    <a:pt x="28" y="623"/>
                    <a:pt x="28" y="619"/>
                  </a:cubicBezTo>
                  <a:lnTo>
                    <a:pt x="28" y="563"/>
                  </a:lnTo>
                  <a:cubicBezTo>
                    <a:pt x="28" y="539"/>
                    <a:pt x="37" y="518"/>
                    <a:pt x="54" y="500"/>
                  </a:cubicBezTo>
                  <a:lnTo>
                    <a:pt x="107" y="573"/>
                  </a:lnTo>
                  <a:cubicBezTo>
                    <a:pt x="109" y="577"/>
                    <a:pt x="113" y="577"/>
                    <a:pt x="116" y="577"/>
                  </a:cubicBezTo>
                  <a:lnTo>
                    <a:pt x="119" y="577"/>
                  </a:lnTo>
                  <a:lnTo>
                    <a:pt x="102" y="701"/>
                  </a:lnTo>
                  <a:lnTo>
                    <a:pt x="29" y="701"/>
                  </a:lnTo>
                  <a:lnTo>
                    <a:pt x="29" y="659"/>
                  </a:lnTo>
                  <a:cubicBezTo>
                    <a:pt x="29" y="655"/>
                    <a:pt x="25" y="649"/>
                    <a:pt x="19" y="649"/>
                  </a:cubicBezTo>
                  <a:cubicBezTo>
                    <a:pt x="14" y="649"/>
                    <a:pt x="8" y="655"/>
                    <a:pt x="8" y="659"/>
                  </a:cubicBezTo>
                  <a:lnTo>
                    <a:pt x="8" y="710"/>
                  </a:lnTo>
                  <a:cubicBezTo>
                    <a:pt x="8" y="716"/>
                    <a:pt x="14" y="721"/>
                    <a:pt x="19" y="721"/>
                  </a:cubicBezTo>
                  <a:lnTo>
                    <a:pt x="281" y="721"/>
                  </a:lnTo>
                  <a:cubicBezTo>
                    <a:pt x="287" y="721"/>
                    <a:pt x="292" y="716"/>
                    <a:pt x="292" y="710"/>
                  </a:cubicBezTo>
                  <a:lnTo>
                    <a:pt x="292" y="561"/>
                  </a:lnTo>
                  <a:cubicBezTo>
                    <a:pt x="292" y="532"/>
                    <a:pt x="281" y="506"/>
                    <a:pt x="263" y="486"/>
                  </a:cubicBezTo>
                  <a:lnTo>
                    <a:pt x="613" y="486"/>
                  </a:lnTo>
                  <a:cubicBezTo>
                    <a:pt x="619" y="486"/>
                    <a:pt x="625" y="482"/>
                    <a:pt x="625" y="476"/>
                  </a:cubicBezTo>
                  <a:cubicBezTo>
                    <a:pt x="625" y="470"/>
                    <a:pt x="619" y="464"/>
                    <a:pt x="613" y="464"/>
                  </a:cubicBezTo>
                  <a:lnTo>
                    <a:pt x="235" y="464"/>
                  </a:lnTo>
                  <a:cubicBezTo>
                    <a:pt x="232" y="464"/>
                    <a:pt x="232" y="463"/>
                    <a:pt x="230" y="463"/>
                  </a:cubicBezTo>
                  <a:cubicBezTo>
                    <a:pt x="235" y="457"/>
                    <a:pt x="237" y="451"/>
                    <a:pt x="239" y="447"/>
                  </a:cubicBezTo>
                  <a:lnTo>
                    <a:pt x="708" y="447"/>
                  </a:lnTo>
                  <a:lnTo>
                    <a:pt x="708" y="464"/>
                  </a:lnTo>
                  <a:lnTo>
                    <a:pt x="655" y="464"/>
                  </a:lnTo>
                  <a:cubicBezTo>
                    <a:pt x="649" y="464"/>
                    <a:pt x="643" y="470"/>
                    <a:pt x="643" y="476"/>
                  </a:cubicBezTo>
                  <a:cubicBezTo>
                    <a:pt x="643" y="482"/>
                    <a:pt x="649" y="486"/>
                    <a:pt x="655" y="486"/>
                  </a:cubicBezTo>
                  <a:lnTo>
                    <a:pt x="708" y="486"/>
                  </a:lnTo>
                  <a:cubicBezTo>
                    <a:pt x="720" y="486"/>
                    <a:pt x="730" y="477"/>
                    <a:pt x="730" y="464"/>
                  </a:cubicBezTo>
                  <a:lnTo>
                    <a:pt x="730" y="447"/>
                  </a:lnTo>
                  <a:cubicBezTo>
                    <a:pt x="730" y="435"/>
                    <a:pt x="721" y="425"/>
                    <a:pt x="708" y="425"/>
                  </a:cubicBezTo>
                  <a:lnTo>
                    <a:pt x="691" y="425"/>
                  </a:lnTo>
                  <a:lnTo>
                    <a:pt x="691" y="57"/>
                  </a:lnTo>
                  <a:lnTo>
                    <a:pt x="704" y="57"/>
                  </a:lnTo>
                  <a:lnTo>
                    <a:pt x="704" y="63"/>
                  </a:lnTo>
                  <a:cubicBezTo>
                    <a:pt x="714" y="63"/>
                    <a:pt x="726" y="53"/>
                    <a:pt x="726" y="41"/>
                  </a:cubicBezTo>
                  <a:lnTo>
                    <a:pt x="726" y="22"/>
                  </a:lnTo>
                  <a:cubicBezTo>
                    <a:pt x="726" y="12"/>
                    <a:pt x="716" y="1"/>
                    <a:pt x="704" y="1"/>
                  </a:cubicBezTo>
                  <a:lnTo>
                    <a:pt x="317" y="1"/>
                  </a:lnTo>
                  <a:cubicBezTo>
                    <a:pt x="311" y="1"/>
                    <a:pt x="307" y="6"/>
                    <a:pt x="307" y="12"/>
                  </a:cubicBezTo>
                  <a:cubicBezTo>
                    <a:pt x="307" y="17"/>
                    <a:pt x="311" y="22"/>
                    <a:pt x="317" y="22"/>
                  </a:cubicBezTo>
                  <a:lnTo>
                    <a:pt x="704" y="22"/>
                  </a:lnTo>
                  <a:lnTo>
                    <a:pt x="704" y="41"/>
                  </a:lnTo>
                  <a:lnTo>
                    <a:pt x="187" y="41"/>
                  </a:lnTo>
                  <a:lnTo>
                    <a:pt x="187" y="22"/>
                  </a:lnTo>
                  <a:lnTo>
                    <a:pt x="274" y="22"/>
                  </a:lnTo>
                  <a:cubicBezTo>
                    <a:pt x="279" y="22"/>
                    <a:pt x="285" y="17"/>
                    <a:pt x="285" y="12"/>
                  </a:cubicBezTo>
                  <a:cubicBezTo>
                    <a:pt x="285" y="6"/>
                    <a:pt x="279" y="1"/>
                    <a:pt x="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9"/>
            <p:cNvSpPr/>
            <p:nvPr/>
          </p:nvSpPr>
          <p:spPr>
            <a:xfrm>
              <a:off x="6500879" y="4052319"/>
              <a:ext cx="95747" cy="152970"/>
            </a:xfrm>
            <a:custGeom>
              <a:rect b="b" l="l" r="r" t="t"/>
              <a:pathLst>
                <a:path extrusionOk="0" h="270" w="169">
                  <a:moveTo>
                    <a:pt x="86" y="23"/>
                  </a:moveTo>
                  <a:cubicBezTo>
                    <a:pt x="121" y="23"/>
                    <a:pt x="148" y="51"/>
                    <a:pt x="148" y="86"/>
                  </a:cubicBezTo>
                  <a:cubicBezTo>
                    <a:pt x="148" y="107"/>
                    <a:pt x="140" y="124"/>
                    <a:pt x="124" y="137"/>
                  </a:cubicBezTo>
                  <a:cubicBezTo>
                    <a:pt x="115" y="144"/>
                    <a:pt x="109" y="153"/>
                    <a:pt x="109" y="163"/>
                  </a:cubicBezTo>
                  <a:lnTo>
                    <a:pt x="96" y="163"/>
                  </a:lnTo>
                  <a:lnTo>
                    <a:pt x="96" y="115"/>
                  </a:lnTo>
                  <a:cubicBezTo>
                    <a:pt x="96" y="109"/>
                    <a:pt x="90" y="104"/>
                    <a:pt x="85" y="104"/>
                  </a:cubicBezTo>
                  <a:cubicBezTo>
                    <a:pt x="80" y="104"/>
                    <a:pt x="74" y="109"/>
                    <a:pt x="74" y="115"/>
                  </a:cubicBezTo>
                  <a:lnTo>
                    <a:pt x="74" y="163"/>
                  </a:lnTo>
                  <a:lnTo>
                    <a:pt x="61" y="163"/>
                  </a:lnTo>
                  <a:cubicBezTo>
                    <a:pt x="61" y="153"/>
                    <a:pt x="56" y="144"/>
                    <a:pt x="47" y="137"/>
                  </a:cubicBezTo>
                  <a:cubicBezTo>
                    <a:pt x="33" y="122"/>
                    <a:pt x="22" y="102"/>
                    <a:pt x="24" y="82"/>
                  </a:cubicBezTo>
                  <a:cubicBezTo>
                    <a:pt x="25" y="50"/>
                    <a:pt x="51" y="24"/>
                    <a:pt x="83" y="23"/>
                  </a:cubicBezTo>
                  <a:cubicBezTo>
                    <a:pt x="84" y="23"/>
                    <a:pt x="85" y="23"/>
                    <a:pt x="86" y="23"/>
                  </a:cubicBezTo>
                  <a:close/>
                  <a:moveTo>
                    <a:pt x="121" y="183"/>
                  </a:moveTo>
                  <a:lnTo>
                    <a:pt x="121" y="212"/>
                  </a:lnTo>
                  <a:lnTo>
                    <a:pt x="124" y="212"/>
                  </a:lnTo>
                  <a:cubicBezTo>
                    <a:pt x="124" y="232"/>
                    <a:pt x="108" y="251"/>
                    <a:pt x="85" y="251"/>
                  </a:cubicBezTo>
                  <a:cubicBezTo>
                    <a:pt x="63" y="251"/>
                    <a:pt x="47" y="234"/>
                    <a:pt x="47" y="212"/>
                  </a:cubicBezTo>
                  <a:lnTo>
                    <a:pt x="47" y="183"/>
                  </a:lnTo>
                  <a:close/>
                  <a:moveTo>
                    <a:pt x="85" y="1"/>
                  </a:moveTo>
                  <a:cubicBezTo>
                    <a:pt x="84" y="1"/>
                    <a:pt x="82" y="1"/>
                    <a:pt x="80" y="1"/>
                  </a:cubicBezTo>
                  <a:cubicBezTo>
                    <a:pt x="37" y="3"/>
                    <a:pt x="2" y="39"/>
                    <a:pt x="1" y="81"/>
                  </a:cubicBezTo>
                  <a:cubicBezTo>
                    <a:pt x="2" y="108"/>
                    <a:pt x="15" y="135"/>
                    <a:pt x="37" y="151"/>
                  </a:cubicBezTo>
                  <a:cubicBezTo>
                    <a:pt x="40" y="153"/>
                    <a:pt x="43" y="157"/>
                    <a:pt x="43" y="161"/>
                  </a:cubicBezTo>
                  <a:lnTo>
                    <a:pt x="38" y="161"/>
                  </a:lnTo>
                  <a:cubicBezTo>
                    <a:pt x="33" y="161"/>
                    <a:pt x="27" y="167"/>
                    <a:pt x="27" y="173"/>
                  </a:cubicBezTo>
                  <a:lnTo>
                    <a:pt x="27" y="212"/>
                  </a:lnTo>
                  <a:cubicBezTo>
                    <a:pt x="27" y="245"/>
                    <a:pt x="54" y="270"/>
                    <a:pt x="85" y="270"/>
                  </a:cubicBezTo>
                  <a:cubicBezTo>
                    <a:pt x="118" y="270"/>
                    <a:pt x="144" y="244"/>
                    <a:pt x="144" y="212"/>
                  </a:cubicBezTo>
                  <a:lnTo>
                    <a:pt x="144" y="173"/>
                  </a:lnTo>
                  <a:cubicBezTo>
                    <a:pt x="144" y="167"/>
                    <a:pt x="138" y="161"/>
                    <a:pt x="132" y="161"/>
                  </a:cubicBezTo>
                  <a:lnTo>
                    <a:pt x="128" y="161"/>
                  </a:lnTo>
                  <a:cubicBezTo>
                    <a:pt x="128" y="159"/>
                    <a:pt x="131" y="154"/>
                    <a:pt x="134" y="151"/>
                  </a:cubicBezTo>
                  <a:cubicBezTo>
                    <a:pt x="155" y="135"/>
                    <a:pt x="168" y="111"/>
                    <a:pt x="168" y="85"/>
                  </a:cubicBezTo>
                  <a:cubicBezTo>
                    <a:pt x="168" y="39"/>
                    <a:pt x="131"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9"/>
            <p:cNvSpPr/>
            <p:nvPr/>
          </p:nvSpPr>
          <p:spPr>
            <a:xfrm>
              <a:off x="6537705" y="4167896"/>
              <a:ext cx="25495" cy="13031"/>
            </a:xfrm>
            <a:custGeom>
              <a:rect b="b" l="l" r="r" t="t"/>
              <a:pathLst>
                <a:path extrusionOk="0" h="23" w="45">
                  <a:moveTo>
                    <a:pt x="11" y="1"/>
                  </a:moveTo>
                  <a:cubicBezTo>
                    <a:pt x="7" y="1"/>
                    <a:pt x="1" y="7"/>
                    <a:pt x="1" y="12"/>
                  </a:cubicBezTo>
                  <a:cubicBezTo>
                    <a:pt x="1" y="18"/>
                    <a:pt x="5" y="22"/>
                    <a:pt x="11" y="22"/>
                  </a:cubicBezTo>
                  <a:lnTo>
                    <a:pt x="33" y="22"/>
                  </a:lnTo>
                  <a:cubicBezTo>
                    <a:pt x="38" y="22"/>
                    <a:pt x="44" y="18"/>
                    <a:pt x="44" y="12"/>
                  </a:cubicBezTo>
                  <a:cubicBezTo>
                    <a:pt x="44" y="7"/>
                    <a:pt x="38"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9"/>
            <p:cNvSpPr/>
            <p:nvPr/>
          </p:nvSpPr>
          <p:spPr>
            <a:xfrm>
              <a:off x="6543370" y="4010961"/>
              <a:ext cx="13031" cy="31727"/>
            </a:xfrm>
            <a:custGeom>
              <a:rect b="b" l="l" r="r" t="t"/>
              <a:pathLst>
                <a:path extrusionOk="0" h="56" w="23">
                  <a:moveTo>
                    <a:pt x="13" y="0"/>
                  </a:moveTo>
                  <a:cubicBezTo>
                    <a:pt x="7" y="0"/>
                    <a:pt x="1" y="5"/>
                    <a:pt x="1" y="11"/>
                  </a:cubicBezTo>
                  <a:lnTo>
                    <a:pt x="1" y="45"/>
                  </a:lnTo>
                  <a:cubicBezTo>
                    <a:pt x="1" y="51"/>
                    <a:pt x="5" y="55"/>
                    <a:pt x="13" y="55"/>
                  </a:cubicBezTo>
                  <a:cubicBezTo>
                    <a:pt x="17" y="55"/>
                    <a:pt x="23" y="51"/>
                    <a:pt x="23" y="45"/>
                  </a:cubicBezTo>
                  <a:lnTo>
                    <a:pt x="23" y="11"/>
                  </a:lnTo>
                  <a:cubicBezTo>
                    <a:pt x="23" y="5"/>
                    <a:pt x="18" y="0"/>
                    <a:pt x="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9"/>
            <p:cNvSpPr/>
            <p:nvPr/>
          </p:nvSpPr>
          <p:spPr>
            <a:xfrm>
              <a:off x="6588695" y="4035889"/>
              <a:ext cx="26628" cy="24928"/>
            </a:xfrm>
            <a:custGeom>
              <a:rect b="b" l="l" r="r" t="t"/>
              <a:pathLst>
                <a:path extrusionOk="0" h="44" w="47">
                  <a:moveTo>
                    <a:pt x="35" y="0"/>
                  </a:moveTo>
                  <a:cubicBezTo>
                    <a:pt x="33" y="0"/>
                    <a:pt x="30" y="1"/>
                    <a:pt x="28" y="3"/>
                  </a:cubicBezTo>
                  <a:lnTo>
                    <a:pt x="5" y="27"/>
                  </a:lnTo>
                  <a:cubicBezTo>
                    <a:pt x="0" y="30"/>
                    <a:pt x="0" y="37"/>
                    <a:pt x="5" y="42"/>
                  </a:cubicBezTo>
                  <a:cubicBezTo>
                    <a:pt x="6" y="43"/>
                    <a:pt x="9" y="44"/>
                    <a:pt x="11" y="44"/>
                  </a:cubicBezTo>
                  <a:cubicBezTo>
                    <a:pt x="14" y="44"/>
                    <a:pt x="17" y="43"/>
                    <a:pt x="19" y="42"/>
                  </a:cubicBezTo>
                  <a:lnTo>
                    <a:pt x="42" y="17"/>
                  </a:lnTo>
                  <a:cubicBezTo>
                    <a:pt x="47" y="14"/>
                    <a:pt x="47" y="7"/>
                    <a:pt x="42" y="3"/>
                  </a:cubicBezTo>
                  <a:cubicBezTo>
                    <a:pt x="40" y="1"/>
                    <a:pt x="38" y="0"/>
                    <a:pt x="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9"/>
            <p:cNvSpPr/>
            <p:nvPr/>
          </p:nvSpPr>
          <p:spPr>
            <a:xfrm>
              <a:off x="6484449" y="4035889"/>
              <a:ext cx="26061" cy="24928"/>
            </a:xfrm>
            <a:custGeom>
              <a:rect b="b" l="l" r="r" t="t"/>
              <a:pathLst>
                <a:path extrusionOk="0" h="44" w="46">
                  <a:moveTo>
                    <a:pt x="12" y="0"/>
                  </a:moveTo>
                  <a:cubicBezTo>
                    <a:pt x="9" y="0"/>
                    <a:pt x="6" y="1"/>
                    <a:pt x="4" y="3"/>
                  </a:cubicBezTo>
                  <a:cubicBezTo>
                    <a:pt x="1" y="7"/>
                    <a:pt x="1" y="14"/>
                    <a:pt x="4" y="17"/>
                  </a:cubicBezTo>
                  <a:lnTo>
                    <a:pt x="28" y="42"/>
                  </a:lnTo>
                  <a:cubicBezTo>
                    <a:pt x="30" y="43"/>
                    <a:pt x="32" y="44"/>
                    <a:pt x="35" y="44"/>
                  </a:cubicBezTo>
                  <a:cubicBezTo>
                    <a:pt x="37" y="44"/>
                    <a:pt x="40" y="43"/>
                    <a:pt x="41" y="42"/>
                  </a:cubicBezTo>
                  <a:cubicBezTo>
                    <a:pt x="46" y="37"/>
                    <a:pt x="46" y="30"/>
                    <a:pt x="41" y="27"/>
                  </a:cubicBezTo>
                  <a:lnTo>
                    <a:pt x="18" y="3"/>
                  </a:lnTo>
                  <a:cubicBezTo>
                    <a:pt x="17" y="1"/>
                    <a:pt x="14"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9"/>
            <p:cNvSpPr/>
            <p:nvPr/>
          </p:nvSpPr>
          <p:spPr>
            <a:xfrm>
              <a:off x="6461220" y="4093678"/>
              <a:ext cx="32293" cy="12464"/>
            </a:xfrm>
            <a:custGeom>
              <a:rect b="b" l="l" r="r" t="t"/>
              <a:pathLst>
                <a:path extrusionOk="0" h="22" w="57">
                  <a:moveTo>
                    <a:pt x="10" y="0"/>
                  </a:moveTo>
                  <a:cubicBezTo>
                    <a:pt x="6" y="0"/>
                    <a:pt x="0" y="6"/>
                    <a:pt x="0" y="12"/>
                  </a:cubicBezTo>
                  <a:cubicBezTo>
                    <a:pt x="0" y="16"/>
                    <a:pt x="4" y="22"/>
                    <a:pt x="10" y="22"/>
                  </a:cubicBezTo>
                  <a:lnTo>
                    <a:pt x="45" y="22"/>
                  </a:lnTo>
                  <a:cubicBezTo>
                    <a:pt x="51" y="22"/>
                    <a:pt x="56" y="16"/>
                    <a:pt x="56" y="12"/>
                  </a:cubicBezTo>
                  <a:cubicBezTo>
                    <a:pt x="56" y="6"/>
                    <a:pt x="51"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9"/>
            <p:cNvSpPr/>
            <p:nvPr/>
          </p:nvSpPr>
          <p:spPr>
            <a:xfrm>
              <a:off x="6607391" y="4093678"/>
              <a:ext cx="32293" cy="12464"/>
            </a:xfrm>
            <a:custGeom>
              <a:rect b="b" l="l" r="r" t="t"/>
              <a:pathLst>
                <a:path extrusionOk="0" h="22" w="57">
                  <a:moveTo>
                    <a:pt x="11" y="0"/>
                  </a:moveTo>
                  <a:cubicBezTo>
                    <a:pt x="5" y="0"/>
                    <a:pt x="1" y="6"/>
                    <a:pt x="1" y="12"/>
                  </a:cubicBezTo>
                  <a:cubicBezTo>
                    <a:pt x="1" y="16"/>
                    <a:pt x="5" y="22"/>
                    <a:pt x="11" y="22"/>
                  </a:cubicBezTo>
                  <a:lnTo>
                    <a:pt x="45" y="22"/>
                  </a:lnTo>
                  <a:cubicBezTo>
                    <a:pt x="51" y="22"/>
                    <a:pt x="57" y="16"/>
                    <a:pt x="57" y="12"/>
                  </a:cubicBezTo>
                  <a:cubicBezTo>
                    <a:pt x="57" y="6"/>
                    <a:pt x="51"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5" name="Google Shape;2655;p49"/>
          <p:cNvGrpSpPr/>
          <p:nvPr/>
        </p:nvGrpSpPr>
        <p:grpSpPr>
          <a:xfrm>
            <a:off x="6320149" y="3332228"/>
            <a:ext cx="370525" cy="409053"/>
            <a:chOff x="6320149" y="3332228"/>
            <a:chExt cx="370525" cy="409053"/>
          </a:xfrm>
        </p:grpSpPr>
        <p:sp>
          <p:nvSpPr>
            <p:cNvPr id="2656" name="Google Shape;2656;p49"/>
            <p:cNvSpPr/>
            <p:nvPr/>
          </p:nvSpPr>
          <p:spPr>
            <a:xfrm>
              <a:off x="6443091" y="3665362"/>
              <a:ext cx="33993" cy="13597"/>
            </a:xfrm>
            <a:custGeom>
              <a:rect b="b" l="l" r="r" t="t"/>
              <a:pathLst>
                <a:path extrusionOk="0" h="24" w="60">
                  <a:moveTo>
                    <a:pt x="10" y="1"/>
                  </a:moveTo>
                  <a:cubicBezTo>
                    <a:pt x="5" y="2"/>
                    <a:pt x="0" y="7"/>
                    <a:pt x="0" y="12"/>
                  </a:cubicBezTo>
                  <a:cubicBezTo>
                    <a:pt x="0" y="18"/>
                    <a:pt x="5" y="24"/>
                    <a:pt x="10" y="24"/>
                  </a:cubicBezTo>
                  <a:lnTo>
                    <a:pt x="48" y="24"/>
                  </a:lnTo>
                  <a:cubicBezTo>
                    <a:pt x="54" y="24"/>
                    <a:pt x="59" y="18"/>
                    <a:pt x="59" y="12"/>
                  </a:cubicBezTo>
                  <a:cubicBezTo>
                    <a:pt x="59" y="7"/>
                    <a:pt x="54" y="1"/>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9"/>
            <p:cNvSpPr/>
            <p:nvPr/>
          </p:nvSpPr>
          <p:spPr>
            <a:xfrm>
              <a:off x="6379070" y="3526556"/>
              <a:ext cx="13031" cy="15864"/>
            </a:xfrm>
            <a:custGeom>
              <a:rect b="b" l="l" r="r" t="t"/>
              <a:pathLst>
                <a:path extrusionOk="0" h="28" w="23">
                  <a:moveTo>
                    <a:pt x="11" y="0"/>
                  </a:moveTo>
                  <a:cubicBezTo>
                    <a:pt x="6" y="0"/>
                    <a:pt x="1" y="6"/>
                    <a:pt x="1" y="12"/>
                  </a:cubicBezTo>
                  <a:lnTo>
                    <a:pt x="1" y="18"/>
                  </a:lnTo>
                  <a:cubicBezTo>
                    <a:pt x="1" y="23"/>
                    <a:pt x="6" y="28"/>
                    <a:pt x="11" y="28"/>
                  </a:cubicBezTo>
                  <a:cubicBezTo>
                    <a:pt x="16" y="28"/>
                    <a:pt x="22" y="23"/>
                    <a:pt x="22" y="18"/>
                  </a:cubicBezTo>
                  <a:lnTo>
                    <a:pt x="22" y="12"/>
                  </a:lnTo>
                  <a:cubicBezTo>
                    <a:pt x="22" y="6"/>
                    <a:pt x="16"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9"/>
            <p:cNvSpPr/>
            <p:nvPr/>
          </p:nvSpPr>
          <p:spPr>
            <a:xfrm>
              <a:off x="6425527" y="3526556"/>
              <a:ext cx="14164" cy="15864"/>
            </a:xfrm>
            <a:custGeom>
              <a:rect b="b" l="l" r="r" t="t"/>
              <a:pathLst>
                <a:path extrusionOk="0" h="28" w="25">
                  <a:moveTo>
                    <a:pt x="12" y="0"/>
                  </a:moveTo>
                  <a:cubicBezTo>
                    <a:pt x="7" y="0"/>
                    <a:pt x="1" y="6"/>
                    <a:pt x="1" y="12"/>
                  </a:cubicBezTo>
                  <a:lnTo>
                    <a:pt x="1" y="18"/>
                  </a:lnTo>
                  <a:cubicBezTo>
                    <a:pt x="4" y="23"/>
                    <a:pt x="7" y="28"/>
                    <a:pt x="12" y="28"/>
                  </a:cubicBezTo>
                  <a:cubicBezTo>
                    <a:pt x="18" y="28"/>
                    <a:pt x="24" y="23"/>
                    <a:pt x="24" y="18"/>
                  </a:cubicBezTo>
                  <a:lnTo>
                    <a:pt x="24" y="12"/>
                  </a:lnTo>
                  <a:cubicBezTo>
                    <a:pt x="24" y="6"/>
                    <a:pt x="18"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9"/>
            <p:cNvSpPr/>
            <p:nvPr/>
          </p:nvSpPr>
          <p:spPr>
            <a:xfrm>
              <a:off x="6392101" y="3557717"/>
              <a:ext cx="33427" cy="15864"/>
            </a:xfrm>
            <a:custGeom>
              <a:rect b="b" l="l" r="r" t="t"/>
              <a:pathLst>
                <a:path extrusionOk="0" h="28" w="59">
                  <a:moveTo>
                    <a:pt x="13" y="0"/>
                  </a:moveTo>
                  <a:cubicBezTo>
                    <a:pt x="10" y="0"/>
                    <a:pt x="7" y="2"/>
                    <a:pt x="5" y="4"/>
                  </a:cubicBezTo>
                  <a:cubicBezTo>
                    <a:pt x="1" y="9"/>
                    <a:pt x="1" y="15"/>
                    <a:pt x="6" y="19"/>
                  </a:cubicBezTo>
                  <a:cubicBezTo>
                    <a:pt x="14" y="23"/>
                    <a:pt x="22" y="28"/>
                    <a:pt x="30" y="28"/>
                  </a:cubicBezTo>
                  <a:cubicBezTo>
                    <a:pt x="37" y="28"/>
                    <a:pt x="45" y="23"/>
                    <a:pt x="53" y="19"/>
                  </a:cubicBezTo>
                  <a:cubicBezTo>
                    <a:pt x="58" y="15"/>
                    <a:pt x="58" y="7"/>
                    <a:pt x="56" y="4"/>
                  </a:cubicBezTo>
                  <a:cubicBezTo>
                    <a:pt x="53" y="2"/>
                    <a:pt x="49" y="0"/>
                    <a:pt x="46" y="0"/>
                  </a:cubicBezTo>
                  <a:cubicBezTo>
                    <a:pt x="44" y="0"/>
                    <a:pt x="42" y="1"/>
                    <a:pt x="41" y="2"/>
                  </a:cubicBezTo>
                  <a:cubicBezTo>
                    <a:pt x="38" y="4"/>
                    <a:pt x="34" y="6"/>
                    <a:pt x="30" y="6"/>
                  </a:cubicBezTo>
                  <a:cubicBezTo>
                    <a:pt x="27" y="6"/>
                    <a:pt x="23" y="4"/>
                    <a:pt x="19" y="2"/>
                  </a:cubicBezTo>
                  <a:cubicBezTo>
                    <a:pt x="17" y="1"/>
                    <a:pt x="15" y="0"/>
                    <a:pt x="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9"/>
            <p:cNvSpPr/>
            <p:nvPr/>
          </p:nvSpPr>
          <p:spPr>
            <a:xfrm>
              <a:off x="6545070" y="3414378"/>
              <a:ext cx="30027" cy="53823"/>
            </a:xfrm>
            <a:custGeom>
              <a:rect b="b" l="l" r="r" t="t"/>
              <a:pathLst>
                <a:path extrusionOk="0" h="95" w="53">
                  <a:moveTo>
                    <a:pt x="11" y="0"/>
                  </a:moveTo>
                  <a:cubicBezTo>
                    <a:pt x="5" y="0"/>
                    <a:pt x="1" y="6"/>
                    <a:pt x="1" y="10"/>
                  </a:cubicBezTo>
                  <a:lnTo>
                    <a:pt x="1" y="83"/>
                  </a:lnTo>
                  <a:cubicBezTo>
                    <a:pt x="1" y="88"/>
                    <a:pt x="5" y="94"/>
                    <a:pt x="11" y="94"/>
                  </a:cubicBezTo>
                  <a:lnTo>
                    <a:pt x="41" y="94"/>
                  </a:lnTo>
                  <a:cubicBezTo>
                    <a:pt x="47" y="94"/>
                    <a:pt x="53" y="88"/>
                    <a:pt x="53" y="83"/>
                  </a:cubicBezTo>
                  <a:cubicBezTo>
                    <a:pt x="53" y="78"/>
                    <a:pt x="47" y="73"/>
                    <a:pt x="41" y="73"/>
                  </a:cubicBezTo>
                  <a:lnTo>
                    <a:pt x="23" y="73"/>
                  </a:lnTo>
                  <a:lnTo>
                    <a:pt x="23" y="10"/>
                  </a:lnTo>
                  <a:cubicBezTo>
                    <a:pt x="23" y="6"/>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9"/>
            <p:cNvSpPr/>
            <p:nvPr/>
          </p:nvSpPr>
          <p:spPr>
            <a:xfrm>
              <a:off x="6545070" y="3383218"/>
              <a:ext cx="13031" cy="20396"/>
            </a:xfrm>
            <a:custGeom>
              <a:rect b="b" l="l" r="r" t="t"/>
              <a:pathLst>
                <a:path extrusionOk="0" h="36" w="23">
                  <a:moveTo>
                    <a:pt x="11" y="0"/>
                  </a:moveTo>
                  <a:cubicBezTo>
                    <a:pt x="5" y="0"/>
                    <a:pt x="1" y="6"/>
                    <a:pt x="1" y="12"/>
                  </a:cubicBezTo>
                  <a:lnTo>
                    <a:pt x="1" y="25"/>
                  </a:lnTo>
                  <a:cubicBezTo>
                    <a:pt x="1" y="32"/>
                    <a:pt x="5" y="35"/>
                    <a:pt x="11" y="35"/>
                  </a:cubicBezTo>
                  <a:cubicBezTo>
                    <a:pt x="17" y="35"/>
                    <a:pt x="23" y="29"/>
                    <a:pt x="23" y="25"/>
                  </a:cubicBezTo>
                  <a:lnTo>
                    <a:pt x="23" y="12"/>
                  </a:lnTo>
                  <a:cubicBezTo>
                    <a:pt x="23" y="6"/>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9"/>
            <p:cNvSpPr/>
            <p:nvPr/>
          </p:nvSpPr>
          <p:spPr>
            <a:xfrm>
              <a:off x="6608524" y="3455170"/>
              <a:ext cx="19829" cy="13031"/>
            </a:xfrm>
            <a:custGeom>
              <a:rect b="b" l="l" r="r" t="t"/>
              <a:pathLst>
                <a:path extrusionOk="0" h="23" w="35">
                  <a:moveTo>
                    <a:pt x="12" y="1"/>
                  </a:moveTo>
                  <a:cubicBezTo>
                    <a:pt x="6" y="1"/>
                    <a:pt x="0" y="6"/>
                    <a:pt x="0" y="11"/>
                  </a:cubicBezTo>
                  <a:cubicBezTo>
                    <a:pt x="0" y="16"/>
                    <a:pt x="6" y="22"/>
                    <a:pt x="12" y="22"/>
                  </a:cubicBezTo>
                  <a:lnTo>
                    <a:pt x="23" y="22"/>
                  </a:lnTo>
                  <a:cubicBezTo>
                    <a:pt x="29" y="22"/>
                    <a:pt x="35" y="16"/>
                    <a:pt x="35" y="11"/>
                  </a:cubicBezTo>
                  <a:cubicBezTo>
                    <a:pt x="35" y="6"/>
                    <a:pt x="29" y="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9"/>
            <p:cNvSpPr/>
            <p:nvPr/>
          </p:nvSpPr>
          <p:spPr>
            <a:xfrm>
              <a:off x="6545070" y="3519191"/>
              <a:ext cx="13031" cy="19263"/>
            </a:xfrm>
            <a:custGeom>
              <a:rect b="b" l="l" r="r" t="t"/>
              <a:pathLst>
                <a:path extrusionOk="0" h="34" w="23">
                  <a:moveTo>
                    <a:pt x="11" y="0"/>
                  </a:moveTo>
                  <a:cubicBezTo>
                    <a:pt x="5" y="0"/>
                    <a:pt x="1" y="5"/>
                    <a:pt x="1" y="10"/>
                  </a:cubicBezTo>
                  <a:lnTo>
                    <a:pt x="1" y="23"/>
                  </a:lnTo>
                  <a:cubicBezTo>
                    <a:pt x="1" y="31"/>
                    <a:pt x="5" y="33"/>
                    <a:pt x="11" y="33"/>
                  </a:cubicBezTo>
                  <a:cubicBezTo>
                    <a:pt x="17" y="33"/>
                    <a:pt x="23" y="29"/>
                    <a:pt x="23" y="23"/>
                  </a:cubicBezTo>
                  <a:lnTo>
                    <a:pt x="23" y="10"/>
                  </a:lnTo>
                  <a:cubicBezTo>
                    <a:pt x="23" y="5"/>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9"/>
            <p:cNvSpPr/>
            <p:nvPr/>
          </p:nvSpPr>
          <p:spPr>
            <a:xfrm>
              <a:off x="6577930" y="3567915"/>
              <a:ext cx="63454" cy="64021"/>
            </a:xfrm>
            <a:custGeom>
              <a:rect b="b" l="l" r="r" t="t"/>
              <a:pathLst>
                <a:path extrusionOk="0" h="113" w="112">
                  <a:moveTo>
                    <a:pt x="56" y="23"/>
                  </a:moveTo>
                  <a:cubicBezTo>
                    <a:pt x="74" y="23"/>
                    <a:pt x="90" y="38"/>
                    <a:pt x="90" y="56"/>
                  </a:cubicBezTo>
                  <a:cubicBezTo>
                    <a:pt x="90" y="75"/>
                    <a:pt x="76" y="90"/>
                    <a:pt x="56" y="90"/>
                  </a:cubicBezTo>
                  <a:cubicBezTo>
                    <a:pt x="37" y="90"/>
                    <a:pt x="22" y="75"/>
                    <a:pt x="22" y="56"/>
                  </a:cubicBezTo>
                  <a:cubicBezTo>
                    <a:pt x="22" y="38"/>
                    <a:pt x="38" y="23"/>
                    <a:pt x="56" y="23"/>
                  </a:cubicBezTo>
                  <a:close/>
                  <a:moveTo>
                    <a:pt x="56" y="1"/>
                  </a:moveTo>
                  <a:cubicBezTo>
                    <a:pt x="25" y="1"/>
                    <a:pt x="1" y="25"/>
                    <a:pt x="1" y="56"/>
                  </a:cubicBezTo>
                  <a:cubicBezTo>
                    <a:pt x="1" y="88"/>
                    <a:pt x="25" y="112"/>
                    <a:pt x="56" y="112"/>
                  </a:cubicBezTo>
                  <a:cubicBezTo>
                    <a:pt x="87" y="112"/>
                    <a:pt x="112" y="88"/>
                    <a:pt x="112" y="56"/>
                  </a:cubicBezTo>
                  <a:cubicBezTo>
                    <a:pt x="112" y="25"/>
                    <a:pt x="87" y="1"/>
                    <a:pt x="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9"/>
            <p:cNvSpPr/>
            <p:nvPr/>
          </p:nvSpPr>
          <p:spPr>
            <a:xfrm>
              <a:off x="6320149" y="3332228"/>
              <a:ext cx="370525" cy="409053"/>
            </a:xfrm>
            <a:custGeom>
              <a:rect b="b" l="l" r="r" t="t"/>
              <a:pathLst>
                <a:path extrusionOk="0" h="722" w="654">
                  <a:moveTo>
                    <a:pt x="408" y="70"/>
                  </a:moveTo>
                  <a:cubicBezTo>
                    <a:pt x="495" y="70"/>
                    <a:pt x="567" y="140"/>
                    <a:pt x="567" y="229"/>
                  </a:cubicBezTo>
                  <a:cubicBezTo>
                    <a:pt x="567" y="277"/>
                    <a:pt x="544" y="326"/>
                    <a:pt x="503" y="355"/>
                  </a:cubicBezTo>
                  <a:lnTo>
                    <a:pt x="495" y="355"/>
                  </a:lnTo>
                  <a:lnTo>
                    <a:pt x="483" y="348"/>
                  </a:lnTo>
                  <a:cubicBezTo>
                    <a:pt x="479" y="345"/>
                    <a:pt x="475" y="343"/>
                    <a:pt x="472" y="343"/>
                  </a:cubicBezTo>
                  <a:cubicBezTo>
                    <a:pt x="468" y="343"/>
                    <a:pt x="464" y="345"/>
                    <a:pt x="460" y="348"/>
                  </a:cubicBezTo>
                  <a:lnTo>
                    <a:pt x="430" y="366"/>
                  </a:lnTo>
                  <a:cubicBezTo>
                    <a:pt x="422" y="369"/>
                    <a:pt x="418" y="378"/>
                    <a:pt x="418" y="385"/>
                  </a:cubicBezTo>
                  <a:lnTo>
                    <a:pt x="418" y="388"/>
                  </a:lnTo>
                  <a:lnTo>
                    <a:pt x="408" y="388"/>
                  </a:lnTo>
                  <a:cubicBezTo>
                    <a:pt x="367" y="388"/>
                    <a:pt x="330" y="374"/>
                    <a:pt x="300" y="346"/>
                  </a:cubicBezTo>
                  <a:lnTo>
                    <a:pt x="313" y="246"/>
                  </a:lnTo>
                  <a:cubicBezTo>
                    <a:pt x="315" y="209"/>
                    <a:pt x="300" y="174"/>
                    <a:pt x="268" y="154"/>
                  </a:cubicBezTo>
                  <a:cubicBezTo>
                    <a:pt x="294" y="102"/>
                    <a:pt x="349" y="70"/>
                    <a:pt x="408" y="70"/>
                  </a:cubicBezTo>
                  <a:close/>
                  <a:moveTo>
                    <a:pt x="294" y="368"/>
                  </a:moveTo>
                  <a:cubicBezTo>
                    <a:pt x="327" y="395"/>
                    <a:pt x="366" y="410"/>
                    <a:pt x="408" y="410"/>
                  </a:cubicBezTo>
                  <a:lnTo>
                    <a:pt x="414" y="410"/>
                  </a:lnTo>
                  <a:lnTo>
                    <a:pt x="401" y="431"/>
                  </a:lnTo>
                  <a:lnTo>
                    <a:pt x="392" y="436"/>
                  </a:lnTo>
                  <a:cubicBezTo>
                    <a:pt x="346" y="433"/>
                    <a:pt x="302" y="414"/>
                    <a:pt x="271" y="384"/>
                  </a:cubicBezTo>
                  <a:cubicBezTo>
                    <a:pt x="279" y="381"/>
                    <a:pt x="289" y="375"/>
                    <a:pt x="294" y="368"/>
                  </a:cubicBezTo>
                  <a:close/>
                  <a:moveTo>
                    <a:pt x="188" y="277"/>
                  </a:moveTo>
                  <a:cubicBezTo>
                    <a:pt x="199" y="288"/>
                    <a:pt x="216" y="297"/>
                    <a:pt x="242" y="297"/>
                  </a:cubicBezTo>
                  <a:cubicBezTo>
                    <a:pt x="244" y="297"/>
                    <a:pt x="246" y="297"/>
                    <a:pt x="248" y="297"/>
                  </a:cubicBezTo>
                  <a:lnTo>
                    <a:pt x="248" y="372"/>
                  </a:lnTo>
                  <a:cubicBezTo>
                    <a:pt x="248" y="421"/>
                    <a:pt x="207" y="463"/>
                    <a:pt x="157" y="463"/>
                  </a:cubicBezTo>
                  <a:cubicBezTo>
                    <a:pt x="109" y="463"/>
                    <a:pt x="67" y="423"/>
                    <a:pt x="67" y="372"/>
                  </a:cubicBezTo>
                  <a:lnTo>
                    <a:pt x="67" y="297"/>
                  </a:lnTo>
                  <a:lnTo>
                    <a:pt x="68" y="297"/>
                  </a:lnTo>
                  <a:cubicBezTo>
                    <a:pt x="73" y="297"/>
                    <a:pt x="77" y="297"/>
                    <a:pt x="81" y="297"/>
                  </a:cubicBezTo>
                  <a:cubicBezTo>
                    <a:pt x="126" y="297"/>
                    <a:pt x="165" y="290"/>
                    <a:pt x="188" y="277"/>
                  </a:cubicBezTo>
                  <a:close/>
                  <a:moveTo>
                    <a:pt x="141" y="483"/>
                  </a:moveTo>
                  <a:cubicBezTo>
                    <a:pt x="146" y="483"/>
                    <a:pt x="152" y="485"/>
                    <a:pt x="157" y="485"/>
                  </a:cubicBezTo>
                  <a:cubicBezTo>
                    <a:pt x="162" y="485"/>
                    <a:pt x="168" y="485"/>
                    <a:pt x="174" y="483"/>
                  </a:cubicBezTo>
                  <a:lnTo>
                    <a:pt x="174" y="483"/>
                  </a:lnTo>
                  <a:lnTo>
                    <a:pt x="157" y="511"/>
                  </a:lnTo>
                  <a:lnTo>
                    <a:pt x="141" y="483"/>
                  </a:lnTo>
                  <a:close/>
                  <a:moveTo>
                    <a:pt x="83" y="457"/>
                  </a:moveTo>
                  <a:cubicBezTo>
                    <a:pt x="90" y="465"/>
                    <a:pt x="99" y="470"/>
                    <a:pt x="110" y="476"/>
                  </a:cubicBezTo>
                  <a:lnTo>
                    <a:pt x="142" y="528"/>
                  </a:lnTo>
                  <a:lnTo>
                    <a:pt x="122" y="540"/>
                  </a:lnTo>
                  <a:lnTo>
                    <a:pt x="68" y="465"/>
                  </a:lnTo>
                  <a:cubicBezTo>
                    <a:pt x="74" y="462"/>
                    <a:pt x="79" y="459"/>
                    <a:pt x="83" y="457"/>
                  </a:cubicBezTo>
                  <a:close/>
                  <a:moveTo>
                    <a:pt x="230" y="457"/>
                  </a:moveTo>
                  <a:cubicBezTo>
                    <a:pt x="236" y="459"/>
                    <a:pt x="242" y="462"/>
                    <a:pt x="246" y="465"/>
                  </a:cubicBezTo>
                  <a:lnTo>
                    <a:pt x="191" y="540"/>
                  </a:lnTo>
                  <a:lnTo>
                    <a:pt x="171" y="528"/>
                  </a:lnTo>
                  <a:lnTo>
                    <a:pt x="204" y="476"/>
                  </a:lnTo>
                  <a:cubicBezTo>
                    <a:pt x="213" y="470"/>
                    <a:pt x="222" y="465"/>
                    <a:pt x="230" y="457"/>
                  </a:cubicBezTo>
                  <a:close/>
                  <a:moveTo>
                    <a:pt x="157" y="543"/>
                  </a:moveTo>
                  <a:lnTo>
                    <a:pt x="171" y="551"/>
                  </a:lnTo>
                  <a:lnTo>
                    <a:pt x="157" y="566"/>
                  </a:lnTo>
                  <a:lnTo>
                    <a:pt x="142" y="551"/>
                  </a:lnTo>
                  <a:lnTo>
                    <a:pt x="157" y="543"/>
                  </a:lnTo>
                  <a:close/>
                  <a:moveTo>
                    <a:pt x="551" y="366"/>
                  </a:moveTo>
                  <a:lnTo>
                    <a:pt x="581" y="384"/>
                  </a:lnTo>
                  <a:lnTo>
                    <a:pt x="581" y="398"/>
                  </a:lnTo>
                  <a:cubicBezTo>
                    <a:pt x="581" y="402"/>
                    <a:pt x="581" y="407"/>
                    <a:pt x="584" y="411"/>
                  </a:cubicBezTo>
                  <a:lnTo>
                    <a:pt x="603" y="441"/>
                  </a:lnTo>
                  <a:cubicBezTo>
                    <a:pt x="604" y="444"/>
                    <a:pt x="609" y="449"/>
                    <a:pt x="612" y="450"/>
                  </a:cubicBezTo>
                  <a:lnTo>
                    <a:pt x="625" y="456"/>
                  </a:lnTo>
                  <a:lnTo>
                    <a:pt x="625" y="489"/>
                  </a:lnTo>
                  <a:lnTo>
                    <a:pt x="612" y="495"/>
                  </a:lnTo>
                  <a:cubicBezTo>
                    <a:pt x="609" y="498"/>
                    <a:pt x="604" y="501"/>
                    <a:pt x="603" y="505"/>
                  </a:cubicBezTo>
                  <a:lnTo>
                    <a:pt x="584" y="535"/>
                  </a:lnTo>
                  <a:cubicBezTo>
                    <a:pt x="583" y="538"/>
                    <a:pt x="581" y="543"/>
                    <a:pt x="581" y="548"/>
                  </a:cubicBezTo>
                  <a:lnTo>
                    <a:pt x="581" y="563"/>
                  </a:lnTo>
                  <a:lnTo>
                    <a:pt x="551" y="580"/>
                  </a:lnTo>
                  <a:lnTo>
                    <a:pt x="539" y="573"/>
                  </a:lnTo>
                  <a:cubicBezTo>
                    <a:pt x="537" y="571"/>
                    <a:pt x="532" y="570"/>
                    <a:pt x="526" y="570"/>
                  </a:cubicBezTo>
                  <a:lnTo>
                    <a:pt x="493" y="570"/>
                  </a:lnTo>
                  <a:cubicBezTo>
                    <a:pt x="489" y="570"/>
                    <a:pt x="483" y="571"/>
                    <a:pt x="480" y="573"/>
                  </a:cubicBezTo>
                  <a:lnTo>
                    <a:pt x="469" y="580"/>
                  </a:lnTo>
                  <a:lnTo>
                    <a:pt x="438" y="563"/>
                  </a:lnTo>
                  <a:lnTo>
                    <a:pt x="438" y="548"/>
                  </a:lnTo>
                  <a:cubicBezTo>
                    <a:pt x="438" y="544"/>
                    <a:pt x="438" y="538"/>
                    <a:pt x="435" y="535"/>
                  </a:cubicBezTo>
                  <a:lnTo>
                    <a:pt x="417" y="505"/>
                  </a:lnTo>
                  <a:cubicBezTo>
                    <a:pt x="415" y="501"/>
                    <a:pt x="411" y="498"/>
                    <a:pt x="408" y="495"/>
                  </a:cubicBezTo>
                  <a:lnTo>
                    <a:pt x="395" y="491"/>
                  </a:lnTo>
                  <a:lnTo>
                    <a:pt x="395" y="456"/>
                  </a:lnTo>
                  <a:lnTo>
                    <a:pt x="408" y="450"/>
                  </a:lnTo>
                  <a:cubicBezTo>
                    <a:pt x="411" y="449"/>
                    <a:pt x="415" y="444"/>
                    <a:pt x="417" y="441"/>
                  </a:cubicBezTo>
                  <a:lnTo>
                    <a:pt x="435" y="411"/>
                  </a:lnTo>
                  <a:cubicBezTo>
                    <a:pt x="437" y="407"/>
                    <a:pt x="438" y="404"/>
                    <a:pt x="438" y="398"/>
                  </a:cubicBezTo>
                  <a:lnTo>
                    <a:pt x="438" y="384"/>
                  </a:lnTo>
                  <a:lnTo>
                    <a:pt x="469" y="366"/>
                  </a:lnTo>
                  <a:lnTo>
                    <a:pt x="480" y="372"/>
                  </a:lnTo>
                  <a:cubicBezTo>
                    <a:pt x="486" y="376"/>
                    <a:pt x="487" y="376"/>
                    <a:pt x="526" y="376"/>
                  </a:cubicBezTo>
                  <a:cubicBezTo>
                    <a:pt x="531" y="376"/>
                    <a:pt x="537" y="375"/>
                    <a:pt x="539" y="372"/>
                  </a:cubicBezTo>
                  <a:lnTo>
                    <a:pt x="551" y="366"/>
                  </a:lnTo>
                  <a:close/>
                  <a:moveTo>
                    <a:pt x="53" y="478"/>
                  </a:moveTo>
                  <a:lnTo>
                    <a:pt x="113" y="558"/>
                  </a:lnTo>
                  <a:cubicBezTo>
                    <a:pt x="116" y="563"/>
                    <a:pt x="119" y="563"/>
                    <a:pt x="123" y="563"/>
                  </a:cubicBezTo>
                  <a:lnTo>
                    <a:pt x="126" y="563"/>
                  </a:lnTo>
                  <a:lnTo>
                    <a:pt x="109" y="701"/>
                  </a:lnTo>
                  <a:lnTo>
                    <a:pt x="25" y="701"/>
                  </a:lnTo>
                  <a:lnTo>
                    <a:pt x="25" y="547"/>
                  </a:lnTo>
                  <a:lnTo>
                    <a:pt x="24" y="547"/>
                  </a:lnTo>
                  <a:cubicBezTo>
                    <a:pt x="24" y="519"/>
                    <a:pt x="34" y="495"/>
                    <a:pt x="53" y="478"/>
                  </a:cubicBezTo>
                  <a:close/>
                  <a:moveTo>
                    <a:pt x="263" y="478"/>
                  </a:moveTo>
                  <a:cubicBezTo>
                    <a:pt x="282" y="495"/>
                    <a:pt x="292" y="521"/>
                    <a:pt x="292" y="547"/>
                  </a:cubicBezTo>
                  <a:lnTo>
                    <a:pt x="292" y="701"/>
                  </a:lnTo>
                  <a:lnTo>
                    <a:pt x="210" y="701"/>
                  </a:lnTo>
                  <a:lnTo>
                    <a:pt x="206" y="670"/>
                  </a:lnTo>
                  <a:cubicBezTo>
                    <a:pt x="206" y="664"/>
                    <a:pt x="200" y="660"/>
                    <a:pt x="193" y="660"/>
                  </a:cubicBezTo>
                  <a:cubicBezTo>
                    <a:pt x="187" y="660"/>
                    <a:pt x="184" y="665"/>
                    <a:pt x="184" y="673"/>
                  </a:cubicBezTo>
                  <a:lnTo>
                    <a:pt x="187" y="703"/>
                  </a:lnTo>
                  <a:lnTo>
                    <a:pt x="126" y="703"/>
                  </a:lnTo>
                  <a:lnTo>
                    <a:pt x="142" y="583"/>
                  </a:lnTo>
                  <a:cubicBezTo>
                    <a:pt x="146" y="586"/>
                    <a:pt x="151" y="587"/>
                    <a:pt x="157" y="587"/>
                  </a:cubicBezTo>
                  <a:cubicBezTo>
                    <a:pt x="162" y="587"/>
                    <a:pt x="168" y="586"/>
                    <a:pt x="171" y="583"/>
                  </a:cubicBezTo>
                  <a:lnTo>
                    <a:pt x="177" y="631"/>
                  </a:lnTo>
                  <a:cubicBezTo>
                    <a:pt x="177" y="636"/>
                    <a:pt x="183" y="639"/>
                    <a:pt x="187" y="639"/>
                  </a:cubicBezTo>
                  <a:lnTo>
                    <a:pt x="190" y="639"/>
                  </a:lnTo>
                  <a:cubicBezTo>
                    <a:pt x="194" y="639"/>
                    <a:pt x="198" y="635"/>
                    <a:pt x="198" y="628"/>
                  </a:cubicBezTo>
                  <a:lnTo>
                    <a:pt x="190" y="563"/>
                  </a:lnTo>
                  <a:lnTo>
                    <a:pt x="193" y="563"/>
                  </a:lnTo>
                  <a:cubicBezTo>
                    <a:pt x="197" y="563"/>
                    <a:pt x="200" y="560"/>
                    <a:pt x="201" y="558"/>
                  </a:cubicBezTo>
                  <a:lnTo>
                    <a:pt x="263" y="478"/>
                  </a:lnTo>
                  <a:close/>
                  <a:moveTo>
                    <a:pt x="408" y="1"/>
                  </a:moveTo>
                  <a:cubicBezTo>
                    <a:pt x="314" y="1"/>
                    <a:pt x="230" y="59"/>
                    <a:pt x="197" y="144"/>
                  </a:cubicBezTo>
                  <a:lnTo>
                    <a:pt x="118" y="144"/>
                  </a:lnTo>
                  <a:lnTo>
                    <a:pt x="122" y="138"/>
                  </a:lnTo>
                  <a:cubicBezTo>
                    <a:pt x="126" y="134"/>
                    <a:pt x="126" y="127"/>
                    <a:pt x="122" y="124"/>
                  </a:cubicBezTo>
                  <a:cubicBezTo>
                    <a:pt x="120" y="122"/>
                    <a:pt x="118" y="120"/>
                    <a:pt x="115" y="120"/>
                  </a:cubicBezTo>
                  <a:cubicBezTo>
                    <a:pt x="113" y="120"/>
                    <a:pt x="110" y="122"/>
                    <a:pt x="107" y="124"/>
                  </a:cubicBezTo>
                  <a:lnTo>
                    <a:pt x="93" y="138"/>
                  </a:lnTo>
                  <a:lnTo>
                    <a:pt x="89" y="131"/>
                  </a:lnTo>
                  <a:cubicBezTo>
                    <a:pt x="86" y="127"/>
                    <a:pt x="82" y="126"/>
                    <a:pt x="79" y="126"/>
                  </a:cubicBezTo>
                  <a:cubicBezTo>
                    <a:pt x="77" y="126"/>
                    <a:pt x="76" y="126"/>
                    <a:pt x="74" y="127"/>
                  </a:cubicBezTo>
                  <a:cubicBezTo>
                    <a:pt x="68" y="131"/>
                    <a:pt x="68" y="137"/>
                    <a:pt x="70" y="141"/>
                  </a:cubicBezTo>
                  <a:lnTo>
                    <a:pt x="74" y="145"/>
                  </a:lnTo>
                  <a:cubicBezTo>
                    <a:pt x="55" y="148"/>
                    <a:pt x="38" y="160"/>
                    <a:pt x="25" y="174"/>
                  </a:cubicBezTo>
                  <a:cubicBezTo>
                    <a:pt x="9" y="194"/>
                    <a:pt x="1" y="219"/>
                    <a:pt x="3" y="245"/>
                  </a:cubicBezTo>
                  <a:lnTo>
                    <a:pt x="6" y="281"/>
                  </a:lnTo>
                  <a:cubicBezTo>
                    <a:pt x="6" y="285"/>
                    <a:pt x="11" y="290"/>
                    <a:pt x="17" y="290"/>
                  </a:cubicBezTo>
                  <a:cubicBezTo>
                    <a:pt x="18" y="290"/>
                    <a:pt x="19" y="290"/>
                    <a:pt x="19" y="290"/>
                  </a:cubicBezTo>
                  <a:cubicBezTo>
                    <a:pt x="25" y="290"/>
                    <a:pt x="31" y="284"/>
                    <a:pt x="29" y="277"/>
                  </a:cubicBezTo>
                  <a:lnTo>
                    <a:pt x="25" y="241"/>
                  </a:lnTo>
                  <a:cubicBezTo>
                    <a:pt x="24" y="220"/>
                    <a:pt x="29" y="202"/>
                    <a:pt x="41" y="187"/>
                  </a:cubicBezTo>
                  <a:cubicBezTo>
                    <a:pt x="54" y="173"/>
                    <a:pt x="74" y="163"/>
                    <a:pt x="93" y="163"/>
                  </a:cubicBezTo>
                  <a:lnTo>
                    <a:pt x="223" y="163"/>
                  </a:lnTo>
                  <a:cubicBezTo>
                    <a:pt x="265" y="163"/>
                    <a:pt x="298" y="199"/>
                    <a:pt x="292" y="241"/>
                  </a:cubicBezTo>
                  <a:lnTo>
                    <a:pt x="279" y="349"/>
                  </a:lnTo>
                  <a:cubicBezTo>
                    <a:pt x="279" y="355"/>
                    <a:pt x="274" y="358"/>
                    <a:pt x="271" y="358"/>
                  </a:cubicBezTo>
                  <a:lnTo>
                    <a:pt x="271" y="290"/>
                  </a:lnTo>
                  <a:cubicBezTo>
                    <a:pt x="271" y="285"/>
                    <a:pt x="269" y="281"/>
                    <a:pt x="265" y="278"/>
                  </a:cubicBezTo>
                  <a:cubicBezTo>
                    <a:pt x="262" y="275"/>
                    <a:pt x="258" y="275"/>
                    <a:pt x="255" y="275"/>
                  </a:cubicBezTo>
                  <a:cubicBezTo>
                    <a:pt x="252" y="276"/>
                    <a:pt x="250" y="276"/>
                    <a:pt x="247" y="276"/>
                  </a:cubicBezTo>
                  <a:cubicBezTo>
                    <a:pt x="234" y="276"/>
                    <a:pt x="218" y="272"/>
                    <a:pt x="200" y="257"/>
                  </a:cubicBezTo>
                  <a:cubicBezTo>
                    <a:pt x="196" y="255"/>
                    <a:pt x="192" y="254"/>
                    <a:pt x="189" y="254"/>
                  </a:cubicBezTo>
                  <a:cubicBezTo>
                    <a:pt x="186" y="254"/>
                    <a:pt x="184" y="254"/>
                    <a:pt x="183" y="255"/>
                  </a:cubicBezTo>
                  <a:cubicBezTo>
                    <a:pt x="164" y="267"/>
                    <a:pt x="128" y="275"/>
                    <a:pt x="88" y="275"/>
                  </a:cubicBezTo>
                  <a:cubicBezTo>
                    <a:pt x="81" y="275"/>
                    <a:pt x="74" y="274"/>
                    <a:pt x="67" y="274"/>
                  </a:cubicBezTo>
                  <a:cubicBezTo>
                    <a:pt x="63" y="274"/>
                    <a:pt x="57" y="275"/>
                    <a:pt x="55" y="277"/>
                  </a:cubicBezTo>
                  <a:cubicBezTo>
                    <a:pt x="53" y="281"/>
                    <a:pt x="50" y="284"/>
                    <a:pt x="50" y="288"/>
                  </a:cubicBezTo>
                  <a:lnTo>
                    <a:pt x="50" y="356"/>
                  </a:lnTo>
                  <a:cubicBezTo>
                    <a:pt x="45" y="356"/>
                    <a:pt x="41" y="353"/>
                    <a:pt x="41" y="348"/>
                  </a:cubicBezTo>
                  <a:lnTo>
                    <a:pt x="38" y="317"/>
                  </a:lnTo>
                  <a:cubicBezTo>
                    <a:pt x="38" y="312"/>
                    <a:pt x="34" y="307"/>
                    <a:pt x="27" y="307"/>
                  </a:cubicBezTo>
                  <a:cubicBezTo>
                    <a:pt x="27" y="307"/>
                    <a:pt x="26" y="307"/>
                    <a:pt x="25" y="307"/>
                  </a:cubicBezTo>
                  <a:cubicBezTo>
                    <a:pt x="19" y="307"/>
                    <a:pt x="14" y="313"/>
                    <a:pt x="16" y="320"/>
                  </a:cubicBezTo>
                  <a:lnTo>
                    <a:pt x="19" y="350"/>
                  </a:lnTo>
                  <a:cubicBezTo>
                    <a:pt x="21" y="368"/>
                    <a:pt x="34" y="378"/>
                    <a:pt x="50" y="378"/>
                  </a:cubicBezTo>
                  <a:cubicBezTo>
                    <a:pt x="53" y="400"/>
                    <a:pt x="60" y="421"/>
                    <a:pt x="73" y="437"/>
                  </a:cubicBezTo>
                  <a:cubicBezTo>
                    <a:pt x="31" y="457"/>
                    <a:pt x="5" y="498"/>
                    <a:pt x="5" y="544"/>
                  </a:cubicBezTo>
                  <a:lnTo>
                    <a:pt x="5" y="710"/>
                  </a:lnTo>
                  <a:cubicBezTo>
                    <a:pt x="5" y="716"/>
                    <a:pt x="11" y="722"/>
                    <a:pt x="16" y="722"/>
                  </a:cubicBezTo>
                  <a:lnTo>
                    <a:pt x="307" y="722"/>
                  </a:lnTo>
                  <a:cubicBezTo>
                    <a:pt x="313" y="722"/>
                    <a:pt x="318" y="716"/>
                    <a:pt x="318" y="710"/>
                  </a:cubicBezTo>
                  <a:lnTo>
                    <a:pt x="318" y="544"/>
                  </a:lnTo>
                  <a:cubicBezTo>
                    <a:pt x="318" y="499"/>
                    <a:pt x="291" y="457"/>
                    <a:pt x="250" y="437"/>
                  </a:cubicBezTo>
                  <a:cubicBezTo>
                    <a:pt x="258" y="427"/>
                    <a:pt x="265" y="414"/>
                    <a:pt x="269" y="401"/>
                  </a:cubicBezTo>
                  <a:cubicBezTo>
                    <a:pt x="301" y="428"/>
                    <a:pt x="339" y="444"/>
                    <a:pt x="380" y="450"/>
                  </a:cubicBezTo>
                  <a:lnTo>
                    <a:pt x="380" y="452"/>
                  </a:lnTo>
                  <a:lnTo>
                    <a:pt x="380" y="486"/>
                  </a:lnTo>
                  <a:cubicBezTo>
                    <a:pt x="380" y="495"/>
                    <a:pt x="386" y="502"/>
                    <a:pt x="393" y="506"/>
                  </a:cubicBezTo>
                  <a:lnTo>
                    <a:pt x="407" y="512"/>
                  </a:lnTo>
                  <a:lnTo>
                    <a:pt x="424" y="543"/>
                  </a:lnTo>
                  <a:lnTo>
                    <a:pt x="424" y="557"/>
                  </a:lnTo>
                  <a:cubicBezTo>
                    <a:pt x="424" y="566"/>
                    <a:pt x="428" y="573"/>
                    <a:pt x="435" y="577"/>
                  </a:cubicBezTo>
                  <a:lnTo>
                    <a:pt x="466" y="595"/>
                  </a:lnTo>
                  <a:cubicBezTo>
                    <a:pt x="469" y="597"/>
                    <a:pt x="473" y="598"/>
                    <a:pt x="477" y="598"/>
                  </a:cubicBezTo>
                  <a:cubicBezTo>
                    <a:pt x="481" y="598"/>
                    <a:pt x="485" y="597"/>
                    <a:pt x="489" y="595"/>
                  </a:cubicBezTo>
                  <a:lnTo>
                    <a:pt x="500" y="587"/>
                  </a:lnTo>
                  <a:lnTo>
                    <a:pt x="535" y="587"/>
                  </a:lnTo>
                  <a:lnTo>
                    <a:pt x="545" y="595"/>
                  </a:lnTo>
                  <a:cubicBezTo>
                    <a:pt x="550" y="597"/>
                    <a:pt x="552" y="599"/>
                    <a:pt x="558" y="599"/>
                  </a:cubicBezTo>
                  <a:cubicBezTo>
                    <a:pt x="561" y="599"/>
                    <a:pt x="565" y="596"/>
                    <a:pt x="568" y="595"/>
                  </a:cubicBezTo>
                  <a:lnTo>
                    <a:pt x="600" y="577"/>
                  </a:lnTo>
                  <a:cubicBezTo>
                    <a:pt x="607" y="573"/>
                    <a:pt x="610" y="564"/>
                    <a:pt x="610" y="557"/>
                  </a:cubicBezTo>
                  <a:lnTo>
                    <a:pt x="610" y="543"/>
                  </a:lnTo>
                  <a:lnTo>
                    <a:pt x="629" y="512"/>
                  </a:lnTo>
                  <a:lnTo>
                    <a:pt x="641" y="506"/>
                  </a:lnTo>
                  <a:cubicBezTo>
                    <a:pt x="648" y="502"/>
                    <a:pt x="654" y="495"/>
                    <a:pt x="654" y="486"/>
                  </a:cubicBezTo>
                  <a:lnTo>
                    <a:pt x="654" y="452"/>
                  </a:lnTo>
                  <a:cubicBezTo>
                    <a:pt x="646" y="447"/>
                    <a:pt x="641" y="439"/>
                    <a:pt x="633" y="434"/>
                  </a:cubicBezTo>
                  <a:lnTo>
                    <a:pt x="620" y="428"/>
                  </a:lnTo>
                  <a:lnTo>
                    <a:pt x="603" y="398"/>
                  </a:lnTo>
                  <a:lnTo>
                    <a:pt x="603" y="384"/>
                  </a:lnTo>
                  <a:cubicBezTo>
                    <a:pt x="603" y="375"/>
                    <a:pt x="599" y="368"/>
                    <a:pt x="591" y="363"/>
                  </a:cubicBezTo>
                  <a:lnTo>
                    <a:pt x="590" y="362"/>
                  </a:lnTo>
                  <a:cubicBezTo>
                    <a:pt x="619" y="324"/>
                    <a:pt x="633" y="275"/>
                    <a:pt x="633" y="228"/>
                  </a:cubicBezTo>
                  <a:cubicBezTo>
                    <a:pt x="633" y="189"/>
                    <a:pt x="623" y="150"/>
                    <a:pt x="603" y="115"/>
                  </a:cubicBezTo>
                  <a:cubicBezTo>
                    <a:pt x="600" y="111"/>
                    <a:pt x="597" y="109"/>
                    <a:pt x="594" y="109"/>
                  </a:cubicBezTo>
                  <a:cubicBezTo>
                    <a:pt x="592" y="109"/>
                    <a:pt x="590" y="110"/>
                    <a:pt x="589" y="111"/>
                  </a:cubicBezTo>
                  <a:cubicBezTo>
                    <a:pt x="583" y="115"/>
                    <a:pt x="581" y="119"/>
                    <a:pt x="584" y="125"/>
                  </a:cubicBezTo>
                  <a:cubicBezTo>
                    <a:pt x="603" y="155"/>
                    <a:pt x="612" y="192"/>
                    <a:pt x="612" y="228"/>
                  </a:cubicBezTo>
                  <a:cubicBezTo>
                    <a:pt x="612" y="274"/>
                    <a:pt x="597" y="317"/>
                    <a:pt x="570" y="350"/>
                  </a:cubicBezTo>
                  <a:lnTo>
                    <a:pt x="561" y="346"/>
                  </a:lnTo>
                  <a:cubicBezTo>
                    <a:pt x="557" y="343"/>
                    <a:pt x="553" y="342"/>
                    <a:pt x="548" y="342"/>
                  </a:cubicBezTo>
                  <a:cubicBezTo>
                    <a:pt x="545" y="342"/>
                    <a:pt x="543" y="343"/>
                    <a:pt x="541" y="343"/>
                  </a:cubicBezTo>
                  <a:cubicBezTo>
                    <a:pt x="568" y="311"/>
                    <a:pt x="584" y="270"/>
                    <a:pt x="584" y="226"/>
                  </a:cubicBezTo>
                  <a:cubicBezTo>
                    <a:pt x="584" y="127"/>
                    <a:pt x="503" y="47"/>
                    <a:pt x="407" y="47"/>
                  </a:cubicBezTo>
                  <a:cubicBezTo>
                    <a:pt x="339" y="47"/>
                    <a:pt x="276" y="86"/>
                    <a:pt x="245" y="145"/>
                  </a:cubicBezTo>
                  <a:cubicBezTo>
                    <a:pt x="230" y="141"/>
                    <a:pt x="219" y="141"/>
                    <a:pt x="219" y="141"/>
                  </a:cubicBezTo>
                  <a:cubicBezTo>
                    <a:pt x="250" y="69"/>
                    <a:pt x="323" y="21"/>
                    <a:pt x="407" y="21"/>
                  </a:cubicBezTo>
                  <a:cubicBezTo>
                    <a:pt x="466" y="21"/>
                    <a:pt x="522" y="46"/>
                    <a:pt x="561" y="90"/>
                  </a:cubicBezTo>
                  <a:cubicBezTo>
                    <a:pt x="564" y="93"/>
                    <a:pt x="568" y="95"/>
                    <a:pt x="571" y="95"/>
                  </a:cubicBezTo>
                  <a:cubicBezTo>
                    <a:pt x="573" y="95"/>
                    <a:pt x="574" y="94"/>
                    <a:pt x="576" y="93"/>
                  </a:cubicBezTo>
                  <a:cubicBezTo>
                    <a:pt x="580" y="89"/>
                    <a:pt x="581" y="82"/>
                    <a:pt x="577" y="79"/>
                  </a:cubicBezTo>
                  <a:cubicBezTo>
                    <a:pt x="534" y="30"/>
                    <a:pt x="473" y="1"/>
                    <a:pt x="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49"/>
          <p:cNvGrpSpPr/>
          <p:nvPr/>
        </p:nvGrpSpPr>
        <p:grpSpPr>
          <a:xfrm>
            <a:off x="5498647" y="3971868"/>
            <a:ext cx="410184" cy="411319"/>
            <a:chOff x="5498647" y="3971868"/>
            <a:chExt cx="410184" cy="411319"/>
          </a:xfrm>
        </p:grpSpPr>
        <p:sp>
          <p:nvSpPr>
            <p:cNvPr id="2667" name="Google Shape;2667;p49"/>
            <p:cNvSpPr/>
            <p:nvPr/>
          </p:nvSpPr>
          <p:spPr>
            <a:xfrm>
              <a:off x="5648217" y="3971868"/>
              <a:ext cx="260614" cy="215291"/>
            </a:xfrm>
            <a:custGeom>
              <a:rect b="b" l="l" r="r" t="t"/>
              <a:pathLst>
                <a:path extrusionOk="0" h="380" w="460">
                  <a:moveTo>
                    <a:pt x="409" y="58"/>
                  </a:moveTo>
                  <a:lnTo>
                    <a:pt x="409" y="318"/>
                  </a:lnTo>
                  <a:lnTo>
                    <a:pt x="50" y="318"/>
                  </a:lnTo>
                  <a:lnTo>
                    <a:pt x="50" y="58"/>
                  </a:lnTo>
                  <a:close/>
                  <a:moveTo>
                    <a:pt x="437" y="340"/>
                  </a:moveTo>
                  <a:lnTo>
                    <a:pt x="437" y="357"/>
                  </a:lnTo>
                  <a:lnTo>
                    <a:pt x="24" y="357"/>
                  </a:lnTo>
                  <a:lnTo>
                    <a:pt x="24" y="340"/>
                  </a:lnTo>
                  <a:close/>
                  <a:moveTo>
                    <a:pt x="19" y="0"/>
                  </a:moveTo>
                  <a:cubicBezTo>
                    <a:pt x="11" y="0"/>
                    <a:pt x="1" y="7"/>
                    <a:pt x="1" y="19"/>
                  </a:cubicBezTo>
                  <a:lnTo>
                    <a:pt x="1" y="42"/>
                  </a:lnTo>
                  <a:cubicBezTo>
                    <a:pt x="1" y="51"/>
                    <a:pt x="8" y="61"/>
                    <a:pt x="19" y="61"/>
                  </a:cubicBezTo>
                  <a:lnTo>
                    <a:pt x="28" y="61"/>
                  </a:lnTo>
                  <a:lnTo>
                    <a:pt x="28" y="321"/>
                  </a:lnTo>
                  <a:lnTo>
                    <a:pt x="19" y="321"/>
                  </a:lnTo>
                  <a:cubicBezTo>
                    <a:pt x="11" y="321"/>
                    <a:pt x="1" y="327"/>
                    <a:pt x="1" y="338"/>
                  </a:cubicBezTo>
                  <a:lnTo>
                    <a:pt x="1" y="361"/>
                  </a:lnTo>
                  <a:cubicBezTo>
                    <a:pt x="1" y="371"/>
                    <a:pt x="8" y="380"/>
                    <a:pt x="19" y="380"/>
                  </a:cubicBezTo>
                  <a:lnTo>
                    <a:pt x="441" y="380"/>
                  </a:lnTo>
                  <a:cubicBezTo>
                    <a:pt x="451" y="380"/>
                    <a:pt x="460" y="373"/>
                    <a:pt x="460" y="361"/>
                  </a:cubicBezTo>
                  <a:lnTo>
                    <a:pt x="460" y="338"/>
                  </a:lnTo>
                  <a:cubicBezTo>
                    <a:pt x="459" y="328"/>
                    <a:pt x="451" y="321"/>
                    <a:pt x="443" y="321"/>
                  </a:cubicBezTo>
                  <a:lnTo>
                    <a:pt x="433" y="321"/>
                  </a:lnTo>
                  <a:lnTo>
                    <a:pt x="433" y="61"/>
                  </a:lnTo>
                  <a:lnTo>
                    <a:pt x="443" y="61"/>
                  </a:lnTo>
                  <a:cubicBezTo>
                    <a:pt x="451" y="61"/>
                    <a:pt x="460" y="54"/>
                    <a:pt x="460" y="42"/>
                  </a:cubicBezTo>
                  <a:lnTo>
                    <a:pt x="460" y="19"/>
                  </a:lnTo>
                  <a:cubicBezTo>
                    <a:pt x="460" y="10"/>
                    <a:pt x="453" y="0"/>
                    <a:pt x="443" y="0"/>
                  </a:cubicBezTo>
                  <a:lnTo>
                    <a:pt x="128" y="0"/>
                  </a:lnTo>
                  <a:cubicBezTo>
                    <a:pt x="122" y="0"/>
                    <a:pt x="118" y="6"/>
                    <a:pt x="118" y="12"/>
                  </a:cubicBezTo>
                  <a:cubicBezTo>
                    <a:pt x="118" y="17"/>
                    <a:pt x="122" y="22"/>
                    <a:pt x="128" y="22"/>
                  </a:cubicBezTo>
                  <a:lnTo>
                    <a:pt x="438" y="22"/>
                  </a:lnTo>
                  <a:lnTo>
                    <a:pt x="438" y="39"/>
                  </a:lnTo>
                  <a:lnTo>
                    <a:pt x="24" y="39"/>
                  </a:lnTo>
                  <a:lnTo>
                    <a:pt x="24" y="22"/>
                  </a:lnTo>
                  <a:lnTo>
                    <a:pt x="84" y="22"/>
                  </a:lnTo>
                  <a:cubicBezTo>
                    <a:pt x="90" y="22"/>
                    <a:pt x="96" y="17"/>
                    <a:pt x="96" y="12"/>
                  </a:cubicBezTo>
                  <a:cubicBezTo>
                    <a:pt x="96" y="6"/>
                    <a:pt x="90"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9"/>
            <p:cNvSpPr/>
            <p:nvPr/>
          </p:nvSpPr>
          <p:spPr>
            <a:xfrm>
              <a:off x="5760395" y="4029657"/>
              <a:ext cx="104246" cy="91782"/>
            </a:xfrm>
            <a:custGeom>
              <a:rect b="b" l="l" r="r" t="t"/>
              <a:pathLst>
                <a:path extrusionOk="0" h="162" w="184">
                  <a:moveTo>
                    <a:pt x="76" y="25"/>
                  </a:moveTo>
                  <a:lnTo>
                    <a:pt x="87" y="74"/>
                  </a:lnTo>
                  <a:lnTo>
                    <a:pt x="37" y="89"/>
                  </a:lnTo>
                  <a:cubicBezTo>
                    <a:pt x="32" y="77"/>
                    <a:pt x="35" y="67"/>
                    <a:pt x="40" y="56"/>
                  </a:cubicBezTo>
                  <a:cubicBezTo>
                    <a:pt x="47" y="41"/>
                    <a:pt x="60" y="31"/>
                    <a:pt x="76" y="25"/>
                  </a:cubicBezTo>
                  <a:close/>
                  <a:moveTo>
                    <a:pt x="96" y="24"/>
                  </a:moveTo>
                  <a:cubicBezTo>
                    <a:pt x="103" y="24"/>
                    <a:pt x="110" y="25"/>
                    <a:pt x="118" y="28"/>
                  </a:cubicBezTo>
                  <a:cubicBezTo>
                    <a:pt x="148" y="43"/>
                    <a:pt x="161" y="77"/>
                    <a:pt x="146" y="108"/>
                  </a:cubicBezTo>
                  <a:cubicBezTo>
                    <a:pt x="141" y="121"/>
                    <a:pt x="132" y="129"/>
                    <a:pt x="119" y="135"/>
                  </a:cubicBezTo>
                  <a:cubicBezTo>
                    <a:pt x="118" y="129"/>
                    <a:pt x="97" y="28"/>
                    <a:pt x="96" y="24"/>
                  </a:cubicBezTo>
                  <a:close/>
                  <a:moveTo>
                    <a:pt x="89" y="95"/>
                  </a:moveTo>
                  <a:cubicBezTo>
                    <a:pt x="90" y="106"/>
                    <a:pt x="96" y="129"/>
                    <a:pt x="97" y="141"/>
                  </a:cubicBezTo>
                  <a:cubicBezTo>
                    <a:pt x="96" y="141"/>
                    <a:pt x="95" y="141"/>
                    <a:pt x="94" y="141"/>
                  </a:cubicBezTo>
                  <a:cubicBezTo>
                    <a:pt x="72" y="141"/>
                    <a:pt x="52" y="128"/>
                    <a:pt x="40" y="110"/>
                  </a:cubicBezTo>
                  <a:cubicBezTo>
                    <a:pt x="42" y="110"/>
                    <a:pt x="38" y="110"/>
                    <a:pt x="89" y="95"/>
                  </a:cubicBezTo>
                  <a:close/>
                  <a:moveTo>
                    <a:pt x="93" y="1"/>
                  </a:moveTo>
                  <a:cubicBezTo>
                    <a:pt x="63" y="1"/>
                    <a:pt x="34" y="18"/>
                    <a:pt x="19" y="45"/>
                  </a:cubicBezTo>
                  <a:cubicBezTo>
                    <a:pt x="1" y="84"/>
                    <a:pt x="16" y="134"/>
                    <a:pt x="55" y="154"/>
                  </a:cubicBezTo>
                  <a:cubicBezTo>
                    <a:pt x="67" y="159"/>
                    <a:pt x="78" y="161"/>
                    <a:pt x="90" y="161"/>
                  </a:cubicBezTo>
                  <a:cubicBezTo>
                    <a:pt x="121" y="161"/>
                    <a:pt x="150" y="145"/>
                    <a:pt x="164" y="118"/>
                  </a:cubicBezTo>
                  <a:cubicBezTo>
                    <a:pt x="184" y="77"/>
                    <a:pt x="168" y="28"/>
                    <a:pt x="128" y="9"/>
                  </a:cubicBezTo>
                  <a:cubicBezTo>
                    <a:pt x="116" y="4"/>
                    <a:pt x="104" y="1"/>
                    <a:pt x="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9"/>
            <p:cNvSpPr/>
            <p:nvPr/>
          </p:nvSpPr>
          <p:spPr>
            <a:xfrm>
              <a:off x="5699207" y="4048353"/>
              <a:ext cx="54389" cy="13031"/>
            </a:xfrm>
            <a:custGeom>
              <a:rect b="b" l="l" r="r" t="t"/>
              <a:pathLst>
                <a:path extrusionOk="0" h="23" w="96">
                  <a:moveTo>
                    <a:pt x="10" y="1"/>
                  </a:moveTo>
                  <a:cubicBezTo>
                    <a:pt x="6" y="1"/>
                    <a:pt x="0" y="7"/>
                    <a:pt x="0" y="12"/>
                  </a:cubicBezTo>
                  <a:cubicBezTo>
                    <a:pt x="0" y="17"/>
                    <a:pt x="5" y="23"/>
                    <a:pt x="10" y="23"/>
                  </a:cubicBezTo>
                  <a:lnTo>
                    <a:pt x="85" y="23"/>
                  </a:lnTo>
                  <a:cubicBezTo>
                    <a:pt x="90" y="23"/>
                    <a:pt x="96" y="17"/>
                    <a:pt x="96" y="12"/>
                  </a:cubicBezTo>
                  <a:cubicBezTo>
                    <a:pt x="96" y="5"/>
                    <a:pt x="90"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9"/>
            <p:cNvSpPr/>
            <p:nvPr/>
          </p:nvSpPr>
          <p:spPr>
            <a:xfrm>
              <a:off x="5699207" y="4068183"/>
              <a:ext cx="54389" cy="13031"/>
            </a:xfrm>
            <a:custGeom>
              <a:rect b="b" l="l" r="r" t="t"/>
              <a:pathLst>
                <a:path extrusionOk="0" h="23" w="96">
                  <a:moveTo>
                    <a:pt x="10" y="1"/>
                  </a:moveTo>
                  <a:cubicBezTo>
                    <a:pt x="6" y="1"/>
                    <a:pt x="0" y="6"/>
                    <a:pt x="0" y="11"/>
                  </a:cubicBezTo>
                  <a:cubicBezTo>
                    <a:pt x="0" y="16"/>
                    <a:pt x="5" y="22"/>
                    <a:pt x="10" y="22"/>
                  </a:cubicBezTo>
                  <a:lnTo>
                    <a:pt x="85" y="22"/>
                  </a:lnTo>
                  <a:cubicBezTo>
                    <a:pt x="90" y="22"/>
                    <a:pt x="96" y="16"/>
                    <a:pt x="96" y="11"/>
                  </a:cubicBezTo>
                  <a:cubicBezTo>
                    <a:pt x="96" y="6"/>
                    <a:pt x="90"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9"/>
            <p:cNvSpPr/>
            <p:nvPr/>
          </p:nvSpPr>
          <p:spPr>
            <a:xfrm>
              <a:off x="5699207" y="4088579"/>
              <a:ext cx="54389" cy="13031"/>
            </a:xfrm>
            <a:custGeom>
              <a:rect b="b" l="l" r="r" t="t"/>
              <a:pathLst>
                <a:path extrusionOk="0" h="23" w="96">
                  <a:moveTo>
                    <a:pt x="10" y="1"/>
                  </a:moveTo>
                  <a:cubicBezTo>
                    <a:pt x="6" y="1"/>
                    <a:pt x="0" y="6"/>
                    <a:pt x="0" y="11"/>
                  </a:cubicBezTo>
                  <a:cubicBezTo>
                    <a:pt x="0" y="17"/>
                    <a:pt x="5" y="22"/>
                    <a:pt x="10" y="22"/>
                  </a:cubicBezTo>
                  <a:lnTo>
                    <a:pt x="85" y="22"/>
                  </a:lnTo>
                  <a:cubicBezTo>
                    <a:pt x="90" y="22"/>
                    <a:pt x="96" y="17"/>
                    <a:pt x="96" y="11"/>
                  </a:cubicBezTo>
                  <a:cubicBezTo>
                    <a:pt x="96" y="4"/>
                    <a:pt x="90"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9"/>
            <p:cNvSpPr/>
            <p:nvPr/>
          </p:nvSpPr>
          <p:spPr>
            <a:xfrm>
              <a:off x="5499214" y="4130504"/>
              <a:ext cx="213590" cy="252684"/>
            </a:xfrm>
            <a:custGeom>
              <a:rect b="b" l="l" r="r" t="t"/>
              <a:pathLst>
                <a:path extrusionOk="0" h="446" w="377">
                  <a:moveTo>
                    <a:pt x="41" y="110"/>
                  </a:moveTo>
                  <a:lnTo>
                    <a:pt x="41" y="110"/>
                  </a:lnTo>
                  <a:cubicBezTo>
                    <a:pt x="57" y="113"/>
                    <a:pt x="72" y="117"/>
                    <a:pt x="83" y="127"/>
                  </a:cubicBezTo>
                  <a:cubicBezTo>
                    <a:pt x="83" y="143"/>
                    <a:pt x="87" y="161"/>
                    <a:pt x="93" y="178"/>
                  </a:cubicBezTo>
                  <a:lnTo>
                    <a:pt x="77" y="178"/>
                  </a:lnTo>
                  <a:cubicBezTo>
                    <a:pt x="57" y="161"/>
                    <a:pt x="44" y="138"/>
                    <a:pt x="41" y="110"/>
                  </a:cubicBezTo>
                  <a:close/>
                  <a:moveTo>
                    <a:pt x="142" y="28"/>
                  </a:moveTo>
                  <a:cubicBezTo>
                    <a:pt x="178" y="70"/>
                    <a:pt x="187" y="127"/>
                    <a:pt x="167" y="178"/>
                  </a:cubicBezTo>
                  <a:lnTo>
                    <a:pt x="116" y="178"/>
                  </a:lnTo>
                  <a:cubicBezTo>
                    <a:pt x="96" y="127"/>
                    <a:pt x="106" y="70"/>
                    <a:pt x="142" y="28"/>
                  </a:cubicBezTo>
                  <a:close/>
                  <a:moveTo>
                    <a:pt x="239" y="110"/>
                  </a:moveTo>
                  <a:lnTo>
                    <a:pt x="239" y="110"/>
                  </a:lnTo>
                  <a:cubicBezTo>
                    <a:pt x="238" y="138"/>
                    <a:pt x="223" y="161"/>
                    <a:pt x="203" y="178"/>
                  </a:cubicBezTo>
                  <a:lnTo>
                    <a:pt x="187" y="178"/>
                  </a:lnTo>
                  <a:cubicBezTo>
                    <a:pt x="191" y="161"/>
                    <a:pt x="196" y="143"/>
                    <a:pt x="196" y="127"/>
                  </a:cubicBezTo>
                  <a:cubicBezTo>
                    <a:pt x="209" y="117"/>
                    <a:pt x="223" y="113"/>
                    <a:pt x="239" y="110"/>
                  </a:cubicBezTo>
                  <a:close/>
                  <a:moveTo>
                    <a:pt x="139" y="0"/>
                  </a:moveTo>
                  <a:cubicBezTo>
                    <a:pt x="138" y="0"/>
                    <a:pt x="135" y="2"/>
                    <a:pt x="132" y="5"/>
                  </a:cubicBezTo>
                  <a:cubicBezTo>
                    <a:pt x="106" y="31"/>
                    <a:pt x="89" y="65"/>
                    <a:pt x="86" y="101"/>
                  </a:cubicBezTo>
                  <a:cubicBezTo>
                    <a:pt x="70" y="93"/>
                    <a:pt x="50" y="88"/>
                    <a:pt x="30" y="88"/>
                  </a:cubicBezTo>
                  <a:cubicBezTo>
                    <a:pt x="24" y="88"/>
                    <a:pt x="18" y="94"/>
                    <a:pt x="18" y="100"/>
                  </a:cubicBezTo>
                  <a:cubicBezTo>
                    <a:pt x="18" y="129"/>
                    <a:pt x="30" y="156"/>
                    <a:pt x="46" y="178"/>
                  </a:cubicBezTo>
                  <a:cubicBezTo>
                    <a:pt x="43" y="178"/>
                    <a:pt x="41" y="179"/>
                    <a:pt x="38" y="181"/>
                  </a:cubicBezTo>
                  <a:cubicBezTo>
                    <a:pt x="37" y="182"/>
                    <a:pt x="35" y="187"/>
                    <a:pt x="37" y="190"/>
                  </a:cubicBezTo>
                  <a:lnTo>
                    <a:pt x="46" y="229"/>
                  </a:lnTo>
                  <a:cubicBezTo>
                    <a:pt x="47" y="232"/>
                    <a:pt x="51" y="236"/>
                    <a:pt x="56" y="236"/>
                  </a:cubicBezTo>
                  <a:cubicBezTo>
                    <a:pt x="57" y="236"/>
                    <a:pt x="58" y="236"/>
                    <a:pt x="59" y="236"/>
                  </a:cubicBezTo>
                  <a:cubicBezTo>
                    <a:pt x="64" y="233"/>
                    <a:pt x="67" y="229"/>
                    <a:pt x="66" y="223"/>
                  </a:cubicBezTo>
                  <a:lnTo>
                    <a:pt x="60" y="197"/>
                  </a:lnTo>
                  <a:lnTo>
                    <a:pt x="228" y="197"/>
                  </a:lnTo>
                  <a:lnTo>
                    <a:pt x="202" y="317"/>
                  </a:lnTo>
                  <a:lnTo>
                    <a:pt x="87" y="317"/>
                  </a:lnTo>
                  <a:lnTo>
                    <a:pt x="77" y="266"/>
                  </a:lnTo>
                  <a:cubicBezTo>
                    <a:pt x="75" y="261"/>
                    <a:pt x="72" y="259"/>
                    <a:pt x="67" y="259"/>
                  </a:cubicBezTo>
                  <a:cubicBezTo>
                    <a:pt x="66" y="259"/>
                    <a:pt x="65" y="259"/>
                    <a:pt x="64" y="259"/>
                  </a:cubicBezTo>
                  <a:cubicBezTo>
                    <a:pt x="59" y="260"/>
                    <a:pt x="54" y="266"/>
                    <a:pt x="57" y="272"/>
                  </a:cubicBezTo>
                  <a:lnTo>
                    <a:pt x="67" y="317"/>
                  </a:lnTo>
                  <a:lnTo>
                    <a:pt x="11" y="317"/>
                  </a:lnTo>
                  <a:cubicBezTo>
                    <a:pt x="6" y="317"/>
                    <a:pt x="1" y="322"/>
                    <a:pt x="1" y="327"/>
                  </a:cubicBezTo>
                  <a:cubicBezTo>
                    <a:pt x="1" y="333"/>
                    <a:pt x="6" y="338"/>
                    <a:pt x="11" y="338"/>
                  </a:cubicBezTo>
                  <a:lnTo>
                    <a:pt x="355" y="338"/>
                  </a:lnTo>
                  <a:lnTo>
                    <a:pt x="355" y="382"/>
                  </a:lnTo>
                  <a:lnTo>
                    <a:pt x="11" y="382"/>
                  </a:lnTo>
                  <a:cubicBezTo>
                    <a:pt x="6" y="382"/>
                    <a:pt x="1" y="387"/>
                    <a:pt x="1" y="392"/>
                  </a:cubicBezTo>
                  <a:cubicBezTo>
                    <a:pt x="1" y="398"/>
                    <a:pt x="6" y="403"/>
                    <a:pt x="11" y="403"/>
                  </a:cubicBezTo>
                  <a:lnTo>
                    <a:pt x="291" y="403"/>
                  </a:lnTo>
                  <a:lnTo>
                    <a:pt x="291" y="424"/>
                  </a:lnTo>
                  <a:lnTo>
                    <a:pt x="230" y="424"/>
                  </a:lnTo>
                  <a:cubicBezTo>
                    <a:pt x="225" y="424"/>
                    <a:pt x="219" y="428"/>
                    <a:pt x="219" y="434"/>
                  </a:cubicBezTo>
                  <a:cubicBezTo>
                    <a:pt x="219" y="439"/>
                    <a:pt x="225" y="445"/>
                    <a:pt x="230" y="445"/>
                  </a:cubicBezTo>
                  <a:lnTo>
                    <a:pt x="303" y="445"/>
                  </a:lnTo>
                  <a:cubicBezTo>
                    <a:pt x="307" y="445"/>
                    <a:pt x="313" y="439"/>
                    <a:pt x="313" y="434"/>
                  </a:cubicBezTo>
                  <a:lnTo>
                    <a:pt x="313" y="403"/>
                  </a:lnTo>
                  <a:lnTo>
                    <a:pt x="366" y="403"/>
                  </a:lnTo>
                  <a:cubicBezTo>
                    <a:pt x="371" y="403"/>
                    <a:pt x="376" y="398"/>
                    <a:pt x="376" y="392"/>
                  </a:cubicBezTo>
                  <a:lnTo>
                    <a:pt x="376" y="330"/>
                  </a:lnTo>
                  <a:cubicBezTo>
                    <a:pt x="375" y="322"/>
                    <a:pt x="369" y="317"/>
                    <a:pt x="363" y="317"/>
                  </a:cubicBezTo>
                  <a:lnTo>
                    <a:pt x="223" y="317"/>
                  </a:lnTo>
                  <a:lnTo>
                    <a:pt x="252" y="190"/>
                  </a:lnTo>
                  <a:cubicBezTo>
                    <a:pt x="252" y="187"/>
                    <a:pt x="252" y="182"/>
                    <a:pt x="251" y="181"/>
                  </a:cubicBezTo>
                  <a:cubicBezTo>
                    <a:pt x="248" y="179"/>
                    <a:pt x="245" y="178"/>
                    <a:pt x="241" y="178"/>
                  </a:cubicBezTo>
                  <a:lnTo>
                    <a:pt x="233" y="178"/>
                  </a:lnTo>
                  <a:cubicBezTo>
                    <a:pt x="252" y="156"/>
                    <a:pt x="261" y="129"/>
                    <a:pt x="261" y="100"/>
                  </a:cubicBezTo>
                  <a:cubicBezTo>
                    <a:pt x="261" y="94"/>
                    <a:pt x="255" y="88"/>
                    <a:pt x="251" y="88"/>
                  </a:cubicBezTo>
                  <a:cubicBezTo>
                    <a:pt x="230" y="88"/>
                    <a:pt x="212" y="94"/>
                    <a:pt x="194" y="101"/>
                  </a:cubicBezTo>
                  <a:cubicBezTo>
                    <a:pt x="190" y="65"/>
                    <a:pt x="174" y="29"/>
                    <a:pt x="147" y="5"/>
                  </a:cubicBezTo>
                  <a:cubicBezTo>
                    <a:pt x="145" y="2"/>
                    <a:pt x="142"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9"/>
            <p:cNvSpPr/>
            <p:nvPr/>
          </p:nvSpPr>
          <p:spPr>
            <a:xfrm>
              <a:off x="5498647" y="4368457"/>
              <a:ext cx="111611" cy="13031"/>
            </a:xfrm>
            <a:custGeom>
              <a:rect b="b" l="l" r="r" t="t"/>
              <a:pathLst>
                <a:path extrusionOk="0" h="23" w="197">
                  <a:moveTo>
                    <a:pt x="10" y="1"/>
                  </a:moveTo>
                  <a:cubicBezTo>
                    <a:pt x="6" y="1"/>
                    <a:pt x="0" y="6"/>
                    <a:pt x="0" y="12"/>
                  </a:cubicBezTo>
                  <a:cubicBezTo>
                    <a:pt x="0" y="18"/>
                    <a:pt x="5" y="22"/>
                    <a:pt x="10" y="22"/>
                  </a:cubicBezTo>
                  <a:lnTo>
                    <a:pt x="187" y="22"/>
                  </a:lnTo>
                  <a:cubicBezTo>
                    <a:pt x="191" y="22"/>
                    <a:pt x="197" y="18"/>
                    <a:pt x="197" y="12"/>
                  </a:cubicBezTo>
                  <a:cubicBezTo>
                    <a:pt x="197" y="6"/>
                    <a:pt x="192"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49"/>
          <p:cNvGrpSpPr/>
          <p:nvPr/>
        </p:nvGrpSpPr>
        <p:grpSpPr>
          <a:xfrm>
            <a:off x="5498647" y="3331661"/>
            <a:ext cx="410184" cy="411319"/>
            <a:chOff x="5498647" y="3331661"/>
            <a:chExt cx="410184" cy="411319"/>
          </a:xfrm>
        </p:grpSpPr>
        <p:sp>
          <p:nvSpPr>
            <p:cNvPr id="2675" name="Google Shape;2675;p49"/>
            <p:cNvSpPr/>
            <p:nvPr/>
          </p:nvSpPr>
          <p:spPr>
            <a:xfrm>
              <a:off x="5760961" y="3390583"/>
              <a:ext cx="105379" cy="91215"/>
            </a:xfrm>
            <a:custGeom>
              <a:rect b="b" l="l" r="r" t="t"/>
              <a:pathLst>
                <a:path extrusionOk="0" h="161" w="186">
                  <a:moveTo>
                    <a:pt x="75" y="25"/>
                  </a:moveTo>
                  <a:lnTo>
                    <a:pt x="86" y="73"/>
                  </a:lnTo>
                  <a:cubicBezTo>
                    <a:pt x="66" y="78"/>
                    <a:pt x="53" y="83"/>
                    <a:pt x="36" y="87"/>
                  </a:cubicBezTo>
                  <a:cubicBezTo>
                    <a:pt x="31" y="77"/>
                    <a:pt x="34" y="65"/>
                    <a:pt x="39" y="55"/>
                  </a:cubicBezTo>
                  <a:cubicBezTo>
                    <a:pt x="46" y="41"/>
                    <a:pt x="59" y="29"/>
                    <a:pt x="75" y="25"/>
                  </a:cubicBezTo>
                  <a:close/>
                  <a:moveTo>
                    <a:pt x="95" y="22"/>
                  </a:moveTo>
                  <a:cubicBezTo>
                    <a:pt x="102" y="22"/>
                    <a:pt x="109" y="25"/>
                    <a:pt x="117" y="28"/>
                  </a:cubicBezTo>
                  <a:cubicBezTo>
                    <a:pt x="147" y="42"/>
                    <a:pt x="160" y="77"/>
                    <a:pt x="145" y="107"/>
                  </a:cubicBezTo>
                  <a:cubicBezTo>
                    <a:pt x="140" y="120"/>
                    <a:pt x="131" y="129"/>
                    <a:pt x="118" y="135"/>
                  </a:cubicBezTo>
                  <a:cubicBezTo>
                    <a:pt x="114" y="109"/>
                    <a:pt x="101" y="44"/>
                    <a:pt x="95" y="22"/>
                  </a:cubicBezTo>
                  <a:close/>
                  <a:moveTo>
                    <a:pt x="89" y="94"/>
                  </a:moveTo>
                  <a:lnTo>
                    <a:pt x="99" y="141"/>
                  </a:lnTo>
                  <a:cubicBezTo>
                    <a:pt x="86" y="139"/>
                    <a:pt x="75" y="138"/>
                    <a:pt x="66" y="135"/>
                  </a:cubicBezTo>
                  <a:cubicBezTo>
                    <a:pt x="54" y="129"/>
                    <a:pt x="46" y="120"/>
                    <a:pt x="41" y="109"/>
                  </a:cubicBezTo>
                  <a:cubicBezTo>
                    <a:pt x="45" y="108"/>
                    <a:pt x="45" y="108"/>
                    <a:pt x="45" y="108"/>
                  </a:cubicBezTo>
                  <a:lnTo>
                    <a:pt x="45" y="108"/>
                  </a:lnTo>
                  <a:cubicBezTo>
                    <a:pt x="45" y="108"/>
                    <a:pt x="43" y="108"/>
                    <a:pt x="43" y="108"/>
                  </a:cubicBezTo>
                  <a:cubicBezTo>
                    <a:pt x="42" y="108"/>
                    <a:pt x="48" y="106"/>
                    <a:pt x="89" y="94"/>
                  </a:cubicBezTo>
                  <a:close/>
                  <a:moveTo>
                    <a:pt x="95" y="0"/>
                  </a:moveTo>
                  <a:cubicBezTo>
                    <a:pt x="65" y="0"/>
                    <a:pt x="36" y="17"/>
                    <a:pt x="21" y="44"/>
                  </a:cubicBezTo>
                  <a:cubicBezTo>
                    <a:pt x="1" y="84"/>
                    <a:pt x="15" y="133"/>
                    <a:pt x="57" y="152"/>
                  </a:cubicBezTo>
                  <a:cubicBezTo>
                    <a:pt x="68" y="158"/>
                    <a:pt x="80" y="161"/>
                    <a:pt x="92" y="161"/>
                  </a:cubicBezTo>
                  <a:cubicBezTo>
                    <a:pt x="122" y="161"/>
                    <a:pt x="151" y="144"/>
                    <a:pt x="166" y="116"/>
                  </a:cubicBezTo>
                  <a:cubicBezTo>
                    <a:pt x="186" y="77"/>
                    <a:pt x="169" y="28"/>
                    <a:pt x="130" y="8"/>
                  </a:cubicBezTo>
                  <a:cubicBezTo>
                    <a:pt x="118" y="2"/>
                    <a:pt x="107" y="0"/>
                    <a:pt x="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9"/>
            <p:cNvSpPr/>
            <p:nvPr/>
          </p:nvSpPr>
          <p:spPr>
            <a:xfrm>
              <a:off x="5699207" y="3407579"/>
              <a:ext cx="54389" cy="13597"/>
            </a:xfrm>
            <a:custGeom>
              <a:rect b="b" l="l" r="r" t="t"/>
              <a:pathLst>
                <a:path extrusionOk="0" h="24" w="96">
                  <a:moveTo>
                    <a:pt x="10" y="1"/>
                  </a:moveTo>
                  <a:cubicBezTo>
                    <a:pt x="6" y="1"/>
                    <a:pt x="0" y="7"/>
                    <a:pt x="0" y="12"/>
                  </a:cubicBezTo>
                  <a:cubicBezTo>
                    <a:pt x="0" y="20"/>
                    <a:pt x="3" y="24"/>
                    <a:pt x="10" y="24"/>
                  </a:cubicBezTo>
                  <a:lnTo>
                    <a:pt x="85" y="24"/>
                  </a:lnTo>
                  <a:cubicBezTo>
                    <a:pt x="90" y="24"/>
                    <a:pt x="96" y="18"/>
                    <a:pt x="96" y="12"/>
                  </a:cubicBezTo>
                  <a:cubicBezTo>
                    <a:pt x="96" y="7"/>
                    <a:pt x="90"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9"/>
            <p:cNvSpPr/>
            <p:nvPr/>
          </p:nvSpPr>
          <p:spPr>
            <a:xfrm>
              <a:off x="5699207" y="3427975"/>
              <a:ext cx="54389" cy="14164"/>
            </a:xfrm>
            <a:custGeom>
              <a:rect b="b" l="l" r="r" t="t"/>
              <a:pathLst>
                <a:path extrusionOk="0" h="25" w="96">
                  <a:moveTo>
                    <a:pt x="10" y="1"/>
                  </a:moveTo>
                  <a:cubicBezTo>
                    <a:pt x="6" y="1"/>
                    <a:pt x="0" y="7"/>
                    <a:pt x="0" y="12"/>
                  </a:cubicBezTo>
                  <a:cubicBezTo>
                    <a:pt x="0" y="18"/>
                    <a:pt x="3" y="24"/>
                    <a:pt x="10" y="24"/>
                  </a:cubicBezTo>
                  <a:lnTo>
                    <a:pt x="85" y="24"/>
                  </a:lnTo>
                  <a:cubicBezTo>
                    <a:pt x="90" y="24"/>
                    <a:pt x="96" y="18"/>
                    <a:pt x="96" y="12"/>
                  </a:cubicBezTo>
                  <a:cubicBezTo>
                    <a:pt x="96" y="7"/>
                    <a:pt x="90"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9"/>
            <p:cNvSpPr/>
            <p:nvPr/>
          </p:nvSpPr>
          <p:spPr>
            <a:xfrm>
              <a:off x="5699207" y="3447805"/>
              <a:ext cx="54389" cy="13031"/>
            </a:xfrm>
            <a:custGeom>
              <a:rect b="b" l="l" r="r" t="t"/>
              <a:pathLst>
                <a:path extrusionOk="0" h="23" w="96">
                  <a:moveTo>
                    <a:pt x="10" y="1"/>
                  </a:moveTo>
                  <a:cubicBezTo>
                    <a:pt x="6" y="1"/>
                    <a:pt x="0" y="6"/>
                    <a:pt x="0" y="12"/>
                  </a:cubicBezTo>
                  <a:cubicBezTo>
                    <a:pt x="0" y="19"/>
                    <a:pt x="3" y="22"/>
                    <a:pt x="10" y="22"/>
                  </a:cubicBezTo>
                  <a:lnTo>
                    <a:pt x="85" y="22"/>
                  </a:lnTo>
                  <a:cubicBezTo>
                    <a:pt x="90" y="22"/>
                    <a:pt x="96" y="18"/>
                    <a:pt x="96" y="12"/>
                  </a:cubicBezTo>
                  <a:cubicBezTo>
                    <a:pt x="96" y="6"/>
                    <a:pt x="90"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9"/>
            <p:cNvSpPr/>
            <p:nvPr/>
          </p:nvSpPr>
          <p:spPr>
            <a:xfrm>
              <a:off x="5648217" y="3331661"/>
              <a:ext cx="260614" cy="214724"/>
            </a:xfrm>
            <a:custGeom>
              <a:rect b="b" l="l" r="r" t="t"/>
              <a:pathLst>
                <a:path extrusionOk="0" h="379" w="460">
                  <a:moveTo>
                    <a:pt x="409" y="61"/>
                  </a:moveTo>
                  <a:lnTo>
                    <a:pt x="409" y="321"/>
                  </a:lnTo>
                  <a:lnTo>
                    <a:pt x="50" y="321"/>
                  </a:lnTo>
                  <a:lnTo>
                    <a:pt x="50" y="61"/>
                  </a:lnTo>
                  <a:close/>
                  <a:moveTo>
                    <a:pt x="437" y="341"/>
                  </a:moveTo>
                  <a:lnTo>
                    <a:pt x="437" y="357"/>
                  </a:lnTo>
                  <a:lnTo>
                    <a:pt x="24" y="357"/>
                  </a:lnTo>
                  <a:lnTo>
                    <a:pt x="24" y="341"/>
                  </a:lnTo>
                  <a:close/>
                  <a:moveTo>
                    <a:pt x="19" y="0"/>
                  </a:moveTo>
                  <a:cubicBezTo>
                    <a:pt x="11" y="0"/>
                    <a:pt x="1" y="8"/>
                    <a:pt x="1" y="18"/>
                  </a:cubicBezTo>
                  <a:lnTo>
                    <a:pt x="1" y="42"/>
                  </a:lnTo>
                  <a:cubicBezTo>
                    <a:pt x="1" y="51"/>
                    <a:pt x="8" y="60"/>
                    <a:pt x="19" y="60"/>
                  </a:cubicBezTo>
                  <a:lnTo>
                    <a:pt x="28" y="60"/>
                  </a:lnTo>
                  <a:lnTo>
                    <a:pt x="28" y="320"/>
                  </a:lnTo>
                  <a:lnTo>
                    <a:pt x="19" y="320"/>
                  </a:lnTo>
                  <a:cubicBezTo>
                    <a:pt x="11" y="320"/>
                    <a:pt x="1" y="327"/>
                    <a:pt x="1" y="337"/>
                  </a:cubicBezTo>
                  <a:lnTo>
                    <a:pt x="1" y="362"/>
                  </a:lnTo>
                  <a:cubicBezTo>
                    <a:pt x="1" y="370"/>
                    <a:pt x="8" y="379"/>
                    <a:pt x="19" y="379"/>
                  </a:cubicBezTo>
                  <a:lnTo>
                    <a:pt x="441" y="379"/>
                  </a:lnTo>
                  <a:cubicBezTo>
                    <a:pt x="451" y="379"/>
                    <a:pt x="460" y="372"/>
                    <a:pt x="460" y="362"/>
                  </a:cubicBezTo>
                  <a:lnTo>
                    <a:pt x="460" y="337"/>
                  </a:lnTo>
                  <a:cubicBezTo>
                    <a:pt x="460" y="328"/>
                    <a:pt x="453" y="320"/>
                    <a:pt x="441" y="320"/>
                  </a:cubicBezTo>
                  <a:lnTo>
                    <a:pt x="433" y="320"/>
                  </a:lnTo>
                  <a:lnTo>
                    <a:pt x="433" y="60"/>
                  </a:lnTo>
                  <a:lnTo>
                    <a:pt x="443" y="60"/>
                  </a:lnTo>
                  <a:cubicBezTo>
                    <a:pt x="451" y="60"/>
                    <a:pt x="460" y="52"/>
                    <a:pt x="460" y="42"/>
                  </a:cubicBezTo>
                  <a:lnTo>
                    <a:pt x="460" y="18"/>
                  </a:lnTo>
                  <a:cubicBezTo>
                    <a:pt x="460" y="9"/>
                    <a:pt x="453" y="0"/>
                    <a:pt x="443" y="0"/>
                  </a:cubicBezTo>
                  <a:lnTo>
                    <a:pt x="128" y="0"/>
                  </a:lnTo>
                  <a:cubicBezTo>
                    <a:pt x="122" y="0"/>
                    <a:pt x="118" y="6"/>
                    <a:pt x="118" y="11"/>
                  </a:cubicBezTo>
                  <a:cubicBezTo>
                    <a:pt x="118" y="16"/>
                    <a:pt x="122" y="22"/>
                    <a:pt x="128" y="22"/>
                  </a:cubicBezTo>
                  <a:lnTo>
                    <a:pt x="438" y="22"/>
                  </a:lnTo>
                  <a:lnTo>
                    <a:pt x="438" y="38"/>
                  </a:lnTo>
                  <a:lnTo>
                    <a:pt x="24" y="38"/>
                  </a:lnTo>
                  <a:lnTo>
                    <a:pt x="24" y="22"/>
                  </a:lnTo>
                  <a:lnTo>
                    <a:pt x="84" y="22"/>
                  </a:lnTo>
                  <a:cubicBezTo>
                    <a:pt x="90" y="22"/>
                    <a:pt x="96" y="16"/>
                    <a:pt x="96" y="11"/>
                  </a:cubicBezTo>
                  <a:cubicBezTo>
                    <a:pt x="96" y="6"/>
                    <a:pt x="90"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9"/>
            <p:cNvSpPr/>
            <p:nvPr/>
          </p:nvSpPr>
          <p:spPr>
            <a:xfrm>
              <a:off x="5499214" y="3536754"/>
              <a:ext cx="213590" cy="206226"/>
            </a:xfrm>
            <a:custGeom>
              <a:rect b="b" l="l" r="r" t="t"/>
              <a:pathLst>
                <a:path extrusionOk="0" h="364" w="377">
                  <a:moveTo>
                    <a:pt x="167" y="41"/>
                  </a:moveTo>
                  <a:cubicBezTo>
                    <a:pt x="174" y="41"/>
                    <a:pt x="180" y="46"/>
                    <a:pt x="180" y="53"/>
                  </a:cubicBezTo>
                  <a:cubicBezTo>
                    <a:pt x="180" y="60"/>
                    <a:pt x="174" y="66"/>
                    <a:pt x="167" y="66"/>
                  </a:cubicBezTo>
                  <a:cubicBezTo>
                    <a:pt x="160" y="66"/>
                    <a:pt x="154" y="60"/>
                    <a:pt x="154" y="53"/>
                  </a:cubicBezTo>
                  <a:cubicBezTo>
                    <a:pt x="154" y="46"/>
                    <a:pt x="160" y="41"/>
                    <a:pt x="167" y="41"/>
                  </a:cubicBezTo>
                  <a:close/>
                  <a:moveTo>
                    <a:pt x="217" y="88"/>
                  </a:moveTo>
                  <a:cubicBezTo>
                    <a:pt x="220" y="88"/>
                    <a:pt x="225" y="92"/>
                    <a:pt x="226" y="95"/>
                  </a:cubicBezTo>
                  <a:lnTo>
                    <a:pt x="232" y="115"/>
                  </a:lnTo>
                  <a:cubicBezTo>
                    <a:pt x="228" y="117"/>
                    <a:pt x="225" y="117"/>
                    <a:pt x="220" y="118"/>
                  </a:cubicBezTo>
                  <a:cubicBezTo>
                    <a:pt x="217" y="121"/>
                    <a:pt x="213" y="122"/>
                    <a:pt x="204" y="122"/>
                  </a:cubicBezTo>
                  <a:cubicBezTo>
                    <a:pt x="199" y="122"/>
                    <a:pt x="194" y="128"/>
                    <a:pt x="194" y="132"/>
                  </a:cubicBezTo>
                  <a:cubicBezTo>
                    <a:pt x="194" y="138"/>
                    <a:pt x="199" y="144"/>
                    <a:pt x="204" y="144"/>
                  </a:cubicBezTo>
                  <a:cubicBezTo>
                    <a:pt x="217" y="144"/>
                    <a:pt x="223" y="140"/>
                    <a:pt x="228" y="138"/>
                  </a:cubicBezTo>
                  <a:cubicBezTo>
                    <a:pt x="230" y="137"/>
                    <a:pt x="232" y="137"/>
                    <a:pt x="235" y="137"/>
                  </a:cubicBezTo>
                  <a:lnTo>
                    <a:pt x="248" y="189"/>
                  </a:lnTo>
                  <a:lnTo>
                    <a:pt x="80" y="189"/>
                  </a:lnTo>
                  <a:lnTo>
                    <a:pt x="96" y="137"/>
                  </a:lnTo>
                  <a:cubicBezTo>
                    <a:pt x="99" y="137"/>
                    <a:pt x="102" y="138"/>
                    <a:pt x="103" y="138"/>
                  </a:cubicBezTo>
                  <a:cubicBezTo>
                    <a:pt x="109" y="140"/>
                    <a:pt x="116" y="144"/>
                    <a:pt x="126" y="144"/>
                  </a:cubicBezTo>
                  <a:cubicBezTo>
                    <a:pt x="138" y="144"/>
                    <a:pt x="145" y="140"/>
                    <a:pt x="151" y="138"/>
                  </a:cubicBezTo>
                  <a:cubicBezTo>
                    <a:pt x="154" y="137"/>
                    <a:pt x="158" y="135"/>
                    <a:pt x="165" y="135"/>
                  </a:cubicBezTo>
                  <a:cubicBezTo>
                    <a:pt x="170" y="135"/>
                    <a:pt x="176" y="130"/>
                    <a:pt x="176" y="124"/>
                  </a:cubicBezTo>
                  <a:cubicBezTo>
                    <a:pt x="176" y="118"/>
                    <a:pt x="170" y="114"/>
                    <a:pt x="165" y="114"/>
                  </a:cubicBezTo>
                  <a:cubicBezTo>
                    <a:pt x="154" y="114"/>
                    <a:pt x="148" y="117"/>
                    <a:pt x="144" y="118"/>
                  </a:cubicBezTo>
                  <a:cubicBezTo>
                    <a:pt x="139" y="121"/>
                    <a:pt x="137" y="122"/>
                    <a:pt x="126" y="122"/>
                  </a:cubicBezTo>
                  <a:cubicBezTo>
                    <a:pt x="119" y="122"/>
                    <a:pt x="116" y="119"/>
                    <a:pt x="111" y="118"/>
                  </a:cubicBezTo>
                  <a:cubicBezTo>
                    <a:pt x="108" y="117"/>
                    <a:pt x="105" y="117"/>
                    <a:pt x="100" y="115"/>
                  </a:cubicBezTo>
                  <a:lnTo>
                    <a:pt x="105" y="95"/>
                  </a:lnTo>
                  <a:cubicBezTo>
                    <a:pt x="108" y="92"/>
                    <a:pt x="111" y="88"/>
                    <a:pt x="115" y="88"/>
                  </a:cubicBezTo>
                  <a:close/>
                  <a:moveTo>
                    <a:pt x="284" y="209"/>
                  </a:moveTo>
                  <a:cubicBezTo>
                    <a:pt x="284" y="223"/>
                    <a:pt x="271" y="236"/>
                    <a:pt x="258" y="236"/>
                  </a:cubicBezTo>
                  <a:lnTo>
                    <a:pt x="79" y="236"/>
                  </a:lnTo>
                  <a:cubicBezTo>
                    <a:pt x="64" y="236"/>
                    <a:pt x="51" y="223"/>
                    <a:pt x="51" y="209"/>
                  </a:cubicBezTo>
                  <a:close/>
                  <a:moveTo>
                    <a:pt x="178" y="1"/>
                  </a:moveTo>
                  <a:cubicBezTo>
                    <a:pt x="177" y="1"/>
                    <a:pt x="177" y="1"/>
                    <a:pt x="176" y="1"/>
                  </a:cubicBezTo>
                  <a:cubicBezTo>
                    <a:pt x="165" y="5"/>
                    <a:pt x="160" y="14"/>
                    <a:pt x="158" y="21"/>
                  </a:cubicBezTo>
                  <a:cubicBezTo>
                    <a:pt x="145" y="27"/>
                    <a:pt x="134" y="39"/>
                    <a:pt x="134" y="53"/>
                  </a:cubicBezTo>
                  <a:cubicBezTo>
                    <a:pt x="134" y="59"/>
                    <a:pt x="137" y="63"/>
                    <a:pt x="137" y="66"/>
                  </a:cubicBezTo>
                  <a:lnTo>
                    <a:pt x="116" y="66"/>
                  </a:lnTo>
                  <a:cubicBezTo>
                    <a:pt x="102" y="66"/>
                    <a:pt x="89" y="75"/>
                    <a:pt x="87" y="89"/>
                  </a:cubicBezTo>
                  <a:lnTo>
                    <a:pt x="64" y="187"/>
                  </a:lnTo>
                  <a:lnTo>
                    <a:pt x="43" y="187"/>
                  </a:lnTo>
                  <a:cubicBezTo>
                    <a:pt x="37" y="187"/>
                    <a:pt x="31" y="193"/>
                    <a:pt x="31" y="197"/>
                  </a:cubicBezTo>
                  <a:lnTo>
                    <a:pt x="31" y="209"/>
                  </a:lnTo>
                  <a:cubicBezTo>
                    <a:pt x="31" y="219"/>
                    <a:pt x="35" y="229"/>
                    <a:pt x="40" y="236"/>
                  </a:cubicBezTo>
                  <a:lnTo>
                    <a:pt x="11" y="236"/>
                  </a:lnTo>
                  <a:cubicBezTo>
                    <a:pt x="6" y="236"/>
                    <a:pt x="1" y="241"/>
                    <a:pt x="1" y="247"/>
                  </a:cubicBezTo>
                  <a:cubicBezTo>
                    <a:pt x="1" y="252"/>
                    <a:pt x="6" y="258"/>
                    <a:pt x="11" y="258"/>
                  </a:cubicBezTo>
                  <a:lnTo>
                    <a:pt x="355" y="258"/>
                  </a:lnTo>
                  <a:lnTo>
                    <a:pt x="355" y="301"/>
                  </a:lnTo>
                  <a:lnTo>
                    <a:pt x="11" y="301"/>
                  </a:lnTo>
                  <a:cubicBezTo>
                    <a:pt x="6" y="301"/>
                    <a:pt x="1" y="306"/>
                    <a:pt x="1" y="312"/>
                  </a:cubicBezTo>
                  <a:cubicBezTo>
                    <a:pt x="1" y="317"/>
                    <a:pt x="6" y="323"/>
                    <a:pt x="11" y="323"/>
                  </a:cubicBezTo>
                  <a:lnTo>
                    <a:pt x="291" y="323"/>
                  </a:lnTo>
                  <a:lnTo>
                    <a:pt x="291" y="342"/>
                  </a:lnTo>
                  <a:lnTo>
                    <a:pt x="230" y="342"/>
                  </a:lnTo>
                  <a:cubicBezTo>
                    <a:pt x="225" y="342"/>
                    <a:pt x="219" y="348"/>
                    <a:pt x="219" y="353"/>
                  </a:cubicBezTo>
                  <a:cubicBezTo>
                    <a:pt x="219" y="359"/>
                    <a:pt x="225" y="364"/>
                    <a:pt x="230" y="364"/>
                  </a:cubicBezTo>
                  <a:lnTo>
                    <a:pt x="303" y="364"/>
                  </a:lnTo>
                  <a:cubicBezTo>
                    <a:pt x="307" y="364"/>
                    <a:pt x="313" y="359"/>
                    <a:pt x="313" y="353"/>
                  </a:cubicBezTo>
                  <a:lnTo>
                    <a:pt x="313" y="323"/>
                  </a:lnTo>
                  <a:lnTo>
                    <a:pt x="365" y="323"/>
                  </a:lnTo>
                  <a:cubicBezTo>
                    <a:pt x="371" y="323"/>
                    <a:pt x="376" y="317"/>
                    <a:pt x="376" y="312"/>
                  </a:cubicBezTo>
                  <a:lnTo>
                    <a:pt x="376" y="248"/>
                  </a:lnTo>
                  <a:cubicBezTo>
                    <a:pt x="375" y="241"/>
                    <a:pt x="369" y="236"/>
                    <a:pt x="363" y="236"/>
                  </a:cubicBezTo>
                  <a:lnTo>
                    <a:pt x="297" y="236"/>
                  </a:lnTo>
                  <a:cubicBezTo>
                    <a:pt x="303" y="229"/>
                    <a:pt x="306" y="218"/>
                    <a:pt x="306" y="209"/>
                  </a:cubicBezTo>
                  <a:lnTo>
                    <a:pt x="306" y="197"/>
                  </a:lnTo>
                  <a:cubicBezTo>
                    <a:pt x="306" y="192"/>
                    <a:pt x="300" y="187"/>
                    <a:pt x="295" y="187"/>
                  </a:cubicBezTo>
                  <a:lnTo>
                    <a:pt x="274" y="187"/>
                  </a:lnTo>
                  <a:lnTo>
                    <a:pt x="249" y="89"/>
                  </a:lnTo>
                  <a:cubicBezTo>
                    <a:pt x="246" y="75"/>
                    <a:pt x="233" y="66"/>
                    <a:pt x="220" y="66"/>
                  </a:cubicBezTo>
                  <a:lnTo>
                    <a:pt x="202" y="66"/>
                  </a:lnTo>
                  <a:cubicBezTo>
                    <a:pt x="203" y="62"/>
                    <a:pt x="203" y="57"/>
                    <a:pt x="203" y="53"/>
                  </a:cubicBezTo>
                  <a:cubicBezTo>
                    <a:pt x="203" y="39"/>
                    <a:pt x="194" y="26"/>
                    <a:pt x="181" y="21"/>
                  </a:cubicBezTo>
                  <a:cubicBezTo>
                    <a:pt x="187" y="18"/>
                    <a:pt x="190" y="14"/>
                    <a:pt x="189" y="8"/>
                  </a:cubicBezTo>
                  <a:cubicBezTo>
                    <a:pt x="187" y="3"/>
                    <a:pt x="183"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9"/>
            <p:cNvSpPr/>
            <p:nvPr/>
          </p:nvSpPr>
          <p:spPr>
            <a:xfrm>
              <a:off x="5498647" y="3729383"/>
              <a:ext cx="111611" cy="13031"/>
            </a:xfrm>
            <a:custGeom>
              <a:rect b="b" l="l" r="r" t="t"/>
              <a:pathLst>
                <a:path extrusionOk="0" h="23" w="197">
                  <a:moveTo>
                    <a:pt x="10" y="0"/>
                  </a:moveTo>
                  <a:cubicBezTo>
                    <a:pt x="6" y="0"/>
                    <a:pt x="0" y="6"/>
                    <a:pt x="0" y="12"/>
                  </a:cubicBezTo>
                  <a:cubicBezTo>
                    <a:pt x="0" y="16"/>
                    <a:pt x="5" y="22"/>
                    <a:pt x="10" y="22"/>
                  </a:cubicBezTo>
                  <a:lnTo>
                    <a:pt x="187" y="22"/>
                  </a:lnTo>
                  <a:cubicBezTo>
                    <a:pt x="191" y="22"/>
                    <a:pt x="197" y="16"/>
                    <a:pt x="197" y="12"/>
                  </a:cubicBezTo>
                  <a:cubicBezTo>
                    <a:pt x="197" y="6"/>
                    <a:pt x="192"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 name="Google Shape;2682;p49"/>
          <p:cNvGrpSpPr/>
          <p:nvPr/>
        </p:nvGrpSpPr>
        <p:grpSpPr>
          <a:xfrm>
            <a:off x="4705474" y="3973001"/>
            <a:ext cx="409051" cy="410752"/>
            <a:chOff x="4705474" y="3973001"/>
            <a:chExt cx="409051" cy="410752"/>
          </a:xfrm>
        </p:grpSpPr>
        <p:sp>
          <p:nvSpPr>
            <p:cNvPr id="2683" name="Google Shape;2683;p49"/>
            <p:cNvSpPr/>
            <p:nvPr/>
          </p:nvSpPr>
          <p:spPr>
            <a:xfrm>
              <a:off x="4923030" y="4150900"/>
              <a:ext cx="28328" cy="13031"/>
            </a:xfrm>
            <a:custGeom>
              <a:rect b="b" l="l" r="r" t="t"/>
              <a:pathLst>
                <a:path extrusionOk="0" h="23" w="50">
                  <a:moveTo>
                    <a:pt x="12" y="0"/>
                  </a:moveTo>
                  <a:cubicBezTo>
                    <a:pt x="7" y="0"/>
                    <a:pt x="1" y="6"/>
                    <a:pt x="1" y="12"/>
                  </a:cubicBezTo>
                  <a:cubicBezTo>
                    <a:pt x="1" y="16"/>
                    <a:pt x="7" y="22"/>
                    <a:pt x="12" y="22"/>
                  </a:cubicBezTo>
                  <a:lnTo>
                    <a:pt x="40" y="22"/>
                  </a:lnTo>
                  <a:cubicBezTo>
                    <a:pt x="44" y="22"/>
                    <a:pt x="50" y="16"/>
                    <a:pt x="50" y="12"/>
                  </a:cubicBezTo>
                  <a:cubicBezTo>
                    <a:pt x="50" y="6"/>
                    <a:pt x="44" y="0"/>
                    <a:pt x="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9"/>
            <p:cNvSpPr/>
            <p:nvPr/>
          </p:nvSpPr>
          <p:spPr>
            <a:xfrm>
              <a:off x="4880539" y="4054019"/>
              <a:ext cx="13031" cy="15297"/>
            </a:xfrm>
            <a:custGeom>
              <a:rect b="b" l="l" r="r" t="t"/>
              <a:pathLst>
                <a:path extrusionOk="0" h="27" w="23">
                  <a:moveTo>
                    <a:pt x="11" y="1"/>
                  </a:moveTo>
                  <a:cubicBezTo>
                    <a:pt x="6" y="1"/>
                    <a:pt x="1" y="7"/>
                    <a:pt x="1" y="13"/>
                  </a:cubicBezTo>
                  <a:lnTo>
                    <a:pt x="1" y="15"/>
                  </a:lnTo>
                  <a:cubicBezTo>
                    <a:pt x="1" y="24"/>
                    <a:pt x="6" y="27"/>
                    <a:pt x="11" y="27"/>
                  </a:cubicBezTo>
                  <a:cubicBezTo>
                    <a:pt x="17" y="27"/>
                    <a:pt x="22" y="21"/>
                    <a:pt x="22" y="15"/>
                  </a:cubicBezTo>
                  <a:lnTo>
                    <a:pt x="22" y="13"/>
                  </a:lnTo>
                  <a:cubicBezTo>
                    <a:pt x="22" y="7"/>
                    <a:pt x="17"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9"/>
            <p:cNvSpPr/>
            <p:nvPr/>
          </p:nvSpPr>
          <p:spPr>
            <a:xfrm>
              <a:off x="4913399" y="4054019"/>
              <a:ext cx="13031" cy="15297"/>
            </a:xfrm>
            <a:custGeom>
              <a:rect b="b" l="l" r="r" t="t"/>
              <a:pathLst>
                <a:path extrusionOk="0" h="27" w="23">
                  <a:moveTo>
                    <a:pt x="11" y="1"/>
                  </a:moveTo>
                  <a:cubicBezTo>
                    <a:pt x="6" y="1"/>
                    <a:pt x="0" y="7"/>
                    <a:pt x="0" y="13"/>
                  </a:cubicBezTo>
                  <a:lnTo>
                    <a:pt x="0" y="15"/>
                  </a:lnTo>
                  <a:cubicBezTo>
                    <a:pt x="0" y="24"/>
                    <a:pt x="6" y="27"/>
                    <a:pt x="11" y="27"/>
                  </a:cubicBezTo>
                  <a:cubicBezTo>
                    <a:pt x="16" y="27"/>
                    <a:pt x="22" y="21"/>
                    <a:pt x="22" y="15"/>
                  </a:cubicBezTo>
                  <a:lnTo>
                    <a:pt x="22" y="13"/>
                  </a:lnTo>
                  <a:cubicBezTo>
                    <a:pt x="22" y="7"/>
                    <a:pt x="16"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9"/>
            <p:cNvSpPr/>
            <p:nvPr/>
          </p:nvSpPr>
          <p:spPr>
            <a:xfrm>
              <a:off x="4889037" y="4074981"/>
              <a:ext cx="26628" cy="15297"/>
            </a:xfrm>
            <a:custGeom>
              <a:rect b="b" l="l" r="r" t="t"/>
              <a:pathLst>
                <a:path extrusionOk="0" h="27" w="47">
                  <a:moveTo>
                    <a:pt x="34" y="1"/>
                  </a:moveTo>
                  <a:cubicBezTo>
                    <a:pt x="32" y="1"/>
                    <a:pt x="30" y="1"/>
                    <a:pt x="29" y="3"/>
                  </a:cubicBezTo>
                  <a:cubicBezTo>
                    <a:pt x="26" y="4"/>
                    <a:pt x="24" y="5"/>
                    <a:pt x="22" y="5"/>
                  </a:cubicBezTo>
                  <a:cubicBezTo>
                    <a:pt x="21" y="5"/>
                    <a:pt x="19" y="4"/>
                    <a:pt x="17" y="3"/>
                  </a:cubicBezTo>
                  <a:cubicBezTo>
                    <a:pt x="17" y="3"/>
                    <a:pt x="16" y="2"/>
                    <a:pt x="14" y="2"/>
                  </a:cubicBezTo>
                  <a:cubicBezTo>
                    <a:pt x="11" y="2"/>
                    <a:pt x="6" y="4"/>
                    <a:pt x="3" y="6"/>
                  </a:cubicBezTo>
                  <a:cubicBezTo>
                    <a:pt x="0" y="12"/>
                    <a:pt x="2" y="17"/>
                    <a:pt x="6" y="20"/>
                  </a:cubicBezTo>
                  <a:cubicBezTo>
                    <a:pt x="10" y="25"/>
                    <a:pt x="17" y="26"/>
                    <a:pt x="23" y="26"/>
                  </a:cubicBezTo>
                  <a:cubicBezTo>
                    <a:pt x="29" y="26"/>
                    <a:pt x="36" y="25"/>
                    <a:pt x="42" y="19"/>
                  </a:cubicBezTo>
                  <a:cubicBezTo>
                    <a:pt x="46" y="16"/>
                    <a:pt x="46" y="9"/>
                    <a:pt x="43" y="4"/>
                  </a:cubicBezTo>
                  <a:cubicBezTo>
                    <a:pt x="41" y="3"/>
                    <a:pt x="37" y="1"/>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9"/>
            <p:cNvSpPr/>
            <p:nvPr/>
          </p:nvSpPr>
          <p:spPr>
            <a:xfrm>
              <a:off x="4770061" y="4137869"/>
              <a:ext cx="13031" cy="15864"/>
            </a:xfrm>
            <a:custGeom>
              <a:rect b="b" l="l" r="r" t="t"/>
              <a:pathLst>
                <a:path extrusionOk="0" h="28" w="23">
                  <a:moveTo>
                    <a:pt x="11" y="0"/>
                  </a:moveTo>
                  <a:cubicBezTo>
                    <a:pt x="6" y="0"/>
                    <a:pt x="1" y="5"/>
                    <a:pt x="1" y="10"/>
                  </a:cubicBezTo>
                  <a:lnTo>
                    <a:pt x="1" y="16"/>
                  </a:lnTo>
                  <a:cubicBezTo>
                    <a:pt x="1" y="22"/>
                    <a:pt x="6" y="28"/>
                    <a:pt x="11" y="28"/>
                  </a:cubicBezTo>
                  <a:cubicBezTo>
                    <a:pt x="17" y="28"/>
                    <a:pt x="22" y="22"/>
                    <a:pt x="22" y="16"/>
                  </a:cubicBezTo>
                  <a:lnTo>
                    <a:pt x="22" y="10"/>
                  </a:lnTo>
                  <a:cubicBezTo>
                    <a:pt x="22" y="5"/>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9"/>
            <p:cNvSpPr/>
            <p:nvPr/>
          </p:nvSpPr>
          <p:spPr>
            <a:xfrm>
              <a:off x="4705474" y="3973001"/>
              <a:ext cx="409051" cy="410752"/>
            </a:xfrm>
            <a:custGeom>
              <a:rect b="b" l="l" r="r" t="t"/>
              <a:pathLst>
                <a:path extrusionOk="0" h="725" w="722">
                  <a:moveTo>
                    <a:pt x="369" y="106"/>
                  </a:moveTo>
                  <a:cubicBezTo>
                    <a:pt x="378" y="114"/>
                    <a:pt x="389" y="119"/>
                    <a:pt x="406" y="119"/>
                  </a:cubicBezTo>
                  <a:lnTo>
                    <a:pt x="406" y="169"/>
                  </a:lnTo>
                  <a:cubicBezTo>
                    <a:pt x="406" y="200"/>
                    <a:pt x="380" y="226"/>
                    <a:pt x="349" y="226"/>
                  </a:cubicBezTo>
                  <a:cubicBezTo>
                    <a:pt x="317" y="226"/>
                    <a:pt x="291" y="199"/>
                    <a:pt x="291" y="169"/>
                  </a:cubicBezTo>
                  <a:lnTo>
                    <a:pt x="291" y="119"/>
                  </a:lnTo>
                  <a:lnTo>
                    <a:pt x="289" y="119"/>
                  </a:lnTo>
                  <a:cubicBezTo>
                    <a:pt x="308" y="119"/>
                    <a:pt x="346" y="119"/>
                    <a:pt x="369" y="106"/>
                  </a:cubicBezTo>
                  <a:close/>
                  <a:moveTo>
                    <a:pt x="360" y="248"/>
                  </a:moveTo>
                  <a:lnTo>
                    <a:pt x="360" y="261"/>
                  </a:lnTo>
                  <a:cubicBezTo>
                    <a:pt x="360" y="265"/>
                    <a:pt x="354" y="271"/>
                    <a:pt x="349" y="271"/>
                  </a:cubicBezTo>
                  <a:cubicBezTo>
                    <a:pt x="344" y="271"/>
                    <a:pt x="339" y="265"/>
                    <a:pt x="339" y="261"/>
                  </a:cubicBezTo>
                  <a:lnTo>
                    <a:pt x="339" y="248"/>
                  </a:lnTo>
                  <a:close/>
                  <a:moveTo>
                    <a:pt x="79" y="207"/>
                  </a:moveTo>
                  <a:cubicBezTo>
                    <a:pt x="80" y="207"/>
                    <a:pt x="80" y="207"/>
                    <a:pt x="81" y="208"/>
                  </a:cubicBezTo>
                  <a:lnTo>
                    <a:pt x="164" y="218"/>
                  </a:lnTo>
                  <a:cubicBezTo>
                    <a:pt x="167" y="218"/>
                    <a:pt x="167" y="221"/>
                    <a:pt x="168" y="221"/>
                  </a:cubicBezTo>
                  <a:cubicBezTo>
                    <a:pt x="168" y="222"/>
                    <a:pt x="168" y="225"/>
                    <a:pt x="167" y="226"/>
                  </a:cubicBezTo>
                  <a:lnTo>
                    <a:pt x="159" y="232"/>
                  </a:lnTo>
                  <a:lnTo>
                    <a:pt x="118" y="232"/>
                  </a:lnTo>
                  <a:cubicBezTo>
                    <a:pt x="106" y="232"/>
                    <a:pt x="93" y="239"/>
                    <a:pt x="87" y="251"/>
                  </a:cubicBezTo>
                  <a:lnTo>
                    <a:pt x="74" y="280"/>
                  </a:lnTo>
                  <a:cubicBezTo>
                    <a:pt x="73" y="284"/>
                    <a:pt x="70" y="287"/>
                    <a:pt x="66" y="287"/>
                  </a:cubicBezTo>
                  <a:cubicBezTo>
                    <a:pt x="48" y="291"/>
                    <a:pt x="51" y="291"/>
                    <a:pt x="50" y="291"/>
                  </a:cubicBezTo>
                  <a:cubicBezTo>
                    <a:pt x="35" y="294"/>
                    <a:pt x="27" y="309"/>
                    <a:pt x="27" y="323"/>
                  </a:cubicBezTo>
                  <a:lnTo>
                    <a:pt x="27" y="333"/>
                  </a:lnTo>
                  <a:lnTo>
                    <a:pt x="19" y="335"/>
                  </a:lnTo>
                  <a:cubicBezTo>
                    <a:pt x="14" y="335"/>
                    <a:pt x="9" y="330"/>
                    <a:pt x="9" y="326"/>
                  </a:cubicBezTo>
                  <a:lnTo>
                    <a:pt x="9" y="247"/>
                  </a:lnTo>
                  <a:cubicBezTo>
                    <a:pt x="9" y="241"/>
                    <a:pt x="14" y="236"/>
                    <a:pt x="19" y="236"/>
                  </a:cubicBezTo>
                  <a:lnTo>
                    <a:pt x="37" y="236"/>
                  </a:lnTo>
                  <a:cubicBezTo>
                    <a:pt x="50" y="236"/>
                    <a:pt x="63" y="229"/>
                    <a:pt x="66" y="218"/>
                  </a:cubicBezTo>
                  <a:cubicBezTo>
                    <a:pt x="69" y="211"/>
                    <a:pt x="73" y="207"/>
                    <a:pt x="79" y="207"/>
                  </a:cubicBezTo>
                  <a:close/>
                  <a:moveTo>
                    <a:pt x="619" y="208"/>
                  </a:moveTo>
                  <a:cubicBezTo>
                    <a:pt x="626" y="208"/>
                    <a:pt x="633" y="212"/>
                    <a:pt x="635" y="216"/>
                  </a:cubicBezTo>
                  <a:cubicBezTo>
                    <a:pt x="640" y="229"/>
                    <a:pt x="651" y="236"/>
                    <a:pt x="664" y="236"/>
                  </a:cubicBezTo>
                  <a:lnTo>
                    <a:pt x="681" y="236"/>
                  </a:lnTo>
                  <a:cubicBezTo>
                    <a:pt x="687" y="236"/>
                    <a:pt x="691" y="241"/>
                    <a:pt x="691" y="247"/>
                  </a:cubicBezTo>
                  <a:lnTo>
                    <a:pt x="691" y="326"/>
                  </a:lnTo>
                  <a:lnTo>
                    <a:pt x="688" y="326"/>
                  </a:lnTo>
                  <a:cubicBezTo>
                    <a:pt x="688" y="330"/>
                    <a:pt x="685" y="335"/>
                    <a:pt x="679" y="335"/>
                  </a:cubicBezTo>
                  <a:lnTo>
                    <a:pt x="677" y="335"/>
                  </a:lnTo>
                  <a:lnTo>
                    <a:pt x="677" y="326"/>
                  </a:lnTo>
                  <a:cubicBezTo>
                    <a:pt x="677" y="293"/>
                    <a:pt x="640" y="291"/>
                    <a:pt x="635" y="287"/>
                  </a:cubicBezTo>
                  <a:cubicBezTo>
                    <a:pt x="630" y="286"/>
                    <a:pt x="627" y="284"/>
                    <a:pt x="626" y="280"/>
                  </a:cubicBezTo>
                  <a:lnTo>
                    <a:pt x="613" y="251"/>
                  </a:lnTo>
                  <a:cubicBezTo>
                    <a:pt x="607" y="239"/>
                    <a:pt x="594" y="231"/>
                    <a:pt x="583" y="231"/>
                  </a:cubicBezTo>
                  <a:lnTo>
                    <a:pt x="541" y="231"/>
                  </a:lnTo>
                  <a:lnTo>
                    <a:pt x="534" y="226"/>
                  </a:lnTo>
                  <a:cubicBezTo>
                    <a:pt x="532" y="223"/>
                    <a:pt x="532" y="221"/>
                    <a:pt x="532" y="221"/>
                  </a:cubicBezTo>
                  <a:cubicBezTo>
                    <a:pt x="532" y="219"/>
                    <a:pt x="534" y="216"/>
                    <a:pt x="536" y="216"/>
                  </a:cubicBezTo>
                  <a:lnTo>
                    <a:pt x="619" y="208"/>
                  </a:lnTo>
                  <a:close/>
                  <a:moveTo>
                    <a:pt x="402" y="232"/>
                  </a:moveTo>
                  <a:cubicBezTo>
                    <a:pt x="425" y="241"/>
                    <a:pt x="440" y="264"/>
                    <a:pt x="440" y="290"/>
                  </a:cubicBezTo>
                  <a:lnTo>
                    <a:pt x="440" y="392"/>
                  </a:lnTo>
                  <a:lnTo>
                    <a:pt x="261" y="392"/>
                  </a:lnTo>
                  <a:lnTo>
                    <a:pt x="261" y="290"/>
                  </a:lnTo>
                  <a:lnTo>
                    <a:pt x="259" y="290"/>
                  </a:lnTo>
                  <a:cubicBezTo>
                    <a:pt x="259" y="264"/>
                    <a:pt x="274" y="241"/>
                    <a:pt x="297" y="232"/>
                  </a:cubicBezTo>
                  <a:cubicBezTo>
                    <a:pt x="302" y="236"/>
                    <a:pt x="310" y="241"/>
                    <a:pt x="317" y="244"/>
                  </a:cubicBezTo>
                  <a:lnTo>
                    <a:pt x="317" y="262"/>
                  </a:lnTo>
                  <a:cubicBezTo>
                    <a:pt x="317" y="280"/>
                    <a:pt x="331" y="294"/>
                    <a:pt x="349" y="294"/>
                  </a:cubicBezTo>
                  <a:cubicBezTo>
                    <a:pt x="367" y="294"/>
                    <a:pt x="382" y="280"/>
                    <a:pt x="382" y="262"/>
                  </a:cubicBezTo>
                  <a:lnTo>
                    <a:pt x="382" y="244"/>
                  </a:lnTo>
                  <a:cubicBezTo>
                    <a:pt x="389" y="241"/>
                    <a:pt x="395" y="236"/>
                    <a:pt x="402" y="232"/>
                  </a:cubicBezTo>
                  <a:close/>
                  <a:moveTo>
                    <a:pt x="584" y="249"/>
                  </a:moveTo>
                  <a:cubicBezTo>
                    <a:pt x="590" y="249"/>
                    <a:pt x="593" y="252"/>
                    <a:pt x="597" y="257"/>
                  </a:cubicBezTo>
                  <a:lnTo>
                    <a:pt x="609" y="286"/>
                  </a:lnTo>
                  <a:cubicBezTo>
                    <a:pt x="613" y="294"/>
                    <a:pt x="622" y="301"/>
                    <a:pt x="633" y="306"/>
                  </a:cubicBezTo>
                  <a:lnTo>
                    <a:pt x="648" y="309"/>
                  </a:lnTo>
                  <a:cubicBezTo>
                    <a:pt x="652" y="312"/>
                    <a:pt x="656" y="316"/>
                    <a:pt x="656" y="322"/>
                  </a:cubicBezTo>
                  <a:lnTo>
                    <a:pt x="656" y="414"/>
                  </a:lnTo>
                  <a:lnTo>
                    <a:pt x="620" y="414"/>
                  </a:lnTo>
                  <a:lnTo>
                    <a:pt x="620" y="392"/>
                  </a:lnTo>
                  <a:cubicBezTo>
                    <a:pt x="620" y="387"/>
                    <a:pt x="614" y="381"/>
                    <a:pt x="609" y="381"/>
                  </a:cubicBezTo>
                  <a:lnTo>
                    <a:pt x="594" y="381"/>
                  </a:lnTo>
                  <a:cubicBezTo>
                    <a:pt x="578" y="381"/>
                    <a:pt x="562" y="372"/>
                    <a:pt x="555" y="359"/>
                  </a:cubicBezTo>
                  <a:cubicBezTo>
                    <a:pt x="561" y="359"/>
                    <a:pt x="567" y="358"/>
                    <a:pt x="575" y="355"/>
                  </a:cubicBezTo>
                  <a:cubicBezTo>
                    <a:pt x="580" y="352"/>
                    <a:pt x="581" y="345"/>
                    <a:pt x="580" y="339"/>
                  </a:cubicBezTo>
                  <a:cubicBezTo>
                    <a:pt x="579" y="336"/>
                    <a:pt x="574" y="334"/>
                    <a:pt x="570" y="334"/>
                  </a:cubicBezTo>
                  <a:cubicBezTo>
                    <a:pt x="568" y="334"/>
                    <a:pt x="567" y="334"/>
                    <a:pt x="565" y="335"/>
                  </a:cubicBezTo>
                  <a:cubicBezTo>
                    <a:pt x="563" y="336"/>
                    <a:pt x="560" y="337"/>
                    <a:pt x="556" y="337"/>
                  </a:cubicBezTo>
                  <a:cubicBezTo>
                    <a:pt x="554" y="337"/>
                    <a:pt x="551" y="337"/>
                    <a:pt x="548" y="336"/>
                  </a:cubicBezTo>
                  <a:lnTo>
                    <a:pt x="548" y="330"/>
                  </a:lnTo>
                  <a:lnTo>
                    <a:pt x="548" y="249"/>
                  </a:lnTo>
                  <a:close/>
                  <a:moveTo>
                    <a:pt x="152" y="251"/>
                  </a:moveTo>
                  <a:lnTo>
                    <a:pt x="152" y="332"/>
                  </a:lnTo>
                  <a:lnTo>
                    <a:pt x="152" y="338"/>
                  </a:lnTo>
                  <a:cubicBezTo>
                    <a:pt x="149" y="338"/>
                    <a:pt x="147" y="338"/>
                    <a:pt x="145" y="338"/>
                  </a:cubicBezTo>
                  <a:cubicBezTo>
                    <a:pt x="142" y="338"/>
                    <a:pt x="139" y="338"/>
                    <a:pt x="135" y="336"/>
                  </a:cubicBezTo>
                  <a:cubicBezTo>
                    <a:pt x="134" y="336"/>
                    <a:pt x="132" y="336"/>
                    <a:pt x="131" y="336"/>
                  </a:cubicBezTo>
                  <a:cubicBezTo>
                    <a:pt x="127" y="336"/>
                    <a:pt x="123" y="337"/>
                    <a:pt x="120" y="342"/>
                  </a:cubicBezTo>
                  <a:cubicBezTo>
                    <a:pt x="118" y="346"/>
                    <a:pt x="120" y="352"/>
                    <a:pt x="125" y="356"/>
                  </a:cubicBezTo>
                  <a:cubicBezTo>
                    <a:pt x="132" y="359"/>
                    <a:pt x="138" y="361"/>
                    <a:pt x="145" y="361"/>
                  </a:cubicBezTo>
                  <a:cubicBezTo>
                    <a:pt x="136" y="374"/>
                    <a:pt x="122" y="382"/>
                    <a:pt x="106" y="382"/>
                  </a:cubicBezTo>
                  <a:lnTo>
                    <a:pt x="96" y="382"/>
                  </a:lnTo>
                  <a:cubicBezTo>
                    <a:pt x="87" y="382"/>
                    <a:pt x="80" y="390"/>
                    <a:pt x="80" y="400"/>
                  </a:cubicBezTo>
                  <a:lnTo>
                    <a:pt x="80" y="418"/>
                  </a:lnTo>
                  <a:lnTo>
                    <a:pt x="42" y="418"/>
                  </a:lnTo>
                  <a:lnTo>
                    <a:pt x="42" y="417"/>
                  </a:lnTo>
                  <a:lnTo>
                    <a:pt x="42" y="325"/>
                  </a:lnTo>
                  <a:cubicBezTo>
                    <a:pt x="42" y="320"/>
                    <a:pt x="45" y="316"/>
                    <a:pt x="50" y="313"/>
                  </a:cubicBezTo>
                  <a:cubicBezTo>
                    <a:pt x="51" y="313"/>
                    <a:pt x="51" y="313"/>
                    <a:pt x="67" y="307"/>
                  </a:cubicBezTo>
                  <a:cubicBezTo>
                    <a:pt x="79" y="306"/>
                    <a:pt x="86" y="299"/>
                    <a:pt x="92" y="287"/>
                  </a:cubicBezTo>
                  <a:cubicBezTo>
                    <a:pt x="103" y="257"/>
                    <a:pt x="103" y="258"/>
                    <a:pt x="106" y="257"/>
                  </a:cubicBezTo>
                  <a:cubicBezTo>
                    <a:pt x="107" y="252"/>
                    <a:pt x="112" y="251"/>
                    <a:pt x="116" y="251"/>
                  </a:cubicBezTo>
                  <a:close/>
                  <a:moveTo>
                    <a:pt x="448" y="564"/>
                  </a:moveTo>
                  <a:lnTo>
                    <a:pt x="448" y="576"/>
                  </a:lnTo>
                  <a:lnTo>
                    <a:pt x="424" y="576"/>
                  </a:lnTo>
                  <a:cubicBezTo>
                    <a:pt x="417" y="576"/>
                    <a:pt x="411" y="572"/>
                    <a:pt x="409" y="564"/>
                  </a:cubicBezTo>
                  <a:close/>
                  <a:moveTo>
                    <a:pt x="289" y="566"/>
                  </a:moveTo>
                  <a:cubicBezTo>
                    <a:pt x="288" y="573"/>
                    <a:pt x="282" y="577"/>
                    <a:pt x="275" y="577"/>
                  </a:cubicBezTo>
                  <a:lnTo>
                    <a:pt x="250" y="577"/>
                  </a:lnTo>
                  <a:lnTo>
                    <a:pt x="250" y="566"/>
                  </a:lnTo>
                  <a:close/>
                  <a:moveTo>
                    <a:pt x="456" y="414"/>
                  </a:moveTo>
                  <a:lnTo>
                    <a:pt x="471" y="537"/>
                  </a:lnTo>
                  <a:lnTo>
                    <a:pt x="463" y="537"/>
                  </a:lnTo>
                  <a:cubicBezTo>
                    <a:pt x="458" y="537"/>
                    <a:pt x="454" y="540"/>
                    <a:pt x="454" y="544"/>
                  </a:cubicBezTo>
                  <a:lnTo>
                    <a:pt x="408" y="544"/>
                  </a:lnTo>
                  <a:cubicBezTo>
                    <a:pt x="399" y="544"/>
                    <a:pt x="392" y="551"/>
                    <a:pt x="392" y="560"/>
                  </a:cubicBezTo>
                  <a:lnTo>
                    <a:pt x="392" y="564"/>
                  </a:lnTo>
                  <a:cubicBezTo>
                    <a:pt x="392" y="583"/>
                    <a:pt x="408" y="598"/>
                    <a:pt x="427" y="598"/>
                  </a:cubicBezTo>
                  <a:lnTo>
                    <a:pt x="454" y="598"/>
                  </a:lnTo>
                  <a:cubicBezTo>
                    <a:pt x="456" y="600"/>
                    <a:pt x="458" y="602"/>
                    <a:pt x="463" y="602"/>
                  </a:cubicBezTo>
                  <a:lnTo>
                    <a:pt x="477" y="602"/>
                  </a:lnTo>
                  <a:lnTo>
                    <a:pt x="490" y="699"/>
                  </a:lnTo>
                  <a:lnTo>
                    <a:pt x="210" y="699"/>
                  </a:lnTo>
                  <a:lnTo>
                    <a:pt x="223" y="602"/>
                  </a:lnTo>
                  <a:lnTo>
                    <a:pt x="240" y="602"/>
                  </a:lnTo>
                  <a:cubicBezTo>
                    <a:pt x="245" y="602"/>
                    <a:pt x="246" y="599"/>
                    <a:pt x="250" y="598"/>
                  </a:cubicBezTo>
                  <a:lnTo>
                    <a:pt x="276" y="598"/>
                  </a:lnTo>
                  <a:cubicBezTo>
                    <a:pt x="297" y="598"/>
                    <a:pt x="311" y="582"/>
                    <a:pt x="311" y="564"/>
                  </a:cubicBezTo>
                  <a:lnTo>
                    <a:pt x="311" y="560"/>
                  </a:lnTo>
                  <a:cubicBezTo>
                    <a:pt x="311" y="551"/>
                    <a:pt x="304" y="544"/>
                    <a:pt x="295" y="544"/>
                  </a:cubicBezTo>
                  <a:lnTo>
                    <a:pt x="250" y="544"/>
                  </a:lnTo>
                  <a:cubicBezTo>
                    <a:pt x="248" y="540"/>
                    <a:pt x="245" y="537"/>
                    <a:pt x="240" y="537"/>
                  </a:cubicBezTo>
                  <a:lnTo>
                    <a:pt x="232" y="537"/>
                  </a:lnTo>
                  <a:lnTo>
                    <a:pt x="248" y="414"/>
                  </a:lnTo>
                  <a:close/>
                  <a:moveTo>
                    <a:pt x="331" y="1"/>
                  </a:moveTo>
                  <a:cubicBezTo>
                    <a:pt x="285" y="1"/>
                    <a:pt x="249" y="41"/>
                    <a:pt x="249" y="95"/>
                  </a:cubicBezTo>
                  <a:cubicBezTo>
                    <a:pt x="249" y="143"/>
                    <a:pt x="242" y="177"/>
                    <a:pt x="232" y="197"/>
                  </a:cubicBezTo>
                  <a:cubicBezTo>
                    <a:pt x="230" y="199"/>
                    <a:pt x="230" y="203"/>
                    <a:pt x="230" y="206"/>
                  </a:cubicBezTo>
                  <a:cubicBezTo>
                    <a:pt x="232" y="210"/>
                    <a:pt x="233" y="212"/>
                    <a:pt x="237" y="213"/>
                  </a:cubicBezTo>
                  <a:cubicBezTo>
                    <a:pt x="252" y="219"/>
                    <a:pt x="266" y="222"/>
                    <a:pt x="281" y="226"/>
                  </a:cubicBezTo>
                  <a:cubicBezTo>
                    <a:pt x="261" y="242"/>
                    <a:pt x="248" y="265"/>
                    <a:pt x="248" y="293"/>
                  </a:cubicBezTo>
                  <a:lnTo>
                    <a:pt x="248" y="395"/>
                  </a:lnTo>
                  <a:lnTo>
                    <a:pt x="245" y="395"/>
                  </a:lnTo>
                  <a:cubicBezTo>
                    <a:pt x="239" y="395"/>
                    <a:pt x="235" y="400"/>
                    <a:pt x="233" y="405"/>
                  </a:cubicBezTo>
                  <a:lnTo>
                    <a:pt x="217" y="540"/>
                  </a:lnTo>
                  <a:lnTo>
                    <a:pt x="206" y="540"/>
                  </a:lnTo>
                  <a:lnTo>
                    <a:pt x="184" y="447"/>
                  </a:lnTo>
                  <a:cubicBezTo>
                    <a:pt x="181" y="431"/>
                    <a:pt x="167" y="421"/>
                    <a:pt x="151" y="421"/>
                  </a:cubicBezTo>
                  <a:lnTo>
                    <a:pt x="109" y="421"/>
                  </a:lnTo>
                  <a:lnTo>
                    <a:pt x="109" y="407"/>
                  </a:lnTo>
                  <a:lnTo>
                    <a:pt x="112" y="407"/>
                  </a:lnTo>
                  <a:cubicBezTo>
                    <a:pt x="151" y="407"/>
                    <a:pt x="183" y="375"/>
                    <a:pt x="183" y="336"/>
                  </a:cubicBezTo>
                  <a:lnTo>
                    <a:pt x="183" y="249"/>
                  </a:lnTo>
                  <a:lnTo>
                    <a:pt x="190" y="244"/>
                  </a:lnTo>
                  <a:cubicBezTo>
                    <a:pt x="198" y="236"/>
                    <a:pt x="203" y="226"/>
                    <a:pt x="198" y="215"/>
                  </a:cubicBezTo>
                  <a:cubicBezTo>
                    <a:pt x="196" y="205"/>
                    <a:pt x="188" y="197"/>
                    <a:pt x="177" y="195"/>
                  </a:cubicBezTo>
                  <a:lnTo>
                    <a:pt x="96" y="186"/>
                  </a:lnTo>
                  <a:cubicBezTo>
                    <a:pt x="95" y="186"/>
                    <a:pt x="94" y="186"/>
                    <a:pt x="92" y="186"/>
                  </a:cubicBezTo>
                  <a:cubicBezTo>
                    <a:pt x="78" y="186"/>
                    <a:pt x="64" y="194"/>
                    <a:pt x="58" y="208"/>
                  </a:cubicBezTo>
                  <a:cubicBezTo>
                    <a:pt x="57" y="212"/>
                    <a:pt x="53" y="215"/>
                    <a:pt x="50" y="215"/>
                  </a:cubicBezTo>
                  <a:lnTo>
                    <a:pt x="31" y="215"/>
                  </a:lnTo>
                  <a:cubicBezTo>
                    <a:pt x="15" y="215"/>
                    <a:pt x="1" y="229"/>
                    <a:pt x="1" y="245"/>
                  </a:cubicBezTo>
                  <a:lnTo>
                    <a:pt x="1" y="325"/>
                  </a:lnTo>
                  <a:cubicBezTo>
                    <a:pt x="1" y="342"/>
                    <a:pt x="15" y="356"/>
                    <a:pt x="31" y="356"/>
                  </a:cubicBezTo>
                  <a:lnTo>
                    <a:pt x="35" y="356"/>
                  </a:lnTo>
                  <a:lnTo>
                    <a:pt x="35" y="421"/>
                  </a:lnTo>
                  <a:cubicBezTo>
                    <a:pt x="21" y="426"/>
                    <a:pt x="9" y="439"/>
                    <a:pt x="9" y="455"/>
                  </a:cubicBezTo>
                  <a:lnTo>
                    <a:pt x="9" y="613"/>
                  </a:lnTo>
                  <a:cubicBezTo>
                    <a:pt x="9" y="634"/>
                    <a:pt x="25" y="650"/>
                    <a:pt x="45" y="650"/>
                  </a:cubicBezTo>
                  <a:lnTo>
                    <a:pt x="58" y="650"/>
                  </a:lnTo>
                  <a:cubicBezTo>
                    <a:pt x="64" y="650"/>
                    <a:pt x="68" y="645"/>
                    <a:pt x="68" y="639"/>
                  </a:cubicBezTo>
                  <a:cubicBezTo>
                    <a:pt x="68" y="634"/>
                    <a:pt x="64" y="628"/>
                    <a:pt x="58" y="628"/>
                  </a:cubicBezTo>
                  <a:lnTo>
                    <a:pt x="45" y="628"/>
                  </a:lnTo>
                  <a:cubicBezTo>
                    <a:pt x="37" y="628"/>
                    <a:pt x="31" y="621"/>
                    <a:pt x="31" y="613"/>
                  </a:cubicBezTo>
                  <a:lnTo>
                    <a:pt x="31" y="455"/>
                  </a:lnTo>
                  <a:cubicBezTo>
                    <a:pt x="31" y="447"/>
                    <a:pt x="38" y="440"/>
                    <a:pt x="45" y="440"/>
                  </a:cubicBezTo>
                  <a:lnTo>
                    <a:pt x="152" y="440"/>
                  </a:lnTo>
                  <a:cubicBezTo>
                    <a:pt x="159" y="440"/>
                    <a:pt x="165" y="446"/>
                    <a:pt x="167" y="452"/>
                  </a:cubicBezTo>
                  <a:lnTo>
                    <a:pt x="187" y="538"/>
                  </a:lnTo>
                  <a:lnTo>
                    <a:pt x="132" y="538"/>
                  </a:lnTo>
                  <a:lnTo>
                    <a:pt x="132" y="475"/>
                  </a:lnTo>
                  <a:cubicBezTo>
                    <a:pt x="132" y="469"/>
                    <a:pt x="126" y="465"/>
                    <a:pt x="122" y="465"/>
                  </a:cubicBezTo>
                  <a:cubicBezTo>
                    <a:pt x="116" y="465"/>
                    <a:pt x="110" y="469"/>
                    <a:pt x="110" y="475"/>
                  </a:cubicBezTo>
                  <a:lnTo>
                    <a:pt x="110" y="548"/>
                  </a:lnTo>
                  <a:cubicBezTo>
                    <a:pt x="110" y="554"/>
                    <a:pt x="116" y="560"/>
                    <a:pt x="122" y="560"/>
                  </a:cubicBezTo>
                  <a:lnTo>
                    <a:pt x="240" y="560"/>
                  </a:lnTo>
                  <a:lnTo>
                    <a:pt x="240" y="582"/>
                  </a:lnTo>
                  <a:lnTo>
                    <a:pt x="100" y="582"/>
                  </a:lnTo>
                  <a:cubicBezTo>
                    <a:pt x="94" y="582"/>
                    <a:pt x="89" y="576"/>
                    <a:pt x="89" y="570"/>
                  </a:cubicBezTo>
                  <a:lnTo>
                    <a:pt x="89" y="475"/>
                  </a:lnTo>
                  <a:cubicBezTo>
                    <a:pt x="89" y="469"/>
                    <a:pt x="83" y="465"/>
                    <a:pt x="79" y="465"/>
                  </a:cubicBezTo>
                  <a:cubicBezTo>
                    <a:pt x="73" y="465"/>
                    <a:pt x="67" y="469"/>
                    <a:pt x="67" y="475"/>
                  </a:cubicBezTo>
                  <a:lnTo>
                    <a:pt x="67" y="570"/>
                  </a:lnTo>
                  <a:cubicBezTo>
                    <a:pt x="67" y="589"/>
                    <a:pt x="81" y="603"/>
                    <a:pt x="100" y="603"/>
                  </a:cubicBezTo>
                  <a:lnTo>
                    <a:pt x="203" y="603"/>
                  </a:lnTo>
                  <a:lnTo>
                    <a:pt x="204" y="611"/>
                  </a:lnTo>
                  <a:cubicBezTo>
                    <a:pt x="206" y="613"/>
                    <a:pt x="204" y="619"/>
                    <a:pt x="201" y="624"/>
                  </a:cubicBezTo>
                  <a:cubicBezTo>
                    <a:pt x="197" y="626"/>
                    <a:pt x="194" y="628"/>
                    <a:pt x="190" y="628"/>
                  </a:cubicBezTo>
                  <a:lnTo>
                    <a:pt x="100" y="628"/>
                  </a:lnTo>
                  <a:cubicBezTo>
                    <a:pt x="94" y="628"/>
                    <a:pt x="89" y="634"/>
                    <a:pt x="89" y="639"/>
                  </a:cubicBezTo>
                  <a:cubicBezTo>
                    <a:pt x="89" y="645"/>
                    <a:pt x="94" y="650"/>
                    <a:pt x="100" y="650"/>
                  </a:cubicBezTo>
                  <a:lnTo>
                    <a:pt x="190" y="650"/>
                  </a:lnTo>
                  <a:cubicBezTo>
                    <a:pt x="196" y="650"/>
                    <a:pt x="201" y="648"/>
                    <a:pt x="206" y="647"/>
                  </a:cubicBezTo>
                  <a:lnTo>
                    <a:pt x="206" y="647"/>
                  </a:lnTo>
                  <a:lnTo>
                    <a:pt x="198" y="712"/>
                  </a:lnTo>
                  <a:cubicBezTo>
                    <a:pt x="198" y="715"/>
                    <a:pt x="198" y="717"/>
                    <a:pt x="201" y="720"/>
                  </a:cubicBezTo>
                  <a:cubicBezTo>
                    <a:pt x="203" y="722"/>
                    <a:pt x="206" y="725"/>
                    <a:pt x="209" y="725"/>
                  </a:cubicBezTo>
                  <a:lnTo>
                    <a:pt x="513" y="725"/>
                  </a:lnTo>
                  <a:cubicBezTo>
                    <a:pt x="516" y="725"/>
                    <a:pt x="519" y="722"/>
                    <a:pt x="521" y="720"/>
                  </a:cubicBezTo>
                  <a:cubicBezTo>
                    <a:pt x="522" y="719"/>
                    <a:pt x="523" y="715"/>
                    <a:pt x="522" y="712"/>
                  </a:cubicBezTo>
                  <a:lnTo>
                    <a:pt x="515" y="647"/>
                  </a:lnTo>
                  <a:lnTo>
                    <a:pt x="515" y="647"/>
                  </a:lnTo>
                  <a:cubicBezTo>
                    <a:pt x="521" y="648"/>
                    <a:pt x="526" y="650"/>
                    <a:pt x="531" y="650"/>
                  </a:cubicBezTo>
                  <a:lnTo>
                    <a:pt x="675" y="650"/>
                  </a:lnTo>
                  <a:cubicBezTo>
                    <a:pt x="695" y="650"/>
                    <a:pt x="711" y="634"/>
                    <a:pt x="711" y="613"/>
                  </a:cubicBezTo>
                  <a:lnTo>
                    <a:pt x="711" y="518"/>
                  </a:lnTo>
                  <a:cubicBezTo>
                    <a:pt x="711" y="512"/>
                    <a:pt x="707" y="508"/>
                    <a:pt x="701" y="508"/>
                  </a:cubicBezTo>
                  <a:cubicBezTo>
                    <a:pt x="695" y="508"/>
                    <a:pt x="690" y="512"/>
                    <a:pt x="690" y="518"/>
                  </a:cubicBezTo>
                  <a:lnTo>
                    <a:pt x="690" y="613"/>
                  </a:lnTo>
                  <a:cubicBezTo>
                    <a:pt x="690" y="621"/>
                    <a:pt x="682" y="628"/>
                    <a:pt x="675" y="628"/>
                  </a:cubicBezTo>
                  <a:lnTo>
                    <a:pt x="531" y="628"/>
                  </a:lnTo>
                  <a:cubicBezTo>
                    <a:pt x="526" y="628"/>
                    <a:pt x="522" y="626"/>
                    <a:pt x="521" y="624"/>
                  </a:cubicBezTo>
                  <a:cubicBezTo>
                    <a:pt x="516" y="619"/>
                    <a:pt x="516" y="616"/>
                    <a:pt x="516" y="611"/>
                  </a:cubicBezTo>
                  <a:lnTo>
                    <a:pt x="519" y="603"/>
                  </a:lnTo>
                  <a:lnTo>
                    <a:pt x="622" y="603"/>
                  </a:lnTo>
                  <a:cubicBezTo>
                    <a:pt x="639" y="603"/>
                    <a:pt x="653" y="589"/>
                    <a:pt x="653" y="570"/>
                  </a:cubicBezTo>
                  <a:lnTo>
                    <a:pt x="653" y="475"/>
                  </a:lnTo>
                  <a:cubicBezTo>
                    <a:pt x="653" y="469"/>
                    <a:pt x="649" y="465"/>
                    <a:pt x="643" y="465"/>
                  </a:cubicBezTo>
                  <a:cubicBezTo>
                    <a:pt x="638" y="465"/>
                    <a:pt x="632" y="469"/>
                    <a:pt x="632" y="475"/>
                  </a:cubicBezTo>
                  <a:lnTo>
                    <a:pt x="632" y="570"/>
                  </a:lnTo>
                  <a:cubicBezTo>
                    <a:pt x="632" y="576"/>
                    <a:pt x="627" y="582"/>
                    <a:pt x="622" y="582"/>
                  </a:cubicBezTo>
                  <a:lnTo>
                    <a:pt x="480" y="582"/>
                  </a:lnTo>
                  <a:lnTo>
                    <a:pt x="480" y="560"/>
                  </a:lnTo>
                  <a:lnTo>
                    <a:pt x="600" y="560"/>
                  </a:lnTo>
                  <a:cubicBezTo>
                    <a:pt x="606" y="560"/>
                    <a:pt x="610" y="554"/>
                    <a:pt x="610" y="548"/>
                  </a:cubicBezTo>
                  <a:lnTo>
                    <a:pt x="610" y="475"/>
                  </a:lnTo>
                  <a:cubicBezTo>
                    <a:pt x="610" y="469"/>
                    <a:pt x="606" y="465"/>
                    <a:pt x="600" y="465"/>
                  </a:cubicBezTo>
                  <a:cubicBezTo>
                    <a:pt x="594" y="465"/>
                    <a:pt x="588" y="469"/>
                    <a:pt x="588" y="475"/>
                  </a:cubicBezTo>
                  <a:lnTo>
                    <a:pt x="588" y="538"/>
                  </a:lnTo>
                  <a:lnTo>
                    <a:pt x="535" y="538"/>
                  </a:lnTo>
                  <a:lnTo>
                    <a:pt x="555" y="452"/>
                  </a:lnTo>
                  <a:cubicBezTo>
                    <a:pt x="557" y="444"/>
                    <a:pt x="562" y="440"/>
                    <a:pt x="570" y="440"/>
                  </a:cubicBezTo>
                  <a:lnTo>
                    <a:pt x="675" y="440"/>
                  </a:lnTo>
                  <a:cubicBezTo>
                    <a:pt x="682" y="440"/>
                    <a:pt x="690" y="447"/>
                    <a:pt x="690" y="455"/>
                  </a:cubicBezTo>
                  <a:lnTo>
                    <a:pt x="690" y="476"/>
                  </a:lnTo>
                  <a:cubicBezTo>
                    <a:pt x="690" y="482"/>
                    <a:pt x="695" y="488"/>
                    <a:pt x="701" y="488"/>
                  </a:cubicBezTo>
                  <a:cubicBezTo>
                    <a:pt x="707" y="488"/>
                    <a:pt x="711" y="482"/>
                    <a:pt x="711" y="476"/>
                  </a:cubicBezTo>
                  <a:lnTo>
                    <a:pt x="711" y="455"/>
                  </a:lnTo>
                  <a:cubicBezTo>
                    <a:pt x="711" y="439"/>
                    <a:pt x="701" y="426"/>
                    <a:pt x="687" y="421"/>
                  </a:cubicBezTo>
                  <a:lnTo>
                    <a:pt x="687" y="356"/>
                  </a:lnTo>
                  <a:lnTo>
                    <a:pt x="690" y="356"/>
                  </a:lnTo>
                  <a:cubicBezTo>
                    <a:pt x="707" y="356"/>
                    <a:pt x="721" y="342"/>
                    <a:pt x="721" y="325"/>
                  </a:cubicBezTo>
                  <a:lnTo>
                    <a:pt x="721" y="245"/>
                  </a:lnTo>
                  <a:cubicBezTo>
                    <a:pt x="710" y="228"/>
                    <a:pt x="695" y="213"/>
                    <a:pt x="679" y="213"/>
                  </a:cubicBezTo>
                  <a:lnTo>
                    <a:pt x="662" y="213"/>
                  </a:lnTo>
                  <a:cubicBezTo>
                    <a:pt x="658" y="213"/>
                    <a:pt x="652" y="212"/>
                    <a:pt x="652" y="206"/>
                  </a:cubicBezTo>
                  <a:cubicBezTo>
                    <a:pt x="645" y="193"/>
                    <a:pt x="632" y="184"/>
                    <a:pt x="618" y="184"/>
                  </a:cubicBezTo>
                  <a:cubicBezTo>
                    <a:pt x="617" y="184"/>
                    <a:pt x="616" y="184"/>
                    <a:pt x="614" y="184"/>
                  </a:cubicBezTo>
                  <a:lnTo>
                    <a:pt x="534" y="193"/>
                  </a:lnTo>
                  <a:cubicBezTo>
                    <a:pt x="522" y="196"/>
                    <a:pt x="513" y="203"/>
                    <a:pt x="512" y="213"/>
                  </a:cubicBezTo>
                  <a:cubicBezTo>
                    <a:pt x="508" y="225"/>
                    <a:pt x="512" y="235"/>
                    <a:pt x="521" y="242"/>
                  </a:cubicBezTo>
                  <a:lnTo>
                    <a:pt x="528" y="248"/>
                  </a:lnTo>
                  <a:lnTo>
                    <a:pt x="528" y="335"/>
                  </a:lnTo>
                  <a:cubicBezTo>
                    <a:pt x="528" y="372"/>
                    <a:pt x="558" y="405"/>
                    <a:pt x="599" y="405"/>
                  </a:cubicBezTo>
                  <a:lnTo>
                    <a:pt x="601" y="405"/>
                  </a:lnTo>
                  <a:lnTo>
                    <a:pt x="601" y="420"/>
                  </a:lnTo>
                  <a:lnTo>
                    <a:pt x="560" y="420"/>
                  </a:lnTo>
                  <a:cubicBezTo>
                    <a:pt x="544" y="420"/>
                    <a:pt x="529" y="430"/>
                    <a:pt x="526" y="446"/>
                  </a:cubicBezTo>
                  <a:lnTo>
                    <a:pt x="505" y="538"/>
                  </a:lnTo>
                  <a:lnTo>
                    <a:pt x="493" y="538"/>
                  </a:lnTo>
                  <a:lnTo>
                    <a:pt x="477" y="403"/>
                  </a:lnTo>
                  <a:cubicBezTo>
                    <a:pt x="477" y="398"/>
                    <a:pt x="471" y="394"/>
                    <a:pt x="466" y="394"/>
                  </a:cubicBezTo>
                  <a:lnTo>
                    <a:pt x="463" y="394"/>
                  </a:lnTo>
                  <a:lnTo>
                    <a:pt x="463" y="291"/>
                  </a:lnTo>
                  <a:cubicBezTo>
                    <a:pt x="463" y="264"/>
                    <a:pt x="450" y="239"/>
                    <a:pt x="430" y="225"/>
                  </a:cubicBezTo>
                  <a:cubicBezTo>
                    <a:pt x="447" y="221"/>
                    <a:pt x="461" y="218"/>
                    <a:pt x="473" y="212"/>
                  </a:cubicBezTo>
                  <a:cubicBezTo>
                    <a:pt x="477" y="210"/>
                    <a:pt x="479" y="208"/>
                    <a:pt x="480" y="205"/>
                  </a:cubicBezTo>
                  <a:cubicBezTo>
                    <a:pt x="483" y="200"/>
                    <a:pt x="480" y="199"/>
                    <a:pt x="479" y="196"/>
                  </a:cubicBezTo>
                  <a:cubicBezTo>
                    <a:pt x="466" y="176"/>
                    <a:pt x="461" y="141"/>
                    <a:pt x="461" y="92"/>
                  </a:cubicBezTo>
                  <a:cubicBezTo>
                    <a:pt x="461" y="82"/>
                    <a:pt x="458" y="70"/>
                    <a:pt x="456" y="60"/>
                  </a:cubicBezTo>
                  <a:cubicBezTo>
                    <a:pt x="454" y="55"/>
                    <a:pt x="450" y="53"/>
                    <a:pt x="446" y="53"/>
                  </a:cubicBezTo>
                  <a:cubicBezTo>
                    <a:pt x="445" y="53"/>
                    <a:pt x="444" y="53"/>
                    <a:pt x="443" y="53"/>
                  </a:cubicBezTo>
                  <a:cubicBezTo>
                    <a:pt x="437" y="54"/>
                    <a:pt x="434" y="60"/>
                    <a:pt x="435" y="66"/>
                  </a:cubicBezTo>
                  <a:cubicBezTo>
                    <a:pt x="437" y="75"/>
                    <a:pt x="440" y="82"/>
                    <a:pt x="440" y="91"/>
                  </a:cubicBezTo>
                  <a:cubicBezTo>
                    <a:pt x="440" y="135"/>
                    <a:pt x="444" y="169"/>
                    <a:pt x="456" y="192"/>
                  </a:cubicBezTo>
                  <a:cubicBezTo>
                    <a:pt x="447" y="196"/>
                    <a:pt x="435" y="197"/>
                    <a:pt x="427" y="199"/>
                  </a:cubicBezTo>
                  <a:cubicBezTo>
                    <a:pt x="430" y="190"/>
                    <a:pt x="434" y="179"/>
                    <a:pt x="434" y="169"/>
                  </a:cubicBezTo>
                  <a:lnTo>
                    <a:pt x="434" y="111"/>
                  </a:lnTo>
                  <a:cubicBezTo>
                    <a:pt x="434" y="106"/>
                    <a:pt x="432" y="104"/>
                    <a:pt x="430" y="99"/>
                  </a:cubicBezTo>
                  <a:cubicBezTo>
                    <a:pt x="427" y="98"/>
                    <a:pt x="422" y="96"/>
                    <a:pt x="419" y="96"/>
                  </a:cubicBezTo>
                  <a:cubicBezTo>
                    <a:pt x="417" y="97"/>
                    <a:pt x="415" y="97"/>
                    <a:pt x="413" y="97"/>
                  </a:cubicBezTo>
                  <a:cubicBezTo>
                    <a:pt x="402" y="97"/>
                    <a:pt x="394" y="93"/>
                    <a:pt x="385" y="85"/>
                  </a:cubicBezTo>
                  <a:cubicBezTo>
                    <a:pt x="382" y="83"/>
                    <a:pt x="379" y="83"/>
                    <a:pt x="377" y="83"/>
                  </a:cubicBezTo>
                  <a:cubicBezTo>
                    <a:pt x="374" y="83"/>
                    <a:pt x="372" y="83"/>
                    <a:pt x="369" y="85"/>
                  </a:cubicBezTo>
                  <a:cubicBezTo>
                    <a:pt x="356" y="94"/>
                    <a:pt x="331" y="98"/>
                    <a:pt x="303" y="98"/>
                  </a:cubicBezTo>
                  <a:cubicBezTo>
                    <a:pt x="299" y="98"/>
                    <a:pt x="295" y="98"/>
                    <a:pt x="291" y="98"/>
                  </a:cubicBezTo>
                  <a:cubicBezTo>
                    <a:pt x="288" y="98"/>
                    <a:pt x="284" y="99"/>
                    <a:pt x="281" y="102"/>
                  </a:cubicBezTo>
                  <a:cubicBezTo>
                    <a:pt x="276" y="104"/>
                    <a:pt x="276" y="106"/>
                    <a:pt x="276" y="112"/>
                  </a:cubicBezTo>
                  <a:lnTo>
                    <a:pt x="276" y="170"/>
                  </a:lnTo>
                  <a:cubicBezTo>
                    <a:pt x="276" y="182"/>
                    <a:pt x="278" y="192"/>
                    <a:pt x="284" y="200"/>
                  </a:cubicBezTo>
                  <a:cubicBezTo>
                    <a:pt x="274" y="199"/>
                    <a:pt x="263" y="196"/>
                    <a:pt x="255" y="193"/>
                  </a:cubicBezTo>
                  <a:cubicBezTo>
                    <a:pt x="266" y="170"/>
                    <a:pt x="269" y="138"/>
                    <a:pt x="271" y="92"/>
                  </a:cubicBezTo>
                  <a:cubicBezTo>
                    <a:pt x="271" y="53"/>
                    <a:pt x="298" y="20"/>
                    <a:pt x="331" y="20"/>
                  </a:cubicBezTo>
                  <a:lnTo>
                    <a:pt x="385" y="20"/>
                  </a:lnTo>
                  <a:cubicBezTo>
                    <a:pt x="398" y="20"/>
                    <a:pt x="411" y="26"/>
                    <a:pt x="421" y="34"/>
                  </a:cubicBezTo>
                  <a:cubicBezTo>
                    <a:pt x="423" y="36"/>
                    <a:pt x="426" y="37"/>
                    <a:pt x="429" y="37"/>
                  </a:cubicBezTo>
                  <a:cubicBezTo>
                    <a:pt x="431" y="37"/>
                    <a:pt x="434" y="36"/>
                    <a:pt x="435" y="34"/>
                  </a:cubicBezTo>
                  <a:cubicBezTo>
                    <a:pt x="440" y="31"/>
                    <a:pt x="440" y="24"/>
                    <a:pt x="435" y="20"/>
                  </a:cubicBezTo>
                  <a:cubicBezTo>
                    <a:pt x="421" y="8"/>
                    <a:pt x="405" y="1"/>
                    <a:pt x="3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9"/>
            <p:cNvSpPr/>
            <p:nvPr/>
          </p:nvSpPr>
          <p:spPr>
            <a:xfrm>
              <a:off x="5023876" y="4138435"/>
              <a:ext cx="13031" cy="16430"/>
            </a:xfrm>
            <a:custGeom>
              <a:rect b="b" l="l" r="r" t="t"/>
              <a:pathLst>
                <a:path extrusionOk="0" h="29" w="23">
                  <a:moveTo>
                    <a:pt x="11" y="1"/>
                  </a:moveTo>
                  <a:cubicBezTo>
                    <a:pt x="6" y="1"/>
                    <a:pt x="0" y="7"/>
                    <a:pt x="0" y="12"/>
                  </a:cubicBezTo>
                  <a:lnTo>
                    <a:pt x="0" y="17"/>
                  </a:lnTo>
                  <a:cubicBezTo>
                    <a:pt x="0" y="22"/>
                    <a:pt x="6" y="28"/>
                    <a:pt x="11" y="28"/>
                  </a:cubicBezTo>
                  <a:cubicBezTo>
                    <a:pt x="16" y="28"/>
                    <a:pt x="22" y="22"/>
                    <a:pt x="22" y="17"/>
                  </a:cubicBezTo>
                  <a:lnTo>
                    <a:pt x="22" y="12"/>
                  </a:lnTo>
                  <a:cubicBezTo>
                    <a:pt x="22" y="5"/>
                    <a:pt x="16"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 name="Google Shape;2690;p49"/>
          <p:cNvGrpSpPr/>
          <p:nvPr/>
        </p:nvGrpSpPr>
        <p:grpSpPr>
          <a:xfrm>
            <a:off x="3912300" y="3970735"/>
            <a:ext cx="379590" cy="410752"/>
            <a:chOff x="3912300" y="3970735"/>
            <a:chExt cx="379590" cy="410752"/>
          </a:xfrm>
        </p:grpSpPr>
        <p:sp>
          <p:nvSpPr>
            <p:cNvPr id="2691" name="Google Shape;2691;p49"/>
            <p:cNvSpPr/>
            <p:nvPr/>
          </p:nvSpPr>
          <p:spPr>
            <a:xfrm>
              <a:off x="4029577" y="4038722"/>
              <a:ext cx="43058" cy="52123"/>
            </a:xfrm>
            <a:custGeom>
              <a:rect b="b" l="l" r="r" t="t"/>
              <a:pathLst>
                <a:path extrusionOk="0" h="92" w="76">
                  <a:moveTo>
                    <a:pt x="54" y="22"/>
                  </a:moveTo>
                  <a:lnTo>
                    <a:pt x="54" y="70"/>
                  </a:lnTo>
                  <a:lnTo>
                    <a:pt x="22" y="70"/>
                  </a:lnTo>
                  <a:lnTo>
                    <a:pt x="22" y="22"/>
                  </a:lnTo>
                  <a:close/>
                  <a:moveTo>
                    <a:pt x="16" y="1"/>
                  </a:moveTo>
                  <a:cubicBezTo>
                    <a:pt x="8" y="1"/>
                    <a:pt x="0" y="8"/>
                    <a:pt x="0" y="16"/>
                  </a:cubicBezTo>
                  <a:lnTo>
                    <a:pt x="0" y="76"/>
                  </a:lnTo>
                  <a:cubicBezTo>
                    <a:pt x="2" y="84"/>
                    <a:pt x="9" y="92"/>
                    <a:pt x="16" y="92"/>
                  </a:cubicBezTo>
                  <a:lnTo>
                    <a:pt x="60" y="92"/>
                  </a:lnTo>
                  <a:cubicBezTo>
                    <a:pt x="68" y="92"/>
                    <a:pt x="75" y="84"/>
                    <a:pt x="75" y="76"/>
                  </a:cubicBezTo>
                  <a:lnTo>
                    <a:pt x="75" y="16"/>
                  </a:lnTo>
                  <a:cubicBezTo>
                    <a:pt x="75" y="8"/>
                    <a:pt x="68"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9"/>
            <p:cNvSpPr/>
            <p:nvPr/>
          </p:nvSpPr>
          <p:spPr>
            <a:xfrm>
              <a:off x="4082833" y="4030790"/>
              <a:ext cx="43058" cy="60055"/>
            </a:xfrm>
            <a:custGeom>
              <a:rect b="b" l="l" r="r" t="t"/>
              <a:pathLst>
                <a:path extrusionOk="0" h="106" w="76">
                  <a:moveTo>
                    <a:pt x="54" y="23"/>
                  </a:moveTo>
                  <a:lnTo>
                    <a:pt x="54" y="87"/>
                  </a:lnTo>
                  <a:lnTo>
                    <a:pt x="22" y="87"/>
                  </a:lnTo>
                  <a:lnTo>
                    <a:pt x="22" y="23"/>
                  </a:lnTo>
                  <a:close/>
                  <a:moveTo>
                    <a:pt x="16" y="0"/>
                  </a:moveTo>
                  <a:cubicBezTo>
                    <a:pt x="7" y="0"/>
                    <a:pt x="0" y="7"/>
                    <a:pt x="0" y="16"/>
                  </a:cubicBezTo>
                  <a:lnTo>
                    <a:pt x="0" y="90"/>
                  </a:lnTo>
                  <a:cubicBezTo>
                    <a:pt x="2" y="98"/>
                    <a:pt x="9" y="106"/>
                    <a:pt x="16" y="106"/>
                  </a:cubicBezTo>
                  <a:lnTo>
                    <a:pt x="59" y="106"/>
                  </a:lnTo>
                  <a:cubicBezTo>
                    <a:pt x="68" y="106"/>
                    <a:pt x="75" y="98"/>
                    <a:pt x="75" y="90"/>
                  </a:cubicBezTo>
                  <a:lnTo>
                    <a:pt x="75" y="16"/>
                  </a:lnTo>
                  <a:cubicBezTo>
                    <a:pt x="75" y="7"/>
                    <a:pt x="68" y="0"/>
                    <a:pt x="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9"/>
            <p:cNvSpPr/>
            <p:nvPr/>
          </p:nvSpPr>
          <p:spPr>
            <a:xfrm>
              <a:off x="4136089" y="4014926"/>
              <a:ext cx="43058" cy="75918"/>
            </a:xfrm>
            <a:custGeom>
              <a:rect b="b" l="l" r="r" t="t"/>
              <a:pathLst>
                <a:path extrusionOk="0" h="134" w="76">
                  <a:moveTo>
                    <a:pt x="54" y="22"/>
                  </a:moveTo>
                  <a:lnTo>
                    <a:pt x="54" y="112"/>
                  </a:lnTo>
                  <a:lnTo>
                    <a:pt x="22" y="112"/>
                  </a:lnTo>
                  <a:lnTo>
                    <a:pt x="22" y="22"/>
                  </a:lnTo>
                  <a:close/>
                  <a:moveTo>
                    <a:pt x="16" y="1"/>
                  </a:moveTo>
                  <a:cubicBezTo>
                    <a:pt x="7" y="1"/>
                    <a:pt x="0" y="8"/>
                    <a:pt x="0" y="17"/>
                  </a:cubicBezTo>
                  <a:lnTo>
                    <a:pt x="0" y="118"/>
                  </a:lnTo>
                  <a:cubicBezTo>
                    <a:pt x="2" y="126"/>
                    <a:pt x="7" y="134"/>
                    <a:pt x="16" y="134"/>
                  </a:cubicBezTo>
                  <a:lnTo>
                    <a:pt x="59" y="134"/>
                  </a:lnTo>
                  <a:cubicBezTo>
                    <a:pt x="68" y="134"/>
                    <a:pt x="75" y="126"/>
                    <a:pt x="75" y="118"/>
                  </a:cubicBezTo>
                  <a:lnTo>
                    <a:pt x="75" y="17"/>
                  </a:lnTo>
                  <a:cubicBezTo>
                    <a:pt x="75" y="8"/>
                    <a:pt x="68"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9"/>
            <p:cNvSpPr/>
            <p:nvPr/>
          </p:nvSpPr>
          <p:spPr>
            <a:xfrm>
              <a:off x="4136655" y="4108975"/>
              <a:ext cx="110478" cy="97447"/>
            </a:xfrm>
            <a:custGeom>
              <a:rect b="b" l="l" r="r" t="t"/>
              <a:pathLst>
                <a:path extrusionOk="0" h="172" w="195">
                  <a:moveTo>
                    <a:pt x="79" y="25"/>
                  </a:moveTo>
                  <a:lnTo>
                    <a:pt x="89" y="80"/>
                  </a:lnTo>
                  <a:cubicBezTo>
                    <a:pt x="74" y="83"/>
                    <a:pt x="42" y="95"/>
                    <a:pt x="34" y="96"/>
                  </a:cubicBezTo>
                  <a:cubicBezTo>
                    <a:pt x="31" y="83"/>
                    <a:pt x="34" y="69"/>
                    <a:pt x="38" y="59"/>
                  </a:cubicBezTo>
                  <a:cubicBezTo>
                    <a:pt x="45" y="43"/>
                    <a:pt x="60" y="30"/>
                    <a:pt x="79" y="25"/>
                  </a:cubicBezTo>
                  <a:close/>
                  <a:moveTo>
                    <a:pt x="99" y="22"/>
                  </a:moveTo>
                  <a:cubicBezTo>
                    <a:pt x="107" y="22"/>
                    <a:pt x="116" y="24"/>
                    <a:pt x="123" y="30"/>
                  </a:cubicBezTo>
                  <a:cubicBezTo>
                    <a:pt x="157" y="44"/>
                    <a:pt x="171" y="82"/>
                    <a:pt x="154" y="115"/>
                  </a:cubicBezTo>
                  <a:cubicBezTo>
                    <a:pt x="146" y="126"/>
                    <a:pt x="138" y="138"/>
                    <a:pt x="123" y="144"/>
                  </a:cubicBezTo>
                  <a:cubicBezTo>
                    <a:pt x="120" y="129"/>
                    <a:pt x="102" y="37"/>
                    <a:pt x="99" y="22"/>
                  </a:cubicBezTo>
                  <a:close/>
                  <a:moveTo>
                    <a:pt x="94" y="100"/>
                  </a:moveTo>
                  <a:lnTo>
                    <a:pt x="106" y="151"/>
                  </a:lnTo>
                  <a:cubicBezTo>
                    <a:pt x="93" y="151"/>
                    <a:pt x="80" y="148"/>
                    <a:pt x="70" y="144"/>
                  </a:cubicBezTo>
                  <a:cubicBezTo>
                    <a:pt x="57" y="138"/>
                    <a:pt x="48" y="126"/>
                    <a:pt x="41" y="116"/>
                  </a:cubicBezTo>
                  <a:lnTo>
                    <a:pt x="94" y="100"/>
                  </a:lnTo>
                  <a:close/>
                  <a:moveTo>
                    <a:pt x="97" y="0"/>
                  </a:moveTo>
                  <a:cubicBezTo>
                    <a:pt x="65" y="0"/>
                    <a:pt x="35" y="19"/>
                    <a:pt x="21" y="50"/>
                  </a:cubicBezTo>
                  <a:cubicBezTo>
                    <a:pt x="1" y="90"/>
                    <a:pt x="16" y="144"/>
                    <a:pt x="60" y="163"/>
                  </a:cubicBezTo>
                  <a:cubicBezTo>
                    <a:pt x="72" y="168"/>
                    <a:pt x="86" y="171"/>
                    <a:pt x="98" y="171"/>
                  </a:cubicBezTo>
                  <a:cubicBezTo>
                    <a:pt x="130" y="171"/>
                    <a:pt x="160" y="154"/>
                    <a:pt x="174" y="124"/>
                  </a:cubicBezTo>
                  <a:cubicBezTo>
                    <a:pt x="194" y="82"/>
                    <a:pt x="178" y="30"/>
                    <a:pt x="135" y="9"/>
                  </a:cubicBezTo>
                  <a:cubicBezTo>
                    <a:pt x="123" y="3"/>
                    <a:pt x="110" y="0"/>
                    <a:pt x="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9"/>
            <p:cNvSpPr/>
            <p:nvPr/>
          </p:nvSpPr>
          <p:spPr>
            <a:xfrm>
              <a:off x="4195577" y="4024558"/>
              <a:ext cx="48157" cy="13031"/>
            </a:xfrm>
            <a:custGeom>
              <a:rect b="b" l="l" r="r" t="t"/>
              <a:pathLst>
                <a:path extrusionOk="0" h="23" w="85">
                  <a:moveTo>
                    <a:pt x="12" y="1"/>
                  </a:moveTo>
                  <a:cubicBezTo>
                    <a:pt x="6" y="1"/>
                    <a:pt x="1" y="7"/>
                    <a:pt x="1" y="13"/>
                  </a:cubicBezTo>
                  <a:cubicBezTo>
                    <a:pt x="2" y="20"/>
                    <a:pt x="6" y="23"/>
                    <a:pt x="12" y="23"/>
                  </a:cubicBezTo>
                  <a:lnTo>
                    <a:pt x="73" y="23"/>
                  </a:lnTo>
                  <a:cubicBezTo>
                    <a:pt x="79" y="23"/>
                    <a:pt x="84" y="17"/>
                    <a:pt x="84" y="13"/>
                  </a:cubicBezTo>
                  <a:cubicBezTo>
                    <a:pt x="84" y="7"/>
                    <a:pt x="79"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9"/>
            <p:cNvSpPr/>
            <p:nvPr/>
          </p:nvSpPr>
          <p:spPr>
            <a:xfrm>
              <a:off x="4195577" y="4046087"/>
              <a:ext cx="48157" cy="13597"/>
            </a:xfrm>
            <a:custGeom>
              <a:rect b="b" l="l" r="r" t="t"/>
              <a:pathLst>
                <a:path extrusionOk="0" h="24" w="85">
                  <a:moveTo>
                    <a:pt x="12" y="1"/>
                  </a:moveTo>
                  <a:cubicBezTo>
                    <a:pt x="6" y="1"/>
                    <a:pt x="1" y="6"/>
                    <a:pt x="1" y="12"/>
                  </a:cubicBezTo>
                  <a:cubicBezTo>
                    <a:pt x="1" y="18"/>
                    <a:pt x="6" y="24"/>
                    <a:pt x="12" y="24"/>
                  </a:cubicBezTo>
                  <a:lnTo>
                    <a:pt x="73" y="24"/>
                  </a:lnTo>
                  <a:cubicBezTo>
                    <a:pt x="79" y="24"/>
                    <a:pt x="84" y="18"/>
                    <a:pt x="84" y="12"/>
                  </a:cubicBezTo>
                  <a:cubicBezTo>
                    <a:pt x="84" y="6"/>
                    <a:pt x="79"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9"/>
            <p:cNvSpPr/>
            <p:nvPr/>
          </p:nvSpPr>
          <p:spPr>
            <a:xfrm>
              <a:off x="4195577" y="4068183"/>
              <a:ext cx="48157" cy="13031"/>
            </a:xfrm>
            <a:custGeom>
              <a:rect b="b" l="l" r="r" t="t"/>
              <a:pathLst>
                <a:path extrusionOk="0" h="23" w="85">
                  <a:moveTo>
                    <a:pt x="12" y="1"/>
                  </a:moveTo>
                  <a:cubicBezTo>
                    <a:pt x="6" y="1"/>
                    <a:pt x="1" y="6"/>
                    <a:pt x="1" y="11"/>
                  </a:cubicBezTo>
                  <a:cubicBezTo>
                    <a:pt x="1" y="16"/>
                    <a:pt x="6" y="22"/>
                    <a:pt x="12" y="22"/>
                  </a:cubicBezTo>
                  <a:lnTo>
                    <a:pt x="73" y="22"/>
                  </a:lnTo>
                  <a:cubicBezTo>
                    <a:pt x="79" y="22"/>
                    <a:pt x="84" y="16"/>
                    <a:pt x="84" y="11"/>
                  </a:cubicBezTo>
                  <a:cubicBezTo>
                    <a:pt x="84" y="6"/>
                    <a:pt x="79"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9"/>
            <p:cNvSpPr/>
            <p:nvPr/>
          </p:nvSpPr>
          <p:spPr>
            <a:xfrm>
              <a:off x="4035242" y="4128804"/>
              <a:ext cx="57788" cy="13031"/>
            </a:xfrm>
            <a:custGeom>
              <a:rect b="b" l="l" r="r" t="t"/>
              <a:pathLst>
                <a:path extrusionOk="0" h="23" w="102">
                  <a:moveTo>
                    <a:pt x="12" y="0"/>
                  </a:moveTo>
                  <a:cubicBezTo>
                    <a:pt x="6" y="0"/>
                    <a:pt x="0" y="5"/>
                    <a:pt x="0" y="11"/>
                  </a:cubicBezTo>
                  <a:cubicBezTo>
                    <a:pt x="0" y="16"/>
                    <a:pt x="6" y="22"/>
                    <a:pt x="12" y="22"/>
                  </a:cubicBezTo>
                  <a:lnTo>
                    <a:pt x="91" y="22"/>
                  </a:lnTo>
                  <a:cubicBezTo>
                    <a:pt x="97" y="22"/>
                    <a:pt x="102" y="16"/>
                    <a:pt x="102" y="11"/>
                  </a:cubicBezTo>
                  <a:cubicBezTo>
                    <a:pt x="102" y="5"/>
                    <a:pt x="97" y="0"/>
                    <a:pt x="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9"/>
            <p:cNvSpPr/>
            <p:nvPr/>
          </p:nvSpPr>
          <p:spPr>
            <a:xfrm>
              <a:off x="4035242" y="4149766"/>
              <a:ext cx="57788" cy="13031"/>
            </a:xfrm>
            <a:custGeom>
              <a:rect b="b" l="l" r="r" t="t"/>
              <a:pathLst>
                <a:path extrusionOk="0" h="23" w="102">
                  <a:moveTo>
                    <a:pt x="12" y="1"/>
                  </a:moveTo>
                  <a:cubicBezTo>
                    <a:pt x="6" y="1"/>
                    <a:pt x="0" y="7"/>
                    <a:pt x="0" y="11"/>
                  </a:cubicBezTo>
                  <a:cubicBezTo>
                    <a:pt x="0" y="17"/>
                    <a:pt x="6" y="23"/>
                    <a:pt x="12" y="23"/>
                  </a:cubicBezTo>
                  <a:lnTo>
                    <a:pt x="91" y="23"/>
                  </a:lnTo>
                  <a:cubicBezTo>
                    <a:pt x="97" y="23"/>
                    <a:pt x="102" y="17"/>
                    <a:pt x="102" y="11"/>
                  </a:cubicBezTo>
                  <a:cubicBezTo>
                    <a:pt x="102" y="7"/>
                    <a:pt x="97" y="1"/>
                    <a:pt x="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9"/>
            <p:cNvSpPr/>
            <p:nvPr/>
          </p:nvSpPr>
          <p:spPr>
            <a:xfrm>
              <a:off x="4035242" y="4171296"/>
              <a:ext cx="57788" cy="13031"/>
            </a:xfrm>
            <a:custGeom>
              <a:rect b="b" l="l" r="r" t="t"/>
              <a:pathLst>
                <a:path extrusionOk="0" h="23" w="102">
                  <a:moveTo>
                    <a:pt x="12" y="1"/>
                  </a:moveTo>
                  <a:cubicBezTo>
                    <a:pt x="6" y="1"/>
                    <a:pt x="0" y="6"/>
                    <a:pt x="0" y="12"/>
                  </a:cubicBezTo>
                  <a:cubicBezTo>
                    <a:pt x="0" y="16"/>
                    <a:pt x="6" y="22"/>
                    <a:pt x="12" y="22"/>
                  </a:cubicBezTo>
                  <a:lnTo>
                    <a:pt x="91" y="22"/>
                  </a:lnTo>
                  <a:cubicBezTo>
                    <a:pt x="97" y="22"/>
                    <a:pt x="102" y="16"/>
                    <a:pt x="102" y="12"/>
                  </a:cubicBezTo>
                  <a:cubicBezTo>
                    <a:pt x="102" y="6"/>
                    <a:pt x="97" y="1"/>
                    <a:pt x="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9"/>
            <p:cNvSpPr/>
            <p:nvPr/>
          </p:nvSpPr>
          <p:spPr>
            <a:xfrm>
              <a:off x="3912300" y="3970735"/>
              <a:ext cx="379590" cy="410752"/>
            </a:xfrm>
            <a:custGeom>
              <a:rect b="b" l="l" r="r" t="t"/>
              <a:pathLst>
                <a:path extrusionOk="0" h="725" w="670">
                  <a:moveTo>
                    <a:pt x="607" y="66"/>
                  </a:moveTo>
                  <a:lnTo>
                    <a:pt x="607" y="433"/>
                  </a:lnTo>
                  <a:lnTo>
                    <a:pt x="307" y="433"/>
                  </a:lnTo>
                  <a:lnTo>
                    <a:pt x="368" y="370"/>
                  </a:lnTo>
                  <a:cubicBezTo>
                    <a:pt x="372" y="368"/>
                    <a:pt x="372" y="360"/>
                    <a:pt x="368" y="356"/>
                  </a:cubicBezTo>
                  <a:cubicBezTo>
                    <a:pt x="366" y="355"/>
                    <a:pt x="363" y="354"/>
                    <a:pt x="360" y="354"/>
                  </a:cubicBezTo>
                  <a:cubicBezTo>
                    <a:pt x="358" y="354"/>
                    <a:pt x="355" y="355"/>
                    <a:pt x="353" y="356"/>
                  </a:cubicBezTo>
                  <a:lnTo>
                    <a:pt x="275" y="434"/>
                  </a:lnTo>
                  <a:lnTo>
                    <a:pt x="170" y="434"/>
                  </a:lnTo>
                  <a:lnTo>
                    <a:pt x="170" y="66"/>
                  </a:lnTo>
                  <a:close/>
                  <a:moveTo>
                    <a:pt x="256" y="451"/>
                  </a:moveTo>
                  <a:lnTo>
                    <a:pt x="239" y="470"/>
                  </a:lnTo>
                  <a:lnTo>
                    <a:pt x="131" y="470"/>
                  </a:lnTo>
                  <a:lnTo>
                    <a:pt x="131" y="451"/>
                  </a:lnTo>
                  <a:close/>
                  <a:moveTo>
                    <a:pt x="155" y="534"/>
                  </a:moveTo>
                  <a:lnTo>
                    <a:pt x="184" y="563"/>
                  </a:lnTo>
                  <a:lnTo>
                    <a:pt x="171" y="576"/>
                  </a:lnTo>
                  <a:lnTo>
                    <a:pt x="142" y="547"/>
                  </a:lnTo>
                  <a:lnTo>
                    <a:pt x="155" y="534"/>
                  </a:lnTo>
                  <a:close/>
                  <a:moveTo>
                    <a:pt x="138" y="652"/>
                  </a:moveTo>
                  <a:lnTo>
                    <a:pt x="145" y="662"/>
                  </a:lnTo>
                  <a:lnTo>
                    <a:pt x="109" y="698"/>
                  </a:lnTo>
                  <a:cubicBezTo>
                    <a:pt x="105" y="702"/>
                    <a:pt x="100" y="703"/>
                    <a:pt x="95" y="703"/>
                  </a:cubicBezTo>
                  <a:cubicBezTo>
                    <a:pt x="91" y="703"/>
                    <a:pt x="88" y="702"/>
                    <a:pt x="85" y="701"/>
                  </a:cubicBezTo>
                  <a:lnTo>
                    <a:pt x="138" y="652"/>
                  </a:lnTo>
                  <a:close/>
                  <a:moveTo>
                    <a:pt x="129" y="1"/>
                  </a:moveTo>
                  <a:cubicBezTo>
                    <a:pt x="119" y="1"/>
                    <a:pt x="108" y="9"/>
                    <a:pt x="108" y="22"/>
                  </a:cubicBezTo>
                  <a:lnTo>
                    <a:pt x="108" y="41"/>
                  </a:lnTo>
                  <a:cubicBezTo>
                    <a:pt x="108" y="51"/>
                    <a:pt x="116" y="63"/>
                    <a:pt x="129" y="63"/>
                  </a:cubicBezTo>
                  <a:lnTo>
                    <a:pt x="148" y="63"/>
                  </a:lnTo>
                  <a:lnTo>
                    <a:pt x="148" y="431"/>
                  </a:lnTo>
                  <a:lnTo>
                    <a:pt x="129" y="431"/>
                  </a:lnTo>
                  <a:cubicBezTo>
                    <a:pt x="119" y="431"/>
                    <a:pt x="108" y="440"/>
                    <a:pt x="108" y="451"/>
                  </a:cubicBezTo>
                  <a:lnTo>
                    <a:pt x="108" y="470"/>
                  </a:lnTo>
                  <a:cubicBezTo>
                    <a:pt x="108" y="482"/>
                    <a:pt x="116" y="492"/>
                    <a:pt x="129" y="492"/>
                  </a:cubicBezTo>
                  <a:lnTo>
                    <a:pt x="216" y="492"/>
                  </a:lnTo>
                  <a:lnTo>
                    <a:pt x="178" y="529"/>
                  </a:lnTo>
                  <a:lnTo>
                    <a:pt x="160" y="512"/>
                  </a:lnTo>
                  <a:cubicBezTo>
                    <a:pt x="158" y="510"/>
                    <a:pt x="156" y="509"/>
                    <a:pt x="153" y="509"/>
                  </a:cubicBezTo>
                  <a:cubicBezTo>
                    <a:pt x="150" y="509"/>
                    <a:pt x="147" y="510"/>
                    <a:pt x="145" y="512"/>
                  </a:cubicBezTo>
                  <a:lnTo>
                    <a:pt x="125" y="532"/>
                  </a:lnTo>
                  <a:lnTo>
                    <a:pt x="124" y="529"/>
                  </a:lnTo>
                  <a:cubicBezTo>
                    <a:pt x="122" y="528"/>
                    <a:pt x="118" y="526"/>
                    <a:pt x="116" y="526"/>
                  </a:cubicBezTo>
                  <a:cubicBezTo>
                    <a:pt x="113" y="526"/>
                    <a:pt x="111" y="528"/>
                    <a:pt x="109" y="529"/>
                  </a:cubicBezTo>
                  <a:lnTo>
                    <a:pt x="86" y="555"/>
                  </a:lnTo>
                  <a:cubicBezTo>
                    <a:pt x="83" y="558"/>
                    <a:pt x="83" y="565"/>
                    <a:pt x="86" y="570"/>
                  </a:cubicBezTo>
                  <a:cubicBezTo>
                    <a:pt x="87" y="571"/>
                    <a:pt x="90" y="572"/>
                    <a:pt x="93" y="572"/>
                  </a:cubicBezTo>
                  <a:cubicBezTo>
                    <a:pt x="96" y="572"/>
                    <a:pt x="99" y="571"/>
                    <a:pt x="100" y="570"/>
                  </a:cubicBezTo>
                  <a:lnTo>
                    <a:pt x="116" y="551"/>
                  </a:lnTo>
                  <a:lnTo>
                    <a:pt x="164" y="599"/>
                  </a:lnTo>
                  <a:lnTo>
                    <a:pt x="67" y="685"/>
                  </a:lnTo>
                  <a:cubicBezTo>
                    <a:pt x="62" y="689"/>
                    <a:pt x="56" y="692"/>
                    <a:pt x="50" y="692"/>
                  </a:cubicBezTo>
                  <a:cubicBezTo>
                    <a:pt x="43" y="692"/>
                    <a:pt x="36" y="689"/>
                    <a:pt x="31" y="684"/>
                  </a:cubicBezTo>
                  <a:cubicBezTo>
                    <a:pt x="22" y="674"/>
                    <a:pt x="21" y="658"/>
                    <a:pt x="30" y="648"/>
                  </a:cubicBezTo>
                  <a:lnTo>
                    <a:pt x="73" y="600"/>
                  </a:lnTo>
                  <a:cubicBezTo>
                    <a:pt x="77" y="596"/>
                    <a:pt x="77" y="589"/>
                    <a:pt x="73" y="586"/>
                  </a:cubicBezTo>
                  <a:cubicBezTo>
                    <a:pt x="72" y="583"/>
                    <a:pt x="69" y="582"/>
                    <a:pt x="66" y="582"/>
                  </a:cubicBezTo>
                  <a:cubicBezTo>
                    <a:pt x="64" y="582"/>
                    <a:pt x="61" y="583"/>
                    <a:pt x="59" y="586"/>
                  </a:cubicBezTo>
                  <a:lnTo>
                    <a:pt x="17" y="632"/>
                  </a:lnTo>
                  <a:cubicBezTo>
                    <a:pt x="1" y="651"/>
                    <a:pt x="1" y="680"/>
                    <a:pt x="20" y="698"/>
                  </a:cubicBezTo>
                  <a:cubicBezTo>
                    <a:pt x="28" y="707"/>
                    <a:pt x="41" y="713"/>
                    <a:pt x="53" y="713"/>
                  </a:cubicBezTo>
                  <a:cubicBezTo>
                    <a:pt x="57" y="713"/>
                    <a:pt x="60" y="713"/>
                    <a:pt x="64" y="710"/>
                  </a:cubicBezTo>
                  <a:cubicBezTo>
                    <a:pt x="64" y="710"/>
                    <a:pt x="74" y="724"/>
                    <a:pt x="95" y="724"/>
                  </a:cubicBezTo>
                  <a:cubicBezTo>
                    <a:pt x="106" y="724"/>
                    <a:pt x="116" y="721"/>
                    <a:pt x="124" y="713"/>
                  </a:cubicBezTo>
                  <a:lnTo>
                    <a:pt x="161" y="674"/>
                  </a:lnTo>
                  <a:cubicBezTo>
                    <a:pt x="168" y="667"/>
                    <a:pt x="168" y="654"/>
                    <a:pt x="161" y="648"/>
                  </a:cubicBezTo>
                  <a:lnTo>
                    <a:pt x="152" y="638"/>
                  </a:lnTo>
                  <a:lnTo>
                    <a:pt x="189" y="606"/>
                  </a:lnTo>
                  <a:cubicBezTo>
                    <a:pt x="191" y="603"/>
                    <a:pt x="193" y="600"/>
                    <a:pt x="193" y="599"/>
                  </a:cubicBezTo>
                  <a:cubicBezTo>
                    <a:pt x="193" y="597"/>
                    <a:pt x="190" y="593"/>
                    <a:pt x="189" y="591"/>
                  </a:cubicBezTo>
                  <a:lnTo>
                    <a:pt x="187" y="590"/>
                  </a:lnTo>
                  <a:lnTo>
                    <a:pt x="207" y="570"/>
                  </a:lnTo>
                  <a:cubicBezTo>
                    <a:pt x="210" y="565"/>
                    <a:pt x="210" y="558"/>
                    <a:pt x="207" y="555"/>
                  </a:cubicBezTo>
                  <a:lnTo>
                    <a:pt x="196" y="544"/>
                  </a:lnTo>
                  <a:lnTo>
                    <a:pt x="248" y="492"/>
                  </a:lnTo>
                  <a:lnTo>
                    <a:pt x="551" y="492"/>
                  </a:lnTo>
                  <a:cubicBezTo>
                    <a:pt x="557" y="492"/>
                    <a:pt x="563" y="486"/>
                    <a:pt x="563" y="480"/>
                  </a:cubicBezTo>
                  <a:cubicBezTo>
                    <a:pt x="563" y="476"/>
                    <a:pt x="557" y="470"/>
                    <a:pt x="551" y="470"/>
                  </a:cubicBezTo>
                  <a:lnTo>
                    <a:pt x="268" y="470"/>
                  </a:lnTo>
                  <a:lnTo>
                    <a:pt x="287" y="451"/>
                  </a:lnTo>
                  <a:lnTo>
                    <a:pt x="648" y="451"/>
                  </a:lnTo>
                  <a:lnTo>
                    <a:pt x="648" y="470"/>
                  </a:lnTo>
                  <a:lnTo>
                    <a:pt x="593" y="470"/>
                  </a:lnTo>
                  <a:cubicBezTo>
                    <a:pt x="587" y="470"/>
                    <a:pt x="583" y="476"/>
                    <a:pt x="583" y="480"/>
                  </a:cubicBezTo>
                  <a:cubicBezTo>
                    <a:pt x="583" y="486"/>
                    <a:pt x="587" y="492"/>
                    <a:pt x="593" y="492"/>
                  </a:cubicBezTo>
                  <a:lnTo>
                    <a:pt x="648" y="492"/>
                  </a:lnTo>
                  <a:cubicBezTo>
                    <a:pt x="658" y="492"/>
                    <a:pt x="670" y="483"/>
                    <a:pt x="670" y="470"/>
                  </a:cubicBezTo>
                  <a:lnTo>
                    <a:pt x="670" y="451"/>
                  </a:lnTo>
                  <a:cubicBezTo>
                    <a:pt x="670" y="441"/>
                    <a:pt x="659" y="431"/>
                    <a:pt x="648" y="431"/>
                  </a:cubicBezTo>
                  <a:lnTo>
                    <a:pt x="629" y="431"/>
                  </a:lnTo>
                  <a:lnTo>
                    <a:pt x="629" y="63"/>
                  </a:lnTo>
                  <a:lnTo>
                    <a:pt x="648" y="63"/>
                  </a:lnTo>
                  <a:cubicBezTo>
                    <a:pt x="658" y="63"/>
                    <a:pt x="670" y="53"/>
                    <a:pt x="670" y="41"/>
                  </a:cubicBezTo>
                  <a:lnTo>
                    <a:pt x="670" y="22"/>
                  </a:lnTo>
                  <a:cubicBezTo>
                    <a:pt x="670" y="12"/>
                    <a:pt x="661" y="1"/>
                    <a:pt x="648" y="1"/>
                  </a:cubicBezTo>
                  <a:lnTo>
                    <a:pt x="261" y="1"/>
                  </a:lnTo>
                  <a:cubicBezTo>
                    <a:pt x="256" y="1"/>
                    <a:pt x="251" y="6"/>
                    <a:pt x="251" y="12"/>
                  </a:cubicBezTo>
                  <a:cubicBezTo>
                    <a:pt x="251" y="17"/>
                    <a:pt x="256" y="22"/>
                    <a:pt x="261" y="22"/>
                  </a:cubicBezTo>
                  <a:lnTo>
                    <a:pt x="648" y="22"/>
                  </a:lnTo>
                  <a:lnTo>
                    <a:pt x="648" y="41"/>
                  </a:lnTo>
                  <a:lnTo>
                    <a:pt x="131" y="41"/>
                  </a:lnTo>
                  <a:lnTo>
                    <a:pt x="131" y="22"/>
                  </a:lnTo>
                  <a:lnTo>
                    <a:pt x="217" y="22"/>
                  </a:lnTo>
                  <a:cubicBezTo>
                    <a:pt x="223" y="22"/>
                    <a:pt x="229" y="17"/>
                    <a:pt x="229" y="12"/>
                  </a:cubicBezTo>
                  <a:cubicBezTo>
                    <a:pt x="229" y="6"/>
                    <a:pt x="223" y="1"/>
                    <a:pt x="2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9"/>
            <p:cNvSpPr/>
            <p:nvPr/>
          </p:nvSpPr>
          <p:spPr>
            <a:xfrm>
              <a:off x="3956492" y="4315767"/>
              <a:ext cx="16997" cy="16997"/>
            </a:xfrm>
            <a:custGeom>
              <a:rect b="b" l="l" r="r" t="t"/>
              <a:pathLst>
                <a:path extrusionOk="0" h="30" w="30">
                  <a:moveTo>
                    <a:pt x="19" y="1"/>
                  </a:moveTo>
                  <a:cubicBezTo>
                    <a:pt x="16" y="1"/>
                    <a:pt x="13" y="2"/>
                    <a:pt x="11" y="4"/>
                  </a:cubicBezTo>
                  <a:lnTo>
                    <a:pt x="5" y="11"/>
                  </a:lnTo>
                  <a:cubicBezTo>
                    <a:pt x="1" y="14"/>
                    <a:pt x="1" y="21"/>
                    <a:pt x="5" y="26"/>
                  </a:cubicBezTo>
                  <a:cubicBezTo>
                    <a:pt x="7" y="27"/>
                    <a:pt x="9" y="29"/>
                    <a:pt x="12" y="29"/>
                  </a:cubicBezTo>
                  <a:cubicBezTo>
                    <a:pt x="15" y="29"/>
                    <a:pt x="17" y="28"/>
                    <a:pt x="20" y="26"/>
                  </a:cubicBezTo>
                  <a:lnTo>
                    <a:pt x="25" y="19"/>
                  </a:lnTo>
                  <a:cubicBezTo>
                    <a:pt x="30" y="14"/>
                    <a:pt x="30" y="7"/>
                    <a:pt x="25" y="4"/>
                  </a:cubicBezTo>
                  <a:cubicBezTo>
                    <a:pt x="24" y="2"/>
                    <a:pt x="21" y="1"/>
                    <a:pt x="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3" name="Google Shape;2703;p49"/>
          <p:cNvSpPr/>
          <p:nvPr/>
        </p:nvSpPr>
        <p:spPr>
          <a:xfrm>
            <a:off x="4697542" y="3331661"/>
            <a:ext cx="410184" cy="409619"/>
          </a:xfrm>
          <a:custGeom>
            <a:rect b="b" l="l" r="r" t="t"/>
            <a:pathLst>
              <a:path extrusionOk="0" h="723" w="724">
                <a:moveTo>
                  <a:pt x="699" y="37"/>
                </a:moveTo>
                <a:lnTo>
                  <a:pt x="699" y="84"/>
                </a:lnTo>
                <a:lnTo>
                  <a:pt x="699" y="84"/>
                </a:lnTo>
                <a:cubicBezTo>
                  <a:pt x="697" y="83"/>
                  <a:pt x="694" y="83"/>
                  <a:pt x="692" y="83"/>
                </a:cubicBezTo>
                <a:lnTo>
                  <a:pt x="686" y="83"/>
                </a:lnTo>
                <a:cubicBezTo>
                  <a:pt x="683" y="83"/>
                  <a:pt x="679" y="83"/>
                  <a:pt x="675" y="86"/>
                </a:cubicBezTo>
                <a:lnTo>
                  <a:pt x="675" y="73"/>
                </a:lnTo>
                <a:cubicBezTo>
                  <a:pt x="675" y="54"/>
                  <a:pt x="660" y="42"/>
                  <a:pt x="644" y="42"/>
                </a:cubicBezTo>
                <a:lnTo>
                  <a:pt x="639" y="42"/>
                </a:lnTo>
                <a:cubicBezTo>
                  <a:pt x="636" y="42"/>
                  <a:pt x="631" y="42"/>
                  <a:pt x="628" y="44"/>
                </a:cubicBezTo>
                <a:lnTo>
                  <a:pt x="628" y="37"/>
                </a:lnTo>
                <a:close/>
                <a:moveTo>
                  <a:pt x="85" y="25"/>
                </a:moveTo>
                <a:cubicBezTo>
                  <a:pt x="84" y="28"/>
                  <a:pt x="84" y="31"/>
                  <a:pt x="84" y="35"/>
                </a:cubicBezTo>
                <a:lnTo>
                  <a:pt x="84" y="39"/>
                </a:lnTo>
                <a:cubicBezTo>
                  <a:pt x="84" y="44"/>
                  <a:pt x="84" y="47"/>
                  <a:pt x="85" y="51"/>
                </a:cubicBezTo>
                <a:lnTo>
                  <a:pt x="72" y="51"/>
                </a:lnTo>
                <a:cubicBezTo>
                  <a:pt x="55" y="51"/>
                  <a:pt x="42" y="65"/>
                  <a:pt x="42" y="81"/>
                </a:cubicBezTo>
                <a:lnTo>
                  <a:pt x="42" y="87"/>
                </a:lnTo>
                <a:cubicBezTo>
                  <a:pt x="42" y="90"/>
                  <a:pt x="42" y="94"/>
                  <a:pt x="43" y="97"/>
                </a:cubicBezTo>
                <a:lnTo>
                  <a:pt x="36" y="97"/>
                </a:lnTo>
                <a:lnTo>
                  <a:pt x="36" y="25"/>
                </a:lnTo>
                <a:close/>
                <a:moveTo>
                  <a:pt x="257" y="11"/>
                </a:moveTo>
                <a:cubicBezTo>
                  <a:pt x="269" y="11"/>
                  <a:pt x="280" y="15"/>
                  <a:pt x="290" y="22"/>
                </a:cubicBezTo>
                <a:cubicBezTo>
                  <a:pt x="305" y="31"/>
                  <a:pt x="322" y="37"/>
                  <a:pt x="340" y="38"/>
                </a:cubicBezTo>
                <a:lnTo>
                  <a:pt x="340" y="175"/>
                </a:lnTo>
                <a:lnTo>
                  <a:pt x="309" y="175"/>
                </a:lnTo>
                <a:cubicBezTo>
                  <a:pt x="298" y="175"/>
                  <a:pt x="288" y="181"/>
                  <a:pt x="280" y="190"/>
                </a:cubicBezTo>
                <a:cubicBezTo>
                  <a:pt x="275" y="197"/>
                  <a:pt x="267" y="203"/>
                  <a:pt x="259" y="206"/>
                </a:cubicBezTo>
                <a:lnTo>
                  <a:pt x="238" y="213"/>
                </a:lnTo>
                <a:cubicBezTo>
                  <a:pt x="202" y="237"/>
                  <a:pt x="178" y="232"/>
                  <a:pt x="136" y="233"/>
                </a:cubicBezTo>
                <a:cubicBezTo>
                  <a:pt x="130" y="233"/>
                  <a:pt x="124" y="227"/>
                  <a:pt x="124" y="223"/>
                </a:cubicBezTo>
                <a:lnTo>
                  <a:pt x="124" y="217"/>
                </a:lnTo>
                <a:cubicBezTo>
                  <a:pt x="124" y="211"/>
                  <a:pt x="130" y="206"/>
                  <a:pt x="136" y="206"/>
                </a:cubicBezTo>
                <a:lnTo>
                  <a:pt x="186" y="206"/>
                </a:lnTo>
                <a:cubicBezTo>
                  <a:pt x="192" y="206"/>
                  <a:pt x="197" y="200"/>
                  <a:pt x="197" y="195"/>
                </a:cubicBezTo>
                <a:cubicBezTo>
                  <a:pt x="197" y="190"/>
                  <a:pt x="192" y="184"/>
                  <a:pt x="186" y="184"/>
                </a:cubicBezTo>
                <a:lnTo>
                  <a:pt x="58" y="184"/>
                </a:lnTo>
                <a:cubicBezTo>
                  <a:pt x="52" y="184"/>
                  <a:pt x="48" y="178"/>
                  <a:pt x="48" y="174"/>
                </a:cubicBezTo>
                <a:lnTo>
                  <a:pt x="48" y="168"/>
                </a:lnTo>
                <a:cubicBezTo>
                  <a:pt x="48" y="162"/>
                  <a:pt x="52" y="156"/>
                  <a:pt x="58" y="156"/>
                </a:cubicBezTo>
                <a:lnTo>
                  <a:pt x="160" y="156"/>
                </a:lnTo>
                <a:cubicBezTo>
                  <a:pt x="166" y="156"/>
                  <a:pt x="172" y="152"/>
                  <a:pt x="172" y="146"/>
                </a:cubicBezTo>
                <a:cubicBezTo>
                  <a:pt x="172" y="141"/>
                  <a:pt x="166" y="135"/>
                  <a:pt x="160" y="135"/>
                </a:cubicBezTo>
                <a:lnTo>
                  <a:pt x="35" y="135"/>
                </a:lnTo>
                <a:cubicBezTo>
                  <a:pt x="29" y="135"/>
                  <a:pt x="23" y="130"/>
                  <a:pt x="23" y="125"/>
                </a:cubicBezTo>
                <a:lnTo>
                  <a:pt x="23" y="119"/>
                </a:lnTo>
                <a:cubicBezTo>
                  <a:pt x="23" y="113"/>
                  <a:pt x="29" y="109"/>
                  <a:pt x="35" y="109"/>
                </a:cubicBezTo>
                <a:lnTo>
                  <a:pt x="160" y="109"/>
                </a:lnTo>
                <a:cubicBezTo>
                  <a:pt x="166" y="109"/>
                  <a:pt x="172" y="103"/>
                  <a:pt x="172" y="97"/>
                </a:cubicBezTo>
                <a:cubicBezTo>
                  <a:pt x="172" y="91"/>
                  <a:pt x="166" y="87"/>
                  <a:pt x="160" y="87"/>
                </a:cubicBezTo>
                <a:lnTo>
                  <a:pt x="72" y="87"/>
                </a:lnTo>
                <a:cubicBezTo>
                  <a:pt x="67" y="87"/>
                  <a:pt x="62" y="81"/>
                  <a:pt x="62" y="76"/>
                </a:cubicBezTo>
                <a:lnTo>
                  <a:pt x="62" y="70"/>
                </a:lnTo>
                <a:cubicBezTo>
                  <a:pt x="62" y="65"/>
                  <a:pt x="67" y="60"/>
                  <a:pt x="72" y="60"/>
                </a:cubicBezTo>
                <a:lnTo>
                  <a:pt x="178" y="60"/>
                </a:lnTo>
                <a:cubicBezTo>
                  <a:pt x="182" y="60"/>
                  <a:pt x="188" y="54"/>
                  <a:pt x="188" y="48"/>
                </a:cubicBezTo>
                <a:cubicBezTo>
                  <a:pt x="188" y="44"/>
                  <a:pt x="182" y="38"/>
                  <a:pt x="178" y="38"/>
                </a:cubicBezTo>
                <a:lnTo>
                  <a:pt x="116" y="38"/>
                </a:lnTo>
                <a:cubicBezTo>
                  <a:pt x="110" y="38"/>
                  <a:pt x="106" y="32"/>
                  <a:pt x="106" y="26"/>
                </a:cubicBezTo>
                <a:lnTo>
                  <a:pt x="106" y="22"/>
                </a:lnTo>
                <a:cubicBezTo>
                  <a:pt x="106" y="16"/>
                  <a:pt x="110" y="11"/>
                  <a:pt x="116" y="11"/>
                </a:cubicBezTo>
                <a:close/>
                <a:moveTo>
                  <a:pt x="605" y="24"/>
                </a:moveTo>
                <a:cubicBezTo>
                  <a:pt x="611" y="24"/>
                  <a:pt x="615" y="29"/>
                  <a:pt x="615" y="34"/>
                </a:cubicBezTo>
                <a:lnTo>
                  <a:pt x="615" y="161"/>
                </a:lnTo>
                <a:cubicBezTo>
                  <a:pt x="615" y="167"/>
                  <a:pt x="621" y="171"/>
                  <a:pt x="627" y="171"/>
                </a:cubicBezTo>
                <a:cubicBezTo>
                  <a:pt x="633" y="171"/>
                  <a:pt x="637" y="167"/>
                  <a:pt x="637" y="161"/>
                </a:cubicBezTo>
                <a:lnTo>
                  <a:pt x="637" y="73"/>
                </a:lnTo>
                <a:cubicBezTo>
                  <a:pt x="637" y="67"/>
                  <a:pt x="643" y="61"/>
                  <a:pt x="649" y="61"/>
                </a:cubicBezTo>
                <a:lnTo>
                  <a:pt x="654" y="61"/>
                </a:lnTo>
                <a:cubicBezTo>
                  <a:pt x="659" y="61"/>
                  <a:pt x="665" y="67"/>
                  <a:pt x="665" y="73"/>
                </a:cubicBezTo>
                <a:lnTo>
                  <a:pt x="665" y="177"/>
                </a:lnTo>
                <a:cubicBezTo>
                  <a:pt x="665" y="182"/>
                  <a:pt x="670" y="188"/>
                  <a:pt x="676" y="188"/>
                </a:cubicBezTo>
                <a:cubicBezTo>
                  <a:pt x="680" y="188"/>
                  <a:pt x="686" y="182"/>
                  <a:pt x="686" y="177"/>
                </a:cubicBezTo>
                <a:lnTo>
                  <a:pt x="686" y="116"/>
                </a:lnTo>
                <a:cubicBezTo>
                  <a:pt x="686" y="110"/>
                  <a:pt x="692" y="104"/>
                  <a:pt x="698" y="104"/>
                </a:cubicBezTo>
                <a:lnTo>
                  <a:pt x="702" y="104"/>
                </a:lnTo>
                <a:cubicBezTo>
                  <a:pt x="708" y="104"/>
                  <a:pt x="714" y="110"/>
                  <a:pt x="714" y="116"/>
                </a:cubicBezTo>
                <a:lnTo>
                  <a:pt x="714" y="255"/>
                </a:lnTo>
                <a:lnTo>
                  <a:pt x="702" y="255"/>
                </a:lnTo>
                <a:cubicBezTo>
                  <a:pt x="702" y="268"/>
                  <a:pt x="699" y="278"/>
                  <a:pt x="692" y="289"/>
                </a:cubicBezTo>
                <a:cubicBezTo>
                  <a:pt x="683" y="304"/>
                  <a:pt x="678" y="320"/>
                  <a:pt x="676" y="337"/>
                </a:cubicBezTo>
                <a:lnTo>
                  <a:pt x="539" y="337"/>
                </a:lnTo>
                <a:lnTo>
                  <a:pt x="539" y="307"/>
                </a:lnTo>
                <a:cubicBezTo>
                  <a:pt x="539" y="297"/>
                  <a:pt x="533" y="285"/>
                  <a:pt x="523" y="278"/>
                </a:cubicBezTo>
                <a:cubicBezTo>
                  <a:pt x="517" y="272"/>
                  <a:pt x="511" y="265"/>
                  <a:pt x="507" y="256"/>
                </a:cubicBezTo>
                <a:lnTo>
                  <a:pt x="500" y="236"/>
                </a:lnTo>
                <a:cubicBezTo>
                  <a:pt x="488" y="203"/>
                  <a:pt x="493" y="178"/>
                  <a:pt x="491" y="135"/>
                </a:cubicBezTo>
                <a:cubicBezTo>
                  <a:pt x="491" y="130"/>
                  <a:pt x="497" y="125"/>
                  <a:pt x="503" y="125"/>
                </a:cubicBezTo>
                <a:lnTo>
                  <a:pt x="507" y="125"/>
                </a:lnTo>
                <a:cubicBezTo>
                  <a:pt x="513" y="125"/>
                  <a:pt x="519" y="130"/>
                  <a:pt x="519" y="135"/>
                </a:cubicBezTo>
                <a:lnTo>
                  <a:pt x="519" y="185"/>
                </a:lnTo>
                <a:cubicBezTo>
                  <a:pt x="519" y="191"/>
                  <a:pt x="524" y="197"/>
                  <a:pt x="529" y="197"/>
                </a:cubicBezTo>
                <a:cubicBezTo>
                  <a:pt x="535" y="197"/>
                  <a:pt x="540" y="191"/>
                  <a:pt x="540" y="185"/>
                </a:cubicBezTo>
                <a:lnTo>
                  <a:pt x="540" y="58"/>
                </a:lnTo>
                <a:cubicBezTo>
                  <a:pt x="540" y="52"/>
                  <a:pt x="546" y="47"/>
                  <a:pt x="550" y="47"/>
                </a:cubicBezTo>
                <a:lnTo>
                  <a:pt x="556" y="47"/>
                </a:lnTo>
                <a:cubicBezTo>
                  <a:pt x="562" y="47"/>
                  <a:pt x="568" y="52"/>
                  <a:pt x="568" y="58"/>
                </a:cubicBezTo>
                <a:lnTo>
                  <a:pt x="568" y="161"/>
                </a:lnTo>
                <a:cubicBezTo>
                  <a:pt x="568" y="167"/>
                  <a:pt x="572" y="171"/>
                  <a:pt x="578" y="171"/>
                </a:cubicBezTo>
                <a:cubicBezTo>
                  <a:pt x="584" y="171"/>
                  <a:pt x="589" y="167"/>
                  <a:pt x="589" y="161"/>
                </a:cubicBezTo>
                <a:lnTo>
                  <a:pt x="589" y="34"/>
                </a:lnTo>
                <a:cubicBezTo>
                  <a:pt x="589" y="29"/>
                  <a:pt x="594" y="24"/>
                  <a:pt x="600" y="24"/>
                </a:cubicBezTo>
                <a:close/>
                <a:moveTo>
                  <a:pt x="692" y="360"/>
                </a:moveTo>
                <a:lnTo>
                  <a:pt x="692" y="528"/>
                </a:lnTo>
                <a:cubicBezTo>
                  <a:pt x="686" y="522"/>
                  <a:pt x="678" y="519"/>
                  <a:pt x="670" y="519"/>
                </a:cubicBezTo>
                <a:lnTo>
                  <a:pt x="621" y="519"/>
                </a:lnTo>
                <a:cubicBezTo>
                  <a:pt x="623" y="515"/>
                  <a:pt x="623" y="512"/>
                  <a:pt x="623" y="507"/>
                </a:cubicBezTo>
                <a:lnTo>
                  <a:pt x="623" y="502"/>
                </a:lnTo>
                <a:cubicBezTo>
                  <a:pt x="623" y="486"/>
                  <a:pt x="608" y="471"/>
                  <a:pt x="592" y="471"/>
                </a:cubicBezTo>
                <a:lnTo>
                  <a:pt x="526" y="471"/>
                </a:lnTo>
                <a:lnTo>
                  <a:pt x="526" y="360"/>
                </a:lnTo>
                <a:close/>
                <a:moveTo>
                  <a:pt x="51" y="640"/>
                </a:moveTo>
                <a:lnTo>
                  <a:pt x="51" y="653"/>
                </a:lnTo>
                <a:cubicBezTo>
                  <a:pt x="51" y="672"/>
                  <a:pt x="65" y="684"/>
                  <a:pt x="81" y="684"/>
                </a:cubicBezTo>
                <a:lnTo>
                  <a:pt x="87" y="684"/>
                </a:lnTo>
                <a:cubicBezTo>
                  <a:pt x="91" y="684"/>
                  <a:pt x="94" y="684"/>
                  <a:pt x="98" y="682"/>
                </a:cubicBezTo>
                <a:lnTo>
                  <a:pt x="98" y="689"/>
                </a:lnTo>
                <a:lnTo>
                  <a:pt x="28" y="689"/>
                </a:lnTo>
                <a:lnTo>
                  <a:pt x="28" y="643"/>
                </a:lnTo>
                <a:lnTo>
                  <a:pt x="28" y="643"/>
                </a:lnTo>
                <a:cubicBezTo>
                  <a:pt x="30" y="643"/>
                  <a:pt x="32" y="643"/>
                  <a:pt x="35" y="643"/>
                </a:cubicBezTo>
                <a:lnTo>
                  <a:pt x="41" y="643"/>
                </a:lnTo>
                <a:cubicBezTo>
                  <a:pt x="43" y="643"/>
                  <a:pt x="48" y="643"/>
                  <a:pt x="51" y="640"/>
                </a:cubicBezTo>
                <a:close/>
                <a:moveTo>
                  <a:pt x="338" y="210"/>
                </a:moveTo>
                <a:lnTo>
                  <a:pt x="338" y="213"/>
                </a:lnTo>
                <a:cubicBezTo>
                  <a:pt x="338" y="219"/>
                  <a:pt x="344" y="224"/>
                  <a:pt x="348" y="224"/>
                </a:cubicBezTo>
                <a:lnTo>
                  <a:pt x="475" y="224"/>
                </a:lnTo>
                <a:cubicBezTo>
                  <a:pt x="477" y="232"/>
                  <a:pt x="478" y="239"/>
                  <a:pt x="483" y="246"/>
                </a:cubicBezTo>
                <a:lnTo>
                  <a:pt x="490" y="266"/>
                </a:lnTo>
                <a:cubicBezTo>
                  <a:pt x="493" y="278"/>
                  <a:pt x="503" y="288"/>
                  <a:pt x="511" y="297"/>
                </a:cubicBezTo>
                <a:cubicBezTo>
                  <a:pt x="514" y="299"/>
                  <a:pt x="517" y="304"/>
                  <a:pt x="517" y="310"/>
                </a:cubicBezTo>
                <a:lnTo>
                  <a:pt x="517" y="340"/>
                </a:lnTo>
                <a:lnTo>
                  <a:pt x="513" y="340"/>
                </a:lnTo>
                <a:cubicBezTo>
                  <a:pt x="507" y="340"/>
                  <a:pt x="503" y="346"/>
                  <a:pt x="503" y="350"/>
                </a:cubicBezTo>
                <a:lnTo>
                  <a:pt x="503" y="477"/>
                </a:lnTo>
                <a:cubicBezTo>
                  <a:pt x="496" y="479"/>
                  <a:pt x="487" y="480"/>
                  <a:pt x="481" y="484"/>
                </a:cubicBezTo>
                <a:lnTo>
                  <a:pt x="461" y="492"/>
                </a:lnTo>
                <a:cubicBezTo>
                  <a:pt x="448" y="494"/>
                  <a:pt x="439" y="505"/>
                  <a:pt x="431" y="513"/>
                </a:cubicBezTo>
                <a:cubicBezTo>
                  <a:pt x="426" y="516"/>
                  <a:pt x="423" y="519"/>
                  <a:pt x="418" y="519"/>
                </a:cubicBezTo>
                <a:lnTo>
                  <a:pt x="387" y="519"/>
                </a:lnTo>
                <a:lnTo>
                  <a:pt x="387" y="515"/>
                </a:lnTo>
                <a:cubicBezTo>
                  <a:pt x="387" y="509"/>
                  <a:pt x="381" y="505"/>
                  <a:pt x="376" y="505"/>
                </a:cubicBezTo>
                <a:lnTo>
                  <a:pt x="338" y="505"/>
                </a:lnTo>
                <a:cubicBezTo>
                  <a:pt x="332" y="505"/>
                  <a:pt x="327" y="509"/>
                  <a:pt x="327" y="515"/>
                </a:cubicBezTo>
                <a:cubicBezTo>
                  <a:pt x="327" y="520"/>
                  <a:pt x="332" y="526"/>
                  <a:pt x="338" y="526"/>
                </a:cubicBezTo>
                <a:lnTo>
                  <a:pt x="364" y="526"/>
                </a:lnTo>
                <a:lnTo>
                  <a:pt x="364" y="692"/>
                </a:lnTo>
                <a:lnTo>
                  <a:pt x="199" y="692"/>
                </a:lnTo>
                <a:cubicBezTo>
                  <a:pt x="204" y="687"/>
                  <a:pt x="208" y="676"/>
                  <a:pt x="208" y="671"/>
                </a:cubicBezTo>
                <a:lnTo>
                  <a:pt x="208" y="622"/>
                </a:lnTo>
                <a:cubicBezTo>
                  <a:pt x="211" y="623"/>
                  <a:pt x="215" y="623"/>
                  <a:pt x="218" y="623"/>
                </a:cubicBezTo>
                <a:lnTo>
                  <a:pt x="224" y="623"/>
                </a:lnTo>
                <a:cubicBezTo>
                  <a:pt x="240" y="623"/>
                  <a:pt x="254" y="609"/>
                  <a:pt x="254" y="593"/>
                </a:cubicBezTo>
                <a:lnTo>
                  <a:pt x="254" y="526"/>
                </a:lnTo>
                <a:lnTo>
                  <a:pt x="298" y="526"/>
                </a:lnTo>
                <a:cubicBezTo>
                  <a:pt x="303" y="526"/>
                  <a:pt x="309" y="520"/>
                  <a:pt x="309" y="515"/>
                </a:cubicBezTo>
                <a:cubicBezTo>
                  <a:pt x="309" y="509"/>
                  <a:pt x="303" y="505"/>
                  <a:pt x="298" y="505"/>
                </a:cubicBezTo>
                <a:lnTo>
                  <a:pt x="251" y="505"/>
                </a:lnTo>
                <a:cubicBezTo>
                  <a:pt x="250" y="497"/>
                  <a:pt x="247" y="490"/>
                  <a:pt x="244" y="483"/>
                </a:cubicBezTo>
                <a:cubicBezTo>
                  <a:pt x="238" y="470"/>
                  <a:pt x="236" y="448"/>
                  <a:pt x="214" y="432"/>
                </a:cubicBezTo>
                <a:cubicBezTo>
                  <a:pt x="210" y="428"/>
                  <a:pt x="208" y="425"/>
                  <a:pt x="208" y="419"/>
                </a:cubicBezTo>
                <a:lnTo>
                  <a:pt x="208" y="389"/>
                </a:lnTo>
                <a:lnTo>
                  <a:pt x="211" y="389"/>
                </a:lnTo>
                <a:cubicBezTo>
                  <a:pt x="217" y="389"/>
                  <a:pt x="223" y="383"/>
                  <a:pt x="223" y="377"/>
                </a:cubicBezTo>
                <a:lnTo>
                  <a:pt x="223" y="252"/>
                </a:lnTo>
                <a:cubicBezTo>
                  <a:pt x="230" y="249"/>
                  <a:pt x="237" y="247"/>
                  <a:pt x="244" y="245"/>
                </a:cubicBezTo>
                <a:lnTo>
                  <a:pt x="264" y="237"/>
                </a:lnTo>
                <a:cubicBezTo>
                  <a:pt x="276" y="233"/>
                  <a:pt x="286" y="224"/>
                  <a:pt x="295" y="216"/>
                </a:cubicBezTo>
                <a:cubicBezTo>
                  <a:pt x="298" y="211"/>
                  <a:pt x="302" y="210"/>
                  <a:pt x="308" y="210"/>
                </a:cubicBezTo>
                <a:close/>
                <a:moveTo>
                  <a:pt x="689" y="629"/>
                </a:moveTo>
                <a:lnTo>
                  <a:pt x="689" y="698"/>
                </a:lnTo>
                <a:lnTo>
                  <a:pt x="643" y="698"/>
                </a:lnTo>
                <a:cubicBezTo>
                  <a:pt x="643" y="696"/>
                  <a:pt x="643" y="694"/>
                  <a:pt x="643" y="692"/>
                </a:cubicBezTo>
                <a:lnTo>
                  <a:pt x="643" y="687"/>
                </a:lnTo>
                <a:cubicBezTo>
                  <a:pt x="643" y="682"/>
                  <a:pt x="643" y="679"/>
                  <a:pt x="641" y="675"/>
                </a:cubicBezTo>
                <a:lnTo>
                  <a:pt x="654" y="675"/>
                </a:lnTo>
                <a:cubicBezTo>
                  <a:pt x="672" y="675"/>
                  <a:pt x="685" y="661"/>
                  <a:pt x="685" y="645"/>
                </a:cubicBezTo>
                <a:lnTo>
                  <a:pt x="685" y="639"/>
                </a:lnTo>
                <a:cubicBezTo>
                  <a:pt x="685" y="636"/>
                  <a:pt x="685" y="632"/>
                  <a:pt x="683" y="629"/>
                </a:cubicBezTo>
                <a:close/>
                <a:moveTo>
                  <a:pt x="181" y="386"/>
                </a:moveTo>
                <a:lnTo>
                  <a:pt x="181" y="416"/>
                </a:lnTo>
                <a:cubicBezTo>
                  <a:pt x="181" y="428"/>
                  <a:pt x="186" y="438"/>
                  <a:pt x="195" y="445"/>
                </a:cubicBezTo>
                <a:cubicBezTo>
                  <a:pt x="211" y="458"/>
                  <a:pt x="211" y="473"/>
                  <a:pt x="218" y="487"/>
                </a:cubicBezTo>
                <a:cubicBezTo>
                  <a:pt x="231" y="522"/>
                  <a:pt x="225" y="548"/>
                  <a:pt x="227" y="588"/>
                </a:cubicBezTo>
                <a:cubicBezTo>
                  <a:pt x="227" y="594"/>
                  <a:pt x="223" y="600"/>
                  <a:pt x="217" y="600"/>
                </a:cubicBezTo>
                <a:lnTo>
                  <a:pt x="211" y="600"/>
                </a:lnTo>
                <a:cubicBezTo>
                  <a:pt x="205" y="600"/>
                  <a:pt x="201" y="594"/>
                  <a:pt x="201" y="588"/>
                </a:cubicBezTo>
                <a:lnTo>
                  <a:pt x="201" y="538"/>
                </a:lnTo>
                <a:cubicBezTo>
                  <a:pt x="201" y="532"/>
                  <a:pt x="195" y="528"/>
                  <a:pt x="189" y="528"/>
                </a:cubicBezTo>
                <a:cubicBezTo>
                  <a:pt x="184" y="528"/>
                  <a:pt x="179" y="532"/>
                  <a:pt x="179" y="538"/>
                </a:cubicBezTo>
                <a:lnTo>
                  <a:pt x="179" y="666"/>
                </a:lnTo>
                <a:cubicBezTo>
                  <a:pt x="179" y="672"/>
                  <a:pt x="173" y="678"/>
                  <a:pt x="168" y="678"/>
                </a:cubicBezTo>
                <a:lnTo>
                  <a:pt x="162" y="678"/>
                </a:lnTo>
                <a:cubicBezTo>
                  <a:pt x="158" y="678"/>
                  <a:pt x="152" y="672"/>
                  <a:pt x="152" y="666"/>
                </a:cubicBezTo>
                <a:lnTo>
                  <a:pt x="152" y="564"/>
                </a:lnTo>
                <a:cubicBezTo>
                  <a:pt x="152" y="558"/>
                  <a:pt x="146" y="552"/>
                  <a:pt x="140" y="552"/>
                </a:cubicBezTo>
                <a:cubicBezTo>
                  <a:pt x="136" y="552"/>
                  <a:pt x="130" y="558"/>
                  <a:pt x="130" y="564"/>
                </a:cubicBezTo>
                <a:lnTo>
                  <a:pt x="130" y="689"/>
                </a:lnTo>
                <a:cubicBezTo>
                  <a:pt x="142" y="700"/>
                  <a:pt x="136" y="702"/>
                  <a:pt x="130" y="702"/>
                </a:cubicBezTo>
                <a:lnTo>
                  <a:pt x="124" y="702"/>
                </a:lnTo>
                <a:cubicBezTo>
                  <a:pt x="120" y="702"/>
                  <a:pt x="114" y="697"/>
                  <a:pt x="114" y="692"/>
                </a:cubicBezTo>
                <a:lnTo>
                  <a:pt x="114" y="565"/>
                </a:lnTo>
                <a:cubicBezTo>
                  <a:pt x="114" y="559"/>
                  <a:pt x="108" y="554"/>
                  <a:pt x="103" y="554"/>
                </a:cubicBezTo>
                <a:cubicBezTo>
                  <a:pt x="97" y="554"/>
                  <a:pt x="93" y="559"/>
                  <a:pt x="93" y="565"/>
                </a:cubicBezTo>
                <a:lnTo>
                  <a:pt x="93" y="653"/>
                </a:lnTo>
                <a:cubicBezTo>
                  <a:pt x="93" y="659"/>
                  <a:pt x="87" y="665"/>
                  <a:pt x="81" y="665"/>
                </a:cubicBezTo>
                <a:lnTo>
                  <a:pt x="75" y="665"/>
                </a:lnTo>
                <a:cubicBezTo>
                  <a:pt x="71" y="665"/>
                  <a:pt x="65" y="659"/>
                  <a:pt x="65" y="653"/>
                </a:cubicBezTo>
                <a:lnTo>
                  <a:pt x="65" y="549"/>
                </a:lnTo>
                <a:cubicBezTo>
                  <a:pt x="65" y="544"/>
                  <a:pt x="59" y="538"/>
                  <a:pt x="54" y="538"/>
                </a:cubicBezTo>
                <a:cubicBezTo>
                  <a:pt x="49" y="538"/>
                  <a:pt x="43" y="544"/>
                  <a:pt x="43" y="549"/>
                </a:cubicBezTo>
                <a:lnTo>
                  <a:pt x="43" y="610"/>
                </a:lnTo>
                <a:cubicBezTo>
                  <a:pt x="43" y="616"/>
                  <a:pt x="38" y="622"/>
                  <a:pt x="32" y="622"/>
                </a:cubicBezTo>
                <a:lnTo>
                  <a:pt x="28" y="622"/>
                </a:lnTo>
                <a:cubicBezTo>
                  <a:pt x="22" y="622"/>
                  <a:pt x="16" y="616"/>
                  <a:pt x="16" y="610"/>
                </a:cubicBezTo>
                <a:lnTo>
                  <a:pt x="16" y="470"/>
                </a:lnTo>
                <a:cubicBezTo>
                  <a:pt x="16" y="457"/>
                  <a:pt x="20" y="445"/>
                  <a:pt x="28" y="435"/>
                </a:cubicBezTo>
                <a:cubicBezTo>
                  <a:pt x="36" y="421"/>
                  <a:pt x="42" y="405"/>
                  <a:pt x="43" y="386"/>
                </a:cubicBezTo>
                <a:close/>
                <a:moveTo>
                  <a:pt x="545" y="492"/>
                </a:moveTo>
                <a:cubicBezTo>
                  <a:pt x="554" y="492"/>
                  <a:pt x="564" y="492"/>
                  <a:pt x="575" y="492"/>
                </a:cubicBezTo>
                <a:cubicBezTo>
                  <a:pt x="580" y="492"/>
                  <a:pt x="585" y="492"/>
                  <a:pt x="591" y="492"/>
                </a:cubicBezTo>
                <a:cubicBezTo>
                  <a:pt x="597" y="492"/>
                  <a:pt x="601" y="497"/>
                  <a:pt x="601" y="502"/>
                </a:cubicBezTo>
                <a:lnTo>
                  <a:pt x="601" y="507"/>
                </a:lnTo>
                <a:cubicBezTo>
                  <a:pt x="601" y="513"/>
                  <a:pt x="597" y="519"/>
                  <a:pt x="591" y="519"/>
                </a:cubicBezTo>
                <a:lnTo>
                  <a:pt x="540" y="519"/>
                </a:lnTo>
                <a:cubicBezTo>
                  <a:pt x="535" y="519"/>
                  <a:pt x="529" y="523"/>
                  <a:pt x="529" y="529"/>
                </a:cubicBezTo>
                <a:cubicBezTo>
                  <a:pt x="529" y="535"/>
                  <a:pt x="535" y="541"/>
                  <a:pt x="540" y="541"/>
                </a:cubicBezTo>
                <a:lnTo>
                  <a:pt x="669" y="541"/>
                </a:lnTo>
                <a:cubicBezTo>
                  <a:pt x="673" y="541"/>
                  <a:pt x="679" y="545"/>
                  <a:pt x="679" y="551"/>
                </a:cubicBezTo>
                <a:lnTo>
                  <a:pt x="679" y="557"/>
                </a:lnTo>
                <a:cubicBezTo>
                  <a:pt x="679" y="562"/>
                  <a:pt x="673" y="567"/>
                  <a:pt x="669" y="567"/>
                </a:cubicBezTo>
                <a:lnTo>
                  <a:pt x="565" y="567"/>
                </a:lnTo>
                <a:cubicBezTo>
                  <a:pt x="561" y="567"/>
                  <a:pt x="555" y="572"/>
                  <a:pt x="555" y="578"/>
                </a:cubicBezTo>
                <a:cubicBezTo>
                  <a:pt x="555" y="584"/>
                  <a:pt x="561" y="588"/>
                  <a:pt x="565" y="588"/>
                </a:cubicBezTo>
                <a:lnTo>
                  <a:pt x="692" y="588"/>
                </a:lnTo>
                <a:cubicBezTo>
                  <a:pt x="698" y="588"/>
                  <a:pt x="702" y="594"/>
                  <a:pt x="702" y="600"/>
                </a:cubicBezTo>
                <a:lnTo>
                  <a:pt x="702" y="606"/>
                </a:lnTo>
                <a:cubicBezTo>
                  <a:pt x="702" y="610"/>
                  <a:pt x="698" y="616"/>
                  <a:pt x="692" y="616"/>
                </a:cubicBezTo>
                <a:lnTo>
                  <a:pt x="565" y="616"/>
                </a:lnTo>
                <a:cubicBezTo>
                  <a:pt x="561" y="616"/>
                  <a:pt x="555" y="622"/>
                  <a:pt x="555" y="627"/>
                </a:cubicBezTo>
                <a:cubicBezTo>
                  <a:pt x="555" y="632"/>
                  <a:pt x="561" y="637"/>
                  <a:pt x="565" y="637"/>
                </a:cubicBezTo>
                <a:lnTo>
                  <a:pt x="654" y="637"/>
                </a:lnTo>
                <a:cubicBezTo>
                  <a:pt x="659" y="637"/>
                  <a:pt x="665" y="643"/>
                  <a:pt x="665" y="649"/>
                </a:cubicBezTo>
                <a:lnTo>
                  <a:pt x="665" y="653"/>
                </a:lnTo>
                <a:cubicBezTo>
                  <a:pt x="665" y="659"/>
                  <a:pt x="659" y="665"/>
                  <a:pt x="654" y="665"/>
                </a:cubicBezTo>
                <a:lnTo>
                  <a:pt x="549" y="665"/>
                </a:lnTo>
                <a:cubicBezTo>
                  <a:pt x="543" y="665"/>
                  <a:pt x="539" y="671"/>
                  <a:pt x="539" y="675"/>
                </a:cubicBezTo>
                <a:cubicBezTo>
                  <a:pt x="539" y="681"/>
                  <a:pt x="543" y="687"/>
                  <a:pt x="549" y="687"/>
                </a:cubicBezTo>
                <a:lnTo>
                  <a:pt x="611" y="687"/>
                </a:lnTo>
                <a:cubicBezTo>
                  <a:pt x="615" y="687"/>
                  <a:pt x="621" y="692"/>
                  <a:pt x="621" y="697"/>
                </a:cubicBezTo>
                <a:lnTo>
                  <a:pt x="621" y="702"/>
                </a:lnTo>
                <a:cubicBezTo>
                  <a:pt x="621" y="708"/>
                  <a:pt x="615" y="714"/>
                  <a:pt x="611" y="714"/>
                </a:cubicBezTo>
                <a:lnTo>
                  <a:pt x="471" y="714"/>
                </a:lnTo>
                <a:lnTo>
                  <a:pt x="471" y="702"/>
                </a:lnTo>
                <a:cubicBezTo>
                  <a:pt x="459" y="702"/>
                  <a:pt x="448" y="700"/>
                  <a:pt x="438" y="692"/>
                </a:cubicBezTo>
                <a:cubicBezTo>
                  <a:pt x="423" y="682"/>
                  <a:pt x="406" y="676"/>
                  <a:pt x="389" y="675"/>
                </a:cubicBezTo>
                <a:lnTo>
                  <a:pt x="389" y="538"/>
                </a:lnTo>
                <a:lnTo>
                  <a:pt x="419" y="538"/>
                </a:lnTo>
                <a:cubicBezTo>
                  <a:pt x="431" y="538"/>
                  <a:pt x="441" y="532"/>
                  <a:pt x="448" y="523"/>
                </a:cubicBezTo>
                <a:cubicBezTo>
                  <a:pt x="454" y="516"/>
                  <a:pt x="461" y="512"/>
                  <a:pt x="470" y="507"/>
                </a:cubicBezTo>
                <a:lnTo>
                  <a:pt x="490" y="500"/>
                </a:lnTo>
                <a:cubicBezTo>
                  <a:pt x="510" y="493"/>
                  <a:pt x="526" y="492"/>
                  <a:pt x="545" y="492"/>
                </a:cubicBezTo>
                <a:close/>
                <a:moveTo>
                  <a:pt x="23" y="0"/>
                </a:moveTo>
                <a:cubicBezTo>
                  <a:pt x="17" y="0"/>
                  <a:pt x="13" y="6"/>
                  <a:pt x="13" y="11"/>
                </a:cubicBezTo>
                <a:lnTo>
                  <a:pt x="13" y="99"/>
                </a:lnTo>
                <a:cubicBezTo>
                  <a:pt x="6" y="104"/>
                  <a:pt x="2" y="115"/>
                  <a:pt x="2" y="123"/>
                </a:cubicBezTo>
                <a:lnTo>
                  <a:pt x="2" y="129"/>
                </a:lnTo>
                <a:cubicBezTo>
                  <a:pt x="2" y="138"/>
                  <a:pt x="6" y="146"/>
                  <a:pt x="13" y="152"/>
                </a:cubicBezTo>
                <a:lnTo>
                  <a:pt x="13" y="269"/>
                </a:lnTo>
                <a:cubicBezTo>
                  <a:pt x="13" y="275"/>
                  <a:pt x="17" y="281"/>
                  <a:pt x="23" y="281"/>
                </a:cubicBezTo>
                <a:cubicBezTo>
                  <a:pt x="29" y="281"/>
                  <a:pt x="35" y="275"/>
                  <a:pt x="35" y="269"/>
                </a:cubicBezTo>
                <a:lnTo>
                  <a:pt x="35" y="195"/>
                </a:lnTo>
                <a:cubicBezTo>
                  <a:pt x="41" y="201"/>
                  <a:pt x="49" y="204"/>
                  <a:pt x="56" y="204"/>
                </a:cubicBezTo>
                <a:lnTo>
                  <a:pt x="106" y="204"/>
                </a:lnTo>
                <a:cubicBezTo>
                  <a:pt x="103" y="207"/>
                  <a:pt x="103" y="211"/>
                  <a:pt x="103" y="216"/>
                </a:cubicBezTo>
                <a:lnTo>
                  <a:pt x="103" y="220"/>
                </a:lnTo>
                <a:cubicBezTo>
                  <a:pt x="103" y="237"/>
                  <a:pt x="117" y="252"/>
                  <a:pt x="133" y="252"/>
                </a:cubicBezTo>
                <a:lnTo>
                  <a:pt x="201" y="252"/>
                </a:lnTo>
                <a:lnTo>
                  <a:pt x="201" y="363"/>
                </a:lnTo>
                <a:lnTo>
                  <a:pt x="35" y="363"/>
                </a:lnTo>
                <a:lnTo>
                  <a:pt x="35" y="312"/>
                </a:lnTo>
                <a:cubicBezTo>
                  <a:pt x="35" y="307"/>
                  <a:pt x="29" y="301"/>
                  <a:pt x="23" y="301"/>
                </a:cubicBezTo>
                <a:cubicBezTo>
                  <a:pt x="17" y="301"/>
                  <a:pt x="13" y="307"/>
                  <a:pt x="13" y="312"/>
                </a:cubicBezTo>
                <a:lnTo>
                  <a:pt x="13" y="373"/>
                </a:lnTo>
                <a:cubicBezTo>
                  <a:pt x="13" y="379"/>
                  <a:pt x="17" y="385"/>
                  <a:pt x="23" y="385"/>
                </a:cubicBezTo>
                <a:lnTo>
                  <a:pt x="28" y="385"/>
                </a:lnTo>
                <a:cubicBezTo>
                  <a:pt x="28" y="399"/>
                  <a:pt x="22" y="412"/>
                  <a:pt x="15" y="422"/>
                </a:cubicBezTo>
                <a:cubicBezTo>
                  <a:pt x="6" y="437"/>
                  <a:pt x="0" y="451"/>
                  <a:pt x="0" y="468"/>
                </a:cubicBezTo>
                <a:lnTo>
                  <a:pt x="0" y="700"/>
                </a:lnTo>
                <a:cubicBezTo>
                  <a:pt x="0" y="704"/>
                  <a:pt x="6" y="710"/>
                  <a:pt x="10" y="710"/>
                </a:cubicBezTo>
                <a:lnTo>
                  <a:pt x="100" y="710"/>
                </a:lnTo>
                <a:cubicBezTo>
                  <a:pt x="104" y="717"/>
                  <a:pt x="114" y="721"/>
                  <a:pt x="123" y="721"/>
                </a:cubicBezTo>
                <a:lnTo>
                  <a:pt x="129" y="721"/>
                </a:lnTo>
                <a:cubicBezTo>
                  <a:pt x="137" y="721"/>
                  <a:pt x="146" y="717"/>
                  <a:pt x="152" y="710"/>
                </a:cubicBezTo>
                <a:lnTo>
                  <a:pt x="374" y="710"/>
                </a:lnTo>
                <a:cubicBezTo>
                  <a:pt x="379" y="710"/>
                  <a:pt x="384" y="704"/>
                  <a:pt x="384" y="700"/>
                </a:cubicBezTo>
                <a:lnTo>
                  <a:pt x="384" y="695"/>
                </a:lnTo>
                <a:cubicBezTo>
                  <a:pt x="399" y="695"/>
                  <a:pt x="412" y="701"/>
                  <a:pt x="423" y="708"/>
                </a:cubicBezTo>
                <a:cubicBezTo>
                  <a:pt x="438" y="717"/>
                  <a:pt x="452" y="723"/>
                  <a:pt x="468" y="723"/>
                </a:cubicBezTo>
                <a:lnTo>
                  <a:pt x="699" y="723"/>
                </a:lnTo>
                <a:cubicBezTo>
                  <a:pt x="705" y="723"/>
                  <a:pt x="709" y="717"/>
                  <a:pt x="709" y="711"/>
                </a:cubicBezTo>
                <a:lnTo>
                  <a:pt x="709" y="623"/>
                </a:lnTo>
                <a:cubicBezTo>
                  <a:pt x="717" y="617"/>
                  <a:pt x="721" y="609"/>
                  <a:pt x="721" y="600"/>
                </a:cubicBezTo>
                <a:lnTo>
                  <a:pt x="721" y="594"/>
                </a:lnTo>
                <a:cubicBezTo>
                  <a:pt x="721" y="585"/>
                  <a:pt x="717" y="577"/>
                  <a:pt x="709" y="571"/>
                </a:cubicBezTo>
                <a:lnTo>
                  <a:pt x="709" y="349"/>
                </a:lnTo>
                <a:cubicBezTo>
                  <a:pt x="709" y="343"/>
                  <a:pt x="705" y="337"/>
                  <a:pt x="699" y="337"/>
                </a:cubicBezTo>
                <a:lnTo>
                  <a:pt x="695" y="337"/>
                </a:lnTo>
                <a:cubicBezTo>
                  <a:pt x="695" y="323"/>
                  <a:pt x="701" y="311"/>
                  <a:pt x="708" y="299"/>
                </a:cubicBezTo>
                <a:cubicBezTo>
                  <a:pt x="717" y="285"/>
                  <a:pt x="722" y="271"/>
                  <a:pt x="722" y="255"/>
                </a:cubicBezTo>
                <a:lnTo>
                  <a:pt x="722" y="24"/>
                </a:lnTo>
                <a:cubicBezTo>
                  <a:pt x="724" y="18"/>
                  <a:pt x="719" y="13"/>
                  <a:pt x="714" y="13"/>
                </a:cubicBezTo>
                <a:lnTo>
                  <a:pt x="626" y="13"/>
                </a:lnTo>
                <a:cubicBezTo>
                  <a:pt x="620" y="6"/>
                  <a:pt x="611" y="2"/>
                  <a:pt x="601" y="2"/>
                </a:cubicBezTo>
                <a:lnTo>
                  <a:pt x="597" y="2"/>
                </a:lnTo>
                <a:cubicBezTo>
                  <a:pt x="587" y="2"/>
                  <a:pt x="578" y="8"/>
                  <a:pt x="572" y="13"/>
                </a:cubicBezTo>
                <a:lnTo>
                  <a:pt x="468" y="13"/>
                </a:lnTo>
                <a:cubicBezTo>
                  <a:pt x="462" y="13"/>
                  <a:pt x="457" y="18"/>
                  <a:pt x="457" y="24"/>
                </a:cubicBezTo>
                <a:cubicBezTo>
                  <a:pt x="457" y="29"/>
                  <a:pt x="462" y="35"/>
                  <a:pt x="468" y="35"/>
                </a:cubicBezTo>
                <a:lnTo>
                  <a:pt x="527" y="35"/>
                </a:lnTo>
                <a:cubicBezTo>
                  <a:pt x="522" y="39"/>
                  <a:pt x="519" y="50"/>
                  <a:pt x="519" y="57"/>
                </a:cubicBezTo>
                <a:lnTo>
                  <a:pt x="519" y="104"/>
                </a:lnTo>
                <a:cubicBezTo>
                  <a:pt x="514" y="103"/>
                  <a:pt x="511" y="103"/>
                  <a:pt x="507" y="103"/>
                </a:cubicBezTo>
                <a:lnTo>
                  <a:pt x="503" y="103"/>
                </a:lnTo>
                <a:cubicBezTo>
                  <a:pt x="485" y="103"/>
                  <a:pt x="471" y="117"/>
                  <a:pt x="471" y="133"/>
                </a:cubicBezTo>
                <a:lnTo>
                  <a:pt x="471" y="201"/>
                </a:lnTo>
                <a:lnTo>
                  <a:pt x="360" y="201"/>
                </a:lnTo>
                <a:lnTo>
                  <a:pt x="360" y="35"/>
                </a:lnTo>
                <a:lnTo>
                  <a:pt x="425" y="35"/>
                </a:lnTo>
                <a:cubicBezTo>
                  <a:pt x="431" y="35"/>
                  <a:pt x="435" y="29"/>
                  <a:pt x="435" y="24"/>
                </a:cubicBezTo>
                <a:cubicBezTo>
                  <a:pt x="435" y="18"/>
                  <a:pt x="431" y="12"/>
                  <a:pt x="425" y="12"/>
                </a:cubicBezTo>
                <a:lnTo>
                  <a:pt x="348" y="12"/>
                </a:lnTo>
                <a:cubicBezTo>
                  <a:pt x="344" y="12"/>
                  <a:pt x="338" y="18"/>
                  <a:pt x="338" y="24"/>
                </a:cubicBezTo>
                <a:lnTo>
                  <a:pt x="338" y="26"/>
                </a:lnTo>
                <a:cubicBezTo>
                  <a:pt x="324" y="26"/>
                  <a:pt x="311" y="22"/>
                  <a:pt x="301" y="15"/>
                </a:cubicBezTo>
                <a:cubicBezTo>
                  <a:pt x="286" y="6"/>
                  <a:pt x="270"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4" name="Google Shape;2704;p49"/>
          <p:cNvGrpSpPr/>
          <p:nvPr/>
        </p:nvGrpSpPr>
        <p:grpSpPr>
          <a:xfrm>
            <a:off x="3895870" y="3331661"/>
            <a:ext cx="413017" cy="411319"/>
            <a:chOff x="3895870" y="3331661"/>
            <a:chExt cx="413017" cy="411319"/>
          </a:xfrm>
        </p:grpSpPr>
        <p:sp>
          <p:nvSpPr>
            <p:cNvPr id="2705" name="Google Shape;2705;p49"/>
            <p:cNvSpPr/>
            <p:nvPr/>
          </p:nvSpPr>
          <p:spPr>
            <a:xfrm>
              <a:off x="4160450" y="3390583"/>
              <a:ext cx="104246" cy="91215"/>
            </a:xfrm>
            <a:custGeom>
              <a:rect b="b" l="l" r="r" t="t"/>
              <a:pathLst>
                <a:path extrusionOk="0" h="161" w="184">
                  <a:moveTo>
                    <a:pt x="74" y="25"/>
                  </a:moveTo>
                  <a:lnTo>
                    <a:pt x="86" y="73"/>
                  </a:lnTo>
                  <a:cubicBezTo>
                    <a:pt x="65" y="78"/>
                    <a:pt x="52" y="83"/>
                    <a:pt x="35" y="87"/>
                  </a:cubicBezTo>
                  <a:cubicBezTo>
                    <a:pt x="31" y="77"/>
                    <a:pt x="32" y="65"/>
                    <a:pt x="38" y="55"/>
                  </a:cubicBezTo>
                  <a:cubicBezTo>
                    <a:pt x="45" y="41"/>
                    <a:pt x="58" y="29"/>
                    <a:pt x="74" y="25"/>
                  </a:cubicBezTo>
                  <a:close/>
                  <a:moveTo>
                    <a:pt x="94" y="22"/>
                  </a:moveTo>
                  <a:cubicBezTo>
                    <a:pt x="102" y="22"/>
                    <a:pt x="109" y="25"/>
                    <a:pt x="116" y="28"/>
                  </a:cubicBezTo>
                  <a:cubicBezTo>
                    <a:pt x="146" y="42"/>
                    <a:pt x="159" y="77"/>
                    <a:pt x="145" y="107"/>
                  </a:cubicBezTo>
                  <a:cubicBezTo>
                    <a:pt x="139" y="120"/>
                    <a:pt x="130" y="129"/>
                    <a:pt x="117" y="135"/>
                  </a:cubicBezTo>
                  <a:cubicBezTo>
                    <a:pt x="115" y="122"/>
                    <a:pt x="97" y="35"/>
                    <a:pt x="94" y="22"/>
                  </a:cubicBezTo>
                  <a:close/>
                  <a:moveTo>
                    <a:pt x="89" y="94"/>
                  </a:moveTo>
                  <a:lnTo>
                    <a:pt x="97" y="141"/>
                  </a:lnTo>
                  <a:cubicBezTo>
                    <a:pt x="87" y="139"/>
                    <a:pt x="76" y="138"/>
                    <a:pt x="65" y="135"/>
                  </a:cubicBezTo>
                  <a:cubicBezTo>
                    <a:pt x="54" y="129"/>
                    <a:pt x="45" y="120"/>
                    <a:pt x="39" y="109"/>
                  </a:cubicBezTo>
                  <a:cubicBezTo>
                    <a:pt x="41" y="108"/>
                    <a:pt x="42" y="108"/>
                    <a:pt x="42" y="108"/>
                  </a:cubicBezTo>
                  <a:lnTo>
                    <a:pt x="42" y="108"/>
                  </a:lnTo>
                  <a:cubicBezTo>
                    <a:pt x="42" y="108"/>
                    <a:pt x="42" y="108"/>
                    <a:pt x="42" y="108"/>
                  </a:cubicBezTo>
                  <a:cubicBezTo>
                    <a:pt x="43" y="108"/>
                    <a:pt x="44" y="108"/>
                    <a:pt x="44" y="108"/>
                  </a:cubicBezTo>
                  <a:lnTo>
                    <a:pt x="44" y="108"/>
                  </a:lnTo>
                  <a:cubicBezTo>
                    <a:pt x="44" y="108"/>
                    <a:pt x="44" y="108"/>
                    <a:pt x="42" y="108"/>
                  </a:cubicBezTo>
                  <a:lnTo>
                    <a:pt x="42" y="108"/>
                  </a:lnTo>
                  <a:cubicBezTo>
                    <a:pt x="43" y="108"/>
                    <a:pt x="50" y="105"/>
                    <a:pt x="89" y="94"/>
                  </a:cubicBezTo>
                  <a:close/>
                  <a:moveTo>
                    <a:pt x="94" y="0"/>
                  </a:moveTo>
                  <a:cubicBezTo>
                    <a:pt x="64" y="0"/>
                    <a:pt x="34" y="17"/>
                    <a:pt x="21" y="44"/>
                  </a:cubicBezTo>
                  <a:cubicBezTo>
                    <a:pt x="0" y="84"/>
                    <a:pt x="16" y="133"/>
                    <a:pt x="57" y="152"/>
                  </a:cubicBezTo>
                  <a:cubicBezTo>
                    <a:pt x="68" y="158"/>
                    <a:pt x="80" y="161"/>
                    <a:pt x="92" y="161"/>
                  </a:cubicBezTo>
                  <a:cubicBezTo>
                    <a:pt x="122" y="161"/>
                    <a:pt x="151" y="144"/>
                    <a:pt x="165" y="116"/>
                  </a:cubicBezTo>
                  <a:cubicBezTo>
                    <a:pt x="184" y="77"/>
                    <a:pt x="168" y="28"/>
                    <a:pt x="129" y="8"/>
                  </a:cubicBezTo>
                  <a:cubicBezTo>
                    <a:pt x="118" y="2"/>
                    <a:pt x="106"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9"/>
            <p:cNvSpPr/>
            <p:nvPr/>
          </p:nvSpPr>
          <p:spPr>
            <a:xfrm>
              <a:off x="4098130" y="3407579"/>
              <a:ext cx="54956" cy="13597"/>
            </a:xfrm>
            <a:custGeom>
              <a:rect b="b" l="l" r="r" t="t"/>
              <a:pathLst>
                <a:path extrusionOk="0" h="24" w="97">
                  <a:moveTo>
                    <a:pt x="11" y="1"/>
                  </a:moveTo>
                  <a:cubicBezTo>
                    <a:pt x="5" y="1"/>
                    <a:pt x="1" y="7"/>
                    <a:pt x="1" y="12"/>
                  </a:cubicBezTo>
                  <a:cubicBezTo>
                    <a:pt x="1" y="20"/>
                    <a:pt x="5" y="24"/>
                    <a:pt x="11" y="24"/>
                  </a:cubicBezTo>
                  <a:lnTo>
                    <a:pt x="84" y="24"/>
                  </a:lnTo>
                  <a:cubicBezTo>
                    <a:pt x="90" y="24"/>
                    <a:pt x="96" y="18"/>
                    <a:pt x="96" y="12"/>
                  </a:cubicBezTo>
                  <a:cubicBezTo>
                    <a:pt x="96" y="7"/>
                    <a:pt x="90" y="1"/>
                    <a:pt x="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9"/>
            <p:cNvSpPr/>
            <p:nvPr/>
          </p:nvSpPr>
          <p:spPr>
            <a:xfrm>
              <a:off x="4098130" y="3427975"/>
              <a:ext cx="54956" cy="14164"/>
            </a:xfrm>
            <a:custGeom>
              <a:rect b="b" l="l" r="r" t="t"/>
              <a:pathLst>
                <a:path extrusionOk="0" h="25" w="97">
                  <a:moveTo>
                    <a:pt x="11" y="1"/>
                  </a:moveTo>
                  <a:cubicBezTo>
                    <a:pt x="5" y="1"/>
                    <a:pt x="1" y="7"/>
                    <a:pt x="1" y="12"/>
                  </a:cubicBezTo>
                  <a:cubicBezTo>
                    <a:pt x="1" y="18"/>
                    <a:pt x="5" y="24"/>
                    <a:pt x="11" y="24"/>
                  </a:cubicBezTo>
                  <a:lnTo>
                    <a:pt x="84" y="24"/>
                  </a:lnTo>
                  <a:cubicBezTo>
                    <a:pt x="90" y="24"/>
                    <a:pt x="96" y="18"/>
                    <a:pt x="96" y="12"/>
                  </a:cubicBezTo>
                  <a:cubicBezTo>
                    <a:pt x="96" y="7"/>
                    <a:pt x="90" y="1"/>
                    <a:pt x="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9"/>
            <p:cNvSpPr/>
            <p:nvPr/>
          </p:nvSpPr>
          <p:spPr>
            <a:xfrm>
              <a:off x="4098130" y="3447805"/>
              <a:ext cx="54956" cy="13031"/>
            </a:xfrm>
            <a:custGeom>
              <a:rect b="b" l="l" r="r" t="t"/>
              <a:pathLst>
                <a:path extrusionOk="0" h="23" w="97">
                  <a:moveTo>
                    <a:pt x="11" y="1"/>
                  </a:moveTo>
                  <a:cubicBezTo>
                    <a:pt x="5" y="1"/>
                    <a:pt x="1" y="6"/>
                    <a:pt x="1" y="12"/>
                  </a:cubicBezTo>
                  <a:cubicBezTo>
                    <a:pt x="1" y="19"/>
                    <a:pt x="5" y="22"/>
                    <a:pt x="11" y="22"/>
                  </a:cubicBezTo>
                  <a:lnTo>
                    <a:pt x="84" y="22"/>
                  </a:lnTo>
                  <a:cubicBezTo>
                    <a:pt x="90" y="22"/>
                    <a:pt x="96" y="18"/>
                    <a:pt x="96" y="12"/>
                  </a:cubicBezTo>
                  <a:cubicBezTo>
                    <a:pt x="96" y="6"/>
                    <a:pt x="90" y="1"/>
                    <a:pt x="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9"/>
            <p:cNvSpPr/>
            <p:nvPr/>
          </p:nvSpPr>
          <p:spPr>
            <a:xfrm>
              <a:off x="4049406" y="3331661"/>
              <a:ext cx="259481" cy="214724"/>
            </a:xfrm>
            <a:custGeom>
              <a:rect b="b" l="l" r="r" t="t"/>
              <a:pathLst>
                <a:path extrusionOk="0" h="379" w="458">
                  <a:moveTo>
                    <a:pt x="407" y="61"/>
                  </a:moveTo>
                  <a:lnTo>
                    <a:pt x="407" y="321"/>
                  </a:lnTo>
                  <a:lnTo>
                    <a:pt x="48" y="321"/>
                  </a:lnTo>
                  <a:lnTo>
                    <a:pt x="48" y="61"/>
                  </a:lnTo>
                  <a:close/>
                  <a:moveTo>
                    <a:pt x="435" y="341"/>
                  </a:moveTo>
                  <a:lnTo>
                    <a:pt x="435" y="357"/>
                  </a:lnTo>
                  <a:lnTo>
                    <a:pt x="22" y="357"/>
                  </a:lnTo>
                  <a:lnTo>
                    <a:pt x="22" y="341"/>
                  </a:lnTo>
                  <a:close/>
                  <a:moveTo>
                    <a:pt x="17" y="0"/>
                  </a:moveTo>
                  <a:cubicBezTo>
                    <a:pt x="9" y="0"/>
                    <a:pt x="0" y="8"/>
                    <a:pt x="0" y="18"/>
                  </a:cubicBezTo>
                  <a:lnTo>
                    <a:pt x="0" y="42"/>
                  </a:lnTo>
                  <a:cubicBezTo>
                    <a:pt x="0" y="51"/>
                    <a:pt x="6" y="60"/>
                    <a:pt x="17" y="60"/>
                  </a:cubicBezTo>
                  <a:lnTo>
                    <a:pt x="26" y="60"/>
                  </a:lnTo>
                  <a:lnTo>
                    <a:pt x="26" y="320"/>
                  </a:lnTo>
                  <a:lnTo>
                    <a:pt x="17" y="320"/>
                  </a:lnTo>
                  <a:cubicBezTo>
                    <a:pt x="9" y="320"/>
                    <a:pt x="0" y="327"/>
                    <a:pt x="0" y="337"/>
                  </a:cubicBezTo>
                  <a:lnTo>
                    <a:pt x="0" y="362"/>
                  </a:lnTo>
                  <a:cubicBezTo>
                    <a:pt x="0" y="370"/>
                    <a:pt x="6" y="379"/>
                    <a:pt x="17" y="379"/>
                  </a:cubicBezTo>
                  <a:lnTo>
                    <a:pt x="439" y="379"/>
                  </a:lnTo>
                  <a:cubicBezTo>
                    <a:pt x="449" y="379"/>
                    <a:pt x="458" y="372"/>
                    <a:pt x="458" y="362"/>
                  </a:cubicBezTo>
                  <a:lnTo>
                    <a:pt x="458" y="337"/>
                  </a:lnTo>
                  <a:cubicBezTo>
                    <a:pt x="458" y="328"/>
                    <a:pt x="451" y="320"/>
                    <a:pt x="439" y="320"/>
                  </a:cubicBezTo>
                  <a:lnTo>
                    <a:pt x="430" y="320"/>
                  </a:lnTo>
                  <a:lnTo>
                    <a:pt x="430" y="60"/>
                  </a:lnTo>
                  <a:lnTo>
                    <a:pt x="438" y="60"/>
                  </a:lnTo>
                  <a:cubicBezTo>
                    <a:pt x="448" y="60"/>
                    <a:pt x="456" y="52"/>
                    <a:pt x="456" y="42"/>
                  </a:cubicBezTo>
                  <a:lnTo>
                    <a:pt x="456" y="18"/>
                  </a:lnTo>
                  <a:cubicBezTo>
                    <a:pt x="456" y="9"/>
                    <a:pt x="449" y="0"/>
                    <a:pt x="438" y="0"/>
                  </a:cubicBezTo>
                  <a:lnTo>
                    <a:pt x="124" y="0"/>
                  </a:lnTo>
                  <a:cubicBezTo>
                    <a:pt x="118" y="0"/>
                    <a:pt x="113" y="6"/>
                    <a:pt x="113" y="11"/>
                  </a:cubicBezTo>
                  <a:cubicBezTo>
                    <a:pt x="113" y="16"/>
                    <a:pt x="118" y="22"/>
                    <a:pt x="124" y="22"/>
                  </a:cubicBezTo>
                  <a:lnTo>
                    <a:pt x="435" y="22"/>
                  </a:lnTo>
                  <a:lnTo>
                    <a:pt x="435" y="38"/>
                  </a:lnTo>
                  <a:lnTo>
                    <a:pt x="22" y="38"/>
                  </a:lnTo>
                  <a:lnTo>
                    <a:pt x="22" y="22"/>
                  </a:lnTo>
                  <a:lnTo>
                    <a:pt x="82" y="22"/>
                  </a:lnTo>
                  <a:cubicBezTo>
                    <a:pt x="88" y="22"/>
                    <a:pt x="94" y="16"/>
                    <a:pt x="94" y="11"/>
                  </a:cubicBezTo>
                  <a:cubicBezTo>
                    <a:pt x="94" y="6"/>
                    <a:pt x="88" y="0"/>
                    <a:pt x="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9"/>
            <p:cNvSpPr/>
            <p:nvPr/>
          </p:nvSpPr>
          <p:spPr>
            <a:xfrm>
              <a:off x="3895870" y="3561682"/>
              <a:ext cx="215290" cy="181298"/>
            </a:xfrm>
            <a:custGeom>
              <a:rect b="b" l="l" r="r" t="t"/>
              <a:pathLst>
                <a:path extrusionOk="0" h="320" w="380">
                  <a:moveTo>
                    <a:pt x="245" y="44"/>
                  </a:moveTo>
                  <a:cubicBezTo>
                    <a:pt x="258" y="44"/>
                    <a:pt x="267" y="52"/>
                    <a:pt x="267" y="65"/>
                  </a:cubicBezTo>
                  <a:lnTo>
                    <a:pt x="267" y="67"/>
                  </a:lnTo>
                  <a:cubicBezTo>
                    <a:pt x="267" y="80"/>
                    <a:pt x="258" y="88"/>
                    <a:pt x="245" y="88"/>
                  </a:cubicBezTo>
                  <a:lnTo>
                    <a:pt x="238" y="88"/>
                  </a:lnTo>
                  <a:lnTo>
                    <a:pt x="238" y="84"/>
                  </a:lnTo>
                  <a:lnTo>
                    <a:pt x="238" y="44"/>
                  </a:lnTo>
                  <a:close/>
                  <a:moveTo>
                    <a:pt x="239" y="166"/>
                  </a:moveTo>
                  <a:cubicBezTo>
                    <a:pt x="239" y="181"/>
                    <a:pt x="228" y="192"/>
                    <a:pt x="213" y="192"/>
                  </a:cubicBezTo>
                  <a:lnTo>
                    <a:pt x="98" y="192"/>
                  </a:lnTo>
                  <a:cubicBezTo>
                    <a:pt x="83" y="192"/>
                    <a:pt x="72" y="181"/>
                    <a:pt x="70" y="166"/>
                  </a:cubicBezTo>
                  <a:close/>
                  <a:moveTo>
                    <a:pt x="83" y="0"/>
                  </a:moveTo>
                  <a:cubicBezTo>
                    <a:pt x="77" y="0"/>
                    <a:pt x="72" y="6"/>
                    <a:pt x="72" y="12"/>
                  </a:cubicBezTo>
                  <a:lnTo>
                    <a:pt x="72" y="84"/>
                  </a:lnTo>
                  <a:cubicBezTo>
                    <a:pt x="72" y="109"/>
                    <a:pt x="83" y="130"/>
                    <a:pt x="99" y="145"/>
                  </a:cubicBezTo>
                  <a:lnTo>
                    <a:pt x="59" y="145"/>
                  </a:lnTo>
                  <a:cubicBezTo>
                    <a:pt x="54" y="145"/>
                    <a:pt x="49" y="151"/>
                    <a:pt x="49" y="156"/>
                  </a:cubicBezTo>
                  <a:lnTo>
                    <a:pt x="49" y="165"/>
                  </a:lnTo>
                  <a:cubicBezTo>
                    <a:pt x="49" y="174"/>
                    <a:pt x="51" y="182"/>
                    <a:pt x="56" y="192"/>
                  </a:cubicBezTo>
                  <a:lnTo>
                    <a:pt x="12" y="192"/>
                  </a:lnTo>
                  <a:cubicBezTo>
                    <a:pt x="7" y="192"/>
                    <a:pt x="1" y="197"/>
                    <a:pt x="1" y="203"/>
                  </a:cubicBezTo>
                  <a:cubicBezTo>
                    <a:pt x="1" y="208"/>
                    <a:pt x="7" y="214"/>
                    <a:pt x="12" y="214"/>
                  </a:cubicBezTo>
                  <a:lnTo>
                    <a:pt x="355" y="214"/>
                  </a:lnTo>
                  <a:lnTo>
                    <a:pt x="355" y="257"/>
                  </a:lnTo>
                  <a:lnTo>
                    <a:pt x="12" y="257"/>
                  </a:lnTo>
                  <a:cubicBezTo>
                    <a:pt x="7" y="257"/>
                    <a:pt x="1" y="262"/>
                    <a:pt x="1" y="268"/>
                  </a:cubicBezTo>
                  <a:cubicBezTo>
                    <a:pt x="1" y="273"/>
                    <a:pt x="7" y="279"/>
                    <a:pt x="12" y="279"/>
                  </a:cubicBezTo>
                  <a:lnTo>
                    <a:pt x="293" y="279"/>
                  </a:lnTo>
                  <a:lnTo>
                    <a:pt x="293" y="298"/>
                  </a:lnTo>
                  <a:lnTo>
                    <a:pt x="231" y="298"/>
                  </a:lnTo>
                  <a:cubicBezTo>
                    <a:pt x="225" y="298"/>
                    <a:pt x="220" y="304"/>
                    <a:pt x="220" y="309"/>
                  </a:cubicBezTo>
                  <a:cubicBezTo>
                    <a:pt x="220" y="315"/>
                    <a:pt x="225" y="320"/>
                    <a:pt x="231" y="320"/>
                  </a:cubicBezTo>
                  <a:lnTo>
                    <a:pt x="303" y="320"/>
                  </a:lnTo>
                  <a:cubicBezTo>
                    <a:pt x="309" y="320"/>
                    <a:pt x="314" y="315"/>
                    <a:pt x="314" y="309"/>
                  </a:cubicBezTo>
                  <a:lnTo>
                    <a:pt x="314" y="279"/>
                  </a:lnTo>
                  <a:lnTo>
                    <a:pt x="366" y="279"/>
                  </a:lnTo>
                  <a:cubicBezTo>
                    <a:pt x="372" y="279"/>
                    <a:pt x="376" y="273"/>
                    <a:pt x="376" y="268"/>
                  </a:cubicBezTo>
                  <a:lnTo>
                    <a:pt x="376" y="204"/>
                  </a:lnTo>
                  <a:cubicBezTo>
                    <a:pt x="379" y="197"/>
                    <a:pt x="374" y="192"/>
                    <a:pt x="368" y="192"/>
                  </a:cubicBezTo>
                  <a:lnTo>
                    <a:pt x="252" y="192"/>
                  </a:lnTo>
                  <a:cubicBezTo>
                    <a:pt x="258" y="185"/>
                    <a:pt x="259" y="175"/>
                    <a:pt x="259" y="165"/>
                  </a:cubicBezTo>
                  <a:lnTo>
                    <a:pt x="259" y="156"/>
                  </a:lnTo>
                  <a:cubicBezTo>
                    <a:pt x="259" y="151"/>
                    <a:pt x="254" y="145"/>
                    <a:pt x="249" y="145"/>
                  </a:cubicBezTo>
                  <a:lnTo>
                    <a:pt x="209" y="145"/>
                  </a:lnTo>
                  <a:cubicBezTo>
                    <a:pt x="220" y="136"/>
                    <a:pt x="228" y="123"/>
                    <a:pt x="232" y="110"/>
                  </a:cubicBezTo>
                  <a:lnTo>
                    <a:pt x="245" y="110"/>
                  </a:lnTo>
                  <a:cubicBezTo>
                    <a:pt x="268" y="110"/>
                    <a:pt x="288" y="90"/>
                    <a:pt x="288" y="67"/>
                  </a:cubicBezTo>
                  <a:lnTo>
                    <a:pt x="288" y="65"/>
                  </a:lnTo>
                  <a:cubicBezTo>
                    <a:pt x="288" y="42"/>
                    <a:pt x="268" y="22"/>
                    <a:pt x="245" y="22"/>
                  </a:cubicBezTo>
                  <a:lnTo>
                    <a:pt x="238" y="22"/>
                  </a:lnTo>
                  <a:lnTo>
                    <a:pt x="238" y="12"/>
                  </a:lnTo>
                  <a:cubicBezTo>
                    <a:pt x="238" y="6"/>
                    <a:pt x="232" y="0"/>
                    <a:pt x="228" y="0"/>
                  </a:cubicBezTo>
                  <a:lnTo>
                    <a:pt x="177" y="0"/>
                  </a:lnTo>
                  <a:cubicBezTo>
                    <a:pt x="171" y="0"/>
                    <a:pt x="166" y="6"/>
                    <a:pt x="166" y="12"/>
                  </a:cubicBezTo>
                  <a:cubicBezTo>
                    <a:pt x="166" y="16"/>
                    <a:pt x="171" y="22"/>
                    <a:pt x="177" y="22"/>
                  </a:cubicBezTo>
                  <a:lnTo>
                    <a:pt x="216" y="22"/>
                  </a:lnTo>
                  <a:lnTo>
                    <a:pt x="216" y="84"/>
                  </a:lnTo>
                  <a:cubicBezTo>
                    <a:pt x="216" y="117"/>
                    <a:pt x="189" y="145"/>
                    <a:pt x="155" y="145"/>
                  </a:cubicBezTo>
                  <a:cubicBezTo>
                    <a:pt x="121" y="145"/>
                    <a:pt x="93" y="117"/>
                    <a:pt x="93" y="84"/>
                  </a:cubicBezTo>
                  <a:lnTo>
                    <a:pt x="93" y="22"/>
                  </a:lnTo>
                  <a:lnTo>
                    <a:pt x="134" y="22"/>
                  </a:lnTo>
                  <a:cubicBezTo>
                    <a:pt x="138" y="22"/>
                    <a:pt x="144" y="16"/>
                    <a:pt x="144" y="12"/>
                  </a:cubicBezTo>
                  <a:cubicBezTo>
                    <a:pt x="144" y="6"/>
                    <a:pt x="138" y="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9"/>
            <p:cNvSpPr/>
            <p:nvPr/>
          </p:nvSpPr>
          <p:spPr>
            <a:xfrm>
              <a:off x="3943461" y="3467634"/>
              <a:ext cx="45891" cy="90649"/>
            </a:xfrm>
            <a:custGeom>
              <a:rect b="b" l="l" r="r" t="t"/>
              <a:pathLst>
                <a:path extrusionOk="0" h="160" w="81">
                  <a:moveTo>
                    <a:pt x="69" y="0"/>
                  </a:moveTo>
                  <a:cubicBezTo>
                    <a:pt x="64" y="0"/>
                    <a:pt x="58" y="6"/>
                    <a:pt x="58" y="12"/>
                  </a:cubicBezTo>
                  <a:lnTo>
                    <a:pt x="58" y="42"/>
                  </a:lnTo>
                  <a:cubicBezTo>
                    <a:pt x="58" y="49"/>
                    <a:pt x="53" y="55"/>
                    <a:pt x="45" y="55"/>
                  </a:cubicBezTo>
                  <a:lnTo>
                    <a:pt x="35" y="55"/>
                  </a:lnTo>
                  <a:cubicBezTo>
                    <a:pt x="17" y="55"/>
                    <a:pt x="1" y="70"/>
                    <a:pt x="1" y="88"/>
                  </a:cubicBezTo>
                  <a:lnTo>
                    <a:pt x="1" y="94"/>
                  </a:lnTo>
                  <a:cubicBezTo>
                    <a:pt x="1" y="111"/>
                    <a:pt x="17" y="129"/>
                    <a:pt x="35" y="129"/>
                  </a:cubicBezTo>
                  <a:cubicBezTo>
                    <a:pt x="43" y="129"/>
                    <a:pt x="47" y="135"/>
                    <a:pt x="47" y="142"/>
                  </a:cubicBezTo>
                  <a:lnTo>
                    <a:pt x="47" y="148"/>
                  </a:lnTo>
                  <a:cubicBezTo>
                    <a:pt x="47" y="153"/>
                    <a:pt x="53" y="159"/>
                    <a:pt x="58" y="159"/>
                  </a:cubicBezTo>
                  <a:cubicBezTo>
                    <a:pt x="64" y="159"/>
                    <a:pt x="69" y="153"/>
                    <a:pt x="69" y="148"/>
                  </a:cubicBezTo>
                  <a:lnTo>
                    <a:pt x="69" y="142"/>
                  </a:lnTo>
                  <a:cubicBezTo>
                    <a:pt x="69" y="123"/>
                    <a:pt x="54" y="107"/>
                    <a:pt x="35" y="107"/>
                  </a:cubicBezTo>
                  <a:cubicBezTo>
                    <a:pt x="28" y="107"/>
                    <a:pt x="22" y="101"/>
                    <a:pt x="22" y="94"/>
                  </a:cubicBezTo>
                  <a:lnTo>
                    <a:pt x="22" y="88"/>
                  </a:lnTo>
                  <a:cubicBezTo>
                    <a:pt x="22" y="81"/>
                    <a:pt x="28" y="77"/>
                    <a:pt x="35" y="77"/>
                  </a:cubicBezTo>
                  <a:lnTo>
                    <a:pt x="45" y="77"/>
                  </a:lnTo>
                  <a:cubicBezTo>
                    <a:pt x="64" y="77"/>
                    <a:pt x="80" y="62"/>
                    <a:pt x="80" y="42"/>
                  </a:cubicBezTo>
                  <a:lnTo>
                    <a:pt x="80" y="12"/>
                  </a:lnTo>
                  <a:cubicBezTo>
                    <a:pt x="80" y="6"/>
                    <a:pt x="74" y="0"/>
                    <a:pt x="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9"/>
            <p:cNvSpPr/>
            <p:nvPr/>
          </p:nvSpPr>
          <p:spPr>
            <a:xfrm>
              <a:off x="3954792" y="3452904"/>
              <a:ext cx="13031" cy="34560"/>
            </a:xfrm>
            <a:custGeom>
              <a:rect b="b" l="l" r="r" t="t"/>
              <a:pathLst>
                <a:path extrusionOk="0" h="61" w="23">
                  <a:moveTo>
                    <a:pt x="11" y="0"/>
                  </a:moveTo>
                  <a:cubicBezTo>
                    <a:pt x="5" y="0"/>
                    <a:pt x="1" y="6"/>
                    <a:pt x="1" y="12"/>
                  </a:cubicBezTo>
                  <a:lnTo>
                    <a:pt x="1" y="49"/>
                  </a:lnTo>
                  <a:cubicBezTo>
                    <a:pt x="2" y="57"/>
                    <a:pt x="5" y="61"/>
                    <a:pt x="11" y="61"/>
                  </a:cubicBezTo>
                  <a:cubicBezTo>
                    <a:pt x="17" y="61"/>
                    <a:pt x="23" y="55"/>
                    <a:pt x="23" y="49"/>
                  </a:cubicBezTo>
                  <a:lnTo>
                    <a:pt x="23" y="12"/>
                  </a:lnTo>
                  <a:cubicBezTo>
                    <a:pt x="23" y="6"/>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9"/>
            <p:cNvSpPr/>
            <p:nvPr/>
          </p:nvSpPr>
          <p:spPr>
            <a:xfrm>
              <a:off x="3989352" y="3480665"/>
              <a:ext cx="32293" cy="53823"/>
            </a:xfrm>
            <a:custGeom>
              <a:rect b="b" l="l" r="r" t="t"/>
              <a:pathLst>
                <a:path extrusionOk="0" h="95" w="57">
                  <a:moveTo>
                    <a:pt x="45" y="0"/>
                  </a:moveTo>
                  <a:cubicBezTo>
                    <a:pt x="40" y="0"/>
                    <a:pt x="35" y="6"/>
                    <a:pt x="35" y="12"/>
                  </a:cubicBezTo>
                  <a:lnTo>
                    <a:pt x="35" y="34"/>
                  </a:lnTo>
                  <a:cubicBezTo>
                    <a:pt x="35" y="36"/>
                    <a:pt x="31" y="41"/>
                    <a:pt x="28" y="41"/>
                  </a:cubicBezTo>
                  <a:cubicBezTo>
                    <a:pt x="14" y="41"/>
                    <a:pt x="1" y="52"/>
                    <a:pt x="1" y="68"/>
                  </a:cubicBezTo>
                  <a:lnTo>
                    <a:pt x="1" y="84"/>
                  </a:lnTo>
                  <a:cubicBezTo>
                    <a:pt x="1" y="91"/>
                    <a:pt x="6" y="94"/>
                    <a:pt x="12" y="94"/>
                  </a:cubicBezTo>
                  <a:cubicBezTo>
                    <a:pt x="16" y="94"/>
                    <a:pt x="22" y="88"/>
                    <a:pt x="22" y="84"/>
                  </a:cubicBezTo>
                  <a:lnTo>
                    <a:pt x="22" y="68"/>
                  </a:lnTo>
                  <a:cubicBezTo>
                    <a:pt x="22" y="64"/>
                    <a:pt x="27" y="61"/>
                    <a:pt x="29" y="61"/>
                  </a:cubicBezTo>
                  <a:cubicBezTo>
                    <a:pt x="44" y="61"/>
                    <a:pt x="57" y="48"/>
                    <a:pt x="57" y="34"/>
                  </a:cubicBezTo>
                  <a:lnTo>
                    <a:pt x="57" y="12"/>
                  </a:lnTo>
                  <a:cubicBezTo>
                    <a:pt x="57" y="6"/>
                    <a:pt x="51"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9"/>
            <p:cNvSpPr/>
            <p:nvPr/>
          </p:nvSpPr>
          <p:spPr>
            <a:xfrm>
              <a:off x="3898703" y="3729383"/>
              <a:ext cx="111611" cy="13031"/>
            </a:xfrm>
            <a:custGeom>
              <a:rect b="b" l="l" r="r" t="t"/>
              <a:pathLst>
                <a:path extrusionOk="0" h="23" w="197">
                  <a:moveTo>
                    <a:pt x="10" y="0"/>
                  </a:moveTo>
                  <a:cubicBezTo>
                    <a:pt x="6" y="0"/>
                    <a:pt x="0" y="6"/>
                    <a:pt x="0" y="12"/>
                  </a:cubicBezTo>
                  <a:cubicBezTo>
                    <a:pt x="0" y="16"/>
                    <a:pt x="6" y="22"/>
                    <a:pt x="10" y="22"/>
                  </a:cubicBezTo>
                  <a:lnTo>
                    <a:pt x="187" y="22"/>
                  </a:lnTo>
                  <a:cubicBezTo>
                    <a:pt x="191" y="22"/>
                    <a:pt x="197" y="16"/>
                    <a:pt x="197" y="12"/>
                  </a:cubicBezTo>
                  <a:cubicBezTo>
                    <a:pt x="197" y="6"/>
                    <a:pt x="1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 name="Google Shape;2715;p49"/>
          <p:cNvGrpSpPr/>
          <p:nvPr/>
        </p:nvGrpSpPr>
        <p:grpSpPr>
          <a:xfrm>
            <a:off x="3166717" y="3971868"/>
            <a:ext cx="344464" cy="413019"/>
            <a:chOff x="3166717" y="3971868"/>
            <a:chExt cx="344464" cy="413019"/>
          </a:xfrm>
        </p:grpSpPr>
        <p:sp>
          <p:nvSpPr>
            <p:cNvPr id="2716" name="Google Shape;2716;p49"/>
            <p:cNvSpPr/>
            <p:nvPr/>
          </p:nvSpPr>
          <p:spPr>
            <a:xfrm>
              <a:off x="3216574" y="4022858"/>
              <a:ext cx="242484" cy="240786"/>
            </a:xfrm>
            <a:custGeom>
              <a:rect b="b" l="l" r="r" t="t"/>
              <a:pathLst>
                <a:path extrusionOk="0" h="425" w="428">
                  <a:moveTo>
                    <a:pt x="232" y="95"/>
                  </a:moveTo>
                  <a:cubicBezTo>
                    <a:pt x="264" y="95"/>
                    <a:pt x="288" y="120"/>
                    <a:pt x="288" y="150"/>
                  </a:cubicBezTo>
                  <a:lnTo>
                    <a:pt x="288" y="215"/>
                  </a:lnTo>
                  <a:cubicBezTo>
                    <a:pt x="288" y="219"/>
                    <a:pt x="287" y="221"/>
                    <a:pt x="285" y="222"/>
                  </a:cubicBezTo>
                  <a:lnTo>
                    <a:pt x="285" y="174"/>
                  </a:lnTo>
                  <a:cubicBezTo>
                    <a:pt x="285" y="170"/>
                    <a:pt x="283" y="169"/>
                    <a:pt x="281" y="167"/>
                  </a:cubicBezTo>
                  <a:cubicBezTo>
                    <a:pt x="280" y="164"/>
                    <a:pt x="275" y="163"/>
                    <a:pt x="274" y="163"/>
                  </a:cubicBezTo>
                  <a:cubicBezTo>
                    <a:pt x="271" y="163"/>
                    <a:pt x="269" y="164"/>
                    <a:pt x="266" y="164"/>
                  </a:cubicBezTo>
                  <a:cubicBezTo>
                    <a:pt x="254" y="164"/>
                    <a:pt x="243" y="158"/>
                    <a:pt x="235" y="148"/>
                  </a:cubicBezTo>
                  <a:cubicBezTo>
                    <a:pt x="233" y="147"/>
                    <a:pt x="230" y="146"/>
                    <a:pt x="227" y="146"/>
                  </a:cubicBezTo>
                  <a:cubicBezTo>
                    <a:pt x="224" y="146"/>
                    <a:pt x="222" y="147"/>
                    <a:pt x="220" y="148"/>
                  </a:cubicBezTo>
                  <a:cubicBezTo>
                    <a:pt x="207" y="160"/>
                    <a:pt x="187" y="164"/>
                    <a:pt x="155" y="164"/>
                  </a:cubicBezTo>
                  <a:cubicBezTo>
                    <a:pt x="150" y="164"/>
                    <a:pt x="144" y="170"/>
                    <a:pt x="144" y="176"/>
                  </a:cubicBezTo>
                  <a:lnTo>
                    <a:pt x="144" y="225"/>
                  </a:lnTo>
                  <a:cubicBezTo>
                    <a:pt x="144" y="221"/>
                    <a:pt x="142" y="218"/>
                    <a:pt x="142" y="215"/>
                  </a:cubicBezTo>
                  <a:lnTo>
                    <a:pt x="142" y="150"/>
                  </a:lnTo>
                  <a:cubicBezTo>
                    <a:pt x="142" y="120"/>
                    <a:pt x="167" y="95"/>
                    <a:pt x="199" y="95"/>
                  </a:cubicBezTo>
                  <a:close/>
                  <a:moveTo>
                    <a:pt x="228" y="169"/>
                  </a:moveTo>
                  <a:cubicBezTo>
                    <a:pt x="238" y="177"/>
                    <a:pt x="251" y="183"/>
                    <a:pt x="265" y="183"/>
                  </a:cubicBezTo>
                  <a:lnTo>
                    <a:pt x="265" y="224"/>
                  </a:lnTo>
                  <a:cubicBezTo>
                    <a:pt x="265" y="250"/>
                    <a:pt x="244" y="271"/>
                    <a:pt x="216" y="271"/>
                  </a:cubicBezTo>
                  <a:cubicBezTo>
                    <a:pt x="189" y="271"/>
                    <a:pt x="167" y="250"/>
                    <a:pt x="167" y="224"/>
                  </a:cubicBezTo>
                  <a:lnTo>
                    <a:pt x="167" y="183"/>
                  </a:lnTo>
                  <a:cubicBezTo>
                    <a:pt x="194" y="182"/>
                    <a:pt x="213" y="177"/>
                    <a:pt x="228" y="169"/>
                  </a:cubicBezTo>
                  <a:close/>
                  <a:moveTo>
                    <a:pt x="214" y="1"/>
                  </a:moveTo>
                  <a:cubicBezTo>
                    <a:pt x="211" y="1"/>
                    <a:pt x="207" y="1"/>
                    <a:pt x="203" y="1"/>
                  </a:cubicBezTo>
                  <a:cubicBezTo>
                    <a:pt x="92" y="5"/>
                    <a:pt x="1" y="98"/>
                    <a:pt x="1" y="212"/>
                  </a:cubicBezTo>
                  <a:cubicBezTo>
                    <a:pt x="1" y="329"/>
                    <a:pt x="98" y="424"/>
                    <a:pt x="215" y="424"/>
                  </a:cubicBezTo>
                  <a:cubicBezTo>
                    <a:pt x="329" y="424"/>
                    <a:pt x="420" y="335"/>
                    <a:pt x="426" y="222"/>
                  </a:cubicBezTo>
                  <a:cubicBezTo>
                    <a:pt x="427" y="170"/>
                    <a:pt x="411" y="120"/>
                    <a:pt x="378" y="78"/>
                  </a:cubicBezTo>
                  <a:cubicBezTo>
                    <a:pt x="376" y="75"/>
                    <a:pt x="373" y="74"/>
                    <a:pt x="370" y="74"/>
                  </a:cubicBezTo>
                  <a:cubicBezTo>
                    <a:pt x="368" y="74"/>
                    <a:pt x="365" y="75"/>
                    <a:pt x="364" y="76"/>
                  </a:cubicBezTo>
                  <a:cubicBezTo>
                    <a:pt x="359" y="81"/>
                    <a:pt x="359" y="88"/>
                    <a:pt x="362" y="91"/>
                  </a:cubicBezTo>
                  <a:cubicBezTo>
                    <a:pt x="391" y="127"/>
                    <a:pt x="407" y="174"/>
                    <a:pt x="405" y="221"/>
                  </a:cubicBezTo>
                  <a:cubicBezTo>
                    <a:pt x="403" y="286"/>
                    <a:pt x="368" y="342"/>
                    <a:pt x="316" y="374"/>
                  </a:cubicBezTo>
                  <a:lnTo>
                    <a:pt x="316" y="326"/>
                  </a:lnTo>
                  <a:cubicBezTo>
                    <a:pt x="316" y="297"/>
                    <a:pt x="301" y="270"/>
                    <a:pt x="275" y="255"/>
                  </a:cubicBezTo>
                  <a:cubicBezTo>
                    <a:pt x="277" y="251"/>
                    <a:pt x="281" y="247"/>
                    <a:pt x="281" y="241"/>
                  </a:cubicBezTo>
                  <a:cubicBezTo>
                    <a:pt x="297" y="241"/>
                    <a:pt x="310" y="226"/>
                    <a:pt x="310" y="212"/>
                  </a:cubicBezTo>
                  <a:lnTo>
                    <a:pt x="310" y="147"/>
                  </a:lnTo>
                  <a:cubicBezTo>
                    <a:pt x="310" y="104"/>
                    <a:pt x="275" y="69"/>
                    <a:pt x="232" y="69"/>
                  </a:cubicBezTo>
                  <a:lnTo>
                    <a:pt x="219" y="69"/>
                  </a:lnTo>
                  <a:cubicBezTo>
                    <a:pt x="223" y="66"/>
                    <a:pt x="222" y="59"/>
                    <a:pt x="218" y="55"/>
                  </a:cubicBezTo>
                  <a:cubicBezTo>
                    <a:pt x="216" y="53"/>
                    <a:pt x="214" y="53"/>
                    <a:pt x="212" y="53"/>
                  </a:cubicBezTo>
                  <a:cubicBezTo>
                    <a:pt x="209" y="53"/>
                    <a:pt x="206" y="54"/>
                    <a:pt x="203" y="56"/>
                  </a:cubicBezTo>
                  <a:lnTo>
                    <a:pt x="196" y="63"/>
                  </a:lnTo>
                  <a:lnTo>
                    <a:pt x="190" y="59"/>
                  </a:lnTo>
                  <a:cubicBezTo>
                    <a:pt x="189" y="57"/>
                    <a:pt x="186" y="56"/>
                    <a:pt x="183" y="56"/>
                  </a:cubicBezTo>
                  <a:cubicBezTo>
                    <a:pt x="181" y="56"/>
                    <a:pt x="178" y="57"/>
                    <a:pt x="176" y="59"/>
                  </a:cubicBezTo>
                  <a:cubicBezTo>
                    <a:pt x="174" y="60"/>
                    <a:pt x="173" y="63"/>
                    <a:pt x="173" y="66"/>
                  </a:cubicBezTo>
                  <a:cubicBezTo>
                    <a:pt x="173" y="68"/>
                    <a:pt x="173" y="69"/>
                    <a:pt x="174" y="70"/>
                  </a:cubicBezTo>
                  <a:cubicBezTo>
                    <a:pt x="142" y="81"/>
                    <a:pt x="118" y="111"/>
                    <a:pt x="118" y="146"/>
                  </a:cubicBezTo>
                  <a:lnTo>
                    <a:pt x="118" y="211"/>
                  </a:lnTo>
                  <a:cubicBezTo>
                    <a:pt x="118" y="226"/>
                    <a:pt x="131" y="239"/>
                    <a:pt x="147" y="239"/>
                  </a:cubicBezTo>
                  <a:cubicBezTo>
                    <a:pt x="150" y="244"/>
                    <a:pt x="151" y="248"/>
                    <a:pt x="153" y="254"/>
                  </a:cubicBezTo>
                  <a:cubicBezTo>
                    <a:pt x="145" y="257"/>
                    <a:pt x="138" y="263"/>
                    <a:pt x="132" y="270"/>
                  </a:cubicBezTo>
                  <a:cubicBezTo>
                    <a:pt x="129" y="273"/>
                    <a:pt x="129" y="280"/>
                    <a:pt x="135" y="284"/>
                  </a:cubicBezTo>
                  <a:cubicBezTo>
                    <a:pt x="137" y="286"/>
                    <a:pt x="138" y="286"/>
                    <a:pt x="142" y="286"/>
                  </a:cubicBezTo>
                  <a:cubicBezTo>
                    <a:pt x="145" y="286"/>
                    <a:pt x="147" y="284"/>
                    <a:pt x="150" y="283"/>
                  </a:cubicBezTo>
                  <a:cubicBezTo>
                    <a:pt x="154" y="277"/>
                    <a:pt x="160" y="271"/>
                    <a:pt x="166" y="270"/>
                  </a:cubicBezTo>
                  <a:cubicBezTo>
                    <a:pt x="179" y="281"/>
                    <a:pt x="194" y="287"/>
                    <a:pt x="212" y="287"/>
                  </a:cubicBezTo>
                  <a:cubicBezTo>
                    <a:pt x="231" y="287"/>
                    <a:pt x="246" y="281"/>
                    <a:pt x="259" y="270"/>
                  </a:cubicBezTo>
                  <a:cubicBezTo>
                    <a:pt x="280" y="281"/>
                    <a:pt x="291" y="300"/>
                    <a:pt x="291" y="323"/>
                  </a:cubicBezTo>
                  <a:lnTo>
                    <a:pt x="291" y="384"/>
                  </a:lnTo>
                  <a:cubicBezTo>
                    <a:pt x="267" y="394"/>
                    <a:pt x="241" y="400"/>
                    <a:pt x="212" y="400"/>
                  </a:cubicBezTo>
                  <a:cubicBezTo>
                    <a:pt x="184" y="400"/>
                    <a:pt x="158" y="394"/>
                    <a:pt x="134" y="384"/>
                  </a:cubicBezTo>
                  <a:lnTo>
                    <a:pt x="134" y="323"/>
                  </a:lnTo>
                  <a:lnTo>
                    <a:pt x="134" y="317"/>
                  </a:lnTo>
                  <a:cubicBezTo>
                    <a:pt x="134" y="312"/>
                    <a:pt x="129" y="306"/>
                    <a:pt x="124" y="306"/>
                  </a:cubicBezTo>
                  <a:cubicBezTo>
                    <a:pt x="119" y="306"/>
                    <a:pt x="114" y="309"/>
                    <a:pt x="114" y="315"/>
                  </a:cubicBezTo>
                  <a:lnTo>
                    <a:pt x="114" y="323"/>
                  </a:lnTo>
                  <a:lnTo>
                    <a:pt x="114" y="372"/>
                  </a:lnTo>
                  <a:cubicBezTo>
                    <a:pt x="59" y="339"/>
                    <a:pt x="23" y="278"/>
                    <a:pt x="23" y="211"/>
                  </a:cubicBezTo>
                  <a:cubicBezTo>
                    <a:pt x="25" y="111"/>
                    <a:pt x="106" y="29"/>
                    <a:pt x="206" y="23"/>
                  </a:cubicBezTo>
                  <a:cubicBezTo>
                    <a:pt x="210" y="23"/>
                    <a:pt x="214" y="22"/>
                    <a:pt x="218" y="22"/>
                  </a:cubicBezTo>
                  <a:cubicBezTo>
                    <a:pt x="260" y="22"/>
                    <a:pt x="300" y="37"/>
                    <a:pt x="336" y="65"/>
                  </a:cubicBezTo>
                  <a:cubicBezTo>
                    <a:pt x="338" y="66"/>
                    <a:pt x="340" y="67"/>
                    <a:pt x="342" y="67"/>
                  </a:cubicBezTo>
                  <a:cubicBezTo>
                    <a:pt x="345" y="67"/>
                    <a:pt x="348" y="65"/>
                    <a:pt x="350" y="62"/>
                  </a:cubicBezTo>
                  <a:cubicBezTo>
                    <a:pt x="353" y="56"/>
                    <a:pt x="353" y="52"/>
                    <a:pt x="348" y="47"/>
                  </a:cubicBezTo>
                  <a:cubicBezTo>
                    <a:pt x="311" y="18"/>
                    <a:pt x="263" y="1"/>
                    <a:pt x="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9"/>
            <p:cNvSpPr/>
            <p:nvPr/>
          </p:nvSpPr>
          <p:spPr>
            <a:xfrm>
              <a:off x="3166717" y="3971868"/>
              <a:ext cx="344464" cy="413019"/>
            </a:xfrm>
            <a:custGeom>
              <a:rect b="b" l="l" r="r" t="t"/>
              <a:pathLst>
                <a:path extrusionOk="0" h="729" w="608">
                  <a:moveTo>
                    <a:pt x="304" y="0"/>
                  </a:moveTo>
                  <a:cubicBezTo>
                    <a:pt x="137" y="0"/>
                    <a:pt x="1" y="136"/>
                    <a:pt x="1" y="303"/>
                  </a:cubicBezTo>
                  <a:cubicBezTo>
                    <a:pt x="1" y="366"/>
                    <a:pt x="20" y="439"/>
                    <a:pt x="51" y="509"/>
                  </a:cubicBezTo>
                  <a:cubicBezTo>
                    <a:pt x="86" y="581"/>
                    <a:pt x="131" y="641"/>
                    <a:pt x="181" y="679"/>
                  </a:cubicBezTo>
                  <a:cubicBezTo>
                    <a:pt x="184" y="681"/>
                    <a:pt x="186" y="682"/>
                    <a:pt x="188" y="682"/>
                  </a:cubicBezTo>
                  <a:cubicBezTo>
                    <a:pt x="191" y="682"/>
                    <a:pt x="194" y="680"/>
                    <a:pt x="196" y="678"/>
                  </a:cubicBezTo>
                  <a:cubicBezTo>
                    <a:pt x="200" y="672"/>
                    <a:pt x="197" y="666"/>
                    <a:pt x="194" y="663"/>
                  </a:cubicBezTo>
                  <a:cubicBezTo>
                    <a:pt x="147" y="627"/>
                    <a:pt x="102" y="569"/>
                    <a:pt x="70" y="501"/>
                  </a:cubicBezTo>
                  <a:cubicBezTo>
                    <a:pt x="38" y="435"/>
                    <a:pt x="21" y="363"/>
                    <a:pt x="21" y="305"/>
                  </a:cubicBezTo>
                  <a:cubicBezTo>
                    <a:pt x="21" y="150"/>
                    <a:pt x="147" y="23"/>
                    <a:pt x="303" y="23"/>
                  </a:cubicBezTo>
                  <a:cubicBezTo>
                    <a:pt x="457" y="23"/>
                    <a:pt x="584" y="150"/>
                    <a:pt x="584" y="305"/>
                  </a:cubicBezTo>
                  <a:cubicBezTo>
                    <a:pt x="584" y="426"/>
                    <a:pt x="511" y="591"/>
                    <a:pt x="410" y="665"/>
                  </a:cubicBezTo>
                  <a:cubicBezTo>
                    <a:pt x="373" y="691"/>
                    <a:pt x="337" y="705"/>
                    <a:pt x="301" y="705"/>
                  </a:cubicBezTo>
                  <a:cubicBezTo>
                    <a:pt x="275" y="705"/>
                    <a:pt x="251" y="698"/>
                    <a:pt x="226" y="686"/>
                  </a:cubicBezTo>
                  <a:cubicBezTo>
                    <a:pt x="225" y="686"/>
                    <a:pt x="224" y="686"/>
                    <a:pt x="223" y="686"/>
                  </a:cubicBezTo>
                  <a:cubicBezTo>
                    <a:pt x="219" y="686"/>
                    <a:pt x="215" y="688"/>
                    <a:pt x="212" y="692"/>
                  </a:cubicBezTo>
                  <a:cubicBezTo>
                    <a:pt x="210" y="698"/>
                    <a:pt x="212" y="702"/>
                    <a:pt x="217" y="706"/>
                  </a:cubicBezTo>
                  <a:cubicBezTo>
                    <a:pt x="245" y="721"/>
                    <a:pt x="274" y="728"/>
                    <a:pt x="303" y="728"/>
                  </a:cubicBezTo>
                  <a:cubicBezTo>
                    <a:pt x="345" y="728"/>
                    <a:pt x="384" y="714"/>
                    <a:pt x="424" y="685"/>
                  </a:cubicBezTo>
                  <a:cubicBezTo>
                    <a:pt x="530" y="607"/>
                    <a:pt x="606" y="435"/>
                    <a:pt x="606" y="309"/>
                  </a:cubicBezTo>
                  <a:cubicBezTo>
                    <a:pt x="608" y="136"/>
                    <a:pt x="472" y="0"/>
                    <a:pt x="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8" name="Google Shape;2718;p49"/>
          <p:cNvGrpSpPr/>
          <p:nvPr/>
        </p:nvGrpSpPr>
        <p:grpSpPr>
          <a:xfrm>
            <a:off x="3147455" y="3329395"/>
            <a:ext cx="387522" cy="411319"/>
            <a:chOff x="3147455" y="3329395"/>
            <a:chExt cx="387522" cy="411319"/>
          </a:xfrm>
        </p:grpSpPr>
        <p:sp>
          <p:nvSpPr>
            <p:cNvPr id="2719" name="Google Shape;2719;p49"/>
            <p:cNvSpPr/>
            <p:nvPr/>
          </p:nvSpPr>
          <p:spPr>
            <a:xfrm>
              <a:off x="3147455" y="3329395"/>
              <a:ext cx="387522" cy="411319"/>
            </a:xfrm>
            <a:custGeom>
              <a:rect b="b" l="l" r="r" t="t"/>
              <a:pathLst>
                <a:path extrusionOk="0" h="726" w="684">
                  <a:moveTo>
                    <a:pt x="360" y="64"/>
                  </a:moveTo>
                  <a:cubicBezTo>
                    <a:pt x="386" y="64"/>
                    <a:pt x="405" y="88"/>
                    <a:pt x="405" y="120"/>
                  </a:cubicBezTo>
                  <a:cubicBezTo>
                    <a:pt x="405" y="155"/>
                    <a:pt x="409" y="181"/>
                    <a:pt x="416" y="199"/>
                  </a:cubicBezTo>
                  <a:cubicBezTo>
                    <a:pt x="410" y="201"/>
                    <a:pt x="405" y="202"/>
                    <a:pt x="400" y="202"/>
                  </a:cubicBezTo>
                  <a:cubicBezTo>
                    <a:pt x="402" y="195"/>
                    <a:pt x="403" y="188"/>
                    <a:pt x="403" y="181"/>
                  </a:cubicBezTo>
                  <a:lnTo>
                    <a:pt x="403" y="136"/>
                  </a:lnTo>
                  <a:cubicBezTo>
                    <a:pt x="403" y="133"/>
                    <a:pt x="402" y="129"/>
                    <a:pt x="400" y="127"/>
                  </a:cubicBezTo>
                  <a:cubicBezTo>
                    <a:pt x="397" y="124"/>
                    <a:pt x="393" y="123"/>
                    <a:pt x="389" y="123"/>
                  </a:cubicBezTo>
                  <a:cubicBezTo>
                    <a:pt x="379" y="123"/>
                    <a:pt x="371" y="121"/>
                    <a:pt x="364" y="114"/>
                  </a:cubicBezTo>
                  <a:cubicBezTo>
                    <a:pt x="361" y="113"/>
                    <a:pt x="358" y="112"/>
                    <a:pt x="355" y="112"/>
                  </a:cubicBezTo>
                  <a:cubicBezTo>
                    <a:pt x="353" y="112"/>
                    <a:pt x="350" y="113"/>
                    <a:pt x="347" y="114"/>
                  </a:cubicBezTo>
                  <a:cubicBezTo>
                    <a:pt x="339" y="120"/>
                    <a:pt x="323" y="124"/>
                    <a:pt x="303" y="124"/>
                  </a:cubicBezTo>
                  <a:cubicBezTo>
                    <a:pt x="298" y="124"/>
                    <a:pt x="292" y="124"/>
                    <a:pt x="286" y="123"/>
                  </a:cubicBezTo>
                  <a:cubicBezTo>
                    <a:pt x="282" y="123"/>
                    <a:pt x="279" y="126"/>
                    <a:pt x="277" y="127"/>
                  </a:cubicBezTo>
                  <a:cubicBezTo>
                    <a:pt x="275" y="129"/>
                    <a:pt x="273" y="133"/>
                    <a:pt x="273" y="136"/>
                  </a:cubicBezTo>
                  <a:lnTo>
                    <a:pt x="273" y="181"/>
                  </a:lnTo>
                  <a:cubicBezTo>
                    <a:pt x="273" y="188"/>
                    <a:pt x="275" y="195"/>
                    <a:pt x="277" y="202"/>
                  </a:cubicBezTo>
                  <a:cubicBezTo>
                    <a:pt x="272" y="201"/>
                    <a:pt x="266" y="199"/>
                    <a:pt x="260" y="199"/>
                  </a:cubicBezTo>
                  <a:cubicBezTo>
                    <a:pt x="266" y="179"/>
                    <a:pt x="270" y="155"/>
                    <a:pt x="272" y="120"/>
                  </a:cubicBezTo>
                  <a:cubicBezTo>
                    <a:pt x="272" y="90"/>
                    <a:pt x="292" y="64"/>
                    <a:pt x="316" y="64"/>
                  </a:cubicBezTo>
                  <a:close/>
                  <a:moveTo>
                    <a:pt x="354" y="132"/>
                  </a:moveTo>
                  <a:cubicBezTo>
                    <a:pt x="361" y="137"/>
                    <a:pt x="370" y="142"/>
                    <a:pt x="383" y="143"/>
                  </a:cubicBezTo>
                  <a:lnTo>
                    <a:pt x="383" y="181"/>
                  </a:lnTo>
                  <a:cubicBezTo>
                    <a:pt x="381" y="207"/>
                    <a:pt x="361" y="227"/>
                    <a:pt x="338" y="227"/>
                  </a:cubicBezTo>
                  <a:cubicBezTo>
                    <a:pt x="314" y="227"/>
                    <a:pt x="293" y="207"/>
                    <a:pt x="293" y="181"/>
                  </a:cubicBezTo>
                  <a:lnTo>
                    <a:pt x="293" y="143"/>
                  </a:lnTo>
                  <a:cubicBezTo>
                    <a:pt x="308" y="143"/>
                    <a:pt x="335" y="143"/>
                    <a:pt x="354" y="132"/>
                  </a:cubicBezTo>
                  <a:close/>
                  <a:moveTo>
                    <a:pt x="345" y="246"/>
                  </a:moveTo>
                  <a:lnTo>
                    <a:pt x="345" y="253"/>
                  </a:lnTo>
                  <a:cubicBezTo>
                    <a:pt x="345" y="257"/>
                    <a:pt x="342" y="260"/>
                    <a:pt x="338" y="260"/>
                  </a:cubicBezTo>
                  <a:cubicBezTo>
                    <a:pt x="335" y="260"/>
                    <a:pt x="331" y="257"/>
                    <a:pt x="331" y="253"/>
                  </a:cubicBezTo>
                  <a:lnTo>
                    <a:pt x="331" y="246"/>
                  </a:lnTo>
                  <a:close/>
                  <a:moveTo>
                    <a:pt x="379" y="234"/>
                  </a:moveTo>
                  <a:cubicBezTo>
                    <a:pt x="394" y="241"/>
                    <a:pt x="407" y="259"/>
                    <a:pt x="407" y="277"/>
                  </a:cubicBezTo>
                  <a:lnTo>
                    <a:pt x="407" y="358"/>
                  </a:lnTo>
                  <a:lnTo>
                    <a:pt x="267" y="358"/>
                  </a:lnTo>
                  <a:lnTo>
                    <a:pt x="267" y="277"/>
                  </a:lnTo>
                  <a:lnTo>
                    <a:pt x="270" y="277"/>
                  </a:lnTo>
                  <a:cubicBezTo>
                    <a:pt x="270" y="257"/>
                    <a:pt x="280" y="241"/>
                    <a:pt x="299" y="234"/>
                  </a:cubicBezTo>
                  <a:cubicBezTo>
                    <a:pt x="302" y="237"/>
                    <a:pt x="308" y="238"/>
                    <a:pt x="311" y="243"/>
                  </a:cubicBezTo>
                  <a:lnTo>
                    <a:pt x="311" y="256"/>
                  </a:lnTo>
                  <a:cubicBezTo>
                    <a:pt x="311" y="270"/>
                    <a:pt x="324" y="282"/>
                    <a:pt x="338" y="282"/>
                  </a:cubicBezTo>
                  <a:cubicBezTo>
                    <a:pt x="353" y="282"/>
                    <a:pt x="366" y="270"/>
                    <a:pt x="366" y="256"/>
                  </a:cubicBezTo>
                  <a:lnTo>
                    <a:pt x="366" y="243"/>
                  </a:lnTo>
                  <a:cubicBezTo>
                    <a:pt x="371" y="241"/>
                    <a:pt x="374" y="237"/>
                    <a:pt x="379" y="234"/>
                  </a:cubicBezTo>
                  <a:close/>
                  <a:moveTo>
                    <a:pt x="100" y="423"/>
                  </a:moveTo>
                  <a:cubicBezTo>
                    <a:pt x="126" y="423"/>
                    <a:pt x="147" y="444"/>
                    <a:pt x="147" y="470"/>
                  </a:cubicBezTo>
                  <a:lnTo>
                    <a:pt x="147" y="498"/>
                  </a:lnTo>
                  <a:cubicBezTo>
                    <a:pt x="147" y="506"/>
                    <a:pt x="143" y="511"/>
                    <a:pt x="136" y="516"/>
                  </a:cubicBezTo>
                  <a:cubicBezTo>
                    <a:pt x="119" y="523"/>
                    <a:pt x="102" y="527"/>
                    <a:pt x="85" y="527"/>
                  </a:cubicBezTo>
                  <a:cubicBezTo>
                    <a:pt x="69" y="527"/>
                    <a:pt x="52" y="523"/>
                    <a:pt x="35" y="516"/>
                  </a:cubicBezTo>
                  <a:cubicBezTo>
                    <a:pt x="28" y="511"/>
                    <a:pt x="22" y="506"/>
                    <a:pt x="22" y="498"/>
                  </a:cubicBezTo>
                  <a:lnTo>
                    <a:pt x="22" y="470"/>
                  </a:lnTo>
                  <a:cubicBezTo>
                    <a:pt x="22" y="445"/>
                    <a:pt x="42" y="423"/>
                    <a:pt x="69" y="423"/>
                  </a:cubicBezTo>
                  <a:close/>
                  <a:moveTo>
                    <a:pt x="48" y="542"/>
                  </a:moveTo>
                  <a:lnTo>
                    <a:pt x="48" y="542"/>
                  </a:lnTo>
                  <a:cubicBezTo>
                    <a:pt x="61" y="546"/>
                    <a:pt x="72" y="548"/>
                    <a:pt x="85" y="548"/>
                  </a:cubicBezTo>
                  <a:cubicBezTo>
                    <a:pt x="98" y="548"/>
                    <a:pt x="111" y="546"/>
                    <a:pt x="123" y="542"/>
                  </a:cubicBezTo>
                  <a:lnTo>
                    <a:pt x="123" y="542"/>
                  </a:lnTo>
                  <a:cubicBezTo>
                    <a:pt x="123" y="552"/>
                    <a:pt x="120" y="561"/>
                    <a:pt x="114" y="566"/>
                  </a:cubicBezTo>
                  <a:lnTo>
                    <a:pt x="61" y="566"/>
                  </a:lnTo>
                  <a:cubicBezTo>
                    <a:pt x="51" y="559"/>
                    <a:pt x="48" y="552"/>
                    <a:pt x="48" y="542"/>
                  </a:cubicBezTo>
                  <a:close/>
                  <a:moveTo>
                    <a:pt x="555" y="542"/>
                  </a:moveTo>
                  <a:cubicBezTo>
                    <a:pt x="568" y="545"/>
                    <a:pt x="580" y="547"/>
                    <a:pt x="592" y="547"/>
                  </a:cubicBezTo>
                  <a:cubicBezTo>
                    <a:pt x="604" y="547"/>
                    <a:pt x="616" y="545"/>
                    <a:pt x="629" y="542"/>
                  </a:cubicBezTo>
                  <a:lnTo>
                    <a:pt x="629" y="542"/>
                  </a:lnTo>
                  <a:cubicBezTo>
                    <a:pt x="629" y="552"/>
                    <a:pt x="626" y="561"/>
                    <a:pt x="620" y="566"/>
                  </a:cubicBezTo>
                  <a:lnTo>
                    <a:pt x="564" y="566"/>
                  </a:lnTo>
                  <a:cubicBezTo>
                    <a:pt x="559" y="559"/>
                    <a:pt x="555" y="552"/>
                    <a:pt x="555" y="542"/>
                  </a:cubicBezTo>
                  <a:close/>
                  <a:moveTo>
                    <a:pt x="444" y="379"/>
                  </a:moveTo>
                  <a:lnTo>
                    <a:pt x="517" y="706"/>
                  </a:lnTo>
                  <a:lnTo>
                    <a:pt x="158" y="706"/>
                  </a:lnTo>
                  <a:lnTo>
                    <a:pt x="231" y="379"/>
                  </a:lnTo>
                  <a:close/>
                  <a:moveTo>
                    <a:pt x="614" y="585"/>
                  </a:moveTo>
                  <a:cubicBezTo>
                    <a:pt x="639" y="585"/>
                    <a:pt x="657" y="605"/>
                    <a:pt x="657" y="628"/>
                  </a:cubicBezTo>
                  <a:lnTo>
                    <a:pt x="657" y="705"/>
                  </a:lnTo>
                  <a:lnTo>
                    <a:pt x="539" y="706"/>
                  </a:lnTo>
                  <a:lnTo>
                    <a:pt x="525" y="643"/>
                  </a:lnTo>
                  <a:lnTo>
                    <a:pt x="525" y="628"/>
                  </a:lnTo>
                  <a:cubicBezTo>
                    <a:pt x="525" y="605"/>
                    <a:pt x="545" y="585"/>
                    <a:pt x="568" y="585"/>
                  </a:cubicBezTo>
                  <a:close/>
                  <a:moveTo>
                    <a:pt x="90" y="0"/>
                  </a:moveTo>
                  <a:cubicBezTo>
                    <a:pt x="71" y="0"/>
                    <a:pt x="56" y="15"/>
                    <a:pt x="56" y="33"/>
                  </a:cubicBezTo>
                  <a:lnTo>
                    <a:pt x="56" y="340"/>
                  </a:lnTo>
                  <a:cubicBezTo>
                    <a:pt x="56" y="358"/>
                    <a:pt x="71" y="373"/>
                    <a:pt x="90" y="373"/>
                  </a:cubicBezTo>
                  <a:lnTo>
                    <a:pt x="214" y="373"/>
                  </a:lnTo>
                  <a:lnTo>
                    <a:pt x="165" y="591"/>
                  </a:lnTo>
                  <a:cubicBezTo>
                    <a:pt x="158" y="581"/>
                    <a:pt x="149" y="574"/>
                    <a:pt x="137" y="568"/>
                  </a:cubicBezTo>
                  <a:cubicBezTo>
                    <a:pt x="143" y="559"/>
                    <a:pt x="147" y="548"/>
                    <a:pt x="147" y="537"/>
                  </a:cubicBezTo>
                  <a:lnTo>
                    <a:pt x="147" y="530"/>
                  </a:lnTo>
                  <a:cubicBezTo>
                    <a:pt x="162" y="524"/>
                    <a:pt x="171" y="510"/>
                    <a:pt x="171" y="496"/>
                  </a:cubicBezTo>
                  <a:lnTo>
                    <a:pt x="171" y="467"/>
                  </a:lnTo>
                  <a:cubicBezTo>
                    <a:pt x="171" y="429"/>
                    <a:pt x="140" y="400"/>
                    <a:pt x="104" y="400"/>
                  </a:cubicBezTo>
                  <a:lnTo>
                    <a:pt x="72" y="400"/>
                  </a:lnTo>
                  <a:cubicBezTo>
                    <a:pt x="35" y="400"/>
                    <a:pt x="6" y="431"/>
                    <a:pt x="6" y="467"/>
                  </a:cubicBezTo>
                  <a:lnTo>
                    <a:pt x="6" y="496"/>
                  </a:lnTo>
                  <a:cubicBezTo>
                    <a:pt x="6" y="511"/>
                    <a:pt x="15" y="524"/>
                    <a:pt x="29" y="530"/>
                  </a:cubicBezTo>
                  <a:lnTo>
                    <a:pt x="29" y="537"/>
                  </a:lnTo>
                  <a:cubicBezTo>
                    <a:pt x="29" y="548"/>
                    <a:pt x="33" y="559"/>
                    <a:pt x="39" y="568"/>
                  </a:cubicBezTo>
                  <a:cubicBezTo>
                    <a:pt x="17" y="578"/>
                    <a:pt x="0" y="600"/>
                    <a:pt x="0" y="626"/>
                  </a:cubicBezTo>
                  <a:lnTo>
                    <a:pt x="0" y="636"/>
                  </a:lnTo>
                  <a:cubicBezTo>
                    <a:pt x="0" y="641"/>
                    <a:pt x="6" y="647"/>
                    <a:pt x="12" y="647"/>
                  </a:cubicBezTo>
                  <a:cubicBezTo>
                    <a:pt x="17" y="647"/>
                    <a:pt x="22" y="641"/>
                    <a:pt x="22" y="636"/>
                  </a:cubicBezTo>
                  <a:lnTo>
                    <a:pt x="22" y="626"/>
                  </a:lnTo>
                  <a:cubicBezTo>
                    <a:pt x="22" y="602"/>
                    <a:pt x="42" y="582"/>
                    <a:pt x="65" y="582"/>
                  </a:cubicBezTo>
                  <a:lnTo>
                    <a:pt x="113" y="582"/>
                  </a:lnTo>
                  <a:cubicBezTo>
                    <a:pt x="136" y="582"/>
                    <a:pt x="156" y="602"/>
                    <a:pt x="156" y="626"/>
                  </a:cubicBezTo>
                  <a:lnTo>
                    <a:pt x="156" y="640"/>
                  </a:lnTo>
                  <a:lnTo>
                    <a:pt x="142" y="704"/>
                  </a:lnTo>
                  <a:lnTo>
                    <a:pt x="25" y="704"/>
                  </a:lnTo>
                  <a:cubicBezTo>
                    <a:pt x="22" y="704"/>
                    <a:pt x="22" y="701"/>
                    <a:pt x="22" y="701"/>
                  </a:cubicBezTo>
                  <a:lnTo>
                    <a:pt x="22" y="679"/>
                  </a:lnTo>
                  <a:cubicBezTo>
                    <a:pt x="22" y="675"/>
                    <a:pt x="17" y="669"/>
                    <a:pt x="12" y="669"/>
                  </a:cubicBezTo>
                  <a:cubicBezTo>
                    <a:pt x="6" y="669"/>
                    <a:pt x="0" y="675"/>
                    <a:pt x="0" y="679"/>
                  </a:cubicBezTo>
                  <a:lnTo>
                    <a:pt x="0" y="701"/>
                  </a:lnTo>
                  <a:cubicBezTo>
                    <a:pt x="0" y="714"/>
                    <a:pt x="12" y="725"/>
                    <a:pt x="25" y="725"/>
                  </a:cubicBezTo>
                  <a:lnTo>
                    <a:pt x="659" y="725"/>
                  </a:lnTo>
                  <a:cubicBezTo>
                    <a:pt x="672" y="725"/>
                    <a:pt x="683" y="714"/>
                    <a:pt x="683" y="701"/>
                  </a:cubicBezTo>
                  <a:lnTo>
                    <a:pt x="683" y="626"/>
                  </a:lnTo>
                  <a:cubicBezTo>
                    <a:pt x="679" y="604"/>
                    <a:pt x="663" y="582"/>
                    <a:pt x="642" y="571"/>
                  </a:cubicBezTo>
                  <a:cubicBezTo>
                    <a:pt x="653" y="553"/>
                    <a:pt x="649" y="539"/>
                    <a:pt x="650" y="535"/>
                  </a:cubicBezTo>
                  <a:cubicBezTo>
                    <a:pt x="665" y="530"/>
                    <a:pt x="675" y="516"/>
                    <a:pt x="675" y="501"/>
                  </a:cubicBezTo>
                  <a:lnTo>
                    <a:pt x="675" y="472"/>
                  </a:lnTo>
                  <a:cubicBezTo>
                    <a:pt x="675" y="465"/>
                    <a:pt x="672" y="458"/>
                    <a:pt x="670" y="451"/>
                  </a:cubicBezTo>
                  <a:cubicBezTo>
                    <a:pt x="669" y="446"/>
                    <a:pt x="666" y="443"/>
                    <a:pt x="661" y="443"/>
                  </a:cubicBezTo>
                  <a:cubicBezTo>
                    <a:pt x="660" y="443"/>
                    <a:pt x="659" y="443"/>
                    <a:pt x="657" y="444"/>
                  </a:cubicBezTo>
                  <a:cubicBezTo>
                    <a:pt x="653" y="445"/>
                    <a:pt x="649" y="451"/>
                    <a:pt x="650" y="455"/>
                  </a:cubicBezTo>
                  <a:cubicBezTo>
                    <a:pt x="653" y="461"/>
                    <a:pt x="653" y="465"/>
                    <a:pt x="653" y="470"/>
                  </a:cubicBezTo>
                  <a:lnTo>
                    <a:pt x="653" y="498"/>
                  </a:lnTo>
                  <a:cubicBezTo>
                    <a:pt x="653" y="506"/>
                    <a:pt x="649" y="511"/>
                    <a:pt x="642" y="516"/>
                  </a:cubicBezTo>
                  <a:cubicBezTo>
                    <a:pt x="624" y="523"/>
                    <a:pt x="608" y="527"/>
                    <a:pt x="591" y="527"/>
                  </a:cubicBezTo>
                  <a:cubicBezTo>
                    <a:pt x="574" y="527"/>
                    <a:pt x="558" y="523"/>
                    <a:pt x="540" y="516"/>
                  </a:cubicBezTo>
                  <a:cubicBezTo>
                    <a:pt x="533" y="513"/>
                    <a:pt x="530" y="506"/>
                    <a:pt x="530" y="498"/>
                  </a:cubicBezTo>
                  <a:lnTo>
                    <a:pt x="530" y="470"/>
                  </a:lnTo>
                  <a:cubicBezTo>
                    <a:pt x="530" y="445"/>
                    <a:pt x="549" y="423"/>
                    <a:pt x="577" y="423"/>
                  </a:cubicBezTo>
                  <a:lnTo>
                    <a:pt x="607" y="423"/>
                  </a:lnTo>
                  <a:cubicBezTo>
                    <a:pt x="614" y="423"/>
                    <a:pt x="621" y="425"/>
                    <a:pt x="629" y="429"/>
                  </a:cubicBezTo>
                  <a:cubicBezTo>
                    <a:pt x="630" y="429"/>
                    <a:pt x="631" y="430"/>
                    <a:pt x="633" y="430"/>
                  </a:cubicBezTo>
                  <a:cubicBezTo>
                    <a:pt x="637" y="430"/>
                    <a:pt x="641" y="428"/>
                    <a:pt x="643" y="423"/>
                  </a:cubicBezTo>
                  <a:cubicBezTo>
                    <a:pt x="647" y="418"/>
                    <a:pt x="643" y="412"/>
                    <a:pt x="639" y="409"/>
                  </a:cubicBezTo>
                  <a:cubicBezTo>
                    <a:pt x="629" y="403"/>
                    <a:pt x="618" y="402"/>
                    <a:pt x="607" y="402"/>
                  </a:cubicBezTo>
                  <a:lnTo>
                    <a:pt x="577" y="402"/>
                  </a:lnTo>
                  <a:cubicBezTo>
                    <a:pt x="539" y="402"/>
                    <a:pt x="510" y="432"/>
                    <a:pt x="510" y="468"/>
                  </a:cubicBezTo>
                  <a:lnTo>
                    <a:pt x="510" y="497"/>
                  </a:lnTo>
                  <a:cubicBezTo>
                    <a:pt x="510" y="511"/>
                    <a:pt x="519" y="526"/>
                    <a:pt x="533" y="532"/>
                  </a:cubicBezTo>
                  <a:cubicBezTo>
                    <a:pt x="533" y="535"/>
                    <a:pt x="532" y="552"/>
                    <a:pt x="542" y="568"/>
                  </a:cubicBezTo>
                  <a:cubicBezTo>
                    <a:pt x="532" y="574"/>
                    <a:pt x="520" y="581"/>
                    <a:pt x="516" y="591"/>
                  </a:cubicBezTo>
                  <a:lnTo>
                    <a:pt x="467" y="373"/>
                  </a:lnTo>
                  <a:lnTo>
                    <a:pt x="591" y="373"/>
                  </a:lnTo>
                  <a:cubicBezTo>
                    <a:pt x="610" y="373"/>
                    <a:pt x="624" y="358"/>
                    <a:pt x="624" y="340"/>
                  </a:cubicBezTo>
                  <a:lnTo>
                    <a:pt x="624" y="33"/>
                  </a:lnTo>
                  <a:cubicBezTo>
                    <a:pt x="624" y="15"/>
                    <a:pt x="610" y="0"/>
                    <a:pt x="591" y="0"/>
                  </a:cubicBezTo>
                  <a:lnTo>
                    <a:pt x="202" y="0"/>
                  </a:lnTo>
                  <a:cubicBezTo>
                    <a:pt x="198" y="0"/>
                    <a:pt x="192" y="6"/>
                    <a:pt x="192" y="12"/>
                  </a:cubicBezTo>
                  <a:cubicBezTo>
                    <a:pt x="192" y="17"/>
                    <a:pt x="198" y="22"/>
                    <a:pt x="202" y="22"/>
                  </a:cubicBezTo>
                  <a:lnTo>
                    <a:pt x="591" y="22"/>
                  </a:lnTo>
                  <a:cubicBezTo>
                    <a:pt x="597" y="22"/>
                    <a:pt x="603" y="28"/>
                    <a:pt x="603" y="33"/>
                  </a:cubicBezTo>
                  <a:lnTo>
                    <a:pt x="603" y="340"/>
                  </a:lnTo>
                  <a:cubicBezTo>
                    <a:pt x="603" y="345"/>
                    <a:pt x="597" y="351"/>
                    <a:pt x="591" y="351"/>
                  </a:cubicBezTo>
                  <a:lnTo>
                    <a:pt x="431" y="351"/>
                  </a:lnTo>
                  <a:lnTo>
                    <a:pt x="431" y="270"/>
                  </a:lnTo>
                  <a:cubicBezTo>
                    <a:pt x="431" y="250"/>
                    <a:pt x="422" y="230"/>
                    <a:pt x="407" y="217"/>
                  </a:cubicBezTo>
                  <a:cubicBezTo>
                    <a:pt x="418" y="215"/>
                    <a:pt x="429" y="212"/>
                    <a:pt x="438" y="208"/>
                  </a:cubicBezTo>
                  <a:cubicBezTo>
                    <a:pt x="441" y="207"/>
                    <a:pt x="444" y="205"/>
                    <a:pt x="445" y="201"/>
                  </a:cubicBezTo>
                  <a:cubicBezTo>
                    <a:pt x="446" y="198"/>
                    <a:pt x="445" y="195"/>
                    <a:pt x="444" y="192"/>
                  </a:cubicBezTo>
                  <a:cubicBezTo>
                    <a:pt x="433" y="178"/>
                    <a:pt x="429" y="150"/>
                    <a:pt x="429" y="113"/>
                  </a:cubicBezTo>
                  <a:cubicBezTo>
                    <a:pt x="429" y="71"/>
                    <a:pt x="397" y="36"/>
                    <a:pt x="361" y="36"/>
                  </a:cubicBezTo>
                  <a:lnTo>
                    <a:pt x="318" y="36"/>
                  </a:lnTo>
                  <a:cubicBezTo>
                    <a:pt x="282" y="36"/>
                    <a:pt x="251" y="71"/>
                    <a:pt x="251" y="113"/>
                  </a:cubicBezTo>
                  <a:cubicBezTo>
                    <a:pt x="251" y="150"/>
                    <a:pt x="246" y="178"/>
                    <a:pt x="237" y="192"/>
                  </a:cubicBezTo>
                  <a:cubicBezTo>
                    <a:pt x="236" y="194"/>
                    <a:pt x="236" y="198"/>
                    <a:pt x="236" y="201"/>
                  </a:cubicBezTo>
                  <a:cubicBezTo>
                    <a:pt x="237" y="205"/>
                    <a:pt x="238" y="207"/>
                    <a:pt x="243" y="208"/>
                  </a:cubicBezTo>
                  <a:cubicBezTo>
                    <a:pt x="251" y="212"/>
                    <a:pt x="263" y="215"/>
                    <a:pt x="273" y="217"/>
                  </a:cubicBezTo>
                  <a:cubicBezTo>
                    <a:pt x="259" y="230"/>
                    <a:pt x="250" y="250"/>
                    <a:pt x="250" y="270"/>
                  </a:cubicBezTo>
                  <a:lnTo>
                    <a:pt x="250" y="351"/>
                  </a:lnTo>
                  <a:lnTo>
                    <a:pt x="90" y="351"/>
                  </a:lnTo>
                  <a:cubicBezTo>
                    <a:pt x="84" y="351"/>
                    <a:pt x="78" y="345"/>
                    <a:pt x="78" y="340"/>
                  </a:cubicBezTo>
                  <a:lnTo>
                    <a:pt x="78" y="33"/>
                  </a:lnTo>
                  <a:cubicBezTo>
                    <a:pt x="78" y="28"/>
                    <a:pt x="84" y="22"/>
                    <a:pt x="90" y="22"/>
                  </a:cubicBezTo>
                  <a:lnTo>
                    <a:pt x="163" y="22"/>
                  </a:lnTo>
                  <a:cubicBezTo>
                    <a:pt x="169" y="22"/>
                    <a:pt x="173" y="17"/>
                    <a:pt x="173" y="12"/>
                  </a:cubicBezTo>
                  <a:cubicBezTo>
                    <a:pt x="173" y="6"/>
                    <a:pt x="169" y="0"/>
                    <a:pt x="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9"/>
            <p:cNvSpPr/>
            <p:nvPr/>
          </p:nvSpPr>
          <p:spPr>
            <a:xfrm>
              <a:off x="3421666" y="3353190"/>
              <a:ext cx="52123" cy="52123"/>
            </a:xfrm>
            <a:custGeom>
              <a:rect b="b" l="l" r="r" t="t"/>
              <a:pathLst>
                <a:path extrusionOk="0" h="92" w="92">
                  <a:moveTo>
                    <a:pt x="71" y="22"/>
                  </a:moveTo>
                  <a:lnTo>
                    <a:pt x="71" y="69"/>
                  </a:lnTo>
                  <a:lnTo>
                    <a:pt x="25" y="69"/>
                  </a:lnTo>
                  <a:lnTo>
                    <a:pt x="25" y="22"/>
                  </a:lnTo>
                  <a:close/>
                  <a:moveTo>
                    <a:pt x="19" y="0"/>
                  </a:moveTo>
                  <a:cubicBezTo>
                    <a:pt x="10" y="0"/>
                    <a:pt x="0" y="7"/>
                    <a:pt x="0" y="19"/>
                  </a:cubicBezTo>
                  <a:lnTo>
                    <a:pt x="0" y="72"/>
                  </a:lnTo>
                  <a:cubicBezTo>
                    <a:pt x="0" y="81"/>
                    <a:pt x="7" y="91"/>
                    <a:pt x="19" y="91"/>
                  </a:cubicBezTo>
                  <a:lnTo>
                    <a:pt x="72" y="91"/>
                  </a:lnTo>
                  <a:cubicBezTo>
                    <a:pt x="82" y="91"/>
                    <a:pt x="91" y="84"/>
                    <a:pt x="91" y="72"/>
                  </a:cubicBezTo>
                  <a:lnTo>
                    <a:pt x="91" y="19"/>
                  </a:lnTo>
                  <a:cubicBezTo>
                    <a:pt x="91" y="9"/>
                    <a:pt x="84" y="0"/>
                    <a:pt x="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9"/>
            <p:cNvSpPr/>
            <p:nvPr/>
          </p:nvSpPr>
          <p:spPr>
            <a:xfrm>
              <a:off x="3203543" y="3361122"/>
              <a:ext cx="34560" cy="33427"/>
            </a:xfrm>
            <a:custGeom>
              <a:rect b="b" l="l" r="r" t="t"/>
              <a:pathLst>
                <a:path extrusionOk="0" h="59" w="61">
                  <a:moveTo>
                    <a:pt x="31" y="21"/>
                  </a:moveTo>
                  <a:cubicBezTo>
                    <a:pt x="37" y="21"/>
                    <a:pt x="41" y="24"/>
                    <a:pt x="41" y="29"/>
                  </a:cubicBezTo>
                  <a:cubicBezTo>
                    <a:pt x="41" y="35"/>
                    <a:pt x="37" y="38"/>
                    <a:pt x="31" y="38"/>
                  </a:cubicBezTo>
                  <a:cubicBezTo>
                    <a:pt x="27" y="38"/>
                    <a:pt x="22" y="35"/>
                    <a:pt x="22" y="29"/>
                  </a:cubicBezTo>
                  <a:cubicBezTo>
                    <a:pt x="22" y="24"/>
                    <a:pt x="27" y="21"/>
                    <a:pt x="31" y="21"/>
                  </a:cubicBezTo>
                  <a:close/>
                  <a:moveTo>
                    <a:pt x="31" y="0"/>
                  </a:moveTo>
                  <a:cubicBezTo>
                    <a:pt x="15" y="0"/>
                    <a:pt x="2" y="13"/>
                    <a:pt x="2" y="29"/>
                  </a:cubicBezTo>
                  <a:cubicBezTo>
                    <a:pt x="1" y="44"/>
                    <a:pt x="15" y="58"/>
                    <a:pt x="31" y="58"/>
                  </a:cubicBezTo>
                  <a:cubicBezTo>
                    <a:pt x="48" y="58"/>
                    <a:pt x="60" y="45"/>
                    <a:pt x="60" y="29"/>
                  </a:cubicBezTo>
                  <a:cubicBezTo>
                    <a:pt x="60" y="13"/>
                    <a:pt x="48" y="0"/>
                    <a:pt x="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9"/>
            <p:cNvSpPr/>
            <p:nvPr/>
          </p:nvSpPr>
          <p:spPr>
            <a:xfrm>
              <a:off x="3203543" y="3484631"/>
              <a:ext cx="53822" cy="13031"/>
            </a:xfrm>
            <a:custGeom>
              <a:rect b="b" l="l" r="r" t="t"/>
              <a:pathLst>
                <a:path extrusionOk="0" h="23" w="95">
                  <a:moveTo>
                    <a:pt x="12" y="1"/>
                  </a:moveTo>
                  <a:cubicBezTo>
                    <a:pt x="7" y="1"/>
                    <a:pt x="1" y="6"/>
                    <a:pt x="1" y="12"/>
                  </a:cubicBezTo>
                  <a:cubicBezTo>
                    <a:pt x="1" y="18"/>
                    <a:pt x="7" y="22"/>
                    <a:pt x="12" y="22"/>
                  </a:cubicBezTo>
                  <a:lnTo>
                    <a:pt x="85" y="22"/>
                  </a:lnTo>
                  <a:cubicBezTo>
                    <a:pt x="89" y="22"/>
                    <a:pt x="95" y="18"/>
                    <a:pt x="95" y="12"/>
                  </a:cubicBezTo>
                  <a:cubicBezTo>
                    <a:pt x="95" y="6"/>
                    <a:pt x="89"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9"/>
            <p:cNvSpPr/>
            <p:nvPr/>
          </p:nvSpPr>
          <p:spPr>
            <a:xfrm>
              <a:off x="3203543" y="3506727"/>
              <a:ext cx="37392" cy="13031"/>
            </a:xfrm>
            <a:custGeom>
              <a:rect b="b" l="l" r="r" t="t"/>
              <a:pathLst>
                <a:path extrusionOk="0" h="23" w="66">
                  <a:moveTo>
                    <a:pt x="12" y="1"/>
                  </a:moveTo>
                  <a:cubicBezTo>
                    <a:pt x="7" y="1"/>
                    <a:pt x="1" y="5"/>
                    <a:pt x="1" y="11"/>
                  </a:cubicBezTo>
                  <a:cubicBezTo>
                    <a:pt x="1" y="16"/>
                    <a:pt x="7" y="22"/>
                    <a:pt x="12" y="22"/>
                  </a:cubicBezTo>
                  <a:lnTo>
                    <a:pt x="54" y="22"/>
                  </a:lnTo>
                  <a:cubicBezTo>
                    <a:pt x="60" y="22"/>
                    <a:pt x="66" y="16"/>
                    <a:pt x="66" y="11"/>
                  </a:cubicBezTo>
                  <a:cubicBezTo>
                    <a:pt x="66" y="5"/>
                    <a:pt x="60" y="1"/>
                    <a:pt x="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9"/>
            <p:cNvSpPr/>
            <p:nvPr/>
          </p:nvSpPr>
          <p:spPr>
            <a:xfrm>
              <a:off x="3420533" y="3484631"/>
              <a:ext cx="53822" cy="13031"/>
            </a:xfrm>
            <a:custGeom>
              <a:rect b="b" l="l" r="r" t="t"/>
              <a:pathLst>
                <a:path extrusionOk="0" h="23" w="95">
                  <a:moveTo>
                    <a:pt x="12" y="1"/>
                  </a:moveTo>
                  <a:cubicBezTo>
                    <a:pt x="6" y="1"/>
                    <a:pt x="1" y="6"/>
                    <a:pt x="1" y="12"/>
                  </a:cubicBezTo>
                  <a:cubicBezTo>
                    <a:pt x="1" y="18"/>
                    <a:pt x="6" y="22"/>
                    <a:pt x="12" y="22"/>
                  </a:cubicBezTo>
                  <a:lnTo>
                    <a:pt x="84" y="22"/>
                  </a:lnTo>
                  <a:cubicBezTo>
                    <a:pt x="89" y="22"/>
                    <a:pt x="95" y="18"/>
                    <a:pt x="95" y="12"/>
                  </a:cubicBezTo>
                  <a:cubicBezTo>
                    <a:pt x="95" y="6"/>
                    <a:pt x="89" y="1"/>
                    <a:pt x="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9"/>
            <p:cNvSpPr/>
            <p:nvPr/>
          </p:nvSpPr>
          <p:spPr>
            <a:xfrm>
              <a:off x="3436396" y="3506727"/>
              <a:ext cx="37392" cy="13031"/>
            </a:xfrm>
            <a:custGeom>
              <a:rect b="b" l="l" r="r" t="t"/>
              <a:pathLst>
                <a:path extrusionOk="0" h="23" w="66">
                  <a:moveTo>
                    <a:pt x="10" y="1"/>
                  </a:moveTo>
                  <a:cubicBezTo>
                    <a:pt x="6" y="1"/>
                    <a:pt x="0" y="5"/>
                    <a:pt x="0" y="11"/>
                  </a:cubicBezTo>
                  <a:cubicBezTo>
                    <a:pt x="0" y="16"/>
                    <a:pt x="6" y="22"/>
                    <a:pt x="10" y="22"/>
                  </a:cubicBezTo>
                  <a:lnTo>
                    <a:pt x="54" y="22"/>
                  </a:lnTo>
                  <a:cubicBezTo>
                    <a:pt x="59" y="22"/>
                    <a:pt x="65" y="16"/>
                    <a:pt x="65" y="11"/>
                  </a:cubicBezTo>
                  <a:cubicBezTo>
                    <a:pt x="65" y="5"/>
                    <a:pt x="61" y="1"/>
                    <a:pt x="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6" name="Google Shape;2726;p49"/>
          <p:cNvGrpSpPr/>
          <p:nvPr/>
        </p:nvGrpSpPr>
        <p:grpSpPr>
          <a:xfrm>
            <a:off x="2374677" y="3973001"/>
            <a:ext cx="415283" cy="410186"/>
            <a:chOff x="2374677" y="3973001"/>
            <a:chExt cx="415283" cy="410186"/>
          </a:xfrm>
        </p:grpSpPr>
        <p:sp>
          <p:nvSpPr>
            <p:cNvPr id="2727" name="Google Shape;2727;p49"/>
            <p:cNvSpPr/>
            <p:nvPr/>
          </p:nvSpPr>
          <p:spPr>
            <a:xfrm>
              <a:off x="2487421" y="4077814"/>
              <a:ext cx="155235" cy="43058"/>
            </a:xfrm>
            <a:custGeom>
              <a:rect b="b" l="l" r="r" t="t"/>
              <a:pathLst>
                <a:path extrusionOk="0" h="76" w="274">
                  <a:moveTo>
                    <a:pt x="251" y="23"/>
                  </a:moveTo>
                  <a:cubicBezTo>
                    <a:pt x="252" y="23"/>
                    <a:pt x="252" y="25"/>
                    <a:pt x="252" y="25"/>
                  </a:cubicBezTo>
                  <a:lnTo>
                    <a:pt x="252" y="51"/>
                  </a:lnTo>
                  <a:cubicBezTo>
                    <a:pt x="252" y="54"/>
                    <a:pt x="251" y="54"/>
                    <a:pt x="251" y="54"/>
                  </a:cubicBezTo>
                  <a:lnTo>
                    <a:pt x="24" y="54"/>
                  </a:lnTo>
                  <a:cubicBezTo>
                    <a:pt x="23" y="54"/>
                    <a:pt x="23" y="54"/>
                    <a:pt x="23" y="51"/>
                  </a:cubicBezTo>
                  <a:lnTo>
                    <a:pt x="23" y="25"/>
                  </a:lnTo>
                  <a:cubicBezTo>
                    <a:pt x="23" y="23"/>
                    <a:pt x="24" y="23"/>
                    <a:pt x="24" y="23"/>
                  </a:cubicBezTo>
                  <a:close/>
                  <a:moveTo>
                    <a:pt x="24" y="1"/>
                  </a:moveTo>
                  <a:cubicBezTo>
                    <a:pt x="12" y="1"/>
                    <a:pt x="1" y="12"/>
                    <a:pt x="1" y="25"/>
                  </a:cubicBezTo>
                  <a:lnTo>
                    <a:pt x="1" y="51"/>
                  </a:lnTo>
                  <a:cubicBezTo>
                    <a:pt x="1" y="64"/>
                    <a:pt x="12" y="76"/>
                    <a:pt x="24" y="76"/>
                  </a:cubicBezTo>
                  <a:lnTo>
                    <a:pt x="251" y="76"/>
                  </a:lnTo>
                  <a:cubicBezTo>
                    <a:pt x="262" y="76"/>
                    <a:pt x="274" y="64"/>
                    <a:pt x="274" y="51"/>
                  </a:cubicBezTo>
                  <a:lnTo>
                    <a:pt x="274" y="25"/>
                  </a:lnTo>
                  <a:cubicBezTo>
                    <a:pt x="274" y="12"/>
                    <a:pt x="262"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9"/>
            <p:cNvSpPr/>
            <p:nvPr/>
          </p:nvSpPr>
          <p:spPr>
            <a:xfrm>
              <a:off x="2465325" y="3998496"/>
              <a:ext cx="66853" cy="13031"/>
            </a:xfrm>
            <a:custGeom>
              <a:rect b="b" l="l" r="r" t="t"/>
              <a:pathLst>
                <a:path extrusionOk="0" h="23" w="118">
                  <a:moveTo>
                    <a:pt x="11" y="1"/>
                  </a:moveTo>
                  <a:cubicBezTo>
                    <a:pt x="5" y="1"/>
                    <a:pt x="1" y="7"/>
                    <a:pt x="1" y="11"/>
                  </a:cubicBezTo>
                  <a:cubicBezTo>
                    <a:pt x="1" y="17"/>
                    <a:pt x="5" y="22"/>
                    <a:pt x="11" y="22"/>
                  </a:cubicBezTo>
                  <a:lnTo>
                    <a:pt x="106" y="22"/>
                  </a:lnTo>
                  <a:cubicBezTo>
                    <a:pt x="112" y="22"/>
                    <a:pt x="118" y="17"/>
                    <a:pt x="118" y="11"/>
                  </a:cubicBezTo>
                  <a:cubicBezTo>
                    <a:pt x="118" y="5"/>
                    <a:pt x="112" y="1"/>
                    <a:pt x="1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9"/>
            <p:cNvSpPr/>
            <p:nvPr/>
          </p:nvSpPr>
          <p:spPr>
            <a:xfrm>
              <a:off x="2466459" y="4024558"/>
              <a:ext cx="98014" cy="13031"/>
            </a:xfrm>
            <a:custGeom>
              <a:rect b="b" l="l" r="r" t="t"/>
              <a:pathLst>
                <a:path extrusionOk="0" h="23" w="173">
                  <a:moveTo>
                    <a:pt x="10" y="1"/>
                  </a:moveTo>
                  <a:cubicBezTo>
                    <a:pt x="6" y="1"/>
                    <a:pt x="0" y="7"/>
                    <a:pt x="0" y="13"/>
                  </a:cubicBezTo>
                  <a:cubicBezTo>
                    <a:pt x="0" y="18"/>
                    <a:pt x="6" y="23"/>
                    <a:pt x="10" y="23"/>
                  </a:cubicBezTo>
                  <a:lnTo>
                    <a:pt x="161" y="23"/>
                  </a:lnTo>
                  <a:cubicBezTo>
                    <a:pt x="166" y="23"/>
                    <a:pt x="172" y="18"/>
                    <a:pt x="172" y="13"/>
                  </a:cubicBezTo>
                  <a:cubicBezTo>
                    <a:pt x="172" y="7"/>
                    <a:pt x="166"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9"/>
            <p:cNvSpPr/>
            <p:nvPr/>
          </p:nvSpPr>
          <p:spPr>
            <a:xfrm>
              <a:off x="2466459" y="4051186"/>
              <a:ext cx="98014" cy="12464"/>
            </a:xfrm>
            <a:custGeom>
              <a:rect b="b" l="l" r="r" t="t"/>
              <a:pathLst>
                <a:path extrusionOk="0" h="22" w="173">
                  <a:moveTo>
                    <a:pt x="10" y="0"/>
                  </a:moveTo>
                  <a:cubicBezTo>
                    <a:pt x="5" y="0"/>
                    <a:pt x="0" y="5"/>
                    <a:pt x="0" y="10"/>
                  </a:cubicBezTo>
                  <a:cubicBezTo>
                    <a:pt x="0" y="16"/>
                    <a:pt x="5" y="22"/>
                    <a:pt x="10" y="22"/>
                  </a:cubicBezTo>
                  <a:lnTo>
                    <a:pt x="161" y="22"/>
                  </a:lnTo>
                  <a:cubicBezTo>
                    <a:pt x="166" y="20"/>
                    <a:pt x="172" y="16"/>
                    <a:pt x="172" y="10"/>
                  </a:cubicBezTo>
                  <a:cubicBezTo>
                    <a:pt x="172" y="5"/>
                    <a:pt x="166"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9"/>
            <p:cNvSpPr/>
            <p:nvPr/>
          </p:nvSpPr>
          <p:spPr>
            <a:xfrm>
              <a:off x="2487421" y="4139569"/>
              <a:ext cx="97447" cy="12464"/>
            </a:xfrm>
            <a:custGeom>
              <a:rect b="b" l="l" r="r" t="t"/>
              <a:pathLst>
                <a:path extrusionOk="0" h="22" w="172">
                  <a:moveTo>
                    <a:pt x="12" y="0"/>
                  </a:moveTo>
                  <a:cubicBezTo>
                    <a:pt x="7" y="0"/>
                    <a:pt x="1" y="6"/>
                    <a:pt x="1" y="12"/>
                  </a:cubicBezTo>
                  <a:cubicBezTo>
                    <a:pt x="1" y="18"/>
                    <a:pt x="7" y="22"/>
                    <a:pt x="12" y="22"/>
                  </a:cubicBezTo>
                  <a:lnTo>
                    <a:pt x="160" y="22"/>
                  </a:lnTo>
                  <a:cubicBezTo>
                    <a:pt x="166" y="22"/>
                    <a:pt x="171" y="19"/>
                    <a:pt x="171" y="12"/>
                  </a:cubicBezTo>
                  <a:cubicBezTo>
                    <a:pt x="171" y="6"/>
                    <a:pt x="166" y="0"/>
                    <a:pt x="1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9"/>
            <p:cNvSpPr/>
            <p:nvPr/>
          </p:nvSpPr>
          <p:spPr>
            <a:xfrm>
              <a:off x="2551441" y="4195091"/>
              <a:ext cx="103113" cy="102546"/>
            </a:xfrm>
            <a:custGeom>
              <a:rect b="b" l="l" r="r" t="t"/>
              <a:pathLst>
                <a:path extrusionOk="0" h="181" w="182">
                  <a:moveTo>
                    <a:pt x="90" y="22"/>
                  </a:moveTo>
                  <a:cubicBezTo>
                    <a:pt x="128" y="22"/>
                    <a:pt x="159" y="52"/>
                    <a:pt x="159" y="90"/>
                  </a:cubicBezTo>
                  <a:cubicBezTo>
                    <a:pt x="159" y="129"/>
                    <a:pt x="128" y="159"/>
                    <a:pt x="90" y="159"/>
                  </a:cubicBezTo>
                  <a:cubicBezTo>
                    <a:pt x="53" y="159"/>
                    <a:pt x="22" y="129"/>
                    <a:pt x="22" y="90"/>
                  </a:cubicBezTo>
                  <a:cubicBezTo>
                    <a:pt x="22" y="52"/>
                    <a:pt x="53" y="22"/>
                    <a:pt x="90" y="22"/>
                  </a:cubicBezTo>
                  <a:close/>
                  <a:moveTo>
                    <a:pt x="90" y="0"/>
                  </a:moveTo>
                  <a:cubicBezTo>
                    <a:pt x="40" y="0"/>
                    <a:pt x="1" y="39"/>
                    <a:pt x="1" y="90"/>
                  </a:cubicBezTo>
                  <a:cubicBezTo>
                    <a:pt x="1" y="141"/>
                    <a:pt x="40" y="181"/>
                    <a:pt x="90" y="181"/>
                  </a:cubicBezTo>
                  <a:cubicBezTo>
                    <a:pt x="141" y="181"/>
                    <a:pt x="181" y="141"/>
                    <a:pt x="181" y="90"/>
                  </a:cubicBezTo>
                  <a:cubicBezTo>
                    <a:pt x="181" y="39"/>
                    <a:pt x="141" y="0"/>
                    <a:pt x="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9"/>
            <p:cNvSpPr/>
            <p:nvPr/>
          </p:nvSpPr>
          <p:spPr>
            <a:xfrm>
              <a:off x="2574103" y="4217753"/>
              <a:ext cx="56655" cy="56656"/>
            </a:xfrm>
            <a:custGeom>
              <a:rect b="b" l="l" r="r" t="t"/>
              <a:pathLst>
                <a:path extrusionOk="0" h="100" w="100">
                  <a:moveTo>
                    <a:pt x="50" y="1"/>
                  </a:moveTo>
                  <a:cubicBezTo>
                    <a:pt x="23" y="1"/>
                    <a:pt x="1" y="23"/>
                    <a:pt x="1" y="50"/>
                  </a:cubicBezTo>
                  <a:cubicBezTo>
                    <a:pt x="1" y="77"/>
                    <a:pt x="23" y="99"/>
                    <a:pt x="50" y="99"/>
                  </a:cubicBezTo>
                  <a:cubicBezTo>
                    <a:pt x="56" y="99"/>
                    <a:pt x="62" y="93"/>
                    <a:pt x="62" y="88"/>
                  </a:cubicBezTo>
                  <a:cubicBezTo>
                    <a:pt x="62" y="83"/>
                    <a:pt x="56" y="77"/>
                    <a:pt x="50" y="77"/>
                  </a:cubicBezTo>
                  <a:cubicBezTo>
                    <a:pt x="36" y="77"/>
                    <a:pt x="23" y="64"/>
                    <a:pt x="23" y="50"/>
                  </a:cubicBezTo>
                  <a:cubicBezTo>
                    <a:pt x="23" y="36"/>
                    <a:pt x="36" y="23"/>
                    <a:pt x="50" y="23"/>
                  </a:cubicBezTo>
                  <a:cubicBezTo>
                    <a:pt x="65" y="23"/>
                    <a:pt x="78" y="36"/>
                    <a:pt x="78" y="50"/>
                  </a:cubicBezTo>
                  <a:cubicBezTo>
                    <a:pt x="78" y="56"/>
                    <a:pt x="83" y="62"/>
                    <a:pt x="88" y="62"/>
                  </a:cubicBezTo>
                  <a:cubicBezTo>
                    <a:pt x="93" y="62"/>
                    <a:pt x="99" y="56"/>
                    <a:pt x="99" y="50"/>
                  </a:cubicBezTo>
                  <a:cubicBezTo>
                    <a:pt x="99" y="23"/>
                    <a:pt x="78" y="1"/>
                    <a:pt x="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9"/>
            <p:cNvSpPr/>
            <p:nvPr/>
          </p:nvSpPr>
          <p:spPr>
            <a:xfrm>
              <a:off x="2662486" y="4176961"/>
              <a:ext cx="27195" cy="26628"/>
            </a:xfrm>
            <a:custGeom>
              <a:rect b="b" l="l" r="r" t="t"/>
              <a:pathLst>
                <a:path extrusionOk="0" h="47" w="48">
                  <a:moveTo>
                    <a:pt x="12" y="0"/>
                  </a:moveTo>
                  <a:cubicBezTo>
                    <a:pt x="9" y="0"/>
                    <a:pt x="6" y="1"/>
                    <a:pt x="4" y="4"/>
                  </a:cubicBezTo>
                  <a:cubicBezTo>
                    <a:pt x="1" y="6"/>
                    <a:pt x="1" y="14"/>
                    <a:pt x="4" y="18"/>
                  </a:cubicBezTo>
                  <a:lnTo>
                    <a:pt x="30" y="43"/>
                  </a:lnTo>
                  <a:cubicBezTo>
                    <a:pt x="31" y="45"/>
                    <a:pt x="34" y="47"/>
                    <a:pt x="37" y="47"/>
                  </a:cubicBezTo>
                  <a:cubicBezTo>
                    <a:pt x="40" y="47"/>
                    <a:pt x="41" y="44"/>
                    <a:pt x="44" y="43"/>
                  </a:cubicBezTo>
                  <a:cubicBezTo>
                    <a:pt x="47" y="40"/>
                    <a:pt x="47" y="32"/>
                    <a:pt x="44" y="28"/>
                  </a:cubicBezTo>
                  <a:lnTo>
                    <a:pt x="18" y="4"/>
                  </a:lnTo>
                  <a:cubicBezTo>
                    <a:pt x="17" y="1"/>
                    <a:pt x="14"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9"/>
            <p:cNvSpPr/>
            <p:nvPr/>
          </p:nvSpPr>
          <p:spPr>
            <a:xfrm>
              <a:off x="2374677" y="3973001"/>
              <a:ext cx="415283" cy="410186"/>
            </a:xfrm>
            <a:custGeom>
              <a:rect b="b" l="l" r="r" t="t"/>
              <a:pathLst>
                <a:path extrusionOk="0" h="724" w="733">
                  <a:moveTo>
                    <a:pt x="68" y="20"/>
                  </a:moveTo>
                  <a:cubicBezTo>
                    <a:pt x="93" y="20"/>
                    <a:pt x="113" y="40"/>
                    <a:pt x="113" y="66"/>
                  </a:cubicBezTo>
                  <a:lnTo>
                    <a:pt x="113" y="138"/>
                  </a:lnTo>
                  <a:lnTo>
                    <a:pt x="24" y="138"/>
                  </a:lnTo>
                  <a:lnTo>
                    <a:pt x="24" y="66"/>
                  </a:lnTo>
                  <a:cubicBezTo>
                    <a:pt x="24" y="40"/>
                    <a:pt x="42" y="20"/>
                    <a:pt x="68" y="20"/>
                  </a:cubicBezTo>
                  <a:close/>
                  <a:moveTo>
                    <a:pt x="490" y="306"/>
                  </a:moveTo>
                  <a:lnTo>
                    <a:pt x="613" y="429"/>
                  </a:lnTo>
                  <a:lnTo>
                    <a:pt x="613" y="430"/>
                  </a:lnTo>
                  <a:lnTo>
                    <a:pt x="606" y="460"/>
                  </a:lnTo>
                  <a:lnTo>
                    <a:pt x="606" y="463"/>
                  </a:lnTo>
                  <a:lnTo>
                    <a:pt x="591" y="478"/>
                  </a:lnTo>
                  <a:lnTo>
                    <a:pt x="588" y="478"/>
                  </a:lnTo>
                  <a:lnTo>
                    <a:pt x="441" y="330"/>
                  </a:lnTo>
                  <a:lnTo>
                    <a:pt x="441" y="329"/>
                  </a:lnTo>
                  <a:lnTo>
                    <a:pt x="441" y="327"/>
                  </a:lnTo>
                  <a:lnTo>
                    <a:pt x="456" y="313"/>
                  </a:lnTo>
                  <a:lnTo>
                    <a:pt x="458" y="313"/>
                  </a:lnTo>
                  <a:lnTo>
                    <a:pt x="489" y="306"/>
                  </a:lnTo>
                  <a:close/>
                  <a:moveTo>
                    <a:pt x="68" y="1"/>
                  </a:moveTo>
                  <a:cubicBezTo>
                    <a:pt x="32" y="1"/>
                    <a:pt x="1" y="30"/>
                    <a:pt x="1" y="67"/>
                  </a:cubicBezTo>
                  <a:lnTo>
                    <a:pt x="1" y="141"/>
                  </a:lnTo>
                  <a:cubicBezTo>
                    <a:pt x="1" y="153"/>
                    <a:pt x="11" y="161"/>
                    <a:pt x="21" y="161"/>
                  </a:cubicBezTo>
                  <a:lnTo>
                    <a:pt x="112" y="161"/>
                  </a:lnTo>
                  <a:lnTo>
                    <a:pt x="112" y="660"/>
                  </a:lnTo>
                  <a:cubicBezTo>
                    <a:pt x="112" y="694"/>
                    <a:pt x="141" y="723"/>
                    <a:pt x="174" y="723"/>
                  </a:cubicBezTo>
                  <a:lnTo>
                    <a:pt x="295" y="723"/>
                  </a:lnTo>
                  <a:cubicBezTo>
                    <a:pt x="301" y="723"/>
                    <a:pt x="307" y="717"/>
                    <a:pt x="307" y="712"/>
                  </a:cubicBezTo>
                  <a:cubicBezTo>
                    <a:pt x="307" y="706"/>
                    <a:pt x="301" y="702"/>
                    <a:pt x="295" y="702"/>
                  </a:cubicBezTo>
                  <a:lnTo>
                    <a:pt x="222" y="702"/>
                  </a:lnTo>
                  <a:cubicBezTo>
                    <a:pt x="232" y="690"/>
                    <a:pt x="237" y="676"/>
                    <a:pt x="237" y="660"/>
                  </a:cubicBezTo>
                  <a:lnTo>
                    <a:pt x="237" y="624"/>
                  </a:lnTo>
                  <a:lnTo>
                    <a:pt x="620" y="624"/>
                  </a:lnTo>
                  <a:lnTo>
                    <a:pt x="620" y="632"/>
                  </a:lnTo>
                  <a:cubicBezTo>
                    <a:pt x="620" y="670"/>
                    <a:pt x="590" y="702"/>
                    <a:pt x="552" y="702"/>
                  </a:cubicBezTo>
                  <a:lnTo>
                    <a:pt x="340" y="702"/>
                  </a:lnTo>
                  <a:cubicBezTo>
                    <a:pt x="336" y="702"/>
                    <a:pt x="330" y="706"/>
                    <a:pt x="330" y="712"/>
                  </a:cubicBezTo>
                  <a:cubicBezTo>
                    <a:pt x="330" y="717"/>
                    <a:pt x="336" y="723"/>
                    <a:pt x="340" y="723"/>
                  </a:cubicBezTo>
                  <a:lnTo>
                    <a:pt x="552" y="723"/>
                  </a:lnTo>
                  <a:cubicBezTo>
                    <a:pt x="600" y="723"/>
                    <a:pt x="640" y="683"/>
                    <a:pt x="640" y="634"/>
                  </a:cubicBezTo>
                  <a:lnTo>
                    <a:pt x="640" y="615"/>
                  </a:lnTo>
                  <a:cubicBezTo>
                    <a:pt x="640" y="609"/>
                    <a:pt x="635" y="603"/>
                    <a:pt x="629" y="603"/>
                  </a:cubicBezTo>
                  <a:lnTo>
                    <a:pt x="552" y="603"/>
                  </a:lnTo>
                  <a:lnTo>
                    <a:pt x="552" y="475"/>
                  </a:lnTo>
                  <a:lnTo>
                    <a:pt x="570" y="494"/>
                  </a:lnTo>
                  <a:cubicBezTo>
                    <a:pt x="574" y="499"/>
                    <a:pt x="581" y="501"/>
                    <a:pt x="586" y="501"/>
                  </a:cubicBezTo>
                  <a:cubicBezTo>
                    <a:pt x="591" y="501"/>
                    <a:pt x="599" y="499"/>
                    <a:pt x="603" y="494"/>
                  </a:cubicBezTo>
                  <a:lnTo>
                    <a:pt x="617" y="479"/>
                  </a:lnTo>
                  <a:cubicBezTo>
                    <a:pt x="620" y="475"/>
                    <a:pt x="622" y="472"/>
                    <a:pt x="625" y="468"/>
                  </a:cubicBezTo>
                  <a:lnTo>
                    <a:pt x="632" y="437"/>
                  </a:lnTo>
                  <a:cubicBezTo>
                    <a:pt x="633" y="430"/>
                    <a:pt x="632" y="421"/>
                    <a:pt x="626" y="414"/>
                  </a:cubicBezTo>
                  <a:lnTo>
                    <a:pt x="591" y="379"/>
                  </a:lnTo>
                  <a:lnTo>
                    <a:pt x="648" y="333"/>
                  </a:lnTo>
                  <a:cubicBezTo>
                    <a:pt x="649" y="330"/>
                    <a:pt x="651" y="330"/>
                    <a:pt x="653" y="330"/>
                  </a:cubicBezTo>
                  <a:cubicBezTo>
                    <a:pt x="671" y="330"/>
                    <a:pt x="691" y="323"/>
                    <a:pt x="704" y="310"/>
                  </a:cubicBezTo>
                  <a:cubicBezTo>
                    <a:pt x="733" y="280"/>
                    <a:pt x="733" y="235"/>
                    <a:pt x="703" y="208"/>
                  </a:cubicBezTo>
                  <a:cubicBezTo>
                    <a:pt x="690" y="197"/>
                    <a:pt x="674" y="192"/>
                    <a:pt x="656" y="192"/>
                  </a:cubicBezTo>
                  <a:cubicBezTo>
                    <a:pt x="652" y="192"/>
                    <a:pt x="646" y="197"/>
                    <a:pt x="646" y="203"/>
                  </a:cubicBezTo>
                  <a:cubicBezTo>
                    <a:pt x="646" y="208"/>
                    <a:pt x="652" y="213"/>
                    <a:pt x="656" y="213"/>
                  </a:cubicBezTo>
                  <a:cubicBezTo>
                    <a:pt x="668" y="213"/>
                    <a:pt x="678" y="218"/>
                    <a:pt x="688" y="225"/>
                  </a:cubicBezTo>
                  <a:cubicBezTo>
                    <a:pt x="710" y="242"/>
                    <a:pt x="710" y="275"/>
                    <a:pt x="690" y="293"/>
                  </a:cubicBezTo>
                  <a:cubicBezTo>
                    <a:pt x="681" y="301"/>
                    <a:pt x="668" y="307"/>
                    <a:pt x="655" y="307"/>
                  </a:cubicBezTo>
                  <a:cubicBezTo>
                    <a:pt x="648" y="307"/>
                    <a:pt x="640" y="309"/>
                    <a:pt x="635" y="314"/>
                  </a:cubicBezTo>
                  <a:lnTo>
                    <a:pt x="577" y="364"/>
                  </a:lnTo>
                  <a:lnTo>
                    <a:pt x="554" y="340"/>
                  </a:lnTo>
                  <a:lnTo>
                    <a:pt x="603" y="283"/>
                  </a:lnTo>
                  <a:cubicBezTo>
                    <a:pt x="609" y="277"/>
                    <a:pt x="610" y="270"/>
                    <a:pt x="610" y="262"/>
                  </a:cubicBezTo>
                  <a:cubicBezTo>
                    <a:pt x="610" y="249"/>
                    <a:pt x="616" y="235"/>
                    <a:pt x="625" y="226"/>
                  </a:cubicBezTo>
                  <a:cubicBezTo>
                    <a:pt x="627" y="222"/>
                    <a:pt x="627" y="215"/>
                    <a:pt x="625" y="212"/>
                  </a:cubicBezTo>
                  <a:cubicBezTo>
                    <a:pt x="622" y="210"/>
                    <a:pt x="619" y="209"/>
                    <a:pt x="617" y="209"/>
                  </a:cubicBezTo>
                  <a:cubicBezTo>
                    <a:pt x="614" y="209"/>
                    <a:pt x="612" y="210"/>
                    <a:pt x="610" y="212"/>
                  </a:cubicBezTo>
                  <a:cubicBezTo>
                    <a:pt x="596" y="225"/>
                    <a:pt x="588" y="244"/>
                    <a:pt x="588" y="264"/>
                  </a:cubicBezTo>
                  <a:cubicBezTo>
                    <a:pt x="588" y="265"/>
                    <a:pt x="588" y="268"/>
                    <a:pt x="587" y="270"/>
                  </a:cubicBezTo>
                  <a:lnTo>
                    <a:pt x="554" y="307"/>
                  </a:lnTo>
                  <a:lnTo>
                    <a:pt x="554" y="54"/>
                  </a:lnTo>
                  <a:cubicBezTo>
                    <a:pt x="554" y="24"/>
                    <a:pt x="529" y="1"/>
                    <a:pt x="500" y="1"/>
                  </a:cubicBezTo>
                  <a:lnTo>
                    <a:pt x="211" y="1"/>
                  </a:lnTo>
                  <a:cubicBezTo>
                    <a:pt x="206" y="1"/>
                    <a:pt x="200" y="5"/>
                    <a:pt x="200" y="11"/>
                  </a:cubicBezTo>
                  <a:cubicBezTo>
                    <a:pt x="200" y="17"/>
                    <a:pt x="206" y="23"/>
                    <a:pt x="211" y="23"/>
                  </a:cubicBezTo>
                  <a:lnTo>
                    <a:pt x="500" y="23"/>
                  </a:lnTo>
                  <a:cubicBezTo>
                    <a:pt x="518" y="23"/>
                    <a:pt x="534" y="37"/>
                    <a:pt x="534" y="56"/>
                  </a:cubicBezTo>
                  <a:lnTo>
                    <a:pt x="534" y="322"/>
                  </a:lnTo>
                  <a:lnTo>
                    <a:pt x="505" y="293"/>
                  </a:lnTo>
                  <a:cubicBezTo>
                    <a:pt x="500" y="288"/>
                    <a:pt x="493" y="285"/>
                    <a:pt x="486" y="285"/>
                  </a:cubicBezTo>
                  <a:cubicBezTo>
                    <a:pt x="485" y="285"/>
                    <a:pt x="483" y="285"/>
                    <a:pt x="482" y="286"/>
                  </a:cubicBezTo>
                  <a:lnTo>
                    <a:pt x="451" y="293"/>
                  </a:lnTo>
                  <a:cubicBezTo>
                    <a:pt x="447" y="294"/>
                    <a:pt x="441" y="297"/>
                    <a:pt x="440" y="300"/>
                  </a:cubicBezTo>
                  <a:lnTo>
                    <a:pt x="425" y="314"/>
                  </a:lnTo>
                  <a:cubicBezTo>
                    <a:pt x="419" y="320"/>
                    <a:pt x="418" y="326"/>
                    <a:pt x="418" y="330"/>
                  </a:cubicBezTo>
                  <a:cubicBezTo>
                    <a:pt x="418" y="338"/>
                    <a:pt x="419" y="343"/>
                    <a:pt x="425" y="348"/>
                  </a:cubicBezTo>
                  <a:lnTo>
                    <a:pt x="534" y="456"/>
                  </a:lnTo>
                  <a:lnTo>
                    <a:pt x="534" y="603"/>
                  </a:lnTo>
                  <a:lnTo>
                    <a:pt x="230" y="603"/>
                  </a:lnTo>
                  <a:cubicBezTo>
                    <a:pt x="224" y="603"/>
                    <a:pt x="220" y="609"/>
                    <a:pt x="220" y="615"/>
                  </a:cubicBezTo>
                  <a:lnTo>
                    <a:pt x="220" y="661"/>
                  </a:lnTo>
                  <a:cubicBezTo>
                    <a:pt x="220" y="683"/>
                    <a:pt x="201" y="702"/>
                    <a:pt x="180" y="703"/>
                  </a:cubicBezTo>
                  <a:cubicBezTo>
                    <a:pt x="155" y="702"/>
                    <a:pt x="135" y="681"/>
                    <a:pt x="135" y="654"/>
                  </a:cubicBezTo>
                  <a:lnTo>
                    <a:pt x="135" y="67"/>
                  </a:lnTo>
                  <a:cubicBezTo>
                    <a:pt x="135" y="52"/>
                    <a:pt x="128" y="34"/>
                    <a:pt x="116" y="23"/>
                  </a:cubicBezTo>
                  <a:lnTo>
                    <a:pt x="167" y="23"/>
                  </a:lnTo>
                  <a:cubicBezTo>
                    <a:pt x="172" y="23"/>
                    <a:pt x="178" y="17"/>
                    <a:pt x="178" y="11"/>
                  </a:cubicBezTo>
                  <a:cubicBezTo>
                    <a:pt x="178" y="5"/>
                    <a:pt x="172"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6" name="Google Shape;2736;p49"/>
          <p:cNvGrpSpPr/>
          <p:nvPr/>
        </p:nvGrpSpPr>
        <p:grpSpPr>
          <a:xfrm>
            <a:off x="1657988" y="3971868"/>
            <a:ext cx="258348" cy="409619"/>
            <a:chOff x="1657988" y="3971868"/>
            <a:chExt cx="258348" cy="409619"/>
          </a:xfrm>
        </p:grpSpPr>
        <p:sp>
          <p:nvSpPr>
            <p:cNvPr id="2737" name="Google Shape;2737;p49"/>
            <p:cNvSpPr/>
            <p:nvPr/>
          </p:nvSpPr>
          <p:spPr>
            <a:xfrm>
              <a:off x="1759401" y="4077247"/>
              <a:ext cx="12464" cy="15864"/>
            </a:xfrm>
            <a:custGeom>
              <a:rect b="b" l="l" r="r" t="t"/>
              <a:pathLst>
                <a:path extrusionOk="0" h="28" w="22">
                  <a:moveTo>
                    <a:pt x="12" y="0"/>
                  </a:moveTo>
                  <a:cubicBezTo>
                    <a:pt x="6" y="0"/>
                    <a:pt x="0" y="6"/>
                    <a:pt x="0" y="11"/>
                  </a:cubicBezTo>
                  <a:lnTo>
                    <a:pt x="0" y="16"/>
                  </a:lnTo>
                  <a:cubicBezTo>
                    <a:pt x="0" y="22"/>
                    <a:pt x="6" y="28"/>
                    <a:pt x="12" y="28"/>
                  </a:cubicBezTo>
                  <a:cubicBezTo>
                    <a:pt x="16" y="28"/>
                    <a:pt x="22" y="22"/>
                    <a:pt x="22" y="16"/>
                  </a:cubicBezTo>
                  <a:lnTo>
                    <a:pt x="22" y="11"/>
                  </a:lnTo>
                  <a:cubicBezTo>
                    <a:pt x="22" y="6"/>
                    <a:pt x="16"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9"/>
            <p:cNvSpPr/>
            <p:nvPr/>
          </p:nvSpPr>
          <p:spPr>
            <a:xfrm>
              <a:off x="1801892" y="4077247"/>
              <a:ext cx="13597" cy="15864"/>
            </a:xfrm>
            <a:custGeom>
              <a:rect b="b" l="l" r="r" t="t"/>
              <a:pathLst>
                <a:path extrusionOk="0" h="28" w="24">
                  <a:moveTo>
                    <a:pt x="12" y="0"/>
                  </a:moveTo>
                  <a:cubicBezTo>
                    <a:pt x="6" y="0"/>
                    <a:pt x="0" y="6"/>
                    <a:pt x="0" y="11"/>
                  </a:cubicBezTo>
                  <a:lnTo>
                    <a:pt x="0" y="16"/>
                  </a:lnTo>
                  <a:cubicBezTo>
                    <a:pt x="2" y="22"/>
                    <a:pt x="6" y="28"/>
                    <a:pt x="12" y="28"/>
                  </a:cubicBezTo>
                  <a:cubicBezTo>
                    <a:pt x="18" y="28"/>
                    <a:pt x="23" y="22"/>
                    <a:pt x="23" y="16"/>
                  </a:cubicBezTo>
                  <a:lnTo>
                    <a:pt x="23" y="11"/>
                  </a:lnTo>
                  <a:cubicBezTo>
                    <a:pt x="23" y="6"/>
                    <a:pt x="18"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9"/>
            <p:cNvSpPr/>
            <p:nvPr/>
          </p:nvSpPr>
          <p:spPr>
            <a:xfrm>
              <a:off x="1779797" y="4219453"/>
              <a:ext cx="12464" cy="20396"/>
            </a:xfrm>
            <a:custGeom>
              <a:rect b="b" l="l" r="r" t="t"/>
              <a:pathLst>
                <a:path extrusionOk="0" h="36" w="22">
                  <a:moveTo>
                    <a:pt x="12" y="1"/>
                  </a:moveTo>
                  <a:cubicBezTo>
                    <a:pt x="6" y="1"/>
                    <a:pt x="0" y="7"/>
                    <a:pt x="0" y="11"/>
                  </a:cubicBezTo>
                  <a:lnTo>
                    <a:pt x="0" y="24"/>
                  </a:lnTo>
                  <a:cubicBezTo>
                    <a:pt x="0" y="30"/>
                    <a:pt x="6" y="35"/>
                    <a:pt x="12" y="35"/>
                  </a:cubicBezTo>
                  <a:cubicBezTo>
                    <a:pt x="16" y="35"/>
                    <a:pt x="22" y="30"/>
                    <a:pt x="22" y="24"/>
                  </a:cubicBezTo>
                  <a:lnTo>
                    <a:pt x="22" y="11"/>
                  </a:lnTo>
                  <a:cubicBezTo>
                    <a:pt x="22" y="7"/>
                    <a:pt x="16"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9"/>
            <p:cNvSpPr/>
            <p:nvPr/>
          </p:nvSpPr>
          <p:spPr>
            <a:xfrm>
              <a:off x="1657988" y="3971868"/>
              <a:ext cx="258348" cy="409619"/>
            </a:xfrm>
            <a:custGeom>
              <a:rect b="b" l="l" r="r" t="t"/>
              <a:pathLst>
                <a:path extrusionOk="0" h="723" w="456">
                  <a:moveTo>
                    <a:pt x="257" y="134"/>
                  </a:moveTo>
                  <a:cubicBezTo>
                    <a:pt x="267" y="143"/>
                    <a:pt x="285" y="152"/>
                    <a:pt x="309" y="152"/>
                  </a:cubicBezTo>
                  <a:lnTo>
                    <a:pt x="309" y="218"/>
                  </a:lnTo>
                  <a:cubicBezTo>
                    <a:pt x="309" y="262"/>
                    <a:pt x="273" y="298"/>
                    <a:pt x="230" y="298"/>
                  </a:cubicBezTo>
                  <a:lnTo>
                    <a:pt x="224" y="298"/>
                  </a:lnTo>
                  <a:cubicBezTo>
                    <a:pt x="231" y="288"/>
                    <a:pt x="231" y="275"/>
                    <a:pt x="227" y="264"/>
                  </a:cubicBezTo>
                  <a:lnTo>
                    <a:pt x="227" y="264"/>
                  </a:lnTo>
                  <a:cubicBezTo>
                    <a:pt x="228" y="265"/>
                    <a:pt x="229" y="265"/>
                    <a:pt x="230" y="265"/>
                  </a:cubicBezTo>
                  <a:cubicBezTo>
                    <a:pt x="238" y="265"/>
                    <a:pt x="245" y="261"/>
                    <a:pt x="251" y="257"/>
                  </a:cubicBezTo>
                  <a:cubicBezTo>
                    <a:pt x="257" y="253"/>
                    <a:pt x="257" y="246"/>
                    <a:pt x="253" y="243"/>
                  </a:cubicBezTo>
                  <a:cubicBezTo>
                    <a:pt x="251" y="239"/>
                    <a:pt x="248" y="238"/>
                    <a:pt x="245" y="238"/>
                  </a:cubicBezTo>
                  <a:cubicBezTo>
                    <a:pt x="243" y="238"/>
                    <a:pt x="240" y="239"/>
                    <a:pt x="238" y="240"/>
                  </a:cubicBezTo>
                  <a:cubicBezTo>
                    <a:pt x="235" y="243"/>
                    <a:pt x="232" y="244"/>
                    <a:pt x="229" y="244"/>
                  </a:cubicBezTo>
                  <a:cubicBezTo>
                    <a:pt x="226" y="244"/>
                    <a:pt x="223" y="243"/>
                    <a:pt x="218" y="240"/>
                  </a:cubicBezTo>
                  <a:cubicBezTo>
                    <a:pt x="217" y="239"/>
                    <a:pt x="215" y="238"/>
                    <a:pt x="213" y="238"/>
                  </a:cubicBezTo>
                  <a:cubicBezTo>
                    <a:pt x="210" y="238"/>
                    <a:pt x="207" y="240"/>
                    <a:pt x="204" y="243"/>
                  </a:cubicBezTo>
                  <a:cubicBezTo>
                    <a:pt x="202" y="244"/>
                    <a:pt x="202" y="249"/>
                    <a:pt x="202" y="251"/>
                  </a:cubicBezTo>
                  <a:cubicBezTo>
                    <a:pt x="194" y="251"/>
                    <a:pt x="185" y="253"/>
                    <a:pt x="179" y="260"/>
                  </a:cubicBezTo>
                  <a:lnTo>
                    <a:pt x="168" y="272"/>
                  </a:lnTo>
                  <a:cubicBezTo>
                    <a:pt x="158" y="257"/>
                    <a:pt x="150" y="238"/>
                    <a:pt x="150" y="221"/>
                  </a:cubicBezTo>
                  <a:lnTo>
                    <a:pt x="150" y="152"/>
                  </a:lnTo>
                  <a:cubicBezTo>
                    <a:pt x="157" y="153"/>
                    <a:pt x="163" y="153"/>
                    <a:pt x="169" y="153"/>
                  </a:cubicBezTo>
                  <a:cubicBezTo>
                    <a:pt x="183" y="153"/>
                    <a:pt x="196" y="151"/>
                    <a:pt x="208" y="150"/>
                  </a:cubicBezTo>
                  <a:cubicBezTo>
                    <a:pt x="228" y="146"/>
                    <a:pt x="244" y="142"/>
                    <a:pt x="257" y="134"/>
                  </a:cubicBezTo>
                  <a:close/>
                  <a:moveTo>
                    <a:pt x="200" y="270"/>
                  </a:moveTo>
                  <a:cubicBezTo>
                    <a:pt x="202" y="270"/>
                    <a:pt x="204" y="271"/>
                    <a:pt x="207" y="273"/>
                  </a:cubicBezTo>
                  <a:cubicBezTo>
                    <a:pt x="210" y="277"/>
                    <a:pt x="210" y="282"/>
                    <a:pt x="207" y="286"/>
                  </a:cubicBezTo>
                  <a:lnTo>
                    <a:pt x="181" y="311"/>
                  </a:lnTo>
                  <a:cubicBezTo>
                    <a:pt x="179" y="313"/>
                    <a:pt x="177" y="314"/>
                    <a:pt x="175" y="314"/>
                  </a:cubicBezTo>
                  <a:cubicBezTo>
                    <a:pt x="173" y="314"/>
                    <a:pt x="171" y="313"/>
                    <a:pt x="169" y="311"/>
                  </a:cubicBezTo>
                  <a:cubicBezTo>
                    <a:pt x="165" y="308"/>
                    <a:pt x="165" y="302"/>
                    <a:pt x="169" y="299"/>
                  </a:cubicBezTo>
                  <a:lnTo>
                    <a:pt x="194" y="273"/>
                  </a:lnTo>
                  <a:cubicBezTo>
                    <a:pt x="196" y="271"/>
                    <a:pt x="198" y="270"/>
                    <a:pt x="200" y="270"/>
                  </a:cubicBezTo>
                  <a:close/>
                  <a:moveTo>
                    <a:pt x="145" y="303"/>
                  </a:moveTo>
                  <a:cubicBezTo>
                    <a:pt x="145" y="308"/>
                    <a:pt x="145" y="311"/>
                    <a:pt x="147" y="315"/>
                  </a:cubicBezTo>
                  <a:lnTo>
                    <a:pt x="114" y="344"/>
                  </a:lnTo>
                  <a:cubicBezTo>
                    <a:pt x="120" y="329"/>
                    <a:pt x="130" y="315"/>
                    <a:pt x="145" y="303"/>
                  </a:cubicBezTo>
                  <a:close/>
                  <a:moveTo>
                    <a:pt x="244" y="316"/>
                  </a:moveTo>
                  <a:lnTo>
                    <a:pt x="244" y="337"/>
                  </a:lnTo>
                  <a:cubicBezTo>
                    <a:pt x="244" y="345"/>
                    <a:pt x="237" y="353"/>
                    <a:pt x="228" y="353"/>
                  </a:cubicBezTo>
                  <a:cubicBezTo>
                    <a:pt x="218" y="353"/>
                    <a:pt x="212" y="345"/>
                    <a:pt x="212" y="337"/>
                  </a:cubicBezTo>
                  <a:lnTo>
                    <a:pt x="212" y="316"/>
                  </a:lnTo>
                  <a:cubicBezTo>
                    <a:pt x="217" y="318"/>
                    <a:pt x="223" y="318"/>
                    <a:pt x="228" y="318"/>
                  </a:cubicBezTo>
                  <a:cubicBezTo>
                    <a:pt x="234" y="318"/>
                    <a:pt x="238" y="318"/>
                    <a:pt x="244" y="316"/>
                  </a:cubicBezTo>
                  <a:close/>
                  <a:moveTo>
                    <a:pt x="90" y="396"/>
                  </a:moveTo>
                  <a:lnTo>
                    <a:pt x="90" y="429"/>
                  </a:lnTo>
                  <a:lnTo>
                    <a:pt x="65" y="429"/>
                  </a:lnTo>
                  <a:lnTo>
                    <a:pt x="65" y="422"/>
                  </a:lnTo>
                  <a:cubicBezTo>
                    <a:pt x="65" y="419"/>
                    <a:pt x="65" y="418"/>
                    <a:pt x="68" y="416"/>
                  </a:cubicBezTo>
                  <a:lnTo>
                    <a:pt x="90" y="396"/>
                  </a:lnTo>
                  <a:close/>
                  <a:moveTo>
                    <a:pt x="295" y="299"/>
                  </a:moveTo>
                  <a:cubicBezTo>
                    <a:pt x="325" y="308"/>
                    <a:pt x="347" y="338"/>
                    <a:pt x="347" y="373"/>
                  </a:cubicBezTo>
                  <a:lnTo>
                    <a:pt x="347" y="431"/>
                  </a:lnTo>
                  <a:cubicBezTo>
                    <a:pt x="337" y="429"/>
                    <a:pt x="325" y="423"/>
                    <a:pt x="318" y="416"/>
                  </a:cubicBezTo>
                  <a:cubicBezTo>
                    <a:pt x="303" y="402"/>
                    <a:pt x="282" y="394"/>
                    <a:pt x="262" y="394"/>
                  </a:cubicBezTo>
                  <a:lnTo>
                    <a:pt x="192" y="394"/>
                  </a:lnTo>
                  <a:cubicBezTo>
                    <a:pt x="171" y="394"/>
                    <a:pt x="150" y="402"/>
                    <a:pt x="136" y="416"/>
                  </a:cubicBezTo>
                  <a:cubicBezTo>
                    <a:pt x="129" y="423"/>
                    <a:pt x="120" y="426"/>
                    <a:pt x="110" y="431"/>
                  </a:cubicBezTo>
                  <a:lnTo>
                    <a:pt x="110" y="380"/>
                  </a:lnTo>
                  <a:lnTo>
                    <a:pt x="163" y="332"/>
                  </a:lnTo>
                  <a:cubicBezTo>
                    <a:pt x="166" y="335"/>
                    <a:pt x="172" y="337"/>
                    <a:pt x="175" y="337"/>
                  </a:cubicBezTo>
                  <a:cubicBezTo>
                    <a:pt x="181" y="337"/>
                    <a:pt x="186" y="334"/>
                    <a:pt x="192" y="332"/>
                  </a:cubicBezTo>
                  <a:lnTo>
                    <a:pt x="192" y="340"/>
                  </a:lnTo>
                  <a:cubicBezTo>
                    <a:pt x="192" y="361"/>
                    <a:pt x="208" y="377"/>
                    <a:pt x="230" y="377"/>
                  </a:cubicBezTo>
                  <a:cubicBezTo>
                    <a:pt x="251" y="377"/>
                    <a:pt x="267" y="361"/>
                    <a:pt x="267" y="340"/>
                  </a:cubicBezTo>
                  <a:lnTo>
                    <a:pt x="267" y="315"/>
                  </a:lnTo>
                  <a:cubicBezTo>
                    <a:pt x="279" y="311"/>
                    <a:pt x="288" y="303"/>
                    <a:pt x="295" y="299"/>
                  </a:cubicBezTo>
                  <a:close/>
                  <a:moveTo>
                    <a:pt x="418" y="519"/>
                  </a:moveTo>
                  <a:lnTo>
                    <a:pt x="418" y="552"/>
                  </a:lnTo>
                  <a:lnTo>
                    <a:pt x="35" y="552"/>
                  </a:lnTo>
                  <a:lnTo>
                    <a:pt x="35" y="519"/>
                  </a:lnTo>
                  <a:close/>
                  <a:moveTo>
                    <a:pt x="194" y="0"/>
                  </a:moveTo>
                  <a:cubicBezTo>
                    <a:pt x="171" y="0"/>
                    <a:pt x="146" y="10"/>
                    <a:pt x="129" y="28"/>
                  </a:cubicBezTo>
                  <a:cubicBezTo>
                    <a:pt x="124" y="32"/>
                    <a:pt x="124" y="39"/>
                    <a:pt x="129" y="42"/>
                  </a:cubicBezTo>
                  <a:cubicBezTo>
                    <a:pt x="130" y="44"/>
                    <a:pt x="133" y="45"/>
                    <a:pt x="135" y="45"/>
                  </a:cubicBezTo>
                  <a:cubicBezTo>
                    <a:pt x="138" y="45"/>
                    <a:pt x="141" y="44"/>
                    <a:pt x="143" y="42"/>
                  </a:cubicBezTo>
                  <a:cubicBezTo>
                    <a:pt x="158" y="28"/>
                    <a:pt x="173" y="22"/>
                    <a:pt x="194" y="22"/>
                  </a:cubicBezTo>
                  <a:lnTo>
                    <a:pt x="264" y="22"/>
                  </a:lnTo>
                  <a:cubicBezTo>
                    <a:pt x="308" y="22"/>
                    <a:pt x="344" y="65"/>
                    <a:pt x="345" y="119"/>
                  </a:cubicBezTo>
                  <a:cubicBezTo>
                    <a:pt x="345" y="178"/>
                    <a:pt x="353" y="221"/>
                    <a:pt x="367" y="251"/>
                  </a:cubicBezTo>
                  <a:cubicBezTo>
                    <a:pt x="353" y="257"/>
                    <a:pt x="337" y="260"/>
                    <a:pt x="319" y="264"/>
                  </a:cubicBezTo>
                  <a:cubicBezTo>
                    <a:pt x="327" y="251"/>
                    <a:pt x="331" y="236"/>
                    <a:pt x="331" y="220"/>
                  </a:cubicBezTo>
                  <a:lnTo>
                    <a:pt x="331" y="145"/>
                  </a:lnTo>
                  <a:cubicBezTo>
                    <a:pt x="331" y="142"/>
                    <a:pt x="329" y="137"/>
                    <a:pt x="325" y="134"/>
                  </a:cubicBezTo>
                  <a:cubicBezTo>
                    <a:pt x="322" y="130"/>
                    <a:pt x="318" y="130"/>
                    <a:pt x="315" y="130"/>
                  </a:cubicBezTo>
                  <a:cubicBezTo>
                    <a:pt x="312" y="131"/>
                    <a:pt x="309" y="131"/>
                    <a:pt x="306" y="131"/>
                  </a:cubicBezTo>
                  <a:cubicBezTo>
                    <a:pt x="291" y="131"/>
                    <a:pt x="279" y="125"/>
                    <a:pt x="267" y="114"/>
                  </a:cubicBezTo>
                  <a:cubicBezTo>
                    <a:pt x="264" y="113"/>
                    <a:pt x="260" y="111"/>
                    <a:pt x="257" y="111"/>
                  </a:cubicBezTo>
                  <a:cubicBezTo>
                    <a:pt x="254" y="111"/>
                    <a:pt x="252" y="112"/>
                    <a:pt x="250" y="114"/>
                  </a:cubicBezTo>
                  <a:cubicBezTo>
                    <a:pt x="235" y="125"/>
                    <a:pt x="205" y="131"/>
                    <a:pt x="171" y="131"/>
                  </a:cubicBezTo>
                  <a:cubicBezTo>
                    <a:pt x="163" y="131"/>
                    <a:pt x="155" y="131"/>
                    <a:pt x="146" y="130"/>
                  </a:cubicBezTo>
                  <a:cubicBezTo>
                    <a:pt x="143" y="130"/>
                    <a:pt x="137" y="133"/>
                    <a:pt x="136" y="134"/>
                  </a:cubicBezTo>
                  <a:cubicBezTo>
                    <a:pt x="132" y="137"/>
                    <a:pt x="130" y="142"/>
                    <a:pt x="130" y="145"/>
                  </a:cubicBezTo>
                  <a:lnTo>
                    <a:pt x="130" y="220"/>
                  </a:lnTo>
                  <a:cubicBezTo>
                    <a:pt x="130" y="236"/>
                    <a:pt x="134" y="250"/>
                    <a:pt x="142" y="264"/>
                  </a:cubicBezTo>
                  <a:cubicBezTo>
                    <a:pt x="124" y="260"/>
                    <a:pt x="108" y="257"/>
                    <a:pt x="94" y="251"/>
                  </a:cubicBezTo>
                  <a:cubicBezTo>
                    <a:pt x="108" y="223"/>
                    <a:pt x="116" y="178"/>
                    <a:pt x="116" y="119"/>
                  </a:cubicBezTo>
                  <a:cubicBezTo>
                    <a:pt x="116" y="101"/>
                    <a:pt x="120" y="87"/>
                    <a:pt x="124" y="75"/>
                  </a:cubicBezTo>
                  <a:cubicBezTo>
                    <a:pt x="127" y="69"/>
                    <a:pt x="124" y="64"/>
                    <a:pt x="120" y="61"/>
                  </a:cubicBezTo>
                  <a:cubicBezTo>
                    <a:pt x="118" y="60"/>
                    <a:pt x="117" y="60"/>
                    <a:pt x="115" y="60"/>
                  </a:cubicBezTo>
                  <a:cubicBezTo>
                    <a:pt x="111" y="60"/>
                    <a:pt x="108" y="62"/>
                    <a:pt x="106" y="65"/>
                  </a:cubicBezTo>
                  <a:cubicBezTo>
                    <a:pt x="98" y="82"/>
                    <a:pt x="94" y="100"/>
                    <a:pt x="94" y="119"/>
                  </a:cubicBezTo>
                  <a:cubicBezTo>
                    <a:pt x="94" y="181"/>
                    <a:pt x="85" y="227"/>
                    <a:pt x="71" y="251"/>
                  </a:cubicBezTo>
                  <a:cubicBezTo>
                    <a:pt x="69" y="253"/>
                    <a:pt x="69" y="257"/>
                    <a:pt x="69" y="260"/>
                  </a:cubicBezTo>
                  <a:cubicBezTo>
                    <a:pt x="71" y="264"/>
                    <a:pt x="72" y="266"/>
                    <a:pt x="77" y="267"/>
                  </a:cubicBezTo>
                  <a:cubicBezTo>
                    <a:pt x="95" y="275"/>
                    <a:pt x="117" y="280"/>
                    <a:pt x="139" y="285"/>
                  </a:cubicBezTo>
                  <a:cubicBezTo>
                    <a:pt x="110" y="302"/>
                    <a:pt x="93" y="332"/>
                    <a:pt x="93" y="368"/>
                  </a:cubicBezTo>
                  <a:lnTo>
                    <a:pt x="56" y="402"/>
                  </a:lnTo>
                  <a:cubicBezTo>
                    <a:pt x="51" y="407"/>
                    <a:pt x="48" y="415"/>
                    <a:pt x="48" y="423"/>
                  </a:cubicBezTo>
                  <a:lnTo>
                    <a:pt x="48" y="432"/>
                  </a:lnTo>
                  <a:lnTo>
                    <a:pt x="19" y="432"/>
                  </a:lnTo>
                  <a:cubicBezTo>
                    <a:pt x="9" y="432"/>
                    <a:pt x="0" y="439"/>
                    <a:pt x="0" y="451"/>
                  </a:cubicBezTo>
                  <a:lnTo>
                    <a:pt x="0" y="503"/>
                  </a:lnTo>
                  <a:cubicBezTo>
                    <a:pt x="0" y="511"/>
                    <a:pt x="7" y="519"/>
                    <a:pt x="16" y="520"/>
                  </a:cubicBezTo>
                  <a:lnTo>
                    <a:pt x="16" y="559"/>
                  </a:lnTo>
                  <a:cubicBezTo>
                    <a:pt x="16" y="568"/>
                    <a:pt x="23" y="574"/>
                    <a:pt x="30" y="574"/>
                  </a:cubicBezTo>
                  <a:lnTo>
                    <a:pt x="69" y="574"/>
                  </a:lnTo>
                  <a:lnTo>
                    <a:pt x="74" y="626"/>
                  </a:lnTo>
                  <a:cubicBezTo>
                    <a:pt x="74" y="631"/>
                    <a:pt x="78" y="634"/>
                    <a:pt x="83" y="634"/>
                  </a:cubicBezTo>
                  <a:cubicBezTo>
                    <a:pt x="84" y="634"/>
                    <a:pt x="85" y="634"/>
                    <a:pt x="85" y="634"/>
                  </a:cubicBezTo>
                  <a:cubicBezTo>
                    <a:pt x="91" y="634"/>
                    <a:pt x="95" y="628"/>
                    <a:pt x="94" y="624"/>
                  </a:cubicBezTo>
                  <a:lnTo>
                    <a:pt x="88" y="574"/>
                  </a:lnTo>
                  <a:lnTo>
                    <a:pt x="366" y="574"/>
                  </a:lnTo>
                  <a:lnTo>
                    <a:pt x="353" y="712"/>
                  </a:lnTo>
                  <a:cubicBezTo>
                    <a:pt x="353" y="718"/>
                    <a:pt x="355" y="722"/>
                    <a:pt x="361" y="722"/>
                  </a:cubicBezTo>
                  <a:lnTo>
                    <a:pt x="363" y="722"/>
                  </a:lnTo>
                  <a:cubicBezTo>
                    <a:pt x="368" y="722"/>
                    <a:pt x="374" y="719"/>
                    <a:pt x="374" y="714"/>
                  </a:cubicBezTo>
                  <a:lnTo>
                    <a:pt x="387" y="574"/>
                  </a:lnTo>
                  <a:lnTo>
                    <a:pt x="425" y="574"/>
                  </a:lnTo>
                  <a:cubicBezTo>
                    <a:pt x="433" y="574"/>
                    <a:pt x="439" y="566"/>
                    <a:pt x="439" y="558"/>
                  </a:cubicBezTo>
                  <a:lnTo>
                    <a:pt x="439" y="520"/>
                  </a:lnTo>
                  <a:cubicBezTo>
                    <a:pt x="448" y="520"/>
                    <a:pt x="455" y="511"/>
                    <a:pt x="455" y="503"/>
                  </a:cubicBezTo>
                  <a:lnTo>
                    <a:pt x="455" y="449"/>
                  </a:lnTo>
                  <a:cubicBezTo>
                    <a:pt x="455" y="438"/>
                    <a:pt x="446" y="431"/>
                    <a:pt x="438" y="431"/>
                  </a:cubicBezTo>
                  <a:lnTo>
                    <a:pt x="423" y="431"/>
                  </a:lnTo>
                  <a:cubicBezTo>
                    <a:pt x="418" y="431"/>
                    <a:pt x="412" y="436"/>
                    <a:pt x="412" y="441"/>
                  </a:cubicBezTo>
                  <a:cubicBezTo>
                    <a:pt x="412" y="446"/>
                    <a:pt x="418" y="452"/>
                    <a:pt x="423" y="452"/>
                  </a:cubicBezTo>
                  <a:lnTo>
                    <a:pt x="433" y="452"/>
                  </a:lnTo>
                  <a:lnTo>
                    <a:pt x="433" y="497"/>
                  </a:lnTo>
                  <a:lnTo>
                    <a:pt x="19" y="497"/>
                  </a:lnTo>
                  <a:lnTo>
                    <a:pt x="19" y="452"/>
                  </a:lnTo>
                  <a:lnTo>
                    <a:pt x="98" y="452"/>
                  </a:lnTo>
                  <a:cubicBezTo>
                    <a:pt x="119" y="452"/>
                    <a:pt x="136" y="445"/>
                    <a:pt x="149" y="431"/>
                  </a:cubicBezTo>
                  <a:cubicBezTo>
                    <a:pt x="159" y="419"/>
                    <a:pt x="173" y="415"/>
                    <a:pt x="191" y="415"/>
                  </a:cubicBezTo>
                  <a:lnTo>
                    <a:pt x="260" y="415"/>
                  </a:lnTo>
                  <a:cubicBezTo>
                    <a:pt x="276" y="415"/>
                    <a:pt x="290" y="419"/>
                    <a:pt x="302" y="431"/>
                  </a:cubicBezTo>
                  <a:cubicBezTo>
                    <a:pt x="322" y="450"/>
                    <a:pt x="344" y="452"/>
                    <a:pt x="360" y="452"/>
                  </a:cubicBezTo>
                  <a:cubicBezTo>
                    <a:pt x="366" y="452"/>
                    <a:pt x="371" y="452"/>
                    <a:pt x="376" y="452"/>
                  </a:cubicBezTo>
                  <a:cubicBezTo>
                    <a:pt x="377" y="452"/>
                    <a:pt x="379" y="452"/>
                    <a:pt x="380" y="452"/>
                  </a:cubicBezTo>
                  <a:cubicBezTo>
                    <a:pt x="386" y="452"/>
                    <a:pt x="390" y="446"/>
                    <a:pt x="390" y="441"/>
                  </a:cubicBezTo>
                  <a:cubicBezTo>
                    <a:pt x="390" y="436"/>
                    <a:pt x="386" y="431"/>
                    <a:pt x="380" y="431"/>
                  </a:cubicBezTo>
                  <a:lnTo>
                    <a:pt x="367" y="431"/>
                  </a:lnTo>
                  <a:lnTo>
                    <a:pt x="367" y="373"/>
                  </a:lnTo>
                  <a:cubicBezTo>
                    <a:pt x="367" y="337"/>
                    <a:pt x="350" y="303"/>
                    <a:pt x="321" y="285"/>
                  </a:cubicBezTo>
                  <a:cubicBezTo>
                    <a:pt x="344" y="280"/>
                    <a:pt x="363" y="275"/>
                    <a:pt x="383" y="267"/>
                  </a:cubicBezTo>
                  <a:cubicBezTo>
                    <a:pt x="387" y="266"/>
                    <a:pt x="389" y="264"/>
                    <a:pt x="390" y="260"/>
                  </a:cubicBezTo>
                  <a:cubicBezTo>
                    <a:pt x="393" y="257"/>
                    <a:pt x="390" y="256"/>
                    <a:pt x="389" y="251"/>
                  </a:cubicBezTo>
                  <a:cubicBezTo>
                    <a:pt x="373" y="227"/>
                    <a:pt x="366" y="181"/>
                    <a:pt x="366" y="119"/>
                  </a:cubicBezTo>
                  <a:cubicBezTo>
                    <a:pt x="366" y="87"/>
                    <a:pt x="354" y="58"/>
                    <a:pt x="337" y="35"/>
                  </a:cubicBezTo>
                  <a:cubicBezTo>
                    <a:pt x="316" y="13"/>
                    <a:pt x="290" y="0"/>
                    <a:pt x="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9"/>
            <p:cNvSpPr/>
            <p:nvPr/>
          </p:nvSpPr>
          <p:spPr>
            <a:xfrm>
              <a:off x="1701046" y="4342962"/>
              <a:ext cx="16997" cy="38526"/>
            </a:xfrm>
            <a:custGeom>
              <a:rect b="b" l="l" r="r" t="t"/>
              <a:pathLst>
                <a:path extrusionOk="0" h="68" w="30">
                  <a:moveTo>
                    <a:pt x="13" y="1"/>
                  </a:moveTo>
                  <a:cubicBezTo>
                    <a:pt x="12" y="1"/>
                    <a:pt x="11" y="1"/>
                    <a:pt x="11" y="1"/>
                  </a:cubicBezTo>
                  <a:cubicBezTo>
                    <a:pt x="6" y="1"/>
                    <a:pt x="1" y="7"/>
                    <a:pt x="2" y="12"/>
                  </a:cubicBezTo>
                  <a:lnTo>
                    <a:pt x="6" y="59"/>
                  </a:lnTo>
                  <a:cubicBezTo>
                    <a:pt x="6" y="64"/>
                    <a:pt x="11" y="67"/>
                    <a:pt x="17" y="67"/>
                  </a:cubicBezTo>
                  <a:lnTo>
                    <a:pt x="18" y="67"/>
                  </a:lnTo>
                  <a:cubicBezTo>
                    <a:pt x="24" y="67"/>
                    <a:pt x="30" y="63"/>
                    <a:pt x="28" y="57"/>
                  </a:cubicBezTo>
                  <a:lnTo>
                    <a:pt x="22" y="10"/>
                  </a:lnTo>
                  <a:cubicBezTo>
                    <a:pt x="22" y="6"/>
                    <a:pt x="18" y="1"/>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 name="Google Shape;2742;p49"/>
          <p:cNvGrpSpPr/>
          <p:nvPr/>
        </p:nvGrpSpPr>
        <p:grpSpPr>
          <a:xfrm>
            <a:off x="7897431" y="2694287"/>
            <a:ext cx="414716" cy="410186"/>
            <a:chOff x="7897431" y="2694287"/>
            <a:chExt cx="414716" cy="410186"/>
          </a:xfrm>
        </p:grpSpPr>
        <p:sp>
          <p:nvSpPr>
            <p:cNvPr id="2743" name="Google Shape;2743;p49"/>
            <p:cNvSpPr/>
            <p:nvPr/>
          </p:nvSpPr>
          <p:spPr>
            <a:xfrm>
              <a:off x="8260024" y="3054049"/>
              <a:ext cx="19263" cy="18696"/>
            </a:xfrm>
            <a:custGeom>
              <a:rect b="b" l="l" r="r" t="t"/>
              <a:pathLst>
                <a:path extrusionOk="0" h="33" w="34">
                  <a:moveTo>
                    <a:pt x="10" y="0"/>
                  </a:moveTo>
                  <a:cubicBezTo>
                    <a:pt x="8" y="0"/>
                    <a:pt x="5" y="1"/>
                    <a:pt x="3" y="2"/>
                  </a:cubicBezTo>
                  <a:cubicBezTo>
                    <a:pt x="0" y="7"/>
                    <a:pt x="0" y="14"/>
                    <a:pt x="3" y="17"/>
                  </a:cubicBezTo>
                  <a:lnTo>
                    <a:pt x="16" y="30"/>
                  </a:lnTo>
                  <a:cubicBezTo>
                    <a:pt x="17" y="32"/>
                    <a:pt x="20" y="33"/>
                    <a:pt x="22" y="33"/>
                  </a:cubicBezTo>
                  <a:cubicBezTo>
                    <a:pt x="25" y="33"/>
                    <a:pt x="28" y="32"/>
                    <a:pt x="30" y="30"/>
                  </a:cubicBezTo>
                  <a:cubicBezTo>
                    <a:pt x="33" y="27"/>
                    <a:pt x="33" y="18"/>
                    <a:pt x="30" y="15"/>
                  </a:cubicBezTo>
                  <a:lnTo>
                    <a:pt x="17" y="2"/>
                  </a:lnTo>
                  <a:cubicBezTo>
                    <a:pt x="15" y="1"/>
                    <a:pt x="13" y="0"/>
                    <a:pt x="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9"/>
            <p:cNvSpPr/>
            <p:nvPr/>
          </p:nvSpPr>
          <p:spPr>
            <a:xfrm>
              <a:off x="7936523" y="2731113"/>
              <a:ext cx="235686" cy="236253"/>
            </a:xfrm>
            <a:custGeom>
              <a:rect b="b" l="l" r="r" t="t"/>
              <a:pathLst>
                <a:path extrusionOk="0" h="417" w="416">
                  <a:moveTo>
                    <a:pt x="226" y="74"/>
                  </a:moveTo>
                  <a:cubicBezTo>
                    <a:pt x="256" y="74"/>
                    <a:pt x="282" y="100"/>
                    <a:pt x="282" y="130"/>
                  </a:cubicBezTo>
                  <a:lnTo>
                    <a:pt x="282" y="194"/>
                  </a:lnTo>
                  <a:cubicBezTo>
                    <a:pt x="282" y="197"/>
                    <a:pt x="279" y="200"/>
                    <a:pt x="278" y="201"/>
                  </a:cubicBezTo>
                  <a:lnTo>
                    <a:pt x="278" y="152"/>
                  </a:lnTo>
                  <a:cubicBezTo>
                    <a:pt x="278" y="148"/>
                    <a:pt x="276" y="146"/>
                    <a:pt x="274" y="145"/>
                  </a:cubicBezTo>
                  <a:cubicBezTo>
                    <a:pt x="272" y="143"/>
                    <a:pt x="269" y="142"/>
                    <a:pt x="266" y="142"/>
                  </a:cubicBezTo>
                  <a:cubicBezTo>
                    <a:pt x="265" y="142"/>
                    <a:pt x="264" y="142"/>
                    <a:pt x="262" y="142"/>
                  </a:cubicBezTo>
                  <a:cubicBezTo>
                    <a:pt x="251" y="142"/>
                    <a:pt x="239" y="136"/>
                    <a:pt x="229" y="127"/>
                  </a:cubicBezTo>
                  <a:cubicBezTo>
                    <a:pt x="227" y="125"/>
                    <a:pt x="225" y="124"/>
                    <a:pt x="222" y="124"/>
                  </a:cubicBezTo>
                  <a:cubicBezTo>
                    <a:pt x="219" y="124"/>
                    <a:pt x="216" y="125"/>
                    <a:pt x="214" y="127"/>
                  </a:cubicBezTo>
                  <a:cubicBezTo>
                    <a:pt x="201" y="137"/>
                    <a:pt x="183" y="142"/>
                    <a:pt x="151" y="143"/>
                  </a:cubicBezTo>
                  <a:cubicBezTo>
                    <a:pt x="146" y="143"/>
                    <a:pt x="141" y="148"/>
                    <a:pt x="141" y="153"/>
                  </a:cubicBezTo>
                  <a:lnTo>
                    <a:pt x="141" y="202"/>
                  </a:lnTo>
                  <a:cubicBezTo>
                    <a:pt x="138" y="200"/>
                    <a:pt x="135" y="197"/>
                    <a:pt x="135" y="194"/>
                  </a:cubicBezTo>
                  <a:lnTo>
                    <a:pt x="135" y="130"/>
                  </a:lnTo>
                  <a:cubicBezTo>
                    <a:pt x="135" y="100"/>
                    <a:pt x="161" y="74"/>
                    <a:pt x="191" y="74"/>
                  </a:cubicBezTo>
                  <a:close/>
                  <a:moveTo>
                    <a:pt x="219" y="148"/>
                  </a:moveTo>
                  <a:cubicBezTo>
                    <a:pt x="229" y="158"/>
                    <a:pt x="242" y="163"/>
                    <a:pt x="255" y="163"/>
                  </a:cubicBezTo>
                  <a:lnTo>
                    <a:pt x="255" y="202"/>
                  </a:lnTo>
                  <a:cubicBezTo>
                    <a:pt x="255" y="230"/>
                    <a:pt x="233" y="250"/>
                    <a:pt x="207" y="250"/>
                  </a:cubicBezTo>
                  <a:cubicBezTo>
                    <a:pt x="183" y="250"/>
                    <a:pt x="161" y="228"/>
                    <a:pt x="161" y="202"/>
                  </a:cubicBezTo>
                  <a:lnTo>
                    <a:pt x="161" y="163"/>
                  </a:lnTo>
                  <a:cubicBezTo>
                    <a:pt x="185" y="161"/>
                    <a:pt x="206" y="158"/>
                    <a:pt x="219" y="148"/>
                  </a:cubicBezTo>
                  <a:close/>
                  <a:moveTo>
                    <a:pt x="207" y="20"/>
                  </a:moveTo>
                  <a:cubicBezTo>
                    <a:pt x="311" y="20"/>
                    <a:pt x="395" y="103"/>
                    <a:pt x="395" y="208"/>
                  </a:cubicBezTo>
                  <a:cubicBezTo>
                    <a:pt x="395" y="275"/>
                    <a:pt x="359" y="334"/>
                    <a:pt x="307" y="367"/>
                  </a:cubicBezTo>
                  <a:lnTo>
                    <a:pt x="307" y="305"/>
                  </a:lnTo>
                  <a:lnTo>
                    <a:pt x="307" y="296"/>
                  </a:lnTo>
                  <a:cubicBezTo>
                    <a:pt x="307" y="291"/>
                    <a:pt x="302" y="287"/>
                    <a:pt x="297" y="287"/>
                  </a:cubicBezTo>
                  <a:cubicBezTo>
                    <a:pt x="296" y="287"/>
                    <a:pt x="295" y="287"/>
                    <a:pt x="294" y="288"/>
                  </a:cubicBezTo>
                  <a:cubicBezTo>
                    <a:pt x="289" y="288"/>
                    <a:pt x="284" y="293"/>
                    <a:pt x="285" y="301"/>
                  </a:cubicBezTo>
                  <a:lnTo>
                    <a:pt x="285" y="308"/>
                  </a:lnTo>
                  <a:lnTo>
                    <a:pt x="285" y="380"/>
                  </a:lnTo>
                  <a:cubicBezTo>
                    <a:pt x="262" y="390"/>
                    <a:pt x="235" y="396"/>
                    <a:pt x="207" y="396"/>
                  </a:cubicBezTo>
                  <a:cubicBezTo>
                    <a:pt x="181" y="396"/>
                    <a:pt x="154" y="390"/>
                    <a:pt x="131" y="380"/>
                  </a:cubicBezTo>
                  <a:lnTo>
                    <a:pt x="131" y="308"/>
                  </a:lnTo>
                  <a:cubicBezTo>
                    <a:pt x="131" y="286"/>
                    <a:pt x="142" y="266"/>
                    <a:pt x="161" y="254"/>
                  </a:cubicBezTo>
                  <a:cubicBezTo>
                    <a:pt x="174" y="266"/>
                    <a:pt x="190" y="273"/>
                    <a:pt x="206" y="273"/>
                  </a:cubicBezTo>
                  <a:cubicBezTo>
                    <a:pt x="222" y="273"/>
                    <a:pt x="240" y="266"/>
                    <a:pt x="250" y="254"/>
                  </a:cubicBezTo>
                  <a:cubicBezTo>
                    <a:pt x="256" y="259"/>
                    <a:pt x="262" y="262"/>
                    <a:pt x="265" y="266"/>
                  </a:cubicBezTo>
                  <a:cubicBezTo>
                    <a:pt x="267" y="267"/>
                    <a:pt x="270" y="268"/>
                    <a:pt x="273" y="268"/>
                  </a:cubicBezTo>
                  <a:cubicBezTo>
                    <a:pt x="275" y="268"/>
                    <a:pt x="278" y="267"/>
                    <a:pt x="279" y="266"/>
                  </a:cubicBezTo>
                  <a:cubicBezTo>
                    <a:pt x="284" y="262"/>
                    <a:pt x="284" y="254"/>
                    <a:pt x="279" y="252"/>
                  </a:cubicBezTo>
                  <a:cubicBezTo>
                    <a:pt x="275" y="246"/>
                    <a:pt x="269" y="243"/>
                    <a:pt x="263" y="237"/>
                  </a:cubicBezTo>
                  <a:cubicBezTo>
                    <a:pt x="265" y="233"/>
                    <a:pt x="268" y="228"/>
                    <a:pt x="269" y="224"/>
                  </a:cubicBezTo>
                  <a:cubicBezTo>
                    <a:pt x="285" y="224"/>
                    <a:pt x="295" y="210"/>
                    <a:pt x="295" y="195"/>
                  </a:cubicBezTo>
                  <a:lnTo>
                    <a:pt x="295" y="132"/>
                  </a:lnTo>
                  <a:cubicBezTo>
                    <a:pt x="295" y="91"/>
                    <a:pt x="262" y="57"/>
                    <a:pt x="220" y="57"/>
                  </a:cubicBezTo>
                  <a:lnTo>
                    <a:pt x="209" y="57"/>
                  </a:lnTo>
                  <a:cubicBezTo>
                    <a:pt x="211" y="52"/>
                    <a:pt x="211" y="45"/>
                    <a:pt x="207" y="42"/>
                  </a:cubicBezTo>
                  <a:cubicBezTo>
                    <a:pt x="206" y="40"/>
                    <a:pt x="203" y="39"/>
                    <a:pt x="201" y="39"/>
                  </a:cubicBezTo>
                  <a:cubicBezTo>
                    <a:pt x="198" y="39"/>
                    <a:pt x="195" y="40"/>
                    <a:pt x="193" y="44"/>
                  </a:cubicBezTo>
                  <a:lnTo>
                    <a:pt x="187" y="51"/>
                  </a:lnTo>
                  <a:lnTo>
                    <a:pt x="183" y="48"/>
                  </a:lnTo>
                  <a:cubicBezTo>
                    <a:pt x="180" y="46"/>
                    <a:pt x="177" y="45"/>
                    <a:pt x="175" y="45"/>
                  </a:cubicBezTo>
                  <a:cubicBezTo>
                    <a:pt x="172" y="45"/>
                    <a:pt x="170" y="46"/>
                    <a:pt x="168" y="48"/>
                  </a:cubicBezTo>
                  <a:cubicBezTo>
                    <a:pt x="167" y="49"/>
                    <a:pt x="164" y="52"/>
                    <a:pt x="164" y="55"/>
                  </a:cubicBezTo>
                  <a:cubicBezTo>
                    <a:pt x="164" y="57"/>
                    <a:pt x="164" y="58"/>
                    <a:pt x="167" y="59"/>
                  </a:cubicBezTo>
                  <a:cubicBezTo>
                    <a:pt x="135" y="70"/>
                    <a:pt x="112" y="98"/>
                    <a:pt x="112" y="132"/>
                  </a:cubicBezTo>
                  <a:lnTo>
                    <a:pt x="112" y="195"/>
                  </a:lnTo>
                  <a:cubicBezTo>
                    <a:pt x="112" y="211"/>
                    <a:pt x="125" y="224"/>
                    <a:pt x="139" y="224"/>
                  </a:cubicBezTo>
                  <a:cubicBezTo>
                    <a:pt x="141" y="230"/>
                    <a:pt x="142" y="233"/>
                    <a:pt x="145" y="237"/>
                  </a:cubicBezTo>
                  <a:cubicBezTo>
                    <a:pt x="120" y="252"/>
                    <a:pt x="105" y="276"/>
                    <a:pt x="105" y="305"/>
                  </a:cubicBezTo>
                  <a:lnTo>
                    <a:pt x="105" y="367"/>
                  </a:lnTo>
                  <a:cubicBezTo>
                    <a:pt x="53" y="334"/>
                    <a:pt x="16" y="275"/>
                    <a:pt x="16" y="208"/>
                  </a:cubicBezTo>
                  <a:cubicBezTo>
                    <a:pt x="22" y="103"/>
                    <a:pt x="105" y="20"/>
                    <a:pt x="207" y="20"/>
                  </a:cubicBezTo>
                  <a:close/>
                  <a:moveTo>
                    <a:pt x="207" y="0"/>
                  </a:moveTo>
                  <a:cubicBezTo>
                    <a:pt x="92" y="0"/>
                    <a:pt x="1" y="94"/>
                    <a:pt x="1" y="208"/>
                  </a:cubicBezTo>
                  <a:cubicBezTo>
                    <a:pt x="1" y="322"/>
                    <a:pt x="94" y="416"/>
                    <a:pt x="207" y="416"/>
                  </a:cubicBezTo>
                  <a:cubicBezTo>
                    <a:pt x="323" y="416"/>
                    <a:pt x="415" y="322"/>
                    <a:pt x="415" y="208"/>
                  </a:cubicBezTo>
                  <a:cubicBezTo>
                    <a:pt x="415" y="93"/>
                    <a:pt x="321" y="0"/>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9"/>
            <p:cNvSpPr/>
            <p:nvPr/>
          </p:nvSpPr>
          <p:spPr>
            <a:xfrm>
              <a:off x="7897431" y="2694287"/>
              <a:ext cx="414716" cy="410186"/>
            </a:xfrm>
            <a:custGeom>
              <a:rect b="b" l="l" r="r" t="t"/>
              <a:pathLst>
                <a:path extrusionOk="0" h="724" w="732">
                  <a:moveTo>
                    <a:pt x="514" y="405"/>
                  </a:moveTo>
                  <a:lnTo>
                    <a:pt x="555" y="445"/>
                  </a:lnTo>
                  <a:lnTo>
                    <a:pt x="555" y="447"/>
                  </a:lnTo>
                  <a:lnTo>
                    <a:pt x="451" y="549"/>
                  </a:lnTo>
                  <a:cubicBezTo>
                    <a:pt x="452" y="550"/>
                    <a:pt x="451" y="550"/>
                    <a:pt x="451" y="550"/>
                  </a:cubicBezTo>
                  <a:cubicBezTo>
                    <a:pt x="450" y="550"/>
                    <a:pt x="449" y="550"/>
                    <a:pt x="449" y="549"/>
                  </a:cubicBezTo>
                  <a:lnTo>
                    <a:pt x="410" y="510"/>
                  </a:lnTo>
                  <a:cubicBezTo>
                    <a:pt x="432" y="497"/>
                    <a:pt x="451" y="483"/>
                    <a:pt x="470" y="464"/>
                  </a:cubicBezTo>
                  <a:cubicBezTo>
                    <a:pt x="487" y="447"/>
                    <a:pt x="501" y="426"/>
                    <a:pt x="514" y="405"/>
                  </a:cubicBezTo>
                  <a:close/>
                  <a:moveTo>
                    <a:pt x="280" y="0"/>
                  </a:moveTo>
                  <a:cubicBezTo>
                    <a:pt x="208" y="0"/>
                    <a:pt x="142" y="25"/>
                    <a:pt x="88" y="75"/>
                  </a:cubicBezTo>
                  <a:cubicBezTo>
                    <a:pt x="85" y="80"/>
                    <a:pt x="85" y="87"/>
                    <a:pt x="88" y="90"/>
                  </a:cubicBezTo>
                  <a:cubicBezTo>
                    <a:pt x="90" y="92"/>
                    <a:pt x="93" y="93"/>
                    <a:pt x="96" y="93"/>
                  </a:cubicBezTo>
                  <a:cubicBezTo>
                    <a:pt x="99" y="93"/>
                    <a:pt x="101" y="92"/>
                    <a:pt x="103" y="90"/>
                  </a:cubicBezTo>
                  <a:cubicBezTo>
                    <a:pt x="150" y="45"/>
                    <a:pt x="211" y="22"/>
                    <a:pt x="276" y="22"/>
                  </a:cubicBezTo>
                  <a:cubicBezTo>
                    <a:pt x="416" y="22"/>
                    <a:pt x="529" y="133"/>
                    <a:pt x="529" y="275"/>
                  </a:cubicBezTo>
                  <a:cubicBezTo>
                    <a:pt x="529" y="415"/>
                    <a:pt x="416" y="527"/>
                    <a:pt x="276" y="527"/>
                  </a:cubicBezTo>
                  <a:cubicBezTo>
                    <a:pt x="142" y="527"/>
                    <a:pt x="33" y="421"/>
                    <a:pt x="26" y="291"/>
                  </a:cubicBezTo>
                  <a:cubicBezTo>
                    <a:pt x="22" y="230"/>
                    <a:pt x="41" y="169"/>
                    <a:pt x="77" y="123"/>
                  </a:cubicBezTo>
                  <a:cubicBezTo>
                    <a:pt x="80" y="117"/>
                    <a:pt x="78" y="111"/>
                    <a:pt x="74" y="109"/>
                  </a:cubicBezTo>
                  <a:cubicBezTo>
                    <a:pt x="72" y="107"/>
                    <a:pt x="70" y="106"/>
                    <a:pt x="69" y="106"/>
                  </a:cubicBezTo>
                  <a:cubicBezTo>
                    <a:pt x="65" y="106"/>
                    <a:pt x="62" y="108"/>
                    <a:pt x="59" y="110"/>
                  </a:cubicBezTo>
                  <a:cubicBezTo>
                    <a:pt x="20" y="162"/>
                    <a:pt x="0" y="227"/>
                    <a:pt x="5" y="292"/>
                  </a:cubicBezTo>
                  <a:cubicBezTo>
                    <a:pt x="13" y="434"/>
                    <a:pt x="130" y="549"/>
                    <a:pt x="276" y="549"/>
                  </a:cubicBezTo>
                  <a:cubicBezTo>
                    <a:pt x="317" y="549"/>
                    <a:pt x="356" y="540"/>
                    <a:pt x="390" y="523"/>
                  </a:cubicBezTo>
                  <a:lnTo>
                    <a:pt x="434" y="566"/>
                  </a:lnTo>
                  <a:cubicBezTo>
                    <a:pt x="438" y="571"/>
                    <a:pt x="445" y="574"/>
                    <a:pt x="449" y="574"/>
                  </a:cubicBezTo>
                  <a:cubicBezTo>
                    <a:pt x="455" y="574"/>
                    <a:pt x="462" y="572"/>
                    <a:pt x="467" y="566"/>
                  </a:cubicBezTo>
                  <a:lnTo>
                    <a:pt x="470" y="564"/>
                  </a:lnTo>
                  <a:lnTo>
                    <a:pt x="540" y="634"/>
                  </a:lnTo>
                  <a:cubicBezTo>
                    <a:pt x="542" y="636"/>
                    <a:pt x="544" y="636"/>
                    <a:pt x="547" y="636"/>
                  </a:cubicBezTo>
                  <a:cubicBezTo>
                    <a:pt x="550" y="636"/>
                    <a:pt x="553" y="636"/>
                    <a:pt x="555" y="634"/>
                  </a:cubicBezTo>
                  <a:cubicBezTo>
                    <a:pt x="558" y="630"/>
                    <a:pt x="558" y="623"/>
                    <a:pt x="555" y="620"/>
                  </a:cubicBezTo>
                  <a:lnTo>
                    <a:pt x="484" y="549"/>
                  </a:lnTo>
                  <a:lnTo>
                    <a:pt x="549" y="484"/>
                  </a:lnTo>
                  <a:lnTo>
                    <a:pt x="689" y="624"/>
                  </a:lnTo>
                  <a:cubicBezTo>
                    <a:pt x="708" y="643"/>
                    <a:pt x="708" y="672"/>
                    <a:pt x="689" y="689"/>
                  </a:cubicBezTo>
                  <a:cubicBezTo>
                    <a:pt x="681" y="699"/>
                    <a:pt x="669" y="703"/>
                    <a:pt x="657" y="703"/>
                  </a:cubicBezTo>
                  <a:cubicBezTo>
                    <a:pt x="646" y="703"/>
                    <a:pt x="634" y="699"/>
                    <a:pt x="624" y="689"/>
                  </a:cubicBezTo>
                  <a:lnTo>
                    <a:pt x="585" y="650"/>
                  </a:lnTo>
                  <a:cubicBezTo>
                    <a:pt x="583" y="648"/>
                    <a:pt x="580" y="647"/>
                    <a:pt x="577" y="647"/>
                  </a:cubicBezTo>
                  <a:cubicBezTo>
                    <a:pt x="575" y="647"/>
                    <a:pt x="572" y="648"/>
                    <a:pt x="571" y="650"/>
                  </a:cubicBezTo>
                  <a:cubicBezTo>
                    <a:pt x="566" y="653"/>
                    <a:pt x="566" y="662"/>
                    <a:pt x="571" y="665"/>
                  </a:cubicBezTo>
                  <a:lnTo>
                    <a:pt x="611" y="704"/>
                  </a:lnTo>
                  <a:cubicBezTo>
                    <a:pt x="624" y="717"/>
                    <a:pt x="640" y="723"/>
                    <a:pt x="658" y="723"/>
                  </a:cubicBezTo>
                  <a:cubicBezTo>
                    <a:pt x="675" y="723"/>
                    <a:pt x="692" y="717"/>
                    <a:pt x="705" y="704"/>
                  </a:cubicBezTo>
                  <a:cubicBezTo>
                    <a:pt x="730" y="679"/>
                    <a:pt x="731" y="633"/>
                    <a:pt x="707" y="607"/>
                  </a:cubicBezTo>
                  <a:lnTo>
                    <a:pt x="565" y="465"/>
                  </a:lnTo>
                  <a:lnTo>
                    <a:pt x="569" y="462"/>
                  </a:lnTo>
                  <a:cubicBezTo>
                    <a:pt x="578" y="454"/>
                    <a:pt x="578" y="439"/>
                    <a:pt x="569" y="429"/>
                  </a:cubicBezTo>
                  <a:lnTo>
                    <a:pt x="526" y="387"/>
                  </a:lnTo>
                  <a:cubicBezTo>
                    <a:pt x="542" y="351"/>
                    <a:pt x="551" y="312"/>
                    <a:pt x="551" y="273"/>
                  </a:cubicBezTo>
                  <a:cubicBezTo>
                    <a:pt x="551" y="123"/>
                    <a:pt x="431" y="2"/>
                    <a:pt x="2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6" name="Google Shape;2746;p49"/>
          <p:cNvGrpSpPr/>
          <p:nvPr/>
        </p:nvGrpSpPr>
        <p:grpSpPr>
          <a:xfrm>
            <a:off x="2414902" y="3331661"/>
            <a:ext cx="332000" cy="409619"/>
            <a:chOff x="2414902" y="3331661"/>
            <a:chExt cx="332000" cy="409619"/>
          </a:xfrm>
        </p:grpSpPr>
        <p:sp>
          <p:nvSpPr>
            <p:cNvPr id="2747" name="Google Shape;2747;p49"/>
            <p:cNvSpPr/>
            <p:nvPr/>
          </p:nvSpPr>
          <p:spPr>
            <a:xfrm>
              <a:off x="2414902" y="3331661"/>
              <a:ext cx="332000" cy="409619"/>
            </a:xfrm>
            <a:custGeom>
              <a:rect b="b" l="l" r="r" t="t"/>
              <a:pathLst>
                <a:path extrusionOk="0" h="723" w="586">
                  <a:moveTo>
                    <a:pt x="562" y="414"/>
                  </a:moveTo>
                  <a:lnTo>
                    <a:pt x="562" y="434"/>
                  </a:lnTo>
                  <a:lnTo>
                    <a:pt x="22" y="434"/>
                  </a:lnTo>
                  <a:lnTo>
                    <a:pt x="22" y="414"/>
                  </a:lnTo>
                  <a:close/>
                  <a:moveTo>
                    <a:pt x="418" y="455"/>
                  </a:moveTo>
                  <a:lnTo>
                    <a:pt x="418" y="471"/>
                  </a:lnTo>
                  <a:lnTo>
                    <a:pt x="416" y="471"/>
                  </a:lnTo>
                  <a:cubicBezTo>
                    <a:pt x="416" y="476"/>
                    <a:pt x="412" y="479"/>
                    <a:pt x="409" y="479"/>
                  </a:cubicBezTo>
                  <a:lnTo>
                    <a:pt x="178" y="479"/>
                  </a:lnTo>
                  <a:cubicBezTo>
                    <a:pt x="174" y="479"/>
                    <a:pt x="171" y="476"/>
                    <a:pt x="171" y="471"/>
                  </a:cubicBezTo>
                  <a:lnTo>
                    <a:pt x="171" y="455"/>
                  </a:lnTo>
                  <a:close/>
                  <a:moveTo>
                    <a:pt x="304" y="500"/>
                  </a:moveTo>
                  <a:lnTo>
                    <a:pt x="304" y="674"/>
                  </a:lnTo>
                  <a:lnTo>
                    <a:pt x="281" y="674"/>
                  </a:lnTo>
                  <a:lnTo>
                    <a:pt x="281" y="500"/>
                  </a:lnTo>
                  <a:close/>
                  <a:moveTo>
                    <a:pt x="382" y="499"/>
                  </a:moveTo>
                  <a:lnTo>
                    <a:pt x="458" y="702"/>
                  </a:lnTo>
                  <a:lnTo>
                    <a:pt x="432" y="702"/>
                  </a:lnTo>
                  <a:lnTo>
                    <a:pt x="357" y="499"/>
                  </a:lnTo>
                  <a:close/>
                  <a:moveTo>
                    <a:pt x="15" y="0"/>
                  </a:moveTo>
                  <a:cubicBezTo>
                    <a:pt x="8" y="0"/>
                    <a:pt x="0" y="8"/>
                    <a:pt x="0" y="15"/>
                  </a:cubicBezTo>
                  <a:lnTo>
                    <a:pt x="0" y="47"/>
                  </a:lnTo>
                  <a:cubicBezTo>
                    <a:pt x="0" y="54"/>
                    <a:pt x="8" y="61"/>
                    <a:pt x="15" y="61"/>
                  </a:cubicBezTo>
                  <a:lnTo>
                    <a:pt x="25" y="61"/>
                  </a:lnTo>
                  <a:lnTo>
                    <a:pt x="25" y="390"/>
                  </a:lnTo>
                  <a:lnTo>
                    <a:pt x="15" y="390"/>
                  </a:lnTo>
                  <a:cubicBezTo>
                    <a:pt x="8" y="390"/>
                    <a:pt x="0" y="398"/>
                    <a:pt x="0" y="405"/>
                  </a:cubicBezTo>
                  <a:lnTo>
                    <a:pt x="0" y="437"/>
                  </a:lnTo>
                  <a:cubicBezTo>
                    <a:pt x="0" y="444"/>
                    <a:pt x="8" y="451"/>
                    <a:pt x="15" y="451"/>
                  </a:cubicBezTo>
                  <a:lnTo>
                    <a:pt x="148" y="451"/>
                  </a:lnTo>
                  <a:lnTo>
                    <a:pt x="148" y="467"/>
                  </a:lnTo>
                  <a:cubicBezTo>
                    <a:pt x="148" y="484"/>
                    <a:pt x="159" y="496"/>
                    <a:pt x="177" y="496"/>
                  </a:cubicBezTo>
                  <a:lnTo>
                    <a:pt x="181" y="496"/>
                  </a:lnTo>
                  <a:lnTo>
                    <a:pt x="148" y="588"/>
                  </a:lnTo>
                  <a:cubicBezTo>
                    <a:pt x="145" y="594"/>
                    <a:pt x="148" y="600"/>
                    <a:pt x="152" y="603"/>
                  </a:cubicBezTo>
                  <a:cubicBezTo>
                    <a:pt x="154" y="604"/>
                    <a:pt x="155" y="605"/>
                    <a:pt x="157" y="605"/>
                  </a:cubicBezTo>
                  <a:cubicBezTo>
                    <a:pt x="161" y="605"/>
                    <a:pt x="164" y="602"/>
                    <a:pt x="166" y="598"/>
                  </a:cubicBezTo>
                  <a:lnTo>
                    <a:pt x="205" y="499"/>
                  </a:lnTo>
                  <a:lnTo>
                    <a:pt x="230" y="499"/>
                  </a:lnTo>
                  <a:lnTo>
                    <a:pt x="155" y="702"/>
                  </a:lnTo>
                  <a:lnTo>
                    <a:pt x="129" y="702"/>
                  </a:lnTo>
                  <a:lnTo>
                    <a:pt x="152" y="642"/>
                  </a:lnTo>
                  <a:cubicBezTo>
                    <a:pt x="155" y="636"/>
                    <a:pt x="152" y="630"/>
                    <a:pt x="148" y="627"/>
                  </a:cubicBezTo>
                  <a:cubicBezTo>
                    <a:pt x="146" y="627"/>
                    <a:pt x="144" y="626"/>
                    <a:pt x="143" y="626"/>
                  </a:cubicBezTo>
                  <a:cubicBezTo>
                    <a:pt x="139" y="626"/>
                    <a:pt x="135" y="629"/>
                    <a:pt x="133" y="632"/>
                  </a:cubicBezTo>
                  <a:lnTo>
                    <a:pt x="109" y="694"/>
                  </a:lnTo>
                  <a:cubicBezTo>
                    <a:pt x="107" y="701"/>
                    <a:pt x="107" y="708"/>
                    <a:pt x="112" y="714"/>
                  </a:cubicBezTo>
                  <a:cubicBezTo>
                    <a:pt x="114" y="718"/>
                    <a:pt x="122" y="723"/>
                    <a:pt x="129" y="723"/>
                  </a:cubicBezTo>
                  <a:lnTo>
                    <a:pt x="155" y="723"/>
                  </a:lnTo>
                  <a:cubicBezTo>
                    <a:pt x="164" y="723"/>
                    <a:pt x="171" y="717"/>
                    <a:pt x="174" y="708"/>
                  </a:cubicBezTo>
                  <a:lnTo>
                    <a:pt x="253" y="497"/>
                  </a:lnTo>
                  <a:lnTo>
                    <a:pt x="259" y="497"/>
                  </a:lnTo>
                  <a:lnTo>
                    <a:pt x="259" y="671"/>
                  </a:lnTo>
                  <a:cubicBezTo>
                    <a:pt x="259" y="681"/>
                    <a:pt x="268" y="692"/>
                    <a:pt x="281" y="692"/>
                  </a:cubicBezTo>
                  <a:lnTo>
                    <a:pt x="307" y="692"/>
                  </a:lnTo>
                  <a:cubicBezTo>
                    <a:pt x="317" y="692"/>
                    <a:pt x="328" y="682"/>
                    <a:pt x="328" y="671"/>
                  </a:cubicBezTo>
                  <a:lnTo>
                    <a:pt x="328" y="497"/>
                  </a:lnTo>
                  <a:lnTo>
                    <a:pt x="335" y="497"/>
                  </a:lnTo>
                  <a:lnTo>
                    <a:pt x="415" y="708"/>
                  </a:lnTo>
                  <a:cubicBezTo>
                    <a:pt x="418" y="717"/>
                    <a:pt x="425" y="723"/>
                    <a:pt x="434" y="723"/>
                  </a:cubicBezTo>
                  <a:lnTo>
                    <a:pt x="460" y="723"/>
                  </a:lnTo>
                  <a:cubicBezTo>
                    <a:pt x="467" y="723"/>
                    <a:pt x="473" y="718"/>
                    <a:pt x="477" y="714"/>
                  </a:cubicBezTo>
                  <a:cubicBezTo>
                    <a:pt x="483" y="708"/>
                    <a:pt x="483" y="701"/>
                    <a:pt x="480" y="694"/>
                  </a:cubicBezTo>
                  <a:lnTo>
                    <a:pt x="405" y="497"/>
                  </a:lnTo>
                  <a:lnTo>
                    <a:pt x="411" y="497"/>
                  </a:lnTo>
                  <a:cubicBezTo>
                    <a:pt x="426" y="497"/>
                    <a:pt x="439" y="484"/>
                    <a:pt x="439" y="468"/>
                  </a:cubicBezTo>
                  <a:lnTo>
                    <a:pt x="439" y="451"/>
                  </a:lnTo>
                  <a:lnTo>
                    <a:pt x="571" y="451"/>
                  </a:lnTo>
                  <a:cubicBezTo>
                    <a:pt x="578" y="451"/>
                    <a:pt x="585" y="444"/>
                    <a:pt x="585" y="437"/>
                  </a:cubicBezTo>
                  <a:lnTo>
                    <a:pt x="585" y="405"/>
                  </a:lnTo>
                  <a:cubicBezTo>
                    <a:pt x="585" y="398"/>
                    <a:pt x="578" y="390"/>
                    <a:pt x="571" y="390"/>
                  </a:cubicBezTo>
                  <a:lnTo>
                    <a:pt x="562" y="390"/>
                  </a:lnTo>
                  <a:lnTo>
                    <a:pt x="562" y="351"/>
                  </a:lnTo>
                  <a:cubicBezTo>
                    <a:pt x="562" y="347"/>
                    <a:pt x="556" y="341"/>
                    <a:pt x="552" y="341"/>
                  </a:cubicBezTo>
                  <a:cubicBezTo>
                    <a:pt x="546" y="341"/>
                    <a:pt x="541" y="347"/>
                    <a:pt x="541" y="351"/>
                  </a:cubicBezTo>
                  <a:lnTo>
                    <a:pt x="541" y="390"/>
                  </a:lnTo>
                  <a:lnTo>
                    <a:pt x="47" y="390"/>
                  </a:lnTo>
                  <a:lnTo>
                    <a:pt x="47" y="61"/>
                  </a:lnTo>
                  <a:lnTo>
                    <a:pt x="541" y="61"/>
                  </a:lnTo>
                  <a:lnTo>
                    <a:pt x="541" y="311"/>
                  </a:lnTo>
                  <a:cubicBezTo>
                    <a:pt x="539" y="318"/>
                    <a:pt x="545" y="321"/>
                    <a:pt x="549" y="321"/>
                  </a:cubicBezTo>
                  <a:cubicBezTo>
                    <a:pt x="555" y="321"/>
                    <a:pt x="561" y="315"/>
                    <a:pt x="561" y="311"/>
                  </a:cubicBezTo>
                  <a:lnTo>
                    <a:pt x="561" y="61"/>
                  </a:lnTo>
                  <a:lnTo>
                    <a:pt x="569" y="61"/>
                  </a:lnTo>
                  <a:cubicBezTo>
                    <a:pt x="577" y="61"/>
                    <a:pt x="584" y="54"/>
                    <a:pt x="584" y="47"/>
                  </a:cubicBezTo>
                  <a:lnTo>
                    <a:pt x="584" y="15"/>
                  </a:lnTo>
                  <a:cubicBezTo>
                    <a:pt x="584" y="8"/>
                    <a:pt x="577" y="0"/>
                    <a:pt x="569" y="0"/>
                  </a:cubicBezTo>
                  <a:lnTo>
                    <a:pt x="126" y="0"/>
                  </a:lnTo>
                  <a:cubicBezTo>
                    <a:pt x="120" y="0"/>
                    <a:pt x="114" y="5"/>
                    <a:pt x="114" y="11"/>
                  </a:cubicBezTo>
                  <a:cubicBezTo>
                    <a:pt x="114" y="16"/>
                    <a:pt x="120" y="22"/>
                    <a:pt x="126" y="22"/>
                  </a:cubicBezTo>
                  <a:lnTo>
                    <a:pt x="562" y="22"/>
                  </a:lnTo>
                  <a:lnTo>
                    <a:pt x="562" y="42"/>
                  </a:lnTo>
                  <a:lnTo>
                    <a:pt x="22" y="42"/>
                  </a:lnTo>
                  <a:lnTo>
                    <a:pt x="22" y="22"/>
                  </a:lnTo>
                  <a:lnTo>
                    <a:pt x="83" y="22"/>
                  </a:lnTo>
                  <a:cubicBezTo>
                    <a:pt x="87" y="22"/>
                    <a:pt x="93" y="16"/>
                    <a:pt x="93" y="11"/>
                  </a:cubicBezTo>
                  <a:cubicBezTo>
                    <a:pt x="93" y="5"/>
                    <a:pt x="87" y="0"/>
                    <a:pt x="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9"/>
            <p:cNvSpPr/>
            <p:nvPr/>
          </p:nvSpPr>
          <p:spPr>
            <a:xfrm>
              <a:off x="2459093" y="3458569"/>
              <a:ext cx="50423" cy="79884"/>
            </a:xfrm>
            <a:custGeom>
              <a:rect b="b" l="l" r="r" t="t"/>
              <a:pathLst>
                <a:path extrusionOk="0" h="141" w="89">
                  <a:moveTo>
                    <a:pt x="67" y="22"/>
                  </a:moveTo>
                  <a:lnTo>
                    <a:pt x="67" y="119"/>
                  </a:lnTo>
                  <a:lnTo>
                    <a:pt x="22" y="119"/>
                  </a:lnTo>
                  <a:lnTo>
                    <a:pt x="22" y="22"/>
                  </a:lnTo>
                  <a:close/>
                  <a:moveTo>
                    <a:pt x="12" y="0"/>
                  </a:moveTo>
                  <a:cubicBezTo>
                    <a:pt x="6" y="0"/>
                    <a:pt x="0" y="5"/>
                    <a:pt x="0" y="10"/>
                  </a:cubicBezTo>
                  <a:lnTo>
                    <a:pt x="0" y="130"/>
                  </a:lnTo>
                  <a:cubicBezTo>
                    <a:pt x="0" y="136"/>
                    <a:pt x="6" y="140"/>
                    <a:pt x="12" y="140"/>
                  </a:cubicBezTo>
                  <a:lnTo>
                    <a:pt x="78" y="140"/>
                  </a:lnTo>
                  <a:cubicBezTo>
                    <a:pt x="84" y="140"/>
                    <a:pt x="88" y="136"/>
                    <a:pt x="88" y="130"/>
                  </a:cubicBezTo>
                  <a:lnTo>
                    <a:pt x="88" y="10"/>
                  </a:lnTo>
                  <a:cubicBezTo>
                    <a:pt x="88" y="5"/>
                    <a:pt x="84" y="0"/>
                    <a:pt x="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9"/>
            <p:cNvSpPr/>
            <p:nvPr/>
          </p:nvSpPr>
          <p:spPr>
            <a:xfrm>
              <a:off x="2523680" y="3437040"/>
              <a:ext cx="50423" cy="101413"/>
            </a:xfrm>
            <a:custGeom>
              <a:rect b="b" l="l" r="r" t="t"/>
              <a:pathLst>
                <a:path extrusionOk="0" h="179" w="89">
                  <a:moveTo>
                    <a:pt x="67" y="21"/>
                  </a:moveTo>
                  <a:lnTo>
                    <a:pt x="67" y="157"/>
                  </a:lnTo>
                  <a:lnTo>
                    <a:pt x="22" y="157"/>
                  </a:lnTo>
                  <a:lnTo>
                    <a:pt x="22" y="21"/>
                  </a:lnTo>
                  <a:close/>
                  <a:moveTo>
                    <a:pt x="11" y="1"/>
                  </a:moveTo>
                  <a:cubicBezTo>
                    <a:pt x="6" y="1"/>
                    <a:pt x="0" y="5"/>
                    <a:pt x="0" y="11"/>
                  </a:cubicBezTo>
                  <a:lnTo>
                    <a:pt x="0" y="168"/>
                  </a:lnTo>
                  <a:cubicBezTo>
                    <a:pt x="0" y="174"/>
                    <a:pt x="6" y="178"/>
                    <a:pt x="11" y="178"/>
                  </a:cubicBezTo>
                  <a:lnTo>
                    <a:pt x="78" y="178"/>
                  </a:lnTo>
                  <a:cubicBezTo>
                    <a:pt x="83" y="178"/>
                    <a:pt x="89" y="174"/>
                    <a:pt x="89" y="168"/>
                  </a:cubicBezTo>
                  <a:lnTo>
                    <a:pt x="89" y="11"/>
                  </a:lnTo>
                  <a:cubicBezTo>
                    <a:pt x="89" y="5"/>
                    <a:pt x="83"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9"/>
            <p:cNvSpPr/>
            <p:nvPr/>
          </p:nvSpPr>
          <p:spPr>
            <a:xfrm>
              <a:off x="2651155" y="3446105"/>
              <a:ext cx="50423" cy="92348"/>
            </a:xfrm>
            <a:custGeom>
              <a:rect b="b" l="l" r="r" t="t"/>
              <a:pathLst>
                <a:path extrusionOk="0" h="163" w="89">
                  <a:moveTo>
                    <a:pt x="67" y="22"/>
                  </a:moveTo>
                  <a:lnTo>
                    <a:pt x="67" y="141"/>
                  </a:lnTo>
                  <a:lnTo>
                    <a:pt x="22" y="141"/>
                  </a:lnTo>
                  <a:lnTo>
                    <a:pt x="22" y="22"/>
                  </a:lnTo>
                  <a:close/>
                  <a:moveTo>
                    <a:pt x="12" y="1"/>
                  </a:moveTo>
                  <a:cubicBezTo>
                    <a:pt x="7" y="1"/>
                    <a:pt x="1" y="5"/>
                    <a:pt x="1" y="11"/>
                  </a:cubicBezTo>
                  <a:lnTo>
                    <a:pt x="1" y="152"/>
                  </a:lnTo>
                  <a:cubicBezTo>
                    <a:pt x="2" y="158"/>
                    <a:pt x="7" y="162"/>
                    <a:pt x="12" y="162"/>
                  </a:cubicBezTo>
                  <a:lnTo>
                    <a:pt x="79" y="162"/>
                  </a:lnTo>
                  <a:cubicBezTo>
                    <a:pt x="85" y="162"/>
                    <a:pt x="89" y="158"/>
                    <a:pt x="89" y="152"/>
                  </a:cubicBezTo>
                  <a:lnTo>
                    <a:pt x="89" y="11"/>
                  </a:lnTo>
                  <a:cubicBezTo>
                    <a:pt x="89" y="5"/>
                    <a:pt x="85" y="1"/>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9"/>
            <p:cNvSpPr/>
            <p:nvPr/>
          </p:nvSpPr>
          <p:spPr>
            <a:xfrm>
              <a:off x="2588267" y="3425143"/>
              <a:ext cx="50423" cy="113311"/>
            </a:xfrm>
            <a:custGeom>
              <a:rect b="b" l="l" r="r" t="t"/>
              <a:pathLst>
                <a:path extrusionOk="0" h="200" w="89">
                  <a:moveTo>
                    <a:pt x="67" y="22"/>
                  </a:moveTo>
                  <a:lnTo>
                    <a:pt x="67" y="178"/>
                  </a:lnTo>
                  <a:lnTo>
                    <a:pt x="22" y="178"/>
                  </a:lnTo>
                  <a:lnTo>
                    <a:pt x="22" y="22"/>
                  </a:lnTo>
                  <a:close/>
                  <a:moveTo>
                    <a:pt x="11" y="0"/>
                  </a:moveTo>
                  <a:cubicBezTo>
                    <a:pt x="5" y="0"/>
                    <a:pt x="1" y="4"/>
                    <a:pt x="1" y="10"/>
                  </a:cubicBezTo>
                  <a:lnTo>
                    <a:pt x="1" y="189"/>
                  </a:lnTo>
                  <a:cubicBezTo>
                    <a:pt x="1" y="195"/>
                    <a:pt x="5" y="199"/>
                    <a:pt x="11" y="199"/>
                  </a:cubicBezTo>
                  <a:lnTo>
                    <a:pt x="77" y="199"/>
                  </a:lnTo>
                  <a:cubicBezTo>
                    <a:pt x="83" y="199"/>
                    <a:pt x="89" y="195"/>
                    <a:pt x="89" y="189"/>
                  </a:cubicBezTo>
                  <a:lnTo>
                    <a:pt x="89" y="10"/>
                  </a:lnTo>
                  <a:cubicBezTo>
                    <a:pt x="89" y="4"/>
                    <a:pt x="83" y="0"/>
                    <a:pt x="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9"/>
            <p:cNvSpPr/>
            <p:nvPr/>
          </p:nvSpPr>
          <p:spPr>
            <a:xfrm>
              <a:off x="2476090" y="3400214"/>
              <a:ext cx="210758" cy="49857"/>
            </a:xfrm>
            <a:custGeom>
              <a:rect b="b" l="l" r="r" t="t"/>
              <a:pathLst>
                <a:path extrusionOk="0" h="88" w="372">
                  <a:moveTo>
                    <a:pt x="239" y="1"/>
                  </a:moveTo>
                  <a:lnTo>
                    <a:pt x="129" y="9"/>
                  </a:lnTo>
                  <a:cubicBezTo>
                    <a:pt x="128" y="9"/>
                    <a:pt x="128" y="9"/>
                    <a:pt x="126" y="11"/>
                  </a:cubicBezTo>
                  <a:lnTo>
                    <a:pt x="8" y="67"/>
                  </a:lnTo>
                  <a:cubicBezTo>
                    <a:pt x="4" y="69"/>
                    <a:pt x="1" y="76"/>
                    <a:pt x="4" y="82"/>
                  </a:cubicBezTo>
                  <a:cubicBezTo>
                    <a:pt x="5" y="86"/>
                    <a:pt x="9" y="88"/>
                    <a:pt x="14" y="88"/>
                  </a:cubicBezTo>
                  <a:cubicBezTo>
                    <a:pt x="15" y="88"/>
                    <a:pt x="17" y="88"/>
                    <a:pt x="18" y="87"/>
                  </a:cubicBezTo>
                  <a:lnTo>
                    <a:pt x="134" y="33"/>
                  </a:lnTo>
                  <a:lnTo>
                    <a:pt x="239" y="24"/>
                  </a:lnTo>
                  <a:lnTo>
                    <a:pt x="357" y="47"/>
                  </a:lnTo>
                  <a:cubicBezTo>
                    <a:pt x="362" y="47"/>
                    <a:pt x="369" y="44"/>
                    <a:pt x="369" y="38"/>
                  </a:cubicBezTo>
                  <a:cubicBezTo>
                    <a:pt x="372" y="33"/>
                    <a:pt x="368" y="27"/>
                    <a:pt x="360" y="25"/>
                  </a:cubicBezTo>
                  <a:lnTo>
                    <a:pt x="2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9"/>
            <p:cNvSpPr/>
            <p:nvPr/>
          </p:nvSpPr>
          <p:spPr>
            <a:xfrm>
              <a:off x="2451728" y="3377552"/>
              <a:ext cx="72519" cy="35693"/>
            </a:xfrm>
            <a:custGeom>
              <a:rect b="b" l="l" r="r" t="t"/>
              <a:pathLst>
                <a:path extrusionOk="0" h="63" w="128">
                  <a:moveTo>
                    <a:pt x="106" y="23"/>
                  </a:moveTo>
                  <a:lnTo>
                    <a:pt x="106" y="42"/>
                  </a:lnTo>
                  <a:lnTo>
                    <a:pt x="22" y="42"/>
                  </a:lnTo>
                  <a:lnTo>
                    <a:pt x="22" y="23"/>
                  </a:lnTo>
                  <a:close/>
                  <a:moveTo>
                    <a:pt x="21" y="0"/>
                  </a:moveTo>
                  <a:cubicBezTo>
                    <a:pt x="9" y="0"/>
                    <a:pt x="0" y="9"/>
                    <a:pt x="0" y="21"/>
                  </a:cubicBezTo>
                  <a:lnTo>
                    <a:pt x="0" y="42"/>
                  </a:lnTo>
                  <a:cubicBezTo>
                    <a:pt x="0" y="52"/>
                    <a:pt x="9" y="62"/>
                    <a:pt x="21" y="62"/>
                  </a:cubicBezTo>
                  <a:lnTo>
                    <a:pt x="107" y="62"/>
                  </a:lnTo>
                  <a:cubicBezTo>
                    <a:pt x="119" y="62"/>
                    <a:pt x="127" y="52"/>
                    <a:pt x="127" y="42"/>
                  </a:cubicBezTo>
                  <a:lnTo>
                    <a:pt x="127" y="21"/>
                  </a:lnTo>
                  <a:cubicBezTo>
                    <a:pt x="127" y="9"/>
                    <a:pt x="119" y="0"/>
                    <a:pt x="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 name="Google Shape;2754;p49"/>
          <p:cNvGrpSpPr/>
          <p:nvPr/>
        </p:nvGrpSpPr>
        <p:grpSpPr>
          <a:xfrm>
            <a:off x="1649490" y="3332228"/>
            <a:ext cx="273078" cy="410186"/>
            <a:chOff x="1649490" y="3332228"/>
            <a:chExt cx="273078" cy="410186"/>
          </a:xfrm>
        </p:grpSpPr>
        <p:sp>
          <p:nvSpPr>
            <p:cNvPr id="2755" name="Google Shape;2755;p49"/>
            <p:cNvSpPr/>
            <p:nvPr/>
          </p:nvSpPr>
          <p:spPr>
            <a:xfrm>
              <a:off x="1747503" y="3384917"/>
              <a:ext cx="77051" cy="13031"/>
            </a:xfrm>
            <a:custGeom>
              <a:rect b="b" l="l" r="r" t="t"/>
              <a:pathLst>
                <a:path extrusionOk="0" h="23" w="136">
                  <a:moveTo>
                    <a:pt x="13" y="0"/>
                  </a:moveTo>
                  <a:cubicBezTo>
                    <a:pt x="7" y="0"/>
                    <a:pt x="1" y="5"/>
                    <a:pt x="1" y="10"/>
                  </a:cubicBezTo>
                  <a:cubicBezTo>
                    <a:pt x="1" y="16"/>
                    <a:pt x="7" y="22"/>
                    <a:pt x="13" y="22"/>
                  </a:cubicBezTo>
                  <a:lnTo>
                    <a:pt x="124" y="22"/>
                  </a:lnTo>
                  <a:cubicBezTo>
                    <a:pt x="130" y="22"/>
                    <a:pt x="135" y="16"/>
                    <a:pt x="135" y="10"/>
                  </a:cubicBezTo>
                  <a:cubicBezTo>
                    <a:pt x="135" y="5"/>
                    <a:pt x="130" y="0"/>
                    <a:pt x="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9"/>
            <p:cNvSpPr/>
            <p:nvPr/>
          </p:nvSpPr>
          <p:spPr>
            <a:xfrm>
              <a:off x="1706145" y="3430808"/>
              <a:ext cx="32293" cy="12464"/>
            </a:xfrm>
            <a:custGeom>
              <a:rect b="b" l="l" r="r" t="t"/>
              <a:pathLst>
                <a:path extrusionOk="0" h="22" w="57">
                  <a:moveTo>
                    <a:pt x="12" y="0"/>
                  </a:moveTo>
                  <a:cubicBezTo>
                    <a:pt x="6" y="0"/>
                    <a:pt x="0" y="6"/>
                    <a:pt x="0" y="12"/>
                  </a:cubicBezTo>
                  <a:cubicBezTo>
                    <a:pt x="0" y="16"/>
                    <a:pt x="6" y="22"/>
                    <a:pt x="12" y="22"/>
                  </a:cubicBezTo>
                  <a:lnTo>
                    <a:pt x="45" y="22"/>
                  </a:lnTo>
                  <a:cubicBezTo>
                    <a:pt x="51" y="22"/>
                    <a:pt x="57" y="16"/>
                    <a:pt x="57" y="12"/>
                  </a:cubicBezTo>
                  <a:cubicBezTo>
                    <a:pt x="57" y="6"/>
                    <a:pt x="51"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9"/>
            <p:cNvSpPr/>
            <p:nvPr/>
          </p:nvSpPr>
          <p:spPr>
            <a:xfrm>
              <a:off x="1706145" y="3448938"/>
              <a:ext cx="32293" cy="13597"/>
            </a:xfrm>
            <a:custGeom>
              <a:rect b="b" l="l" r="r" t="t"/>
              <a:pathLst>
                <a:path extrusionOk="0" h="24" w="57">
                  <a:moveTo>
                    <a:pt x="12" y="0"/>
                  </a:moveTo>
                  <a:cubicBezTo>
                    <a:pt x="6" y="0"/>
                    <a:pt x="0" y="6"/>
                    <a:pt x="0" y="12"/>
                  </a:cubicBezTo>
                  <a:cubicBezTo>
                    <a:pt x="0" y="17"/>
                    <a:pt x="6" y="23"/>
                    <a:pt x="12" y="23"/>
                  </a:cubicBezTo>
                  <a:lnTo>
                    <a:pt x="45" y="23"/>
                  </a:lnTo>
                  <a:cubicBezTo>
                    <a:pt x="51" y="23"/>
                    <a:pt x="57" y="17"/>
                    <a:pt x="57" y="12"/>
                  </a:cubicBezTo>
                  <a:cubicBezTo>
                    <a:pt x="57" y="6"/>
                    <a:pt x="51"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9"/>
            <p:cNvSpPr/>
            <p:nvPr/>
          </p:nvSpPr>
          <p:spPr>
            <a:xfrm>
              <a:off x="1752036" y="3412112"/>
              <a:ext cx="20962" cy="287810"/>
            </a:xfrm>
            <a:custGeom>
              <a:rect b="b" l="l" r="r" t="t"/>
              <a:pathLst>
                <a:path extrusionOk="0" h="508" w="37">
                  <a:moveTo>
                    <a:pt x="19" y="0"/>
                  </a:moveTo>
                  <a:cubicBezTo>
                    <a:pt x="13" y="0"/>
                    <a:pt x="7" y="6"/>
                    <a:pt x="7" y="12"/>
                  </a:cubicBezTo>
                  <a:lnTo>
                    <a:pt x="7" y="49"/>
                  </a:lnTo>
                  <a:cubicBezTo>
                    <a:pt x="2" y="52"/>
                    <a:pt x="0" y="55"/>
                    <a:pt x="0" y="61"/>
                  </a:cubicBezTo>
                  <a:cubicBezTo>
                    <a:pt x="0" y="66"/>
                    <a:pt x="5" y="69"/>
                    <a:pt x="7" y="71"/>
                  </a:cubicBezTo>
                  <a:lnTo>
                    <a:pt x="7" y="179"/>
                  </a:lnTo>
                  <a:cubicBezTo>
                    <a:pt x="2" y="182"/>
                    <a:pt x="0" y="185"/>
                    <a:pt x="0" y="191"/>
                  </a:cubicBezTo>
                  <a:cubicBezTo>
                    <a:pt x="0" y="196"/>
                    <a:pt x="5" y="199"/>
                    <a:pt x="7" y="201"/>
                  </a:cubicBezTo>
                  <a:lnTo>
                    <a:pt x="7" y="309"/>
                  </a:lnTo>
                  <a:cubicBezTo>
                    <a:pt x="2" y="312"/>
                    <a:pt x="0" y="315"/>
                    <a:pt x="0" y="321"/>
                  </a:cubicBezTo>
                  <a:cubicBezTo>
                    <a:pt x="0" y="326"/>
                    <a:pt x="5" y="329"/>
                    <a:pt x="7" y="331"/>
                  </a:cubicBezTo>
                  <a:lnTo>
                    <a:pt x="7" y="439"/>
                  </a:lnTo>
                  <a:cubicBezTo>
                    <a:pt x="2" y="442"/>
                    <a:pt x="0" y="445"/>
                    <a:pt x="0" y="451"/>
                  </a:cubicBezTo>
                  <a:cubicBezTo>
                    <a:pt x="0" y="456"/>
                    <a:pt x="5" y="459"/>
                    <a:pt x="7" y="461"/>
                  </a:cubicBezTo>
                  <a:lnTo>
                    <a:pt x="7" y="495"/>
                  </a:lnTo>
                  <a:cubicBezTo>
                    <a:pt x="7" y="501"/>
                    <a:pt x="13" y="507"/>
                    <a:pt x="19" y="507"/>
                  </a:cubicBezTo>
                  <a:cubicBezTo>
                    <a:pt x="25" y="507"/>
                    <a:pt x="29" y="501"/>
                    <a:pt x="29" y="495"/>
                  </a:cubicBezTo>
                  <a:lnTo>
                    <a:pt x="29" y="461"/>
                  </a:lnTo>
                  <a:cubicBezTo>
                    <a:pt x="35" y="459"/>
                    <a:pt x="36" y="456"/>
                    <a:pt x="36" y="451"/>
                  </a:cubicBezTo>
                  <a:cubicBezTo>
                    <a:pt x="36" y="445"/>
                    <a:pt x="33" y="442"/>
                    <a:pt x="29" y="439"/>
                  </a:cubicBezTo>
                  <a:lnTo>
                    <a:pt x="29" y="331"/>
                  </a:lnTo>
                  <a:cubicBezTo>
                    <a:pt x="35" y="329"/>
                    <a:pt x="36" y="326"/>
                    <a:pt x="36" y="321"/>
                  </a:cubicBezTo>
                  <a:cubicBezTo>
                    <a:pt x="36" y="315"/>
                    <a:pt x="33" y="312"/>
                    <a:pt x="29" y="309"/>
                  </a:cubicBezTo>
                  <a:lnTo>
                    <a:pt x="29" y="201"/>
                  </a:lnTo>
                  <a:cubicBezTo>
                    <a:pt x="35" y="199"/>
                    <a:pt x="36" y="196"/>
                    <a:pt x="36" y="191"/>
                  </a:cubicBezTo>
                  <a:cubicBezTo>
                    <a:pt x="36" y="185"/>
                    <a:pt x="33" y="182"/>
                    <a:pt x="29" y="179"/>
                  </a:cubicBezTo>
                  <a:lnTo>
                    <a:pt x="29" y="71"/>
                  </a:lnTo>
                  <a:cubicBezTo>
                    <a:pt x="35" y="69"/>
                    <a:pt x="36" y="65"/>
                    <a:pt x="36" y="61"/>
                  </a:cubicBezTo>
                  <a:cubicBezTo>
                    <a:pt x="36" y="55"/>
                    <a:pt x="33" y="52"/>
                    <a:pt x="29" y="49"/>
                  </a:cubicBezTo>
                  <a:lnTo>
                    <a:pt x="29" y="12"/>
                  </a:lnTo>
                  <a:cubicBezTo>
                    <a:pt x="29" y="6"/>
                    <a:pt x="25" y="0"/>
                    <a:pt x="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9"/>
            <p:cNvSpPr/>
            <p:nvPr/>
          </p:nvSpPr>
          <p:spPr>
            <a:xfrm>
              <a:off x="1778664" y="3421743"/>
              <a:ext cx="94048" cy="50423"/>
            </a:xfrm>
            <a:custGeom>
              <a:rect b="b" l="l" r="r" t="t"/>
              <a:pathLst>
                <a:path extrusionOk="0" h="89" w="166">
                  <a:moveTo>
                    <a:pt x="145" y="22"/>
                  </a:moveTo>
                  <a:lnTo>
                    <a:pt x="145" y="65"/>
                  </a:lnTo>
                  <a:lnTo>
                    <a:pt x="24" y="65"/>
                  </a:lnTo>
                  <a:lnTo>
                    <a:pt x="24" y="22"/>
                  </a:lnTo>
                  <a:close/>
                  <a:moveTo>
                    <a:pt x="21" y="0"/>
                  </a:moveTo>
                  <a:cubicBezTo>
                    <a:pt x="10" y="0"/>
                    <a:pt x="1" y="9"/>
                    <a:pt x="1" y="21"/>
                  </a:cubicBezTo>
                  <a:lnTo>
                    <a:pt x="1" y="68"/>
                  </a:lnTo>
                  <a:cubicBezTo>
                    <a:pt x="1" y="80"/>
                    <a:pt x="10" y="88"/>
                    <a:pt x="21" y="88"/>
                  </a:cubicBezTo>
                  <a:lnTo>
                    <a:pt x="145" y="88"/>
                  </a:lnTo>
                  <a:cubicBezTo>
                    <a:pt x="155" y="88"/>
                    <a:pt x="166" y="80"/>
                    <a:pt x="166" y="68"/>
                  </a:cubicBezTo>
                  <a:lnTo>
                    <a:pt x="166" y="21"/>
                  </a:lnTo>
                  <a:cubicBezTo>
                    <a:pt x="166" y="9"/>
                    <a:pt x="155"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9"/>
            <p:cNvSpPr/>
            <p:nvPr/>
          </p:nvSpPr>
          <p:spPr>
            <a:xfrm>
              <a:off x="1706145" y="3503327"/>
              <a:ext cx="32293" cy="13031"/>
            </a:xfrm>
            <a:custGeom>
              <a:rect b="b" l="l" r="r" t="t"/>
              <a:pathLst>
                <a:path extrusionOk="0" h="23" w="57">
                  <a:moveTo>
                    <a:pt x="12" y="1"/>
                  </a:moveTo>
                  <a:cubicBezTo>
                    <a:pt x="6" y="1"/>
                    <a:pt x="0" y="7"/>
                    <a:pt x="0" y="11"/>
                  </a:cubicBezTo>
                  <a:cubicBezTo>
                    <a:pt x="0" y="17"/>
                    <a:pt x="6" y="22"/>
                    <a:pt x="12" y="22"/>
                  </a:cubicBezTo>
                  <a:lnTo>
                    <a:pt x="45" y="22"/>
                  </a:lnTo>
                  <a:cubicBezTo>
                    <a:pt x="51" y="22"/>
                    <a:pt x="57" y="17"/>
                    <a:pt x="57" y="11"/>
                  </a:cubicBezTo>
                  <a:cubicBezTo>
                    <a:pt x="57" y="7"/>
                    <a:pt x="51"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9"/>
            <p:cNvSpPr/>
            <p:nvPr/>
          </p:nvSpPr>
          <p:spPr>
            <a:xfrm>
              <a:off x="1706145" y="3521457"/>
              <a:ext cx="32293" cy="13031"/>
            </a:xfrm>
            <a:custGeom>
              <a:rect b="b" l="l" r="r" t="t"/>
              <a:pathLst>
                <a:path extrusionOk="0" h="23" w="57">
                  <a:moveTo>
                    <a:pt x="12" y="1"/>
                  </a:moveTo>
                  <a:cubicBezTo>
                    <a:pt x="6" y="1"/>
                    <a:pt x="0" y="6"/>
                    <a:pt x="0" y="12"/>
                  </a:cubicBezTo>
                  <a:cubicBezTo>
                    <a:pt x="0" y="18"/>
                    <a:pt x="6" y="22"/>
                    <a:pt x="12" y="22"/>
                  </a:cubicBezTo>
                  <a:lnTo>
                    <a:pt x="45" y="22"/>
                  </a:lnTo>
                  <a:cubicBezTo>
                    <a:pt x="51" y="22"/>
                    <a:pt x="57" y="18"/>
                    <a:pt x="57" y="12"/>
                  </a:cubicBezTo>
                  <a:cubicBezTo>
                    <a:pt x="57" y="6"/>
                    <a:pt x="51"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9"/>
            <p:cNvSpPr/>
            <p:nvPr/>
          </p:nvSpPr>
          <p:spPr>
            <a:xfrm>
              <a:off x="1778664" y="3493696"/>
              <a:ext cx="94048" cy="51557"/>
            </a:xfrm>
            <a:custGeom>
              <a:rect b="b" l="l" r="r" t="t"/>
              <a:pathLst>
                <a:path extrusionOk="0" h="91" w="166">
                  <a:moveTo>
                    <a:pt x="145" y="24"/>
                  </a:moveTo>
                  <a:lnTo>
                    <a:pt x="145" y="65"/>
                  </a:lnTo>
                  <a:lnTo>
                    <a:pt x="24" y="65"/>
                  </a:lnTo>
                  <a:lnTo>
                    <a:pt x="24" y="24"/>
                  </a:lnTo>
                  <a:close/>
                  <a:moveTo>
                    <a:pt x="21" y="0"/>
                  </a:moveTo>
                  <a:cubicBezTo>
                    <a:pt x="10" y="0"/>
                    <a:pt x="1" y="11"/>
                    <a:pt x="1" y="21"/>
                  </a:cubicBezTo>
                  <a:lnTo>
                    <a:pt x="1" y="70"/>
                  </a:lnTo>
                  <a:cubicBezTo>
                    <a:pt x="1" y="81"/>
                    <a:pt x="10" y="90"/>
                    <a:pt x="21" y="90"/>
                  </a:cubicBezTo>
                  <a:lnTo>
                    <a:pt x="145" y="90"/>
                  </a:lnTo>
                  <a:cubicBezTo>
                    <a:pt x="155" y="90"/>
                    <a:pt x="166" y="81"/>
                    <a:pt x="166" y="70"/>
                  </a:cubicBezTo>
                  <a:lnTo>
                    <a:pt x="166" y="21"/>
                  </a:lnTo>
                  <a:cubicBezTo>
                    <a:pt x="166" y="11"/>
                    <a:pt x="155"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9"/>
            <p:cNvSpPr/>
            <p:nvPr/>
          </p:nvSpPr>
          <p:spPr>
            <a:xfrm>
              <a:off x="1706145" y="3576413"/>
              <a:ext cx="32293" cy="13031"/>
            </a:xfrm>
            <a:custGeom>
              <a:rect b="b" l="l" r="r" t="t"/>
              <a:pathLst>
                <a:path extrusionOk="0" h="23" w="57">
                  <a:moveTo>
                    <a:pt x="12" y="0"/>
                  </a:moveTo>
                  <a:cubicBezTo>
                    <a:pt x="6" y="0"/>
                    <a:pt x="0" y="5"/>
                    <a:pt x="0" y="10"/>
                  </a:cubicBezTo>
                  <a:cubicBezTo>
                    <a:pt x="0" y="16"/>
                    <a:pt x="6" y="22"/>
                    <a:pt x="12" y="22"/>
                  </a:cubicBezTo>
                  <a:lnTo>
                    <a:pt x="45" y="22"/>
                  </a:lnTo>
                  <a:cubicBezTo>
                    <a:pt x="51" y="22"/>
                    <a:pt x="57" y="16"/>
                    <a:pt x="57" y="10"/>
                  </a:cubicBezTo>
                  <a:cubicBezTo>
                    <a:pt x="57" y="5"/>
                    <a:pt x="51"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9"/>
            <p:cNvSpPr/>
            <p:nvPr/>
          </p:nvSpPr>
          <p:spPr>
            <a:xfrm>
              <a:off x="1706145" y="3594543"/>
              <a:ext cx="32293" cy="12464"/>
            </a:xfrm>
            <a:custGeom>
              <a:rect b="b" l="l" r="r" t="t"/>
              <a:pathLst>
                <a:path extrusionOk="0" h="22" w="57">
                  <a:moveTo>
                    <a:pt x="12" y="0"/>
                  </a:moveTo>
                  <a:cubicBezTo>
                    <a:pt x="6" y="0"/>
                    <a:pt x="0" y="6"/>
                    <a:pt x="0" y="12"/>
                  </a:cubicBezTo>
                  <a:cubicBezTo>
                    <a:pt x="0" y="16"/>
                    <a:pt x="6" y="22"/>
                    <a:pt x="12" y="22"/>
                  </a:cubicBezTo>
                  <a:lnTo>
                    <a:pt x="45" y="22"/>
                  </a:lnTo>
                  <a:cubicBezTo>
                    <a:pt x="51" y="22"/>
                    <a:pt x="57" y="16"/>
                    <a:pt x="57" y="12"/>
                  </a:cubicBezTo>
                  <a:cubicBezTo>
                    <a:pt x="57" y="6"/>
                    <a:pt x="51"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9"/>
            <p:cNvSpPr/>
            <p:nvPr/>
          </p:nvSpPr>
          <p:spPr>
            <a:xfrm>
              <a:off x="1706145" y="3648365"/>
              <a:ext cx="32293" cy="13031"/>
            </a:xfrm>
            <a:custGeom>
              <a:rect b="b" l="l" r="r" t="t"/>
              <a:pathLst>
                <a:path extrusionOk="0" h="23" w="57">
                  <a:moveTo>
                    <a:pt x="12" y="0"/>
                  </a:moveTo>
                  <a:cubicBezTo>
                    <a:pt x="6" y="0"/>
                    <a:pt x="0" y="6"/>
                    <a:pt x="0" y="12"/>
                  </a:cubicBezTo>
                  <a:cubicBezTo>
                    <a:pt x="0" y="18"/>
                    <a:pt x="6" y="22"/>
                    <a:pt x="12" y="22"/>
                  </a:cubicBezTo>
                  <a:lnTo>
                    <a:pt x="45" y="22"/>
                  </a:lnTo>
                  <a:cubicBezTo>
                    <a:pt x="51" y="22"/>
                    <a:pt x="57" y="18"/>
                    <a:pt x="57" y="12"/>
                  </a:cubicBezTo>
                  <a:cubicBezTo>
                    <a:pt x="57" y="6"/>
                    <a:pt x="51"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9"/>
            <p:cNvSpPr/>
            <p:nvPr/>
          </p:nvSpPr>
          <p:spPr>
            <a:xfrm>
              <a:off x="1706145" y="3667062"/>
              <a:ext cx="32293" cy="13031"/>
            </a:xfrm>
            <a:custGeom>
              <a:rect b="b" l="l" r="r" t="t"/>
              <a:pathLst>
                <a:path extrusionOk="0" h="23" w="57">
                  <a:moveTo>
                    <a:pt x="12" y="1"/>
                  </a:moveTo>
                  <a:cubicBezTo>
                    <a:pt x="6" y="1"/>
                    <a:pt x="0" y="6"/>
                    <a:pt x="0" y="11"/>
                  </a:cubicBezTo>
                  <a:cubicBezTo>
                    <a:pt x="0" y="17"/>
                    <a:pt x="6" y="22"/>
                    <a:pt x="12" y="22"/>
                  </a:cubicBezTo>
                  <a:lnTo>
                    <a:pt x="45" y="22"/>
                  </a:lnTo>
                  <a:cubicBezTo>
                    <a:pt x="51" y="22"/>
                    <a:pt x="57" y="17"/>
                    <a:pt x="57" y="11"/>
                  </a:cubicBezTo>
                  <a:cubicBezTo>
                    <a:pt x="57" y="6"/>
                    <a:pt x="51"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9"/>
            <p:cNvSpPr/>
            <p:nvPr/>
          </p:nvSpPr>
          <p:spPr>
            <a:xfrm>
              <a:off x="1779797" y="3638734"/>
              <a:ext cx="93481" cy="50423"/>
            </a:xfrm>
            <a:custGeom>
              <a:rect b="b" l="l" r="r" t="t"/>
              <a:pathLst>
                <a:path extrusionOk="0" h="89" w="165">
                  <a:moveTo>
                    <a:pt x="143" y="23"/>
                  </a:moveTo>
                  <a:lnTo>
                    <a:pt x="143" y="67"/>
                  </a:lnTo>
                  <a:lnTo>
                    <a:pt x="22" y="67"/>
                  </a:lnTo>
                  <a:lnTo>
                    <a:pt x="22" y="23"/>
                  </a:lnTo>
                  <a:close/>
                  <a:moveTo>
                    <a:pt x="21" y="0"/>
                  </a:moveTo>
                  <a:cubicBezTo>
                    <a:pt x="9" y="0"/>
                    <a:pt x="0" y="9"/>
                    <a:pt x="0" y="20"/>
                  </a:cubicBezTo>
                  <a:lnTo>
                    <a:pt x="0" y="68"/>
                  </a:lnTo>
                  <a:cubicBezTo>
                    <a:pt x="0" y="80"/>
                    <a:pt x="9" y="88"/>
                    <a:pt x="21" y="88"/>
                  </a:cubicBezTo>
                  <a:lnTo>
                    <a:pt x="145" y="88"/>
                  </a:lnTo>
                  <a:cubicBezTo>
                    <a:pt x="156" y="88"/>
                    <a:pt x="165" y="80"/>
                    <a:pt x="165" y="68"/>
                  </a:cubicBezTo>
                  <a:lnTo>
                    <a:pt x="165" y="20"/>
                  </a:lnTo>
                  <a:cubicBezTo>
                    <a:pt x="165" y="9"/>
                    <a:pt x="156"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9"/>
            <p:cNvSpPr/>
            <p:nvPr/>
          </p:nvSpPr>
          <p:spPr>
            <a:xfrm>
              <a:off x="1678384" y="3360555"/>
              <a:ext cx="216423" cy="354097"/>
            </a:xfrm>
            <a:custGeom>
              <a:rect b="b" l="l" r="r" t="t"/>
              <a:pathLst>
                <a:path extrusionOk="0" h="625" w="382">
                  <a:moveTo>
                    <a:pt x="12" y="0"/>
                  </a:moveTo>
                  <a:cubicBezTo>
                    <a:pt x="6" y="0"/>
                    <a:pt x="0" y="6"/>
                    <a:pt x="0" y="10"/>
                  </a:cubicBezTo>
                  <a:lnTo>
                    <a:pt x="0" y="614"/>
                  </a:lnTo>
                  <a:cubicBezTo>
                    <a:pt x="0" y="620"/>
                    <a:pt x="6" y="624"/>
                    <a:pt x="12" y="624"/>
                  </a:cubicBezTo>
                  <a:lnTo>
                    <a:pt x="371" y="624"/>
                  </a:lnTo>
                  <a:cubicBezTo>
                    <a:pt x="376" y="624"/>
                    <a:pt x="382" y="620"/>
                    <a:pt x="382" y="614"/>
                  </a:cubicBezTo>
                  <a:lnTo>
                    <a:pt x="382" y="563"/>
                  </a:lnTo>
                  <a:cubicBezTo>
                    <a:pt x="382" y="558"/>
                    <a:pt x="376" y="552"/>
                    <a:pt x="371" y="552"/>
                  </a:cubicBezTo>
                  <a:cubicBezTo>
                    <a:pt x="366" y="552"/>
                    <a:pt x="360" y="558"/>
                    <a:pt x="360" y="563"/>
                  </a:cubicBezTo>
                  <a:lnTo>
                    <a:pt x="360" y="602"/>
                  </a:lnTo>
                  <a:lnTo>
                    <a:pt x="20" y="602"/>
                  </a:lnTo>
                  <a:lnTo>
                    <a:pt x="20" y="22"/>
                  </a:lnTo>
                  <a:lnTo>
                    <a:pt x="360" y="22"/>
                  </a:lnTo>
                  <a:lnTo>
                    <a:pt x="360" y="520"/>
                  </a:lnTo>
                  <a:cubicBezTo>
                    <a:pt x="360" y="526"/>
                    <a:pt x="366" y="530"/>
                    <a:pt x="371" y="530"/>
                  </a:cubicBezTo>
                  <a:cubicBezTo>
                    <a:pt x="376" y="530"/>
                    <a:pt x="382" y="526"/>
                    <a:pt x="382" y="520"/>
                  </a:cubicBezTo>
                  <a:lnTo>
                    <a:pt x="382" y="10"/>
                  </a:lnTo>
                  <a:cubicBezTo>
                    <a:pt x="382" y="6"/>
                    <a:pt x="37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9"/>
            <p:cNvSpPr/>
            <p:nvPr/>
          </p:nvSpPr>
          <p:spPr>
            <a:xfrm>
              <a:off x="1776964" y="3566781"/>
              <a:ext cx="95747" cy="50990"/>
            </a:xfrm>
            <a:custGeom>
              <a:rect b="b" l="l" r="r" t="t"/>
              <a:pathLst>
                <a:path extrusionOk="0" h="90" w="169">
                  <a:moveTo>
                    <a:pt x="21" y="0"/>
                  </a:moveTo>
                  <a:cubicBezTo>
                    <a:pt x="11" y="0"/>
                    <a:pt x="1" y="9"/>
                    <a:pt x="1" y="20"/>
                  </a:cubicBezTo>
                  <a:lnTo>
                    <a:pt x="1" y="69"/>
                  </a:lnTo>
                  <a:cubicBezTo>
                    <a:pt x="1" y="79"/>
                    <a:pt x="11" y="90"/>
                    <a:pt x="21" y="90"/>
                  </a:cubicBezTo>
                  <a:lnTo>
                    <a:pt x="145" y="90"/>
                  </a:lnTo>
                  <a:cubicBezTo>
                    <a:pt x="157" y="90"/>
                    <a:pt x="166" y="79"/>
                    <a:pt x="166" y="69"/>
                  </a:cubicBezTo>
                  <a:lnTo>
                    <a:pt x="166" y="20"/>
                  </a:lnTo>
                  <a:lnTo>
                    <a:pt x="169" y="20"/>
                  </a:lnTo>
                  <a:cubicBezTo>
                    <a:pt x="169" y="9"/>
                    <a:pt x="158" y="0"/>
                    <a:pt x="148" y="0"/>
                  </a:cubicBezTo>
                  <a:lnTo>
                    <a:pt x="101" y="0"/>
                  </a:lnTo>
                  <a:cubicBezTo>
                    <a:pt x="96" y="0"/>
                    <a:pt x="91" y="6"/>
                    <a:pt x="91" y="12"/>
                  </a:cubicBezTo>
                  <a:cubicBezTo>
                    <a:pt x="91" y="17"/>
                    <a:pt x="96" y="22"/>
                    <a:pt x="101" y="22"/>
                  </a:cubicBezTo>
                  <a:lnTo>
                    <a:pt x="144" y="22"/>
                  </a:lnTo>
                  <a:lnTo>
                    <a:pt x="144" y="65"/>
                  </a:lnTo>
                  <a:lnTo>
                    <a:pt x="24" y="65"/>
                  </a:lnTo>
                  <a:lnTo>
                    <a:pt x="24" y="22"/>
                  </a:lnTo>
                  <a:lnTo>
                    <a:pt x="57" y="22"/>
                  </a:lnTo>
                  <a:cubicBezTo>
                    <a:pt x="63" y="22"/>
                    <a:pt x="69" y="17"/>
                    <a:pt x="69" y="12"/>
                  </a:cubicBezTo>
                  <a:cubicBezTo>
                    <a:pt x="69" y="6"/>
                    <a:pt x="63" y="0"/>
                    <a:pt x="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9"/>
            <p:cNvSpPr/>
            <p:nvPr/>
          </p:nvSpPr>
          <p:spPr>
            <a:xfrm>
              <a:off x="1649490" y="3332228"/>
              <a:ext cx="273078" cy="410186"/>
            </a:xfrm>
            <a:custGeom>
              <a:rect b="b" l="l" r="r" t="t"/>
              <a:pathLst>
                <a:path extrusionOk="0" h="724" w="482">
                  <a:moveTo>
                    <a:pt x="37" y="1"/>
                  </a:moveTo>
                  <a:cubicBezTo>
                    <a:pt x="17" y="1"/>
                    <a:pt x="1" y="17"/>
                    <a:pt x="1" y="37"/>
                  </a:cubicBezTo>
                  <a:lnTo>
                    <a:pt x="1" y="687"/>
                  </a:lnTo>
                  <a:cubicBezTo>
                    <a:pt x="1" y="707"/>
                    <a:pt x="17" y="723"/>
                    <a:pt x="37" y="723"/>
                  </a:cubicBezTo>
                  <a:lnTo>
                    <a:pt x="446" y="723"/>
                  </a:lnTo>
                  <a:cubicBezTo>
                    <a:pt x="466" y="723"/>
                    <a:pt x="482" y="707"/>
                    <a:pt x="482" y="687"/>
                  </a:cubicBezTo>
                  <a:lnTo>
                    <a:pt x="482" y="37"/>
                  </a:lnTo>
                  <a:cubicBezTo>
                    <a:pt x="482" y="17"/>
                    <a:pt x="466" y="1"/>
                    <a:pt x="446" y="1"/>
                  </a:cubicBezTo>
                  <a:lnTo>
                    <a:pt x="122" y="1"/>
                  </a:lnTo>
                  <a:cubicBezTo>
                    <a:pt x="116" y="1"/>
                    <a:pt x="112" y="7"/>
                    <a:pt x="112" y="12"/>
                  </a:cubicBezTo>
                  <a:cubicBezTo>
                    <a:pt x="112" y="17"/>
                    <a:pt x="116" y="23"/>
                    <a:pt x="122" y="23"/>
                  </a:cubicBezTo>
                  <a:lnTo>
                    <a:pt x="446" y="23"/>
                  </a:lnTo>
                  <a:cubicBezTo>
                    <a:pt x="454" y="23"/>
                    <a:pt x="460" y="30"/>
                    <a:pt x="460" y="37"/>
                  </a:cubicBezTo>
                  <a:lnTo>
                    <a:pt x="460" y="687"/>
                  </a:lnTo>
                  <a:cubicBezTo>
                    <a:pt x="460" y="696"/>
                    <a:pt x="453" y="701"/>
                    <a:pt x="446" y="701"/>
                  </a:cubicBezTo>
                  <a:lnTo>
                    <a:pt x="37" y="701"/>
                  </a:lnTo>
                  <a:cubicBezTo>
                    <a:pt x="28" y="701"/>
                    <a:pt x="22" y="694"/>
                    <a:pt x="22" y="687"/>
                  </a:cubicBezTo>
                  <a:lnTo>
                    <a:pt x="22" y="37"/>
                  </a:lnTo>
                  <a:cubicBezTo>
                    <a:pt x="22" y="28"/>
                    <a:pt x="30" y="23"/>
                    <a:pt x="37" y="23"/>
                  </a:cubicBezTo>
                  <a:lnTo>
                    <a:pt x="79" y="23"/>
                  </a:lnTo>
                  <a:cubicBezTo>
                    <a:pt x="84" y="23"/>
                    <a:pt x="90" y="17"/>
                    <a:pt x="90" y="12"/>
                  </a:cubicBezTo>
                  <a:cubicBezTo>
                    <a:pt x="90" y="7"/>
                    <a:pt x="84" y="1"/>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 name="Google Shape;2771;p49"/>
          <p:cNvGrpSpPr/>
          <p:nvPr/>
        </p:nvGrpSpPr>
        <p:grpSpPr>
          <a:xfrm>
            <a:off x="7101991" y="2693154"/>
            <a:ext cx="407918" cy="409619"/>
            <a:chOff x="7101991" y="2693154"/>
            <a:chExt cx="407918" cy="409619"/>
          </a:xfrm>
        </p:grpSpPr>
        <p:sp>
          <p:nvSpPr>
            <p:cNvPr id="2772" name="Google Shape;2772;p49"/>
            <p:cNvSpPr/>
            <p:nvPr/>
          </p:nvSpPr>
          <p:spPr>
            <a:xfrm>
              <a:off x="7298018" y="2760574"/>
              <a:ext cx="13031" cy="43625"/>
            </a:xfrm>
            <a:custGeom>
              <a:rect b="b" l="l" r="r" t="t"/>
              <a:pathLst>
                <a:path extrusionOk="0" h="77" w="23">
                  <a:moveTo>
                    <a:pt x="11" y="0"/>
                  </a:moveTo>
                  <a:cubicBezTo>
                    <a:pt x="5" y="0"/>
                    <a:pt x="1" y="6"/>
                    <a:pt x="1" y="12"/>
                  </a:cubicBezTo>
                  <a:lnTo>
                    <a:pt x="1" y="65"/>
                  </a:lnTo>
                  <a:cubicBezTo>
                    <a:pt x="1" y="72"/>
                    <a:pt x="4" y="77"/>
                    <a:pt x="11" y="77"/>
                  </a:cubicBezTo>
                  <a:cubicBezTo>
                    <a:pt x="17" y="77"/>
                    <a:pt x="22" y="71"/>
                    <a:pt x="22" y="65"/>
                  </a:cubicBezTo>
                  <a:lnTo>
                    <a:pt x="22" y="12"/>
                  </a:lnTo>
                  <a:cubicBezTo>
                    <a:pt x="22" y="6"/>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9"/>
            <p:cNvSpPr/>
            <p:nvPr/>
          </p:nvSpPr>
          <p:spPr>
            <a:xfrm>
              <a:off x="7101991" y="2693154"/>
              <a:ext cx="407918" cy="409619"/>
            </a:xfrm>
            <a:custGeom>
              <a:rect b="b" l="l" r="r" t="t"/>
              <a:pathLst>
                <a:path extrusionOk="0" h="723" w="720">
                  <a:moveTo>
                    <a:pt x="451" y="22"/>
                  </a:moveTo>
                  <a:lnTo>
                    <a:pt x="451" y="25"/>
                  </a:lnTo>
                  <a:cubicBezTo>
                    <a:pt x="451" y="34"/>
                    <a:pt x="444" y="41"/>
                    <a:pt x="435" y="41"/>
                  </a:cubicBezTo>
                  <a:lnTo>
                    <a:pt x="275" y="41"/>
                  </a:lnTo>
                  <a:cubicBezTo>
                    <a:pt x="274" y="41"/>
                    <a:pt x="274" y="41"/>
                    <a:pt x="273" y="41"/>
                  </a:cubicBezTo>
                  <a:cubicBezTo>
                    <a:pt x="266" y="41"/>
                    <a:pt x="260" y="33"/>
                    <a:pt x="260" y="25"/>
                  </a:cubicBezTo>
                  <a:lnTo>
                    <a:pt x="260" y="22"/>
                  </a:lnTo>
                  <a:close/>
                  <a:moveTo>
                    <a:pt x="393" y="61"/>
                  </a:moveTo>
                  <a:lnTo>
                    <a:pt x="393" y="206"/>
                  </a:lnTo>
                  <a:lnTo>
                    <a:pt x="319" y="206"/>
                  </a:lnTo>
                  <a:lnTo>
                    <a:pt x="319" y="61"/>
                  </a:lnTo>
                  <a:close/>
                  <a:moveTo>
                    <a:pt x="357" y="336"/>
                  </a:moveTo>
                  <a:cubicBezTo>
                    <a:pt x="467" y="336"/>
                    <a:pt x="579" y="349"/>
                    <a:pt x="689" y="376"/>
                  </a:cubicBezTo>
                  <a:cubicBezTo>
                    <a:pt x="695" y="378"/>
                    <a:pt x="696" y="382"/>
                    <a:pt x="696" y="386"/>
                  </a:cubicBezTo>
                  <a:lnTo>
                    <a:pt x="696" y="580"/>
                  </a:lnTo>
                  <a:cubicBezTo>
                    <a:pt x="696" y="584"/>
                    <a:pt x="695" y="587"/>
                    <a:pt x="691" y="589"/>
                  </a:cubicBezTo>
                  <a:cubicBezTo>
                    <a:pt x="679" y="596"/>
                    <a:pt x="594" y="644"/>
                    <a:pt x="582" y="649"/>
                  </a:cubicBezTo>
                  <a:cubicBezTo>
                    <a:pt x="581" y="649"/>
                    <a:pt x="579" y="651"/>
                    <a:pt x="578" y="651"/>
                  </a:cubicBezTo>
                  <a:lnTo>
                    <a:pt x="137" y="651"/>
                  </a:lnTo>
                  <a:cubicBezTo>
                    <a:pt x="134" y="651"/>
                    <a:pt x="133" y="651"/>
                    <a:pt x="132" y="649"/>
                  </a:cubicBezTo>
                  <a:cubicBezTo>
                    <a:pt x="120" y="642"/>
                    <a:pt x="36" y="594"/>
                    <a:pt x="23" y="589"/>
                  </a:cubicBezTo>
                  <a:cubicBezTo>
                    <a:pt x="19" y="587"/>
                    <a:pt x="17" y="584"/>
                    <a:pt x="17" y="580"/>
                  </a:cubicBezTo>
                  <a:lnTo>
                    <a:pt x="17" y="386"/>
                  </a:lnTo>
                  <a:cubicBezTo>
                    <a:pt x="17" y="382"/>
                    <a:pt x="22" y="378"/>
                    <a:pt x="25" y="376"/>
                  </a:cubicBezTo>
                  <a:cubicBezTo>
                    <a:pt x="134" y="349"/>
                    <a:pt x="247" y="336"/>
                    <a:pt x="357" y="336"/>
                  </a:cubicBezTo>
                  <a:close/>
                  <a:moveTo>
                    <a:pt x="133" y="1"/>
                  </a:moveTo>
                  <a:cubicBezTo>
                    <a:pt x="127" y="1"/>
                    <a:pt x="123" y="5"/>
                    <a:pt x="123" y="11"/>
                  </a:cubicBezTo>
                  <a:cubicBezTo>
                    <a:pt x="123" y="17"/>
                    <a:pt x="127" y="22"/>
                    <a:pt x="133" y="22"/>
                  </a:cubicBezTo>
                  <a:lnTo>
                    <a:pt x="240" y="22"/>
                  </a:lnTo>
                  <a:lnTo>
                    <a:pt x="240" y="25"/>
                  </a:lnTo>
                  <a:cubicBezTo>
                    <a:pt x="240" y="46"/>
                    <a:pt x="256" y="63"/>
                    <a:pt x="277" y="63"/>
                  </a:cubicBezTo>
                  <a:lnTo>
                    <a:pt x="299" y="63"/>
                  </a:lnTo>
                  <a:lnTo>
                    <a:pt x="299" y="126"/>
                  </a:lnTo>
                  <a:lnTo>
                    <a:pt x="298" y="126"/>
                  </a:lnTo>
                  <a:cubicBezTo>
                    <a:pt x="292" y="126"/>
                    <a:pt x="286" y="132"/>
                    <a:pt x="286" y="138"/>
                  </a:cubicBezTo>
                  <a:cubicBezTo>
                    <a:pt x="286" y="142"/>
                    <a:pt x="292" y="148"/>
                    <a:pt x="298" y="148"/>
                  </a:cubicBezTo>
                  <a:lnTo>
                    <a:pt x="299" y="148"/>
                  </a:lnTo>
                  <a:lnTo>
                    <a:pt x="299" y="219"/>
                  </a:lnTo>
                  <a:cubicBezTo>
                    <a:pt x="299" y="225"/>
                    <a:pt x="305" y="230"/>
                    <a:pt x="311" y="230"/>
                  </a:cubicBezTo>
                  <a:lnTo>
                    <a:pt x="312" y="230"/>
                  </a:lnTo>
                  <a:lnTo>
                    <a:pt x="312" y="254"/>
                  </a:lnTo>
                  <a:cubicBezTo>
                    <a:pt x="312" y="259"/>
                    <a:pt x="318" y="264"/>
                    <a:pt x="322" y="264"/>
                  </a:cubicBezTo>
                  <a:cubicBezTo>
                    <a:pt x="328" y="264"/>
                    <a:pt x="334" y="259"/>
                    <a:pt x="334" y="254"/>
                  </a:cubicBezTo>
                  <a:lnTo>
                    <a:pt x="334" y="230"/>
                  </a:lnTo>
                  <a:lnTo>
                    <a:pt x="383" y="230"/>
                  </a:lnTo>
                  <a:lnTo>
                    <a:pt x="383" y="317"/>
                  </a:lnTo>
                  <a:lnTo>
                    <a:pt x="335" y="317"/>
                  </a:lnTo>
                  <a:lnTo>
                    <a:pt x="335" y="295"/>
                  </a:lnTo>
                  <a:cubicBezTo>
                    <a:pt x="335" y="290"/>
                    <a:pt x="329" y="284"/>
                    <a:pt x="325" y="284"/>
                  </a:cubicBezTo>
                  <a:cubicBezTo>
                    <a:pt x="319" y="284"/>
                    <a:pt x="314" y="290"/>
                    <a:pt x="314" y="295"/>
                  </a:cubicBezTo>
                  <a:lnTo>
                    <a:pt x="314" y="317"/>
                  </a:lnTo>
                  <a:cubicBezTo>
                    <a:pt x="217" y="320"/>
                    <a:pt x="119" y="333"/>
                    <a:pt x="23" y="356"/>
                  </a:cubicBezTo>
                  <a:cubicBezTo>
                    <a:pt x="9" y="359"/>
                    <a:pt x="0" y="372"/>
                    <a:pt x="0" y="386"/>
                  </a:cubicBezTo>
                  <a:lnTo>
                    <a:pt x="0" y="580"/>
                  </a:lnTo>
                  <a:cubicBezTo>
                    <a:pt x="0" y="592"/>
                    <a:pt x="4" y="602"/>
                    <a:pt x="16" y="607"/>
                  </a:cubicBezTo>
                  <a:lnTo>
                    <a:pt x="67" y="633"/>
                  </a:lnTo>
                  <a:lnTo>
                    <a:pt x="67" y="690"/>
                  </a:lnTo>
                  <a:cubicBezTo>
                    <a:pt x="67" y="709"/>
                    <a:pt x="81" y="723"/>
                    <a:pt x="98" y="723"/>
                  </a:cubicBezTo>
                  <a:lnTo>
                    <a:pt x="520" y="723"/>
                  </a:lnTo>
                  <a:cubicBezTo>
                    <a:pt x="524" y="723"/>
                    <a:pt x="530" y="717"/>
                    <a:pt x="530" y="711"/>
                  </a:cubicBezTo>
                  <a:cubicBezTo>
                    <a:pt x="530" y="706"/>
                    <a:pt x="524" y="701"/>
                    <a:pt x="520" y="701"/>
                  </a:cubicBezTo>
                  <a:lnTo>
                    <a:pt x="94" y="701"/>
                  </a:lnTo>
                  <a:cubicBezTo>
                    <a:pt x="87" y="701"/>
                    <a:pt x="82" y="696"/>
                    <a:pt x="82" y="690"/>
                  </a:cubicBezTo>
                  <a:lnTo>
                    <a:pt x="82" y="646"/>
                  </a:lnTo>
                  <a:lnTo>
                    <a:pt x="120" y="668"/>
                  </a:lnTo>
                  <a:cubicBezTo>
                    <a:pt x="126" y="670"/>
                    <a:pt x="132" y="672"/>
                    <a:pt x="137" y="672"/>
                  </a:cubicBezTo>
                  <a:lnTo>
                    <a:pt x="576" y="672"/>
                  </a:lnTo>
                  <a:cubicBezTo>
                    <a:pt x="582" y="672"/>
                    <a:pt x="588" y="670"/>
                    <a:pt x="594" y="668"/>
                  </a:cubicBezTo>
                  <a:lnTo>
                    <a:pt x="631" y="646"/>
                  </a:lnTo>
                  <a:lnTo>
                    <a:pt x="631" y="690"/>
                  </a:lnTo>
                  <a:cubicBezTo>
                    <a:pt x="631" y="697"/>
                    <a:pt x="626" y="701"/>
                    <a:pt x="620" y="701"/>
                  </a:cubicBezTo>
                  <a:lnTo>
                    <a:pt x="559" y="701"/>
                  </a:lnTo>
                  <a:cubicBezTo>
                    <a:pt x="553" y="701"/>
                    <a:pt x="548" y="706"/>
                    <a:pt x="548" y="711"/>
                  </a:cubicBezTo>
                  <a:cubicBezTo>
                    <a:pt x="548" y="717"/>
                    <a:pt x="553" y="723"/>
                    <a:pt x="559" y="723"/>
                  </a:cubicBezTo>
                  <a:lnTo>
                    <a:pt x="620" y="723"/>
                  </a:lnTo>
                  <a:cubicBezTo>
                    <a:pt x="639" y="723"/>
                    <a:pt x="653" y="709"/>
                    <a:pt x="653" y="690"/>
                  </a:cubicBezTo>
                  <a:lnTo>
                    <a:pt x="653" y="633"/>
                  </a:lnTo>
                  <a:lnTo>
                    <a:pt x="704" y="607"/>
                  </a:lnTo>
                  <a:cubicBezTo>
                    <a:pt x="714" y="602"/>
                    <a:pt x="719" y="592"/>
                    <a:pt x="719" y="580"/>
                  </a:cubicBezTo>
                  <a:lnTo>
                    <a:pt x="719" y="386"/>
                  </a:lnTo>
                  <a:cubicBezTo>
                    <a:pt x="718" y="372"/>
                    <a:pt x="708" y="359"/>
                    <a:pt x="693" y="356"/>
                  </a:cubicBezTo>
                  <a:cubicBezTo>
                    <a:pt x="595" y="333"/>
                    <a:pt x="498" y="320"/>
                    <a:pt x="402" y="317"/>
                  </a:cubicBezTo>
                  <a:lnTo>
                    <a:pt x="402" y="230"/>
                  </a:lnTo>
                  <a:lnTo>
                    <a:pt x="405" y="230"/>
                  </a:lnTo>
                  <a:cubicBezTo>
                    <a:pt x="409" y="230"/>
                    <a:pt x="415" y="225"/>
                    <a:pt x="415" y="219"/>
                  </a:cubicBezTo>
                  <a:lnTo>
                    <a:pt x="415" y="148"/>
                  </a:lnTo>
                  <a:lnTo>
                    <a:pt x="416" y="148"/>
                  </a:lnTo>
                  <a:cubicBezTo>
                    <a:pt x="422" y="148"/>
                    <a:pt x="428" y="142"/>
                    <a:pt x="428" y="138"/>
                  </a:cubicBezTo>
                  <a:cubicBezTo>
                    <a:pt x="428" y="132"/>
                    <a:pt x="422" y="126"/>
                    <a:pt x="416" y="126"/>
                  </a:cubicBezTo>
                  <a:lnTo>
                    <a:pt x="415" y="126"/>
                  </a:lnTo>
                  <a:lnTo>
                    <a:pt x="415" y="63"/>
                  </a:lnTo>
                  <a:lnTo>
                    <a:pt x="436" y="63"/>
                  </a:lnTo>
                  <a:cubicBezTo>
                    <a:pt x="457" y="63"/>
                    <a:pt x="474" y="47"/>
                    <a:pt x="474" y="25"/>
                  </a:cubicBezTo>
                  <a:lnTo>
                    <a:pt x="474" y="22"/>
                  </a:lnTo>
                  <a:lnTo>
                    <a:pt x="581" y="22"/>
                  </a:lnTo>
                  <a:cubicBezTo>
                    <a:pt x="587" y="22"/>
                    <a:pt x="592" y="17"/>
                    <a:pt x="592" y="11"/>
                  </a:cubicBezTo>
                  <a:cubicBezTo>
                    <a:pt x="592" y="5"/>
                    <a:pt x="587" y="1"/>
                    <a:pt x="5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9"/>
            <p:cNvSpPr/>
            <p:nvPr/>
          </p:nvSpPr>
          <p:spPr>
            <a:xfrm>
              <a:off x="7250994" y="2919209"/>
              <a:ext cx="106512" cy="107079"/>
            </a:xfrm>
            <a:custGeom>
              <a:rect b="b" l="l" r="r" t="t"/>
              <a:pathLst>
                <a:path extrusionOk="0" h="189" w="188">
                  <a:moveTo>
                    <a:pt x="94" y="22"/>
                  </a:moveTo>
                  <a:cubicBezTo>
                    <a:pt x="134" y="22"/>
                    <a:pt x="166" y="55"/>
                    <a:pt x="166" y="94"/>
                  </a:cubicBezTo>
                  <a:cubicBezTo>
                    <a:pt x="166" y="135"/>
                    <a:pt x="134" y="167"/>
                    <a:pt x="94" y="167"/>
                  </a:cubicBezTo>
                  <a:cubicBezTo>
                    <a:pt x="55" y="167"/>
                    <a:pt x="22" y="135"/>
                    <a:pt x="22" y="94"/>
                  </a:cubicBezTo>
                  <a:cubicBezTo>
                    <a:pt x="22" y="55"/>
                    <a:pt x="55" y="22"/>
                    <a:pt x="94" y="22"/>
                  </a:cubicBezTo>
                  <a:close/>
                  <a:moveTo>
                    <a:pt x="94" y="0"/>
                  </a:moveTo>
                  <a:cubicBezTo>
                    <a:pt x="42" y="0"/>
                    <a:pt x="0" y="42"/>
                    <a:pt x="0" y="94"/>
                  </a:cubicBezTo>
                  <a:cubicBezTo>
                    <a:pt x="0" y="146"/>
                    <a:pt x="42" y="188"/>
                    <a:pt x="94" y="188"/>
                  </a:cubicBezTo>
                  <a:cubicBezTo>
                    <a:pt x="144" y="188"/>
                    <a:pt x="188" y="146"/>
                    <a:pt x="188" y="94"/>
                  </a:cubicBezTo>
                  <a:cubicBezTo>
                    <a:pt x="188" y="42"/>
                    <a:pt x="146"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9"/>
            <p:cNvSpPr/>
            <p:nvPr/>
          </p:nvSpPr>
          <p:spPr>
            <a:xfrm>
              <a:off x="7124653" y="2943571"/>
              <a:ext cx="13031" cy="58922"/>
            </a:xfrm>
            <a:custGeom>
              <a:rect b="b" l="l" r="r" t="t"/>
              <a:pathLst>
                <a:path extrusionOk="0" h="104" w="23">
                  <a:moveTo>
                    <a:pt x="12" y="1"/>
                  </a:moveTo>
                  <a:cubicBezTo>
                    <a:pt x="6" y="1"/>
                    <a:pt x="1" y="7"/>
                    <a:pt x="1" y="12"/>
                  </a:cubicBezTo>
                  <a:lnTo>
                    <a:pt x="1" y="93"/>
                  </a:lnTo>
                  <a:cubicBezTo>
                    <a:pt x="1" y="99"/>
                    <a:pt x="6" y="103"/>
                    <a:pt x="12" y="103"/>
                  </a:cubicBezTo>
                  <a:cubicBezTo>
                    <a:pt x="18" y="103"/>
                    <a:pt x="22" y="99"/>
                    <a:pt x="22" y="93"/>
                  </a:cubicBezTo>
                  <a:lnTo>
                    <a:pt x="22" y="12"/>
                  </a:lnTo>
                  <a:cubicBezTo>
                    <a:pt x="22" y="5"/>
                    <a:pt x="18"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9"/>
            <p:cNvSpPr/>
            <p:nvPr/>
          </p:nvSpPr>
          <p:spPr>
            <a:xfrm>
              <a:off x="7155247" y="2950370"/>
              <a:ext cx="12464" cy="46458"/>
            </a:xfrm>
            <a:custGeom>
              <a:rect b="b" l="l" r="r" t="t"/>
              <a:pathLst>
                <a:path extrusionOk="0" h="82" w="22">
                  <a:moveTo>
                    <a:pt x="10" y="0"/>
                  </a:moveTo>
                  <a:cubicBezTo>
                    <a:pt x="4" y="0"/>
                    <a:pt x="0" y="5"/>
                    <a:pt x="0" y="10"/>
                  </a:cubicBezTo>
                  <a:lnTo>
                    <a:pt x="0" y="70"/>
                  </a:lnTo>
                  <a:cubicBezTo>
                    <a:pt x="0" y="75"/>
                    <a:pt x="4" y="81"/>
                    <a:pt x="10" y="81"/>
                  </a:cubicBezTo>
                  <a:cubicBezTo>
                    <a:pt x="16" y="81"/>
                    <a:pt x="22" y="75"/>
                    <a:pt x="22" y="70"/>
                  </a:cubicBezTo>
                  <a:lnTo>
                    <a:pt x="22" y="10"/>
                  </a:lnTo>
                  <a:cubicBezTo>
                    <a:pt x="22" y="3"/>
                    <a:pt x="16" y="0"/>
                    <a:pt x="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9"/>
            <p:cNvSpPr/>
            <p:nvPr/>
          </p:nvSpPr>
          <p:spPr>
            <a:xfrm>
              <a:off x="7184708" y="2943571"/>
              <a:ext cx="12464" cy="58922"/>
            </a:xfrm>
            <a:custGeom>
              <a:rect b="b" l="l" r="r" t="t"/>
              <a:pathLst>
                <a:path extrusionOk="0" h="104" w="22">
                  <a:moveTo>
                    <a:pt x="10" y="1"/>
                  </a:moveTo>
                  <a:cubicBezTo>
                    <a:pt x="6" y="1"/>
                    <a:pt x="0" y="7"/>
                    <a:pt x="0" y="12"/>
                  </a:cubicBezTo>
                  <a:lnTo>
                    <a:pt x="0" y="93"/>
                  </a:lnTo>
                  <a:cubicBezTo>
                    <a:pt x="0" y="99"/>
                    <a:pt x="4" y="103"/>
                    <a:pt x="10" y="103"/>
                  </a:cubicBezTo>
                  <a:cubicBezTo>
                    <a:pt x="16" y="103"/>
                    <a:pt x="22" y="99"/>
                    <a:pt x="22" y="93"/>
                  </a:cubicBezTo>
                  <a:lnTo>
                    <a:pt x="22" y="12"/>
                  </a:lnTo>
                  <a:cubicBezTo>
                    <a:pt x="20" y="5"/>
                    <a:pt x="16" y="1"/>
                    <a:pt x="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9"/>
            <p:cNvSpPr/>
            <p:nvPr/>
          </p:nvSpPr>
          <p:spPr>
            <a:xfrm>
              <a:off x="7411329" y="2943571"/>
              <a:ext cx="12464" cy="58922"/>
            </a:xfrm>
            <a:custGeom>
              <a:rect b="b" l="l" r="r" t="t"/>
              <a:pathLst>
                <a:path extrusionOk="0" h="104" w="22">
                  <a:moveTo>
                    <a:pt x="12" y="1"/>
                  </a:moveTo>
                  <a:cubicBezTo>
                    <a:pt x="6" y="1"/>
                    <a:pt x="0" y="7"/>
                    <a:pt x="0" y="12"/>
                  </a:cubicBezTo>
                  <a:lnTo>
                    <a:pt x="0" y="93"/>
                  </a:lnTo>
                  <a:cubicBezTo>
                    <a:pt x="0" y="99"/>
                    <a:pt x="6" y="103"/>
                    <a:pt x="12" y="103"/>
                  </a:cubicBezTo>
                  <a:cubicBezTo>
                    <a:pt x="17" y="103"/>
                    <a:pt x="22" y="99"/>
                    <a:pt x="22" y="93"/>
                  </a:cubicBezTo>
                  <a:lnTo>
                    <a:pt x="22" y="12"/>
                  </a:lnTo>
                  <a:cubicBezTo>
                    <a:pt x="22" y="5"/>
                    <a:pt x="17"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9"/>
            <p:cNvSpPr/>
            <p:nvPr/>
          </p:nvSpPr>
          <p:spPr>
            <a:xfrm>
              <a:off x="7439656" y="2950370"/>
              <a:ext cx="13031" cy="46458"/>
            </a:xfrm>
            <a:custGeom>
              <a:rect b="b" l="l" r="r" t="t"/>
              <a:pathLst>
                <a:path extrusionOk="0" h="82" w="23">
                  <a:moveTo>
                    <a:pt x="12" y="0"/>
                  </a:moveTo>
                  <a:cubicBezTo>
                    <a:pt x="6" y="0"/>
                    <a:pt x="1" y="5"/>
                    <a:pt x="1" y="10"/>
                  </a:cubicBezTo>
                  <a:lnTo>
                    <a:pt x="1" y="70"/>
                  </a:lnTo>
                  <a:cubicBezTo>
                    <a:pt x="1" y="75"/>
                    <a:pt x="6" y="81"/>
                    <a:pt x="12" y="81"/>
                  </a:cubicBezTo>
                  <a:cubicBezTo>
                    <a:pt x="17" y="81"/>
                    <a:pt x="22" y="75"/>
                    <a:pt x="22" y="70"/>
                  </a:cubicBezTo>
                  <a:lnTo>
                    <a:pt x="22" y="10"/>
                  </a:lnTo>
                  <a:cubicBezTo>
                    <a:pt x="22" y="3"/>
                    <a:pt x="19"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9"/>
            <p:cNvSpPr/>
            <p:nvPr/>
          </p:nvSpPr>
          <p:spPr>
            <a:xfrm>
              <a:off x="7469117" y="2943571"/>
              <a:ext cx="13597" cy="58922"/>
            </a:xfrm>
            <a:custGeom>
              <a:rect b="b" l="l" r="r" t="t"/>
              <a:pathLst>
                <a:path extrusionOk="0" h="104" w="24">
                  <a:moveTo>
                    <a:pt x="12" y="1"/>
                  </a:moveTo>
                  <a:cubicBezTo>
                    <a:pt x="6" y="1"/>
                    <a:pt x="1" y="7"/>
                    <a:pt x="1" y="12"/>
                  </a:cubicBezTo>
                  <a:lnTo>
                    <a:pt x="1" y="93"/>
                  </a:lnTo>
                  <a:cubicBezTo>
                    <a:pt x="1" y="99"/>
                    <a:pt x="6" y="103"/>
                    <a:pt x="12" y="103"/>
                  </a:cubicBezTo>
                  <a:cubicBezTo>
                    <a:pt x="18" y="103"/>
                    <a:pt x="24" y="99"/>
                    <a:pt x="24" y="93"/>
                  </a:cubicBezTo>
                  <a:lnTo>
                    <a:pt x="24" y="12"/>
                  </a:lnTo>
                  <a:cubicBezTo>
                    <a:pt x="24" y="5"/>
                    <a:pt x="18"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9"/>
            <p:cNvSpPr/>
            <p:nvPr/>
          </p:nvSpPr>
          <p:spPr>
            <a:xfrm>
              <a:off x="7159213" y="2902779"/>
              <a:ext cx="47024" cy="36826"/>
            </a:xfrm>
            <a:custGeom>
              <a:rect b="b" l="l" r="r" t="t"/>
              <a:pathLst>
                <a:path extrusionOk="0" h="65" w="83">
                  <a:moveTo>
                    <a:pt x="57" y="21"/>
                  </a:moveTo>
                  <a:cubicBezTo>
                    <a:pt x="59" y="21"/>
                    <a:pt x="61" y="22"/>
                    <a:pt x="61" y="24"/>
                  </a:cubicBezTo>
                  <a:lnTo>
                    <a:pt x="61" y="37"/>
                  </a:lnTo>
                  <a:cubicBezTo>
                    <a:pt x="61" y="38"/>
                    <a:pt x="59" y="41"/>
                    <a:pt x="57" y="41"/>
                  </a:cubicBezTo>
                  <a:lnTo>
                    <a:pt x="25" y="41"/>
                  </a:lnTo>
                  <a:cubicBezTo>
                    <a:pt x="23" y="41"/>
                    <a:pt x="20" y="38"/>
                    <a:pt x="20" y="37"/>
                  </a:cubicBezTo>
                  <a:lnTo>
                    <a:pt x="20" y="24"/>
                  </a:lnTo>
                  <a:cubicBezTo>
                    <a:pt x="20" y="22"/>
                    <a:pt x="23" y="21"/>
                    <a:pt x="25" y="21"/>
                  </a:cubicBezTo>
                  <a:close/>
                  <a:moveTo>
                    <a:pt x="25" y="1"/>
                  </a:moveTo>
                  <a:cubicBezTo>
                    <a:pt x="10" y="1"/>
                    <a:pt x="0" y="12"/>
                    <a:pt x="0" y="25"/>
                  </a:cubicBezTo>
                  <a:lnTo>
                    <a:pt x="0" y="38"/>
                  </a:lnTo>
                  <a:cubicBezTo>
                    <a:pt x="0" y="53"/>
                    <a:pt x="10" y="64"/>
                    <a:pt x="25" y="64"/>
                  </a:cubicBezTo>
                  <a:lnTo>
                    <a:pt x="58" y="64"/>
                  </a:lnTo>
                  <a:cubicBezTo>
                    <a:pt x="72" y="64"/>
                    <a:pt x="83" y="53"/>
                    <a:pt x="83" y="38"/>
                  </a:cubicBezTo>
                  <a:lnTo>
                    <a:pt x="83" y="25"/>
                  </a:lnTo>
                  <a:cubicBezTo>
                    <a:pt x="83" y="12"/>
                    <a:pt x="72" y="1"/>
                    <a:pt x="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9"/>
            <p:cNvSpPr/>
            <p:nvPr/>
          </p:nvSpPr>
          <p:spPr>
            <a:xfrm>
              <a:off x="7222100" y="2890315"/>
              <a:ext cx="164300" cy="163734"/>
            </a:xfrm>
            <a:custGeom>
              <a:rect b="b" l="l" r="r" t="t"/>
              <a:pathLst>
                <a:path extrusionOk="0" h="289" w="290">
                  <a:moveTo>
                    <a:pt x="145" y="1"/>
                  </a:moveTo>
                  <a:cubicBezTo>
                    <a:pt x="65" y="1"/>
                    <a:pt x="0" y="66"/>
                    <a:pt x="0" y="145"/>
                  </a:cubicBezTo>
                  <a:cubicBezTo>
                    <a:pt x="0" y="164"/>
                    <a:pt x="5" y="180"/>
                    <a:pt x="9" y="196"/>
                  </a:cubicBezTo>
                  <a:cubicBezTo>
                    <a:pt x="11" y="200"/>
                    <a:pt x="16" y="203"/>
                    <a:pt x="20" y="203"/>
                  </a:cubicBezTo>
                  <a:cubicBezTo>
                    <a:pt x="21" y="203"/>
                    <a:pt x="22" y="202"/>
                    <a:pt x="24" y="202"/>
                  </a:cubicBezTo>
                  <a:cubicBezTo>
                    <a:pt x="29" y="200"/>
                    <a:pt x="34" y="193"/>
                    <a:pt x="29" y="187"/>
                  </a:cubicBezTo>
                  <a:cubicBezTo>
                    <a:pt x="24" y="173"/>
                    <a:pt x="22" y="158"/>
                    <a:pt x="22" y="144"/>
                  </a:cubicBezTo>
                  <a:cubicBezTo>
                    <a:pt x="22" y="75"/>
                    <a:pt x="78" y="21"/>
                    <a:pt x="145" y="21"/>
                  </a:cubicBezTo>
                  <a:cubicBezTo>
                    <a:pt x="211" y="21"/>
                    <a:pt x="268" y="77"/>
                    <a:pt x="268" y="144"/>
                  </a:cubicBezTo>
                  <a:cubicBezTo>
                    <a:pt x="268" y="210"/>
                    <a:pt x="211" y="267"/>
                    <a:pt x="145" y="267"/>
                  </a:cubicBezTo>
                  <a:cubicBezTo>
                    <a:pt x="107" y="267"/>
                    <a:pt x="73" y="251"/>
                    <a:pt x="50" y="222"/>
                  </a:cubicBezTo>
                  <a:cubicBezTo>
                    <a:pt x="47" y="218"/>
                    <a:pt x="44" y="217"/>
                    <a:pt x="40" y="217"/>
                  </a:cubicBezTo>
                  <a:cubicBezTo>
                    <a:pt x="38" y="217"/>
                    <a:pt x="36" y="218"/>
                    <a:pt x="35" y="219"/>
                  </a:cubicBezTo>
                  <a:cubicBezTo>
                    <a:pt x="29" y="223"/>
                    <a:pt x="29" y="231"/>
                    <a:pt x="34" y="233"/>
                  </a:cubicBezTo>
                  <a:cubicBezTo>
                    <a:pt x="60" y="268"/>
                    <a:pt x="102" y="288"/>
                    <a:pt x="145" y="288"/>
                  </a:cubicBezTo>
                  <a:cubicBezTo>
                    <a:pt x="224" y="288"/>
                    <a:pt x="289" y="223"/>
                    <a:pt x="289" y="144"/>
                  </a:cubicBezTo>
                  <a:cubicBezTo>
                    <a:pt x="289" y="64"/>
                    <a:pt x="224" y="1"/>
                    <a:pt x="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3" name="Google Shape;2783;p49"/>
          <p:cNvSpPr/>
          <p:nvPr/>
        </p:nvSpPr>
        <p:spPr>
          <a:xfrm>
            <a:off x="5495815" y="2773604"/>
            <a:ext cx="420382" cy="247018"/>
          </a:xfrm>
          <a:custGeom>
            <a:rect b="b" l="l" r="r" t="t"/>
            <a:pathLst>
              <a:path extrusionOk="0" h="436" w="742">
                <a:moveTo>
                  <a:pt x="57" y="194"/>
                </a:moveTo>
                <a:lnTo>
                  <a:pt x="59" y="221"/>
                </a:lnTo>
                <a:lnTo>
                  <a:pt x="27" y="221"/>
                </a:lnTo>
                <a:lnTo>
                  <a:pt x="27" y="211"/>
                </a:lnTo>
                <a:cubicBezTo>
                  <a:pt x="27" y="201"/>
                  <a:pt x="34" y="194"/>
                  <a:pt x="43" y="194"/>
                </a:cubicBezTo>
                <a:close/>
                <a:moveTo>
                  <a:pt x="690" y="194"/>
                </a:moveTo>
                <a:cubicBezTo>
                  <a:pt x="699" y="194"/>
                  <a:pt x="706" y="201"/>
                  <a:pt x="706" y="211"/>
                </a:cubicBezTo>
                <a:lnTo>
                  <a:pt x="706" y="221"/>
                </a:lnTo>
                <a:lnTo>
                  <a:pt x="673" y="221"/>
                </a:lnTo>
                <a:lnTo>
                  <a:pt x="676" y="194"/>
                </a:lnTo>
                <a:close/>
                <a:moveTo>
                  <a:pt x="280" y="197"/>
                </a:moveTo>
                <a:lnTo>
                  <a:pt x="281" y="223"/>
                </a:lnTo>
                <a:lnTo>
                  <a:pt x="232" y="223"/>
                </a:lnTo>
                <a:lnTo>
                  <a:pt x="234" y="197"/>
                </a:lnTo>
                <a:close/>
                <a:moveTo>
                  <a:pt x="499" y="197"/>
                </a:moveTo>
                <a:lnTo>
                  <a:pt x="502" y="223"/>
                </a:lnTo>
                <a:lnTo>
                  <a:pt x="453" y="223"/>
                </a:lnTo>
                <a:lnTo>
                  <a:pt x="455" y="197"/>
                </a:lnTo>
                <a:close/>
                <a:moveTo>
                  <a:pt x="265" y="243"/>
                </a:moveTo>
                <a:lnTo>
                  <a:pt x="265" y="279"/>
                </a:lnTo>
                <a:lnTo>
                  <a:pt x="247" y="279"/>
                </a:lnTo>
                <a:lnTo>
                  <a:pt x="247" y="243"/>
                </a:lnTo>
                <a:close/>
                <a:moveTo>
                  <a:pt x="486" y="243"/>
                </a:moveTo>
                <a:lnTo>
                  <a:pt x="486" y="279"/>
                </a:lnTo>
                <a:lnTo>
                  <a:pt x="469" y="279"/>
                </a:lnTo>
                <a:lnTo>
                  <a:pt x="469" y="243"/>
                </a:lnTo>
                <a:close/>
                <a:moveTo>
                  <a:pt x="210" y="103"/>
                </a:moveTo>
                <a:cubicBezTo>
                  <a:pt x="213" y="103"/>
                  <a:pt x="215" y="103"/>
                  <a:pt x="215" y="104"/>
                </a:cubicBezTo>
                <a:cubicBezTo>
                  <a:pt x="215" y="104"/>
                  <a:pt x="216" y="106"/>
                  <a:pt x="216" y="107"/>
                </a:cubicBezTo>
                <a:lnTo>
                  <a:pt x="208" y="278"/>
                </a:lnTo>
                <a:cubicBezTo>
                  <a:pt x="206" y="286"/>
                  <a:pt x="197" y="295"/>
                  <a:pt x="187" y="295"/>
                </a:cubicBezTo>
                <a:lnTo>
                  <a:pt x="102" y="295"/>
                </a:lnTo>
                <a:cubicBezTo>
                  <a:pt x="92" y="295"/>
                  <a:pt x="83" y="286"/>
                  <a:pt x="83" y="278"/>
                </a:cubicBezTo>
                <a:lnTo>
                  <a:pt x="73" y="107"/>
                </a:lnTo>
                <a:cubicBezTo>
                  <a:pt x="73" y="106"/>
                  <a:pt x="76" y="104"/>
                  <a:pt x="76" y="104"/>
                </a:cubicBezTo>
                <a:cubicBezTo>
                  <a:pt x="76" y="104"/>
                  <a:pt x="78" y="103"/>
                  <a:pt x="79" y="103"/>
                </a:cubicBezTo>
                <a:cubicBezTo>
                  <a:pt x="101" y="106"/>
                  <a:pt x="123" y="107"/>
                  <a:pt x="145" y="107"/>
                </a:cubicBezTo>
                <a:cubicBezTo>
                  <a:pt x="167" y="107"/>
                  <a:pt x="189" y="106"/>
                  <a:pt x="210" y="103"/>
                </a:cubicBezTo>
                <a:close/>
                <a:moveTo>
                  <a:pt x="433" y="103"/>
                </a:moveTo>
                <a:cubicBezTo>
                  <a:pt x="434" y="103"/>
                  <a:pt x="437" y="103"/>
                  <a:pt x="437" y="104"/>
                </a:cubicBezTo>
                <a:cubicBezTo>
                  <a:pt x="437" y="104"/>
                  <a:pt x="439" y="106"/>
                  <a:pt x="439" y="107"/>
                </a:cubicBezTo>
                <a:lnTo>
                  <a:pt x="430" y="278"/>
                </a:lnTo>
                <a:cubicBezTo>
                  <a:pt x="427" y="286"/>
                  <a:pt x="418" y="295"/>
                  <a:pt x="410" y="295"/>
                </a:cubicBezTo>
                <a:lnTo>
                  <a:pt x="325" y="295"/>
                </a:lnTo>
                <a:cubicBezTo>
                  <a:pt x="313" y="295"/>
                  <a:pt x="304" y="286"/>
                  <a:pt x="304" y="278"/>
                </a:cubicBezTo>
                <a:lnTo>
                  <a:pt x="296" y="107"/>
                </a:lnTo>
                <a:cubicBezTo>
                  <a:pt x="296" y="106"/>
                  <a:pt x="297" y="104"/>
                  <a:pt x="297" y="104"/>
                </a:cubicBezTo>
                <a:cubicBezTo>
                  <a:pt x="297" y="104"/>
                  <a:pt x="300" y="103"/>
                  <a:pt x="301" y="103"/>
                </a:cubicBezTo>
                <a:cubicBezTo>
                  <a:pt x="323" y="106"/>
                  <a:pt x="345" y="107"/>
                  <a:pt x="367" y="107"/>
                </a:cubicBezTo>
                <a:cubicBezTo>
                  <a:pt x="389" y="107"/>
                  <a:pt x="411" y="106"/>
                  <a:pt x="433" y="103"/>
                </a:cubicBezTo>
                <a:close/>
                <a:moveTo>
                  <a:pt x="153" y="317"/>
                </a:moveTo>
                <a:lnTo>
                  <a:pt x="153" y="353"/>
                </a:lnTo>
                <a:lnTo>
                  <a:pt x="135" y="353"/>
                </a:lnTo>
                <a:lnTo>
                  <a:pt x="135" y="317"/>
                </a:lnTo>
                <a:close/>
                <a:moveTo>
                  <a:pt x="375" y="317"/>
                </a:moveTo>
                <a:lnTo>
                  <a:pt x="375" y="353"/>
                </a:lnTo>
                <a:lnTo>
                  <a:pt x="358" y="353"/>
                </a:lnTo>
                <a:lnTo>
                  <a:pt x="358" y="317"/>
                </a:lnTo>
                <a:close/>
                <a:moveTo>
                  <a:pt x="598" y="317"/>
                </a:moveTo>
                <a:lnTo>
                  <a:pt x="598" y="353"/>
                </a:lnTo>
                <a:lnTo>
                  <a:pt x="579" y="353"/>
                </a:lnTo>
                <a:lnTo>
                  <a:pt x="579" y="317"/>
                </a:lnTo>
                <a:close/>
                <a:moveTo>
                  <a:pt x="408" y="1"/>
                </a:moveTo>
                <a:cubicBezTo>
                  <a:pt x="402" y="1"/>
                  <a:pt x="395" y="4"/>
                  <a:pt x="391" y="9"/>
                </a:cubicBezTo>
                <a:cubicBezTo>
                  <a:pt x="387" y="13"/>
                  <a:pt x="382" y="21"/>
                  <a:pt x="382" y="31"/>
                </a:cubicBezTo>
                <a:lnTo>
                  <a:pt x="387" y="81"/>
                </a:lnTo>
                <a:lnTo>
                  <a:pt x="345" y="81"/>
                </a:lnTo>
                <a:lnTo>
                  <a:pt x="348" y="31"/>
                </a:lnTo>
                <a:cubicBezTo>
                  <a:pt x="348" y="23"/>
                  <a:pt x="346" y="13"/>
                  <a:pt x="339" y="9"/>
                </a:cubicBezTo>
                <a:cubicBezTo>
                  <a:pt x="333" y="3"/>
                  <a:pt x="325" y="2"/>
                  <a:pt x="317" y="2"/>
                </a:cubicBezTo>
                <a:cubicBezTo>
                  <a:pt x="297" y="5"/>
                  <a:pt x="275" y="6"/>
                  <a:pt x="257" y="6"/>
                </a:cubicBezTo>
                <a:cubicBezTo>
                  <a:pt x="251" y="6"/>
                  <a:pt x="245" y="12"/>
                  <a:pt x="245" y="18"/>
                </a:cubicBezTo>
                <a:cubicBezTo>
                  <a:pt x="245" y="23"/>
                  <a:pt x="251" y="28"/>
                  <a:pt x="257" y="28"/>
                </a:cubicBezTo>
                <a:cubicBezTo>
                  <a:pt x="278" y="28"/>
                  <a:pt x="300" y="26"/>
                  <a:pt x="322" y="23"/>
                </a:cubicBezTo>
                <a:cubicBezTo>
                  <a:pt x="323" y="23"/>
                  <a:pt x="325" y="23"/>
                  <a:pt x="325" y="25"/>
                </a:cubicBezTo>
                <a:cubicBezTo>
                  <a:pt x="325" y="25"/>
                  <a:pt x="326" y="26"/>
                  <a:pt x="326" y="28"/>
                </a:cubicBezTo>
                <a:lnTo>
                  <a:pt x="323" y="78"/>
                </a:lnTo>
                <a:cubicBezTo>
                  <a:pt x="316" y="78"/>
                  <a:pt x="309" y="77"/>
                  <a:pt x="303" y="77"/>
                </a:cubicBezTo>
                <a:cubicBezTo>
                  <a:pt x="302" y="77"/>
                  <a:pt x="300" y="76"/>
                  <a:pt x="299" y="76"/>
                </a:cubicBezTo>
                <a:cubicBezTo>
                  <a:pt x="293" y="76"/>
                  <a:pt x="286" y="79"/>
                  <a:pt x="281" y="84"/>
                </a:cubicBezTo>
                <a:cubicBezTo>
                  <a:pt x="275" y="90"/>
                  <a:pt x="273" y="97"/>
                  <a:pt x="273" y="106"/>
                </a:cubicBezTo>
                <a:lnTo>
                  <a:pt x="275" y="172"/>
                </a:lnTo>
                <a:lnTo>
                  <a:pt x="232" y="172"/>
                </a:lnTo>
                <a:lnTo>
                  <a:pt x="236" y="106"/>
                </a:lnTo>
                <a:cubicBezTo>
                  <a:pt x="236" y="99"/>
                  <a:pt x="235" y="90"/>
                  <a:pt x="228" y="84"/>
                </a:cubicBezTo>
                <a:cubicBezTo>
                  <a:pt x="222" y="78"/>
                  <a:pt x="213" y="77"/>
                  <a:pt x="206" y="77"/>
                </a:cubicBezTo>
                <a:cubicBezTo>
                  <a:pt x="199" y="78"/>
                  <a:pt x="193" y="78"/>
                  <a:pt x="186" y="78"/>
                </a:cubicBezTo>
                <a:lnTo>
                  <a:pt x="182" y="28"/>
                </a:lnTo>
                <a:cubicBezTo>
                  <a:pt x="182" y="26"/>
                  <a:pt x="184" y="25"/>
                  <a:pt x="184" y="25"/>
                </a:cubicBezTo>
                <a:cubicBezTo>
                  <a:pt x="184" y="25"/>
                  <a:pt x="186" y="23"/>
                  <a:pt x="187" y="23"/>
                </a:cubicBezTo>
                <a:cubicBezTo>
                  <a:pt x="195" y="25"/>
                  <a:pt x="203" y="25"/>
                  <a:pt x="210" y="26"/>
                </a:cubicBezTo>
                <a:cubicBezTo>
                  <a:pt x="216" y="26"/>
                  <a:pt x="222" y="23"/>
                  <a:pt x="222" y="18"/>
                </a:cubicBezTo>
                <a:cubicBezTo>
                  <a:pt x="222" y="12"/>
                  <a:pt x="218" y="6"/>
                  <a:pt x="213" y="6"/>
                </a:cubicBezTo>
                <a:cubicBezTo>
                  <a:pt x="206" y="6"/>
                  <a:pt x="199" y="5"/>
                  <a:pt x="189" y="3"/>
                </a:cubicBezTo>
                <a:cubicBezTo>
                  <a:pt x="187" y="3"/>
                  <a:pt x="186" y="3"/>
                  <a:pt x="185" y="3"/>
                </a:cubicBezTo>
                <a:cubicBezTo>
                  <a:pt x="179" y="3"/>
                  <a:pt x="172" y="6"/>
                  <a:pt x="167" y="10"/>
                </a:cubicBezTo>
                <a:cubicBezTo>
                  <a:pt x="163" y="16"/>
                  <a:pt x="158" y="23"/>
                  <a:pt x="158" y="32"/>
                </a:cubicBezTo>
                <a:lnTo>
                  <a:pt x="163" y="83"/>
                </a:lnTo>
                <a:cubicBezTo>
                  <a:pt x="156" y="83"/>
                  <a:pt x="149" y="83"/>
                  <a:pt x="142" y="83"/>
                </a:cubicBezTo>
                <a:cubicBezTo>
                  <a:pt x="121" y="83"/>
                  <a:pt x="100" y="82"/>
                  <a:pt x="79" y="78"/>
                </a:cubicBezTo>
                <a:cubicBezTo>
                  <a:pt x="78" y="78"/>
                  <a:pt x="77" y="78"/>
                  <a:pt x="76" y="78"/>
                </a:cubicBezTo>
                <a:cubicBezTo>
                  <a:pt x="69" y="78"/>
                  <a:pt x="62" y="82"/>
                  <a:pt x="57" y="86"/>
                </a:cubicBezTo>
                <a:cubicBezTo>
                  <a:pt x="52" y="91"/>
                  <a:pt x="49" y="99"/>
                  <a:pt x="49" y="107"/>
                </a:cubicBezTo>
                <a:lnTo>
                  <a:pt x="52" y="175"/>
                </a:lnTo>
                <a:lnTo>
                  <a:pt x="40" y="175"/>
                </a:lnTo>
                <a:cubicBezTo>
                  <a:pt x="20" y="175"/>
                  <a:pt x="1" y="191"/>
                  <a:pt x="1" y="213"/>
                </a:cubicBezTo>
                <a:lnTo>
                  <a:pt x="1" y="234"/>
                </a:lnTo>
                <a:cubicBezTo>
                  <a:pt x="1" y="240"/>
                  <a:pt x="7" y="244"/>
                  <a:pt x="12" y="244"/>
                </a:cubicBezTo>
                <a:lnTo>
                  <a:pt x="56" y="244"/>
                </a:lnTo>
                <a:lnTo>
                  <a:pt x="57" y="279"/>
                </a:lnTo>
                <a:cubicBezTo>
                  <a:pt x="59" y="301"/>
                  <a:pt x="78" y="317"/>
                  <a:pt x="99" y="317"/>
                </a:cubicBezTo>
                <a:lnTo>
                  <a:pt x="112" y="317"/>
                </a:lnTo>
                <a:lnTo>
                  <a:pt x="112" y="360"/>
                </a:lnTo>
                <a:cubicBezTo>
                  <a:pt x="112" y="367"/>
                  <a:pt x="119" y="374"/>
                  <a:pt x="127" y="374"/>
                </a:cubicBezTo>
                <a:lnTo>
                  <a:pt x="131" y="374"/>
                </a:lnTo>
                <a:lnTo>
                  <a:pt x="131" y="396"/>
                </a:lnTo>
                <a:cubicBezTo>
                  <a:pt x="117" y="396"/>
                  <a:pt x="101" y="400"/>
                  <a:pt x="86" y="403"/>
                </a:cubicBezTo>
                <a:cubicBezTo>
                  <a:pt x="83" y="406"/>
                  <a:pt x="79" y="409"/>
                  <a:pt x="79" y="415"/>
                </a:cubicBezTo>
                <a:lnTo>
                  <a:pt x="79" y="424"/>
                </a:lnTo>
                <a:cubicBezTo>
                  <a:pt x="79" y="429"/>
                  <a:pt x="85" y="435"/>
                  <a:pt x="91" y="435"/>
                </a:cubicBezTo>
                <a:cubicBezTo>
                  <a:pt x="95" y="435"/>
                  <a:pt x="101" y="429"/>
                  <a:pt x="101" y="424"/>
                </a:cubicBezTo>
                <a:cubicBezTo>
                  <a:pt x="115" y="420"/>
                  <a:pt x="130" y="418"/>
                  <a:pt x="144" y="418"/>
                </a:cubicBezTo>
                <a:cubicBezTo>
                  <a:pt x="158" y="418"/>
                  <a:pt x="172" y="420"/>
                  <a:pt x="186" y="424"/>
                </a:cubicBezTo>
                <a:cubicBezTo>
                  <a:pt x="186" y="429"/>
                  <a:pt x="192" y="435"/>
                  <a:pt x="196" y="435"/>
                </a:cubicBezTo>
                <a:cubicBezTo>
                  <a:pt x="202" y="435"/>
                  <a:pt x="208" y="429"/>
                  <a:pt x="208" y="424"/>
                </a:cubicBezTo>
                <a:lnTo>
                  <a:pt x="208" y="415"/>
                </a:lnTo>
                <a:cubicBezTo>
                  <a:pt x="208" y="409"/>
                  <a:pt x="203" y="406"/>
                  <a:pt x="200" y="403"/>
                </a:cubicBezTo>
                <a:cubicBezTo>
                  <a:pt x="186" y="399"/>
                  <a:pt x="170" y="396"/>
                  <a:pt x="156" y="396"/>
                </a:cubicBezTo>
                <a:lnTo>
                  <a:pt x="156" y="374"/>
                </a:lnTo>
                <a:lnTo>
                  <a:pt x="160" y="374"/>
                </a:lnTo>
                <a:cubicBezTo>
                  <a:pt x="167" y="374"/>
                  <a:pt x="174" y="367"/>
                  <a:pt x="174" y="360"/>
                </a:cubicBezTo>
                <a:lnTo>
                  <a:pt x="174" y="317"/>
                </a:lnTo>
                <a:lnTo>
                  <a:pt x="187" y="317"/>
                </a:lnTo>
                <a:cubicBezTo>
                  <a:pt x="206" y="317"/>
                  <a:pt x="221" y="307"/>
                  <a:pt x="225" y="291"/>
                </a:cubicBezTo>
                <a:cubicBezTo>
                  <a:pt x="228" y="298"/>
                  <a:pt x="232" y="301"/>
                  <a:pt x="239" y="301"/>
                </a:cubicBezTo>
                <a:lnTo>
                  <a:pt x="245" y="301"/>
                </a:lnTo>
                <a:lnTo>
                  <a:pt x="245" y="322"/>
                </a:lnTo>
                <a:cubicBezTo>
                  <a:pt x="231" y="322"/>
                  <a:pt x="215" y="327"/>
                  <a:pt x="200" y="330"/>
                </a:cubicBezTo>
                <a:cubicBezTo>
                  <a:pt x="196" y="331"/>
                  <a:pt x="193" y="335"/>
                  <a:pt x="193" y="341"/>
                </a:cubicBezTo>
                <a:lnTo>
                  <a:pt x="193" y="350"/>
                </a:lnTo>
                <a:cubicBezTo>
                  <a:pt x="193" y="356"/>
                  <a:pt x="199" y="360"/>
                  <a:pt x="203" y="360"/>
                </a:cubicBezTo>
                <a:cubicBezTo>
                  <a:pt x="209" y="360"/>
                  <a:pt x="215" y="356"/>
                  <a:pt x="215" y="350"/>
                </a:cubicBezTo>
                <a:cubicBezTo>
                  <a:pt x="229" y="346"/>
                  <a:pt x="244" y="344"/>
                  <a:pt x="258" y="344"/>
                </a:cubicBezTo>
                <a:cubicBezTo>
                  <a:pt x="272" y="344"/>
                  <a:pt x="286" y="346"/>
                  <a:pt x="300" y="350"/>
                </a:cubicBezTo>
                <a:cubicBezTo>
                  <a:pt x="300" y="356"/>
                  <a:pt x="304" y="360"/>
                  <a:pt x="310" y="360"/>
                </a:cubicBezTo>
                <a:cubicBezTo>
                  <a:pt x="316" y="360"/>
                  <a:pt x="322" y="356"/>
                  <a:pt x="322" y="350"/>
                </a:cubicBezTo>
                <a:lnTo>
                  <a:pt x="322" y="341"/>
                </a:lnTo>
                <a:cubicBezTo>
                  <a:pt x="322" y="335"/>
                  <a:pt x="317" y="331"/>
                  <a:pt x="314" y="330"/>
                </a:cubicBezTo>
                <a:cubicBezTo>
                  <a:pt x="300" y="324"/>
                  <a:pt x="283" y="322"/>
                  <a:pt x="268" y="322"/>
                </a:cubicBezTo>
                <a:lnTo>
                  <a:pt x="268" y="301"/>
                </a:lnTo>
                <a:lnTo>
                  <a:pt x="274" y="301"/>
                </a:lnTo>
                <a:cubicBezTo>
                  <a:pt x="281" y="301"/>
                  <a:pt x="287" y="295"/>
                  <a:pt x="288" y="291"/>
                </a:cubicBezTo>
                <a:cubicBezTo>
                  <a:pt x="294" y="307"/>
                  <a:pt x="310" y="317"/>
                  <a:pt x="326" y="317"/>
                </a:cubicBezTo>
                <a:lnTo>
                  <a:pt x="339" y="317"/>
                </a:lnTo>
                <a:lnTo>
                  <a:pt x="339" y="360"/>
                </a:lnTo>
                <a:cubicBezTo>
                  <a:pt x="339" y="367"/>
                  <a:pt x="346" y="374"/>
                  <a:pt x="353" y="374"/>
                </a:cubicBezTo>
                <a:lnTo>
                  <a:pt x="359" y="374"/>
                </a:lnTo>
                <a:lnTo>
                  <a:pt x="359" y="396"/>
                </a:lnTo>
                <a:cubicBezTo>
                  <a:pt x="345" y="396"/>
                  <a:pt x="329" y="400"/>
                  <a:pt x="314" y="403"/>
                </a:cubicBezTo>
                <a:cubicBezTo>
                  <a:pt x="310" y="406"/>
                  <a:pt x="307" y="409"/>
                  <a:pt x="307" y="415"/>
                </a:cubicBezTo>
                <a:lnTo>
                  <a:pt x="307" y="424"/>
                </a:lnTo>
                <a:cubicBezTo>
                  <a:pt x="307" y="429"/>
                  <a:pt x="312" y="435"/>
                  <a:pt x="317" y="435"/>
                </a:cubicBezTo>
                <a:cubicBezTo>
                  <a:pt x="323" y="435"/>
                  <a:pt x="329" y="429"/>
                  <a:pt x="329" y="424"/>
                </a:cubicBezTo>
                <a:cubicBezTo>
                  <a:pt x="343" y="420"/>
                  <a:pt x="358" y="418"/>
                  <a:pt x="372" y="418"/>
                </a:cubicBezTo>
                <a:cubicBezTo>
                  <a:pt x="386" y="418"/>
                  <a:pt x="400" y="420"/>
                  <a:pt x="413" y="424"/>
                </a:cubicBezTo>
                <a:cubicBezTo>
                  <a:pt x="413" y="429"/>
                  <a:pt x="418" y="435"/>
                  <a:pt x="424" y="435"/>
                </a:cubicBezTo>
                <a:cubicBezTo>
                  <a:pt x="430" y="435"/>
                  <a:pt x="434" y="429"/>
                  <a:pt x="434" y="424"/>
                </a:cubicBezTo>
                <a:lnTo>
                  <a:pt x="434" y="415"/>
                </a:lnTo>
                <a:cubicBezTo>
                  <a:pt x="434" y="409"/>
                  <a:pt x="431" y="406"/>
                  <a:pt x="427" y="403"/>
                </a:cubicBezTo>
                <a:cubicBezTo>
                  <a:pt x="413" y="399"/>
                  <a:pt x="397" y="396"/>
                  <a:pt x="382" y="396"/>
                </a:cubicBezTo>
                <a:lnTo>
                  <a:pt x="382" y="374"/>
                </a:lnTo>
                <a:lnTo>
                  <a:pt x="388" y="374"/>
                </a:lnTo>
                <a:cubicBezTo>
                  <a:pt x="395" y="374"/>
                  <a:pt x="403" y="367"/>
                  <a:pt x="403" y="360"/>
                </a:cubicBezTo>
                <a:lnTo>
                  <a:pt x="403" y="317"/>
                </a:lnTo>
                <a:lnTo>
                  <a:pt x="416" y="317"/>
                </a:lnTo>
                <a:cubicBezTo>
                  <a:pt x="433" y="317"/>
                  <a:pt x="447" y="307"/>
                  <a:pt x="453" y="291"/>
                </a:cubicBezTo>
                <a:cubicBezTo>
                  <a:pt x="455" y="295"/>
                  <a:pt x="460" y="301"/>
                  <a:pt x="468" y="301"/>
                </a:cubicBezTo>
                <a:lnTo>
                  <a:pt x="473" y="301"/>
                </a:lnTo>
                <a:lnTo>
                  <a:pt x="473" y="322"/>
                </a:lnTo>
                <a:cubicBezTo>
                  <a:pt x="459" y="322"/>
                  <a:pt x="442" y="327"/>
                  <a:pt x="427" y="330"/>
                </a:cubicBezTo>
                <a:cubicBezTo>
                  <a:pt x="424" y="331"/>
                  <a:pt x="420" y="335"/>
                  <a:pt x="420" y="341"/>
                </a:cubicBezTo>
                <a:lnTo>
                  <a:pt x="420" y="350"/>
                </a:lnTo>
                <a:cubicBezTo>
                  <a:pt x="420" y="356"/>
                  <a:pt x="426" y="360"/>
                  <a:pt x="431" y="360"/>
                </a:cubicBezTo>
                <a:cubicBezTo>
                  <a:pt x="437" y="360"/>
                  <a:pt x="442" y="356"/>
                  <a:pt x="442" y="350"/>
                </a:cubicBezTo>
                <a:cubicBezTo>
                  <a:pt x="456" y="346"/>
                  <a:pt x="470" y="344"/>
                  <a:pt x="485" y="344"/>
                </a:cubicBezTo>
                <a:cubicBezTo>
                  <a:pt x="499" y="344"/>
                  <a:pt x="513" y="346"/>
                  <a:pt x="527" y="350"/>
                </a:cubicBezTo>
                <a:cubicBezTo>
                  <a:pt x="527" y="356"/>
                  <a:pt x="533" y="360"/>
                  <a:pt x="538" y="360"/>
                </a:cubicBezTo>
                <a:cubicBezTo>
                  <a:pt x="543" y="360"/>
                  <a:pt x="548" y="356"/>
                  <a:pt x="548" y="350"/>
                </a:cubicBezTo>
                <a:lnTo>
                  <a:pt x="548" y="341"/>
                </a:lnTo>
                <a:cubicBezTo>
                  <a:pt x="548" y="335"/>
                  <a:pt x="546" y="331"/>
                  <a:pt x="541" y="330"/>
                </a:cubicBezTo>
                <a:cubicBezTo>
                  <a:pt x="527" y="324"/>
                  <a:pt x="511" y="322"/>
                  <a:pt x="496" y="322"/>
                </a:cubicBezTo>
                <a:lnTo>
                  <a:pt x="496" y="301"/>
                </a:lnTo>
                <a:lnTo>
                  <a:pt x="502" y="301"/>
                </a:lnTo>
                <a:cubicBezTo>
                  <a:pt x="509" y="301"/>
                  <a:pt x="514" y="295"/>
                  <a:pt x="517" y="291"/>
                </a:cubicBezTo>
                <a:cubicBezTo>
                  <a:pt x="521" y="307"/>
                  <a:pt x="538" y="317"/>
                  <a:pt x="554" y="317"/>
                </a:cubicBezTo>
                <a:lnTo>
                  <a:pt x="567" y="317"/>
                </a:lnTo>
                <a:lnTo>
                  <a:pt x="567" y="360"/>
                </a:lnTo>
                <a:cubicBezTo>
                  <a:pt x="567" y="367"/>
                  <a:pt x="574" y="374"/>
                  <a:pt x="582" y="374"/>
                </a:cubicBezTo>
                <a:lnTo>
                  <a:pt x="586" y="374"/>
                </a:lnTo>
                <a:lnTo>
                  <a:pt x="586" y="396"/>
                </a:lnTo>
                <a:cubicBezTo>
                  <a:pt x="572" y="396"/>
                  <a:pt x="556" y="400"/>
                  <a:pt x="541" y="403"/>
                </a:cubicBezTo>
                <a:cubicBezTo>
                  <a:pt x="538" y="406"/>
                  <a:pt x="534" y="409"/>
                  <a:pt x="534" y="415"/>
                </a:cubicBezTo>
                <a:lnTo>
                  <a:pt x="534" y="424"/>
                </a:lnTo>
                <a:cubicBezTo>
                  <a:pt x="534" y="429"/>
                  <a:pt x="540" y="435"/>
                  <a:pt x="546" y="435"/>
                </a:cubicBezTo>
                <a:cubicBezTo>
                  <a:pt x="550" y="435"/>
                  <a:pt x="556" y="429"/>
                  <a:pt x="556" y="424"/>
                </a:cubicBezTo>
                <a:cubicBezTo>
                  <a:pt x="570" y="420"/>
                  <a:pt x="585" y="418"/>
                  <a:pt x="599" y="418"/>
                </a:cubicBezTo>
                <a:cubicBezTo>
                  <a:pt x="613" y="418"/>
                  <a:pt x="627" y="420"/>
                  <a:pt x="641" y="424"/>
                </a:cubicBezTo>
                <a:cubicBezTo>
                  <a:pt x="641" y="429"/>
                  <a:pt x="647" y="435"/>
                  <a:pt x="651" y="435"/>
                </a:cubicBezTo>
                <a:cubicBezTo>
                  <a:pt x="657" y="435"/>
                  <a:pt x="663" y="429"/>
                  <a:pt x="663" y="424"/>
                </a:cubicBezTo>
                <a:lnTo>
                  <a:pt x="663" y="415"/>
                </a:lnTo>
                <a:cubicBezTo>
                  <a:pt x="663" y="409"/>
                  <a:pt x="658" y="406"/>
                  <a:pt x="655" y="403"/>
                </a:cubicBezTo>
                <a:cubicBezTo>
                  <a:pt x="641" y="399"/>
                  <a:pt x="625" y="396"/>
                  <a:pt x="611" y="396"/>
                </a:cubicBezTo>
                <a:lnTo>
                  <a:pt x="611" y="374"/>
                </a:lnTo>
                <a:lnTo>
                  <a:pt x="615" y="374"/>
                </a:lnTo>
                <a:cubicBezTo>
                  <a:pt x="622" y="374"/>
                  <a:pt x="629" y="367"/>
                  <a:pt x="629" y="360"/>
                </a:cubicBezTo>
                <a:lnTo>
                  <a:pt x="629" y="317"/>
                </a:lnTo>
                <a:lnTo>
                  <a:pt x="642" y="317"/>
                </a:lnTo>
                <a:cubicBezTo>
                  <a:pt x="651" y="317"/>
                  <a:pt x="658" y="315"/>
                  <a:pt x="665" y="309"/>
                </a:cubicBezTo>
                <a:cubicBezTo>
                  <a:pt x="671" y="307"/>
                  <a:pt x="671" y="301"/>
                  <a:pt x="670" y="295"/>
                </a:cubicBezTo>
                <a:cubicBezTo>
                  <a:pt x="667" y="292"/>
                  <a:pt x="664" y="291"/>
                  <a:pt x="661" y="291"/>
                </a:cubicBezTo>
                <a:cubicBezTo>
                  <a:pt x="659" y="291"/>
                  <a:pt x="657" y="292"/>
                  <a:pt x="655" y="292"/>
                </a:cubicBezTo>
                <a:cubicBezTo>
                  <a:pt x="651" y="294"/>
                  <a:pt x="648" y="295"/>
                  <a:pt x="644" y="295"/>
                </a:cubicBezTo>
                <a:lnTo>
                  <a:pt x="560" y="295"/>
                </a:lnTo>
                <a:cubicBezTo>
                  <a:pt x="548" y="295"/>
                  <a:pt x="540" y="286"/>
                  <a:pt x="540" y="278"/>
                </a:cubicBezTo>
                <a:lnTo>
                  <a:pt x="531" y="107"/>
                </a:lnTo>
                <a:cubicBezTo>
                  <a:pt x="531" y="106"/>
                  <a:pt x="533" y="104"/>
                  <a:pt x="533" y="104"/>
                </a:cubicBezTo>
                <a:cubicBezTo>
                  <a:pt x="533" y="104"/>
                  <a:pt x="534" y="103"/>
                  <a:pt x="535" y="103"/>
                </a:cubicBezTo>
                <a:cubicBezTo>
                  <a:pt x="557" y="106"/>
                  <a:pt x="579" y="108"/>
                  <a:pt x="602" y="108"/>
                </a:cubicBezTo>
                <a:cubicBezTo>
                  <a:pt x="624" y="108"/>
                  <a:pt x="647" y="106"/>
                  <a:pt x="668" y="103"/>
                </a:cubicBezTo>
                <a:cubicBezTo>
                  <a:pt x="670" y="103"/>
                  <a:pt x="671" y="103"/>
                  <a:pt x="671" y="104"/>
                </a:cubicBezTo>
                <a:cubicBezTo>
                  <a:pt x="671" y="104"/>
                  <a:pt x="673" y="106"/>
                  <a:pt x="673" y="107"/>
                </a:cubicBezTo>
                <a:lnTo>
                  <a:pt x="664" y="259"/>
                </a:lnTo>
                <a:cubicBezTo>
                  <a:pt x="664" y="265"/>
                  <a:pt x="668" y="270"/>
                  <a:pt x="676" y="270"/>
                </a:cubicBezTo>
                <a:cubicBezTo>
                  <a:pt x="680" y="270"/>
                  <a:pt x="686" y="266"/>
                  <a:pt x="686" y="259"/>
                </a:cubicBezTo>
                <a:lnTo>
                  <a:pt x="687" y="243"/>
                </a:lnTo>
                <a:lnTo>
                  <a:pt x="730" y="243"/>
                </a:lnTo>
                <a:cubicBezTo>
                  <a:pt x="736" y="243"/>
                  <a:pt x="742" y="237"/>
                  <a:pt x="742" y="233"/>
                </a:cubicBezTo>
                <a:lnTo>
                  <a:pt x="742" y="211"/>
                </a:lnTo>
                <a:cubicBezTo>
                  <a:pt x="728" y="191"/>
                  <a:pt x="712" y="175"/>
                  <a:pt x="690" y="175"/>
                </a:cubicBezTo>
                <a:lnTo>
                  <a:pt x="677" y="175"/>
                </a:lnTo>
                <a:lnTo>
                  <a:pt x="680" y="107"/>
                </a:lnTo>
                <a:cubicBezTo>
                  <a:pt x="680" y="100"/>
                  <a:pt x="678" y="91"/>
                  <a:pt x="671" y="86"/>
                </a:cubicBezTo>
                <a:cubicBezTo>
                  <a:pt x="665" y="81"/>
                  <a:pt x="657" y="78"/>
                  <a:pt x="650" y="78"/>
                </a:cubicBezTo>
                <a:cubicBezTo>
                  <a:pt x="629" y="82"/>
                  <a:pt x="608" y="83"/>
                  <a:pt x="587" y="83"/>
                </a:cubicBezTo>
                <a:cubicBezTo>
                  <a:pt x="580" y="83"/>
                  <a:pt x="573" y="83"/>
                  <a:pt x="566" y="83"/>
                </a:cubicBezTo>
                <a:lnTo>
                  <a:pt x="570" y="32"/>
                </a:lnTo>
                <a:cubicBezTo>
                  <a:pt x="570" y="25"/>
                  <a:pt x="569" y="16"/>
                  <a:pt x="561" y="10"/>
                </a:cubicBezTo>
                <a:cubicBezTo>
                  <a:pt x="556" y="5"/>
                  <a:pt x="547" y="3"/>
                  <a:pt x="540" y="3"/>
                </a:cubicBezTo>
                <a:cubicBezTo>
                  <a:pt x="521" y="5"/>
                  <a:pt x="502" y="7"/>
                  <a:pt x="484" y="7"/>
                </a:cubicBezTo>
                <a:cubicBezTo>
                  <a:pt x="476" y="7"/>
                  <a:pt x="469" y="7"/>
                  <a:pt x="462" y="6"/>
                </a:cubicBezTo>
                <a:cubicBezTo>
                  <a:pt x="456" y="6"/>
                  <a:pt x="450" y="10"/>
                  <a:pt x="450" y="18"/>
                </a:cubicBezTo>
                <a:cubicBezTo>
                  <a:pt x="450" y="23"/>
                  <a:pt x="455" y="28"/>
                  <a:pt x="462" y="28"/>
                </a:cubicBezTo>
                <a:cubicBezTo>
                  <a:pt x="469" y="29"/>
                  <a:pt x="477" y="29"/>
                  <a:pt x="485" y="29"/>
                </a:cubicBezTo>
                <a:cubicBezTo>
                  <a:pt x="504" y="29"/>
                  <a:pt x="524" y="27"/>
                  <a:pt x="543" y="23"/>
                </a:cubicBezTo>
                <a:cubicBezTo>
                  <a:pt x="546" y="23"/>
                  <a:pt x="547" y="23"/>
                  <a:pt x="547" y="25"/>
                </a:cubicBezTo>
                <a:cubicBezTo>
                  <a:pt x="547" y="25"/>
                  <a:pt x="548" y="26"/>
                  <a:pt x="548" y="28"/>
                </a:cubicBezTo>
                <a:lnTo>
                  <a:pt x="546" y="78"/>
                </a:lnTo>
                <a:cubicBezTo>
                  <a:pt x="538" y="78"/>
                  <a:pt x="533" y="77"/>
                  <a:pt x="525" y="77"/>
                </a:cubicBezTo>
                <a:cubicBezTo>
                  <a:pt x="524" y="77"/>
                  <a:pt x="523" y="76"/>
                  <a:pt x="521" y="76"/>
                </a:cubicBezTo>
                <a:cubicBezTo>
                  <a:pt x="515" y="76"/>
                  <a:pt x="508" y="79"/>
                  <a:pt x="504" y="84"/>
                </a:cubicBezTo>
                <a:cubicBezTo>
                  <a:pt x="498" y="90"/>
                  <a:pt x="494" y="97"/>
                  <a:pt x="494" y="106"/>
                </a:cubicBezTo>
                <a:lnTo>
                  <a:pt x="498" y="172"/>
                </a:lnTo>
                <a:lnTo>
                  <a:pt x="455" y="172"/>
                </a:lnTo>
                <a:lnTo>
                  <a:pt x="459" y="106"/>
                </a:lnTo>
                <a:cubicBezTo>
                  <a:pt x="459" y="99"/>
                  <a:pt x="456" y="90"/>
                  <a:pt x="449" y="84"/>
                </a:cubicBezTo>
                <a:cubicBezTo>
                  <a:pt x="444" y="78"/>
                  <a:pt x="434" y="77"/>
                  <a:pt x="427" y="77"/>
                </a:cubicBezTo>
                <a:cubicBezTo>
                  <a:pt x="420" y="78"/>
                  <a:pt x="413" y="78"/>
                  <a:pt x="408" y="78"/>
                </a:cubicBezTo>
                <a:lnTo>
                  <a:pt x="404" y="28"/>
                </a:lnTo>
                <a:cubicBezTo>
                  <a:pt x="404" y="26"/>
                  <a:pt x="405" y="25"/>
                  <a:pt x="405" y="25"/>
                </a:cubicBezTo>
                <a:cubicBezTo>
                  <a:pt x="405" y="25"/>
                  <a:pt x="408" y="23"/>
                  <a:pt x="410" y="23"/>
                </a:cubicBezTo>
                <a:cubicBezTo>
                  <a:pt x="411" y="23"/>
                  <a:pt x="414" y="23"/>
                  <a:pt x="417" y="25"/>
                </a:cubicBezTo>
                <a:cubicBezTo>
                  <a:pt x="421" y="25"/>
                  <a:pt x="427" y="21"/>
                  <a:pt x="430" y="16"/>
                </a:cubicBezTo>
                <a:cubicBezTo>
                  <a:pt x="430" y="10"/>
                  <a:pt x="426" y="5"/>
                  <a:pt x="420" y="3"/>
                </a:cubicBezTo>
                <a:cubicBezTo>
                  <a:pt x="418" y="3"/>
                  <a:pt x="417" y="3"/>
                  <a:pt x="413" y="2"/>
                </a:cubicBezTo>
                <a:cubicBezTo>
                  <a:pt x="411" y="1"/>
                  <a:pt x="409" y="1"/>
                  <a:pt x="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4" name="Google Shape;2784;p49"/>
          <p:cNvGrpSpPr/>
          <p:nvPr/>
        </p:nvGrpSpPr>
        <p:grpSpPr>
          <a:xfrm>
            <a:off x="4738334" y="2691454"/>
            <a:ext cx="332000" cy="410752"/>
            <a:chOff x="4738334" y="2691454"/>
            <a:chExt cx="332000" cy="410752"/>
          </a:xfrm>
        </p:grpSpPr>
        <p:sp>
          <p:nvSpPr>
            <p:cNvPr id="2785" name="Google Shape;2785;p49"/>
            <p:cNvSpPr/>
            <p:nvPr/>
          </p:nvSpPr>
          <p:spPr>
            <a:xfrm>
              <a:off x="4738334" y="2691454"/>
              <a:ext cx="332000" cy="410752"/>
            </a:xfrm>
            <a:custGeom>
              <a:rect b="b" l="l" r="r" t="t"/>
              <a:pathLst>
                <a:path extrusionOk="0" h="725" w="586">
                  <a:moveTo>
                    <a:pt x="561" y="415"/>
                  </a:moveTo>
                  <a:lnTo>
                    <a:pt x="561" y="436"/>
                  </a:lnTo>
                  <a:lnTo>
                    <a:pt x="21" y="436"/>
                  </a:lnTo>
                  <a:lnTo>
                    <a:pt x="21" y="415"/>
                  </a:lnTo>
                  <a:close/>
                  <a:moveTo>
                    <a:pt x="416" y="457"/>
                  </a:moveTo>
                  <a:lnTo>
                    <a:pt x="416" y="473"/>
                  </a:lnTo>
                  <a:lnTo>
                    <a:pt x="413" y="473"/>
                  </a:lnTo>
                  <a:cubicBezTo>
                    <a:pt x="413" y="476"/>
                    <a:pt x="411" y="480"/>
                    <a:pt x="406" y="480"/>
                  </a:cubicBezTo>
                  <a:lnTo>
                    <a:pt x="175" y="480"/>
                  </a:lnTo>
                  <a:cubicBezTo>
                    <a:pt x="172" y="480"/>
                    <a:pt x="168" y="476"/>
                    <a:pt x="168" y="473"/>
                  </a:cubicBezTo>
                  <a:lnTo>
                    <a:pt x="168" y="457"/>
                  </a:lnTo>
                  <a:close/>
                  <a:moveTo>
                    <a:pt x="302" y="502"/>
                  </a:moveTo>
                  <a:lnTo>
                    <a:pt x="302" y="675"/>
                  </a:lnTo>
                  <a:lnTo>
                    <a:pt x="279" y="675"/>
                  </a:lnTo>
                  <a:lnTo>
                    <a:pt x="279" y="502"/>
                  </a:lnTo>
                  <a:close/>
                  <a:moveTo>
                    <a:pt x="380" y="501"/>
                  </a:moveTo>
                  <a:lnTo>
                    <a:pt x="455" y="704"/>
                  </a:lnTo>
                  <a:lnTo>
                    <a:pt x="431" y="704"/>
                  </a:lnTo>
                  <a:lnTo>
                    <a:pt x="354" y="501"/>
                  </a:lnTo>
                  <a:close/>
                  <a:moveTo>
                    <a:pt x="15" y="1"/>
                  </a:moveTo>
                  <a:cubicBezTo>
                    <a:pt x="8" y="1"/>
                    <a:pt x="0" y="8"/>
                    <a:pt x="0" y="15"/>
                  </a:cubicBezTo>
                  <a:lnTo>
                    <a:pt x="0" y="49"/>
                  </a:lnTo>
                  <a:cubicBezTo>
                    <a:pt x="0" y="56"/>
                    <a:pt x="8" y="63"/>
                    <a:pt x="15" y="63"/>
                  </a:cubicBezTo>
                  <a:lnTo>
                    <a:pt x="23" y="63"/>
                  </a:lnTo>
                  <a:lnTo>
                    <a:pt x="23" y="391"/>
                  </a:lnTo>
                  <a:lnTo>
                    <a:pt x="15" y="391"/>
                  </a:lnTo>
                  <a:cubicBezTo>
                    <a:pt x="8" y="391"/>
                    <a:pt x="0" y="398"/>
                    <a:pt x="0" y="405"/>
                  </a:cubicBezTo>
                  <a:lnTo>
                    <a:pt x="0" y="439"/>
                  </a:lnTo>
                  <a:cubicBezTo>
                    <a:pt x="0" y="446"/>
                    <a:pt x="8" y="453"/>
                    <a:pt x="15" y="453"/>
                  </a:cubicBezTo>
                  <a:lnTo>
                    <a:pt x="146" y="453"/>
                  </a:lnTo>
                  <a:lnTo>
                    <a:pt x="146" y="469"/>
                  </a:lnTo>
                  <a:cubicBezTo>
                    <a:pt x="146" y="485"/>
                    <a:pt x="159" y="498"/>
                    <a:pt x="175" y="498"/>
                  </a:cubicBezTo>
                  <a:lnTo>
                    <a:pt x="181" y="498"/>
                  </a:lnTo>
                  <a:lnTo>
                    <a:pt x="146" y="590"/>
                  </a:lnTo>
                  <a:cubicBezTo>
                    <a:pt x="145" y="596"/>
                    <a:pt x="146" y="602"/>
                    <a:pt x="152" y="605"/>
                  </a:cubicBezTo>
                  <a:cubicBezTo>
                    <a:pt x="153" y="605"/>
                    <a:pt x="155" y="605"/>
                    <a:pt x="156" y="605"/>
                  </a:cubicBezTo>
                  <a:cubicBezTo>
                    <a:pt x="160" y="605"/>
                    <a:pt x="164" y="603"/>
                    <a:pt x="166" y="599"/>
                  </a:cubicBezTo>
                  <a:lnTo>
                    <a:pt x="204" y="501"/>
                  </a:lnTo>
                  <a:lnTo>
                    <a:pt x="230" y="501"/>
                  </a:lnTo>
                  <a:lnTo>
                    <a:pt x="153" y="704"/>
                  </a:lnTo>
                  <a:lnTo>
                    <a:pt x="129" y="704"/>
                  </a:lnTo>
                  <a:lnTo>
                    <a:pt x="152" y="642"/>
                  </a:lnTo>
                  <a:cubicBezTo>
                    <a:pt x="153" y="638"/>
                    <a:pt x="152" y="632"/>
                    <a:pt x="146" y="628"/>
                  </a:cubicBezTo>
                  <a:cubicBezTo>
                    <a:pt x="145" y="627"/>
                    <a:pt x="144" y="627"/>
                    <a:pt x="143" y="627"/>
                  </a:cubicBezTo>
                  <a:cubicBezTo>
                    <a:pt x="139" y="627"/>
                    <a:pt x="135" y="629"/>
                    <a:pt x="132" y="634"/>
                  </a:cubicBezTo>
                  <a:lnTo>
                    <a:pt x="109" y="696"/>
                  </a:lnTo>
                  <a:cubicBezTo>
                    <a:pt x="107" y="703"/>
                    <a:pt x="107" y="710"/>
                    <a:pt x="110" y="714"/>
                  </a:cubicBezTo>
                  <a:cubicBezTo>
                    <a:pt x="114" y="720"/>
                    <a:pt x="122" y="725"/>
                    <a:pt x="129" y="725"/>
                  </a:cubicBezTo>
                  <a:lnTo>
                    <a:pt x="153" y="725"/>
                  </a:lnTo>
                  <a:cubicBezTo>
                    <a:pt x="164" y="725"/>
                    <a:pt x="171" y="719"/>
                    <a:pt x="174" y="710"/>
                  </a:cubicBezTo>
                  <a:lnTo>
                    <a:pt x="253" y="498"/>
                  </a:lnTo>
                  <a:lnTo>
                    <a:pt x="259" y="498"/>
                  </a:lnTo>
                  <a:lnTo>
                    <a:pt x="259" y="671"/>
                  </a:lnTo>
                  <a:cubicBezTo>
                    <a:pt x="259" y="683"/>
                    <a:pt x="268" y="693"/>
                    <a:pt x="281" y="693"/>
                  </a:cubicBezTo>
                  <a:lnTo>
                    <a:pt x="305" y="693"/>
                  </a:lnTo>
                  <a:cubicBezTo>
                    <a:pt x="317" y="693"/>
                    <a:pt x="327" y="684"/>
                    <a:pt x="327" y="671"/>
                  </a:cubicBezTo>
                  <a:lnTo>
                    <a:pt x="327" y="498"/>
                  </a:lnTo>
                  <a:lnTo>
                    <a:pt x="334" y="498"/>
                  </a:lnTo>
                  <a:lnTo>
                    <a:pt x="413" y="710"/>
                  </a:lnTo>
                  <a:cubicBezTo>
                    <a:pt x="418" y="719"/>
                    <a:pt x="425" y="725"/>
                    <a:pt x="434" y="725"/>
                  </a:cubicBezTo>
                  <a:lnTo>
                    <a:pt x="460" y="725"/>
                  </a:lnTo>
                  <a:cubicBezTo>
                    <a:pt x="467" y="725"/>
                    <a:pt x="471" y="720"/>
                    <a:pt x="477" y="714"/>
                  </a:cubicBezTo>
                  <a:cubicBezTo>
                    <a:pt x="483" y="710"/>
                    <a:pt x="483" y="703"/>
                    <a:pt x="478" y="696"/>
                  </a:cubicBezTo>
                  <a:lnTo>
                    <a:pt x="405" y="498"/>
                  </a:lnTo>
                  <a:lnTo>
                    <a:pt x="411" y="498"/>
                  </a:lnTo>
                  <a:cubicBezTo>
                    <a:pt x="426" y="498"/>
                    <a:pt x="439" y="486"/>
                    <a:pt x="439" y="469"/>
                  </a:cubicBezTo>
                  <a:lnTo>
                    <a:pt x="439" y="453"/>
                  </a:lnTo>
                  <a:lnTo>
                    <a:pt x="571" y="453"/>
                  </a:lnTo>
                  <a:cubicBezTo>
                    <a:pt x="578" y="453"/>
                    <a:pt x="585" y="446"/>
                    <a:pt x="585" y="439"/>
                  </a:cubicBezTo>
                  <a:lnTo>
                    <a:pt x="585" y="407"/>
                  </a:lnTo>
                  <a:cubicBezTo>
                    <a:pt x="585" y="400"/>
                    <a:pt x="578" y="392"/>
                    <a:pt x="571" y="392"/>
                  </a:cubicBezTo>
                  <a:lnTo>
                    <a:pt x="562" y="392"/>
                  </a:lnTo>
                  <a:lnTo>
                    <a:pt x="562" y="353"/>
                  </a:lnTo>
                  <a:cubicBezTo>
                    <a:pt x="562" y="348"/>
                    <a:pt x="556" y="343"/>
                    <a:pt x="551" y="343"/>
                  </a:cubicBezTo>
                  <a:cubicBezTo>
                    <a:pt x="546" y="343"/>
                    <a:pt x="541" y="348"/>
                    <a:pt x="541" y="353"/>
                  </a:cubicBezTo>
                  <a:lnTo>
                    <a:pt x="541" y="392"/>
                  </a:lnTo>
                  <a:lnTo>
                    <a:pt x="45" y="392"/>
                  </a:lnTo>
                  <a:lnTo>
                    <a:pt x="45" y="63"/>
                  </a:lnTo>
                  <a:lnTo>
                    <a:pt x="541" y="63"/>
                  </a:lnTo>
                  <a:lnTo>
                    <a:pt x="541" y="313"/>
                  </a:lnTo>
                  <a:cubicBezTo>
                    <a:pt x="539" y="320"/>
                    <a:pt x="542" y="323"/>
                    <a:pt x="549" y="323"/>
                  </a:cubicBezTo>
                  <a:cubicBezTo>
                    <a:pt x="555" y="323"/>
                    <a:pt x="561" y="317"/>
                    <a:pt x="561" y="311"/>
                  </a:cubicBezTo>
                  <a:lnTo>
                    <a:pt x="561" y="63"/>
                  </a:lnTo>
                  <a:lnTo>
                    <a:pt x="569" y="63"/>
                  </a:lnTo>
                  <a:cubicBezTo>
                    <a:pt x="577" y="63"/>
                    <a:pt x="584" y="56"/>
                    <a:pt x="584" y="49"/>
                  </a:cubicBezTo>
                  <a:lnTo>
                    <a:pt x="584" y="15"/>
                  </a:lnTo>
                  <a:cubicBezTo>
                    <a:pt x="584" y="8"/>
                    <a:pt x="577" y="1"/>
                    <a:pt x="569" y="1"/>
                  </a:cubicBezTo>
                  <a:lnTo>
                    <a:pt x="125" y="1"/>
                  </a:lnTo>
                  <a:cubicBezTo>
                    <a:pt x="120" y="1"/>
                    <a:pt x="114" y="7"/>
                    <a:pt x="114" y="12"/>
                  </a:cubicBezTo>
                  <a:cubicBezTo>
                    <a:pt x="114" y="18"/>
                    <a:pt x="120" y="23"/>
                    <a:pt x="125" y="23"/>
                  </a:cubicBezTo>
                  <a:lnTo>
                    <a:pt x="562" y="23"/>
                  </a:lnTo>
                  <a:lnTo>
                    <a:pt x="562" y="43"/>
                  </a:lnTo>
                  <a:lnTo>
                    <a:pt x="22" y="43"/>
                  </a:lnTo>
                  <a:lnTo>
                    <a:pt x="22" y="23"/>
                  </a:lnTo>
                  <a:lnTo>
                    <a:pt x="81" y="23"/>
                  </a:lnTo>
                  <a:cubicBezTo>
                    <a:pt x="87" y="23"/>
                    <a:pt x="93" y="18"/>
                    <a:pt x="93" y="12"/>
                  </a:cubicBezTo>
                  <a:cubicBezTo>
                    <a:pt x="93" y="7"/>
                    <a:pt x="87" y="1"/>
                    <a:pt x="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9"/>
            <p:cNvSpPr/>
            <p:nvPr/>
          </p:nvSpPr>
          <p:spPr>
            <a:xfrm>
              <a:off x="4853344" y="2738478"/>
              <a:ext cx="100846" cy="50423"/>
            </a:xfrm>
            <a:custGeom>
              <a:rect b="b" l="l" r="r" t="t"/>
              <a:pathLst>
                <a:path extrusionOk="0" h="89" w="178">
                  <a:moveTo>
                    <a:pt x="153" y="22"/>
                  </a:moveTo>
                  <a:lnTo>
                    <a:pt x="153" y="67"/>
                  </a:lnTo>
                  <a:lnTo>
                    <a:pt x="21" y="67"/>
                  </a:lnTo>
                  <a:lnTo>
                    <a:pt x="21" y="22"/>
                  </a:lnTo>
                  <a:close/>
                  <a:moveTo>
                    <a:pt x="23" y="0"/>
                  </a:moveTo>
                  <a:cubicBezTo>
                    <a:pt x="11" y="0"/>
                    <a:pt x="1" y="9"/>
                    <a:pt x="1" y="22"/>
                  </a:cubicBezTo>
                  <a:lnTo>
                    <a:pt x="1" y="67"/>
                  </a:lnTo>
                  <a:cubicBezTo>
                    <a:pt x="1" y="80"/>
                    <a:pt x="11" y="88"/>
                    <a:pt x="23" y="88"/>
                  </a:cubicBezTo>
                  <a:lnTo>
                    <a:pt x="156" y="88"/>
                  </a:lnTo>
                  <a:cubicBezTo>
                    <a:pt x="167" y="88"/>
                    <a:pt x="177" y="80"/>
                    <a:pt x="177" y="67"/>
                  </a:cubicBezTo>
                  <a:lnTo>
                    <a:pt x="177" y="22"/>
                  </a:lnTo>
                  <a:cubicBezTo>
                    <a:pt x="177" y="9"/>
                    <a:pt x="167"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9"/>
            <p:cNvSpPr/>
            <p:nvPr/>
          </p:nvSpPr>
          <p:spPr>
            <a:xfrm>
              <a:off x="4853344" y="2796267"/>
              <a:ext cx="100846" cy="50423"/>
            </a:xfrm>
            <a:custGeom>
              <a:rect b="b" l="l" r="r" t="t"/>
              <a:pathLst>
                <a:path extrusionOk="0" h="89" w="178">
                  <a:moveTo>
                    <a:pt x="153" y="22"/>
                  </a:moveTo>
                  <a:lnTo>
                    <a:pt x="153" y="67"/>
                  </a:lnTo>
                  <a:lnTo>
                    <a:pt x="21" y="67"/>
                  </a:lnTo>
                  <a:lnTo>
                    <a:pt x="21" y="22"/>
                  </a:lnTo>
                  <a:close/>
                  <a:moveTo>
                    <a:pt x="23" y="1"/>
                  </a:moveTo>
                  <a:cubicBezTo>
                    <a:pt x="11" y="1"/>
                    <a:pt x="1" y="9"/>
                    <a:pt x="1" y="22"/>
                  </a:cubicBezTo>
                  <a:lnTo>
                    <a:pt x="1" y="67"/>
                  </a:lnTo>
                  <a:cubicBezTo>
                    <a:pt x="1" y="80"/>
                    <a:pt x="11" y="89"/>
                    <a:pt x="23" y="89"/>
                  </a:cubicBezTo>
                  <a:lnTo>
                    <a:pt x="156" y="89"/>
                  </a:lnTo>
                  <a:cubicBezTo>
                    <a:pt x="167" y="89"/>
                    <a:pt x="177" y="80"/>
                    <a:pt x="177" y="67"/>
                  </a:cubicBezTo>
                  <a:lnTo>
                    <a:pt x="177" y="22"/>
                  </a:lnTo>
                  <a:cubicBezTo>
                    <a:pt x="177" y="9"/>
                    <a:pt x="167"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9"/>
            <p:cNvSpPr/>
            <p:nvPr/>
          </p:nvSpPr>
          <p:spPr>
            <a:xfrm>
              <a:off x="4853344" y="2853489"/>
              <a:ext cx="100846" cy="50423"/>
            </a:xfrm>
            <a:custGeom>
              <a:rect b="b" l="l" r="r" t="t"/>
              <a:pathLst>
                <a:path extrusionOk="0" h="89" w="178">
                  <a:moveTo>
                    <a:pt x="153" y="23"/>
                  </a:moveTo>
                  <a:lnTo>
                    <a:pt x="153" y="67"/>
                  </a:lnTo>
                  <a:lnTo>
                    <a:pt x="21" y="67"/>
                  </a:lnTo>
                  <a:lnTo>
                    <a:pt x="21" y="23"/>
                  </a:lnTo>
                  <a:close/>
                  <a:moveTo>
                    <a:pt x="23" y="1"/>
                  </a:moveTo>
                  <a:cubicBezTo>
                    <a:pt x="11" y="1"/>
                    <a:pt x="1" y="10"/>
                    <a:pt x="1" y="23"/>
                  </a:cubicBezTo>
                  <a:lnTo>
                    <a:pt x="1" y="67"/>
                  </a:lnTo>
                  <a:cubicBezTo>
                    <a:pt x="1" y="80"/>
                    <a:pt x="11" y="89"/>
                    <a:pt x="23" y="89"/>
                  </a:cubicBezTo>
                  <a:lnTo>
                    <a:pt x="156" y="89"/>
                  </a:lnTo>
                  <a:cubicBezTo>
                    <a:pt x="167" y="89"/>
                    <a:pt x="177" y="80"/>
                    <a:pt x="177" y="67"/>
                  </a:cubicBezTo>
                  <a:lnTo>
                    <a:pt x="177" y="23"/>
                  </a:lnTo>
                  <a:cubicBezTo>
                    <a:pt x="177" y="10"/>
                    <a:pt x="166"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9"/>
            <p:cNvSpPr/>
            <p:nvPr/>
          </p:nvSpPr>
          <p:spPr>
            <a:xfrm>
              <a:off x="4797822" y="2756041"/>
              <a:ext cx="50423" cy="140506"/>
            </a:xfrm>
            <a:custGeom>
              <a:rect b="b" l="l" r="r" t="t"/>
              <a:pathLst>
                <a:path extrusionOk="0" h="248" w="89">
                  <a:moveTo>
                    <a:pt x="20" y="1"/>
                  </a:moveTo>
                  <a:cubicBezTo>
                    <a:pt x="9" y="1"/>
                    <a:pt x="1" y="10"/>
                    <a:pt x="1" y="21"/>
                  </a:cubicBezTo>
                  <a:lnTo>
                    <a:pt x="1" y="208"/>
                  </a:lnTo>
                  <a:cubicBezTo>
                    <a:pt x="1" y="218"/>
                    <a:pt x="9" y="226"/>
                    <a:pt x="20" y="226"/>
                  </a:cubicBezTo>
                  <a:lnTo>
                    <a:pt x="54" y="226"/>
                  </a:lnTo>
                  <a:lnTo>
                    <a:pt x="53" y="229"/>
                  </a:lnTo>
                  <a:cubicBezTo>
                    <a:pt x="48" y="235"/>
                    <a:pt x="48" y="242"/>
                    <a:pt x="54" y="245"/>
                  </a:cubicBezTo>
                  <a:cubicBezTo>
                    <a:pt x="56" y="246"/>
                    <a:pt x="59" y="247"/>
                    <a:pt x="61" y="247"/>
                  </a:cubicBezTo>
                  <a:cubicBezTo>
                    <a:pt x="64" y="247"/>
                    <a:pt x="67" y="246"/>
                    <a:pt x="69" y="244"/>
                  </a:cubicBezTo>
                  <a:lnTo>
                    <a:pt x="85" y="223"/>
                  </a:lnTo>
                  <a:cubicBezTo>
                    <a:pt x="89" y="219"/>
                    <a:pt x="89" y="215"/>
                    <a:pt x="85" y="210"/>
                  </a:cubicBezTo>
                  <a:lnTo>
                    <a:pt x="69" y="190"/>
                  </a:lnTo>
                  <a:cubicBezTo>
                    <a:pt x="67" y="188"/>
                    <a:pt x="63" y="187"/>
                    <a:pt x="60" y="187"/>
                  </a:cubicBezTo>
                  <a:cubicBezTo>
                    <a:pt x="58" y="187"/>
                    <a:pt x="56" y="188"/>
                    <a:pt x="54" y="189"/>
                  </a:cubicBezTo>
                  <a:cubicBezTo>
                    <a:pt x="51" y="193"/>
                    <a:pt x="48" y="200"/>
                    <a:pt x="53" y="203"/>
                  </a:cubicBezTo>
                  <a:lnTo>
                    <a:pt x="54" y="205"/>
                  </a:lnTo>
                  <a:lnTo>
                    <a:pt x="22" y="205"/>
                  </a:lnTo>
                  <a:lnTo>
                    <a:pt x="22" y="23"/>
                  </a:lnTo>
                  <a:lnTo>
                    <a:pt x="69" y="23"/>
                  </a:lnTo>
                  <a:cubicBezTo>
                    <a:pt x="74" y="23"/>
                    <a:pt x="80" y="17"/>
                    <a:pt x="80" y="13"/>
                  </a:cubicBezTo>
                  <a:cubicBezTo>
                    <a:pt x="80" y="7"/>
                    <a:pt x="74" y="1"/>
                    <a:pt x="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9"/>
            <p:cNvSpPr/>
            <p:nvPr/>
          </p:nvSpPr>
          <p:spPr>
            <a:xfrm>
              <a:off x="4958156" y="2749809"/>
              <a:ext cx="50423" cy="139373"/>
            </a:xfrm>
            <a:custGeom>
              <a:rect b="b" l="l" r="r" t="t"/>
              <a:pathLst>
                <a:path extrusionOk="0" h="246" w="89">
                  <a:moveTo>
                    <a:pt x="28" y="0"/>
                  </a:moveTo>
                  <a:cubicBezTo>
                    <a:pt x="25" y="0"/>
                    <a:pt x="23" y="2"/>
                    <a:pt x="21" y="5"/>
                  </a:cubicBezTo>
                  <a:lnTo>
                    <a:pt x="4" y="25"/>
                  </a:lnTo>
                  <a:cubicBezTo>
                    <a:pt x="1" y="28"/>
                    <a:pt x="1" y="34"/>
                    <a:pt x="4" y="38"/>
                  </a:cubicBezTo>
                  <a:lnTo>
                    <a:pt x="21" y="58"/>
                  </a:lnTo>
                  <a:cubicBezTo>
                    <a:pt x="23" y="60"/>
                    <a:pt x="26" y="61"/>
                    <a:pt x="30" y="61"/>
                  </a:cubicBezTo>
                  <a:cubicBezTo>
                    <a:pt x="32" y="61"/>
                    <a:pt x="34" y="61"/>
                    <a:pt x="36" y="60"/>
                  </a:cubicBezTo>
                  <a:cubicBezTo>
                    <a:pt x="38" y="55"/>
                    <a:pt x="40" y="48"/>
                    <a:pt x="37" y="45"/>
                  </a:cubicBezTo>
                  <a:lnTo>
                    <a:pt x="36" y="42"/>
                  </a:lnTo>
                  <a:lnTo>
                    <a:pt x="67" y="42"/>
                  </a:lnTo>
                  <a:lnTo>
                    <a:pt x="67" y="226"/>
                  </a:lnTo>
                  <a:lnTo>
                    <a:pt x="21" y="226"/>
                  </a:lnTo>
                  <a:lnTo>
                    <a:pt x="21" y="223"/>
                  </a:lnTo>
                  <a:cubicBezTo>
                    <a:pt x="15" y="223"/>
                    <a:pt x="10" y="229"/>
                    <a:pt x="10" y="234"/>
                  </a:cubicBezTo>
                  <a:cubicBezTo>
                    <a:pt x="10" y="240"/>
                    <a:pt x="15" y="246"/>
                    <a:pt x="21" y="246"/>
                  </a:cubicBezTo>
                  <a:lnTo>
                    <a:pt x="69" y="246"/>
                  </a:lnTo>
                  <a:cubicBezTo>
                    <a:pt x="80" y="246"/>
                    <a:pt x="89" y="236"/>
                    <a:pt x="89" y="226"/>
                  </a:cubicBezTo>
                  <a:lnTo>
                    <a:pt x="89" y="39"/>
                  </a:lnTo>
                  <a:cubicBezTo>
                    <a:pt x="89" y="28"/>
                    <a:pt x="80" y="19"/>
                    <a:pt x="69" y="19"/>
                  </a:cubicBezTo>
                  <a:lnTo>
                    <a:pt x="36" y="19"/>
                  </a:lnTo>
                  <a:lnTo>
                    <a:pt x="37" y="18"/>
                  </a:lnTo>
                  <a:cubicBezTo>
                    <a:pt x="40" y="13"/>
                    <a:pt x="40" y="6"/>
                    <a:pt x="36" y="3"/>
                  </a:cubicBezTo>
                  <a:cubicBezTo>
                    <a:pt x="34" y="1"/>
                    <a:pt x="31"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1" name="Google Shape;2791;p49"/>
          <p:cNvGrpSpPr/>
          <p:nvPr/>
        </p:nvGrpSpPr>
        <p:grpSpPr>
          <a:xfrm>
            <a:off x="6331480" y="2693154"/>
            <a:ext cx="343897" cy="409619"/>
            <a:chOff x="6331480" y="2693154"/>
            <a:chExt cx="343897" cy="409619"/>
          </a:xfrm>
        </p:grpSpPr>
        <p:sp>
          <p:nvSpPr>
            <p:cNvPr id="2792" name="Google Shape;2792;p49"/>
            <p:cNvSpPr/>
            <p:nvPr/>
          </p:nvSpPr>
          <p:spPr>
            <a:xfrm>
              <a:off x="6609090" y="2891448"/>
              <a:ext cx="15863" cy="12464"/>
            </a:xfrm>
            <a:custGeom>
              <a:rect b="b" l="l" r="r" t="t"/>
              <a:pathLst>
                <a:path extrusionOk="0" h="22" w="28">
                  <a:moveTo>
                    <a:pt x="12" y="0"/>
                  </a:moveTo>
                  <a:cubicBezTo>
                    <a:pt x="6" y="0"/>
                    <a:pt x="1" y="6"/>
                    <a:pt x="1" y="12"/>
                  </a:cubicBezTo>
                  <a:cubicBezTo>
                    <a:pt x="1" y="18"/>
                    <a:pt x="6" y="22"/>
                    <a:pt x="12" y="22"/>
                  </a:cubicBezTo>
                  <a:lnTo>
                    <a:pt x="18" y="22"/>
                  </a:lnTo>
                  <a:cubicBezTo>
                    <a:pt x="22" y="22"/>
                    <a:pt x="28" y="18"/>
                    <a:pt x="28" y="12"/>
                  </a:cubicBezTo>
                  <a:cubicBezTo>
                    <a:pt x="28" y="6"/>
                    <a:pt x="22" y="0"/>
                    <a:pt x="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9"/>
            <p:cNvSpPr/>
            <p:nvPr/>
          </p:nvSpPr>
          <p:spPr>
            <a:xfrm>
              <a:off x="6331480" y="2693154"/>
              <a:ext cx="343897" cy="409619"/>
            </a:xfrm>
            <a:custGeom>
              <a:rect b="b" l="l" r="r" t="t"/>
              <a:pathLst>
                <a:path extrusionOk="0" h="723" w="607">
                  <a:moveTo>
                    <a:pt x="583" y="90"/>
                  </a:moveTo>
                  <a:lnTo>
                    <a:pt x="584" y="147"/>
                  </a:lnTo>
                  <a:cubicBezTo>
                    <a:pt x="584" y="147"/>
                    <a:pt x="584" y="148"/>
                    <a:pt x="583" y="148"/>
                  </a:cubicBezTo>
                  <a:lnTo>
                    <a:pt x="560" y="148"/>
                  </a:lnTo>
                  <a:lnTo>
                    <a:pt x="560" y="90"/>
                  </a:lnTo>
                  <a:close/>
                  <a:moveTo>
                    <a:pt x="583" y="212"/>
                  </a:moveTo>
                  <a:lnTo>
                    <a:pt x="584" y="268"/>
                  </a:lnTo>
                  <a:cubicBezTo>
                    <a:pt x="584" y="268"/>
                    <a:pt x="584" y="269"/>
                    <a:pt x="583" y="269"/>
                  </a:cubicBezTo>
                  <a:lnTo>
                    <a:pt x="560" y="269"/>
                  </a:lnTo>
                  <a:lnTo>
                    <a:pt x="560" y="212"/>
                  </a:lnTo>
                  <a:close/>
                  <a:moveTo>
                    <a:pt x="554" y="330"/>
                  </a:moveTo>
                  <a:cubicBezTo>
                    <a:pt x="570" y="332"/>
                    <a:pt x="584" y="346"/>
                    <a:pt x="584" y="362"/>
                  </a:cubicBezTo>
                  <a:cubicBezTo>
                    <a:pt x="584" y="378"/>
                    <a:pt x="570" y="392"/>
                    <a:pt x="554" y="392"/>
                  </a:cubicBezTo>
                  <a:lnTo>
                    <a:pt x="489" y="392"/>
                  </a:lnTo>
                  <a:cubicBezTo>
                    <a:pt x="482" y="392"/>
                    <a:pt x="475" y="385"/>
                    <a:pt x="475" y="378"/>
                  </a:cubicBezTo>
                  <a:lnTo>
                    <a:pt x="475" y="345"/>
                  </a:lnTo>
                  <a:cubicBezTo>
                    <a:pt x="475" y="339"/>
                    <a:pt x="482" y="330"/>
                    <a:pt x="489" y="330"/>
                  </a:cubicBezTo>
                  <a:close/>
                  <a:moveTo>
                    <a:pt x="583" y="451"/>
                  </a:moveTo>
                  <a:lnTo>
                    <a:pt x="584" y="508"/>
                  </a:lnTo>
                  <a:cubicBezTo>
                    <a:pt x="584" y="508"/>
                    <a:pt x="584" y="509"/>
                    <a:pt x="583" y="509"/>
                  </a:cubicBezTo>
                  <a:lnTo>
                    <a:pt x="560" y="509"/>
                  </a:lnTo>
                  <a:lnTo>
                    <a:pt x="560" y="451"/>
                  </a:lnTo>
                  <a:close/>
                  <a:moveTo>
                    <a:pt x="56" y="1"/>
                  </a:moveTo>
                  <a:cubicBezTo>
                    <a:pt x="27" y="1"/>
                    <a:pt x="1" y="24"/>
                    <a:pt x="1" y="54"/>
                  </a:cubicBezTo>
                  <a:lnTo>
                    <a:pt x="1" y="668"/>
                  </a:lnTo>
                  <a:cubicBezTo>
                    <a:pt x="1" y="697"/>
                    <a:pt x="25" y="723"/>
                    <a:pt x="56" y="723"/>
                  </a:cubicBezTo>
                  <a:lnTo>
                    <a:pt x="441" y="723"/>
                  </a:lnTo>
                  <a:cubicBezTo>
                    <a:pt x="447" y="723"/>
                    <a:pt x="453" y="717"/>
                    <a:pt x="453" y="711"/>
                  </a:cubicBezTo>
                  <a:cubicBezTo>
                    <a:pt x="453" y="706"/>
                    <a:pt x="447" y="701"/>
                    <a:pt x="441" y="701"/>
                  </a:cubicBezTo>
                  <a:lnTo>
                    <a:pt x="126" y="701"/>
                  </a:lnTo>
                  <a:lnTo>
                    <a:pt x="126" y="350"/>
                  </a:lnTo>
                  <a:cubicBezTo>
                    <a:pt x="126" y="345"/>
                    <a:pt x="121" y="340"/>
                    <a:pt x="115" y="340"/>
                  </a:cubicBezTo>
                  <a:cubicBezTo>
                    <a:pt x="109" y="340"/>
                    <a:pt x="105" y="345"/>
                    <a:pt x="105" y="350"/>
                  </a:cubicBezTo>
                  <a:lnTo>
                    <a:pt x="105" y="701"/>
                  </a:lnTo>
                  <a:lnTo>
                    <a:pt x="54" y="701"/>
                  </a:lnTo>
                  <a:cubicBezTo>
                    <a:pt x="35" y="701"/>
                    <a:pt x="21" y="687"/>
                    <a:pt x="21" y="668"/>
                  </a:cubicBezTo>
                  <a:lnTo>
                    <a:pt x="21" y="54"/>
                  </a:lnTo>
                  <a:cubicBezTo>
                    <a:pt x="21" y="37"/>
                    <a:pt x="35" y="22"/>
                    <a:pt x="54" y="22"/>
                  </a:cubicBezTo>
                  <a:lnTo>
                    <a:pt x="105" y="22"/>
                  </a:lnTo>
                  <a:lnTo>
                    <a:pt x="105" y="308"/>
                  </a:lnTo>
                  <a:cubicBezTo>
                    <a:pt x="105" y="314"/>
                    <a:pt x="109" y="320"/>
                    <a:pt x="115" y="320"/>
                  </a:cubicBezTo>
                  <a:cubicBezTo>
                    <a:pt x="121" y="320"/>
                    <a:pt x="126" y="314"/>
                    <a:pt x="126" y="308"/>
                  </a:cubicBezTo>
                  <a:lnTo>
                    <a:pt x="126" y="22"/>
                  </a:lnTo>
                  <a:lnTo>
                    <a:pt x="528" y="22"/>
                  </a:lnTo>
                  <a:cubicBezTo>
                    <a:pt x="534" y="22"/>
                    <a:pt x="538" y="25"/>
                    <a:pt x="538" y="31"/>
                  </a:cubicBezTo>
                  <a:lnTo>
                    <a:pt x="538" y="308"/>
                  </a:lnTo>
                  <a:lnTo>
                    <a:pt x="488" y="308"/>
                  </a:lnTo>
                  <a:cubicBezTo>
                    <a:pt x="467" y="308"/>
                    <a:pt x="452" y="326"/>
                    <a:pt x="452" y="345"/>
                  </a:cubicBezTo>
                  <a:lnTo>
                    <a:pt x="452" y="378"/>
                  </a:lnTo>
                  <a:cubicBezTo>
                    <a:pt x="452" y="398"/>
                    <a:pt x="467" y="414"/>
                    <a:pt x="488" y="414"/>
                  </a:cubicBezTo>
                  <a:lnTo>
                    <a:pt x="538" y="414"/>
                  </a:lnTo>
                  <a:lnTo>
                    <a:pt x="538" y="691"/>
                  </a:lnTo>
                  <a:cubicBezTo>
                    <a:pt x="538" y="697"/>
                    <a:pt x="534" y="701"/>
                    <a:pt x="528" y="701"/>
                  </a:cubicBezTo>
                  <a:lnTo>
                    <a:pt x="485" y="701"/>
                  </a:lnTo>
                  <a:cubicBezTo>
                    <a:pt x="480" y="701"/>
                    <a:pt x="475" y="706"/>
                    <a:pt x="475" y="711"/>
                  </a:cubicBezTo>
                  <a:cubicBezTo>
                    <a:pt x="475" y="717"/>
                    <a:pt x="480" y="723"/>
                    <a:pt x="485" y="723"/>
                  </a:cubicBezTo>
                  <a:lnTo>
                    <a:pt x="528" y="723"/>
                  </a:lnTo>
                  <a:cubicBezTo>
                    <a:pt x="545" y="723"/>
                    <a:pt x="560" y="709"/>
                    <a:pt x="560" y="691"/>
                  </a:cubicBezTo>
                  <a:lnTo>
                    <a:pt x="560" y="531"/>
                  </a:lnTo>
                  <a:lnTo>
                    <a:pt x="583" y="531"/>
                  </a:lnTo>
                  <a:cubicBezTo>
                    <a:pt x="596" y="531"/>
                    <a:pt x="606" y="521"/>
                    <a:pt x="606" y="508"/>
                  </a:cubicBezTo>
                  <a:lnTo>
                    <a:pt x="606" y="453"/>
                  </a:lnTo>
                  <a:cubicBezTo>
                    <a:pt x="606" y="441"/>
                    <a:pt x="596" y="430"/>
                    <a:pt x="583" y="430"/>
                  </a:cubicBezTo>
                  <a:lnTo>
                    <a:pt x="560" y="430"/>
                  </a:lnTo>
                  <a:lnTo>
                    <a:pt x="560" y="412"/>
                  </a:lnTo>
                  <a:cubicBezTo>
                    <a:pt x="584" y="410"/>
                    <a:pt x="606" y="386"/>
                    <a:pt x="606" y="362"/>
                  </a:cubicBezTo>
                  <a:cubicBezTo>
                    <a:pt x="606" y="336"/>
                    <a:pt x="586" y="313"/>
                    <a:pt x="560" y="311"/>
                  </a:cubicBezTo>
                  <a:lnTo>
                    <a:pt x="560" y="291"/>
                  </a:lnTo>
                  <a:lnTo>
                    <a:pt x="583" y="291"/>
                  </a:lnTo>
                  <a:cubicBezTo>
                    <a:pt x="596" y="291"/>
                    <a:pt x="606" y="280"/>
                    <a:pt x="606" y="268"/>
                  </a:cubicBezTo>
                  <a:lnTo>
                    <a:pt x="606" y="213"/>
                  </a:lnTo>
                  <a:cubicBezTo>
                    <a:pt x="606" y="200"/>
                    <a:pt x="596" y="190"/>
                    <a:pt x="583" y="190"/>
                  </a:cubicBezTo>
                  <a:lnTo>
                    <a:pt x="560" y="190"/>
                  </a:lnTo>
                  <a:lnTo>
                    <a:pt x="560" y="170"/>
                  </a:lnTo>
                  <a:lnTo>
                    <a:pt x="583" y="170"/>
                  </a:lnTo>
                  <a:cubicBezTo>
                    <a:pt x="596" y="170"/>
                    <a:pt x="606" y="160"/>
                    <a:pt x="606" y="147"/>
                  </a:cubicBezTo>
                  <a:lnTo>
                    <a:pt x="606" y="92"/>
                  </a:lnTo>
                  <a:cubicBezTo>
                    <a:pt x="606" y="80"/>
                    <a:pt x="596" y="69"/>
                    <a:pt x="583" y="69"/>
                  </a:cubicBezTo>
                  <a:lnTo>
                    <a:pt x="560" y="69"/>
                  </a:lnTo>
                  <a:lnTo>
                    <a:pt x="560" y="31"/>
                  </a:lnTo>
                  <a:cubicBezTo>
                    <a:pt x="560" y="15"/>
                    <a:pt x="545" y="1"/>
                    <a:pt x="5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9"/>
            <p:cNvSpPr/>
            <p:nvPr/>
          </p:nvSpPr>
          <p:spPr>
            <a:xfrm>
              <a:off x="6535439" y="2995127"/>
              <a:ext cx="81017" cy="79884"/>
            </a:xfrm>
            <a:custGeom>
              <a:rect b="b" l="l" r="r" t="t"/>
              <a:pathLst>
                <a:path extrusionOk="0" h="141" w="143">
                  <a:moveTo>
                    <a:pt x="71" y="20"/>
                  </a:moveTo>
                  <a:cubicBezTo>
                    <a:pt x="99" y="20"/>
                    <a:pt x="122" y="41"/>
                    <a:pt x="122" y="70"/>
                  </a:cubicBezTo>
                  <a:cubicBezTo>
                    <a:pt x="122" y="98"/>
                    <a:pt x="100" y="121"/>
                    <a:pt x="71" y="121"/>
                  </a:cubicBezTo>
                  <a:cubicBezTo>
                    <a:pt x="44" y="121"/>
                    <a:pt x="21" y="99"/>
                    <a:pt x="21" y="70"/>
                  </a:cubicBezTo>
                  <a:cubicBezTo>
                    <a:pt x="21" y="43"/>
                    <a:pt x="44" y="20"/>
                    <a:pt x="71" y="20"/>
                  </a:cubicBezTo>
                  <a:close/>
                  <a:moveTo>
                    <a:pt x="71" y="1"/>
                  </a:moveTo>
                  <a:cubicBezTo>
                    <a:pt x="31" y="1"/>
                    <a:pt x="0" y="33"/>
                    <a:pt x="0" y="70"/>
                  </a:cubicBezTo>
                  <a:cubicBezTo>
                    <a:pt x="0" y="111"/>
                    <a:pt x="32" y="141"/>
                    <a:pt x="71" y="141"/>
                  </a:cubicBezTo>
                  <a:cubicBezTo>
                    <a:pt x="112" y="141"/>
                    <a:pt x="142" y="109"/>
                    <a:pt x="142" y="70"/>
                  </a:cubicBezTo>
                  <a:cubicBezTo>
                    <a:pt x="142" y="31"/>
                    <a:pt x="109" y="1"/>
                    <a:pt x="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9"/>
            <p:cNvSpPr/>
            <p:nvPr/>
          </p:nvSpPr>
          <p:spPr>
            <a:xfrm>
              <a:off x="6480483" y="2814396"/>
              <a:ext cx="77618" cy="13597"/>
            </a:xfrm>
            <a:custGeom>
              <a:rect b="b" l="l" r="r" t="t"/>
              <a:pathLst>
                <a:path extrusionOk="0" h="24" w="137">
                  <a:moveTo>
                    <a:pt x="11" y="1"/>
                  </a:moveTo>
                  <a:cubicBezTo>
                    <a:pt x="6" y="1"/>
                    <a:pt x="1" y="6"/>
                    <a:pt x="1" y="12"/>
                  </a:cubicBezTo>
                  <a:cubicBezTo>
                    <a:pt x="1" y="18"/>
                    <a:pt x="6" y="24"/>
                    <a:pt x="11" y="24"/>
                  </a:cubicBezTo>
                  <a:lnTo>
                    <a:pt x="125" y="24"/>
                  </a:lnTo>
                  <a:cubicBezTo>
                    <a:pt x="131" y="24"/>
                    <a:pt x="137" y="18"/>
                    <a:pt x="137" y="12"/>
                  </a:cubicBezTo>
                  <a:cubicBezTo>
                    <a:pt x="137" y="6"/>
                    <a:pt x="131" y="1"/>
                    <a:pt x="1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9"/>
            <p:cNvSpPr/>
            <p:nvPr/>
          </p:nvSpPr>
          <p:spPr>
            <a:xfrm>
              <a:off x="6456688" y="2852922"/>
              <a:ext cx="125775" cy="13031"/>
            </a:xfrm>
            <a:custGeom>
              <a:rect b="b" l="l" r="r" t="t"/>
              <a:pathLst>
                <a:path extrusionOk="0" h="23" w="222">
                  <a:moveTo>
                    <a:pt x="12" y="0"/>
                  </a:moveTo>
                  <a:cubicBezTo>
                    <a:pt x="7" y="0"/>
                    <a:pt x="1" y="5"/>
                    <a:pt x="1" y="11"/>
                  </a:cubicBezTo>
                  <a:cubicBezTo>
                    <a:pt x="1" y="16"/>
                    <a:pt x="7" y="22"/>
                    <a:pt x="12" y="22"/>
                  </a:cubicBezTo>
                  <a:lnTo>
                    <a:pt x="210" y="22"/>
                  </a:lnTo>
                  <a:cubicBezTo>
                    <a:pt x="216" y="22"/>
                    <a:pt x="222" y="16"/>
                    <a:pt x="222" y="11"/>
                  </a:cubicBezTo>
                  <a:cubicBezTo>
                    <a:pt x="222" y="5"/>
                    <a:pt x="216" y="0"/>
                    <a:pt x="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9"/>
            <p:cNvSpPr/>
            <p:nvPr/>
          </p:nvSpPr>
          <p:spPr>
            <a:xfrm>
              <a:off x="6481616" y="3018923"/>
              <a:ext cx="35693" cy="13597"/>
            </a:xfrm>
            <a:custGeom>
              <a:rect b="b" l="l" r="r" t="t"/>
              <a:pathLst>
                <a:path extrusionOk="0" h="24" w="63">
                  <a:moveTo>
                    <a:pt x="10" y="1"/>
                  </a:moveTo>
                  <a:cubicBezTo>
                    <a:pt x="6" y="1"/>
                    <a:pt x="0" y="6"/>
                    <a:pt x="0" y="12"/>
                  </a:cubicBezTo>
                  <a:cubicBezTo>
                    <a:pt x="0" y="18"/>
                    <a:pt x="6" y="24"/>
                    <a:pt x="10" y="24"/>
                  </a:cubicBezTo>
                  <a:lnTo>
                    <a:pt x="51" y="24"/>
                  </a:lnTo>
                  <a:cubicBezTo>
                    <a:pt x="56" y="24"/>
                    <a:pt x="62" y="18"/>
                    <a:pt x="62" y="12"/>
                  </a:cubicBezTo>
                  <a:cubicBezTo>
                    <a:pt x="62" y="5"/>
                    <a:pt x="58" y="1"/>
                    <a:pt x="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9"/>
            <p:cNvSpPr/>
            <p:nvPr/>
          </p:nvSpPr>
          <p:spPr>
            <a:xfrm>
              <a:off x="6456688" y="3046117"/>
              <a:ext cx="60621" cy="12464"/>
            </a:xfrm>
            <a:custGeom>
              <a:rect b="b" l="l" r="r" t="t"/>
              <a:pathLst>
                <a:path extrusionOk="0" h="22" w="107">
                  <a:moveTo>
                    <a:pt x="12" y="0"/>
                  </a:moveTo>
                  <a:cubicBezTo>
                    <a:pt x="7" y="0"/>
                    <a:pt x="1" y="6"/>
                    <a:pt x="1" y="12"/>
                  </a:cubicBezTo>
                  <a:cubicBezTo>
                    <a:pt x="1" y="16"/>
                    <a:pt x="7" y="22"/>
                    <a:pt x="12" y="22"/>
                  </a:cubicBezTo>
                  <a:lnTo>
                    <a:pt x="95" y="22"/>
                  </a:lnTo>
                  <a:cubicBezTo>
                    <a:pt x="100" y="22"/>
                    <a:pt x="106" y="16"/>
                    <a:pt x="106" y="12"/>
                  </a:cubicBezTo>
                  <a:cubicBezTo>
                    <a:pt x="106" y="5"/>
                    <a:pt x="102" y="0"/>
                    <a:pt x="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9"/>
            <p:cNvSpPr/>
            <p:nvPr/>
          </p:nvSpPr>
          <p:spPr>
            <a:xfrm>
              <a:off x="6436292" y="2731679"/>
              <a:ext cx="166566" cy="57789"/>
            </a:xfrm>
            <a:custGeom>
              <a:rect b="b" l="l" r="r" t="t"/>
              <a:pathLst>
                <a:path extrusionOk="0" h="102" w="294">
                  <a:moveTo>
                    <a:pt x="22" y="1"/>
                  </a:moveTo>
                  <a:cubicBezTo>
                    <a:pt x="12" y="1"/>
                    <a:pt x="1" y="9"/>
                    <a:pt x="1" y="22"/>
                  </a:cubicBezTo>
                  <a:lnTo>
                    <a:pt x="1" y="80"/>
                  </a:lnTo>
                  <a:cubicBezTo>
                    <a:pt x="1" y="92"/>
                    <a:pt x="9" y="102"/>
                    <a:pt x="22" y="102"/>
                  </a:cubicBezTo>
                  <a:lnTo>
                    <a:pt x="271" y="102"/>
                  </a:lnTo>
                  <a:cubicBezTo>
                    <a:pt x="282" y="102"/>
                    <a:pt x="294" y="93"/>
                    <a:pt x="294" y="80"/>
                  </a:cubicBezTo>
                  <a:lnTo>
                    <a:pt x="294" y="22"/>
                  </a:lnTo>
                  <a:cubicBezTo>
                    <a:pt x="294" y="12"/>
                    <a:pt x="284" y="1"/>
                    <a:pt x="271" y="1"/>
                  </a:cubicBezTo>
                  <a:lnTo>
                    <a:pt x="225" y="1"/>
                  </a:lnTo>
                  <a:cubicBezTo>
                    <a:pt x="219" y="1"/>
                    <a:pt x="213" y="6"/>
                    <a:pt x="213" y="12"/>
                  </a:cubicBezTo>
                  <a:cubicBezTo>
                    <a:pt x="213" y="18"/>
                    <a:pt x="219" y="22"/>
                    <a:pt x="225" y="22"/>
                  </a:cubicBezTo>
                  <a:lnTo>
                    <a:pt x="271" y="22"/>
                  </a:lnTo>
                  <a:lnTo>
                    <a:pt x="271" y="80"/>
                  </a:lnTo>
                  <a:lnTo>
                    <a:pt x="22" y="80"/>
                  </a:lnTo>
                  <a:lnTo>
                    <a:pt x="22" y="22"/>
                  </a:lnTo>
                  <a:lnTo>
                    <a:pt x="183" y="22"/>
                  </a:lnTo>
                  <a:cubicBezTo>
                    <a:pt x="188" y="22"/>
                    <a:pt x="194" y="18"/>
                    <a:pt x="194" y="12"/>
                  </a:cubicBezTo>
                  <a:cubicBezTo>
                    <a:pt x="194" y="6"/>
                    <a:pt x="188" y="1"/>
                    <a:pt x="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49"/>
          <p:cNvGrpSpPr/>
          <p:nvPr/>
        </p:nvGrpSpPr>
        <p:grpSpPr>
          <a:xfrm>
            <a:off x="7899130" y="2080141"/>
            <a:ext cx="411317" cy="357496"/>
            <a:chOff x="7899130" y="2080141"/>
            <a:chExt cx="411317" cy="357496"/>
          </a:xfrm>
        </p:grpSpPr>
        <p:sp>
          <p:nvSpPr>
            <p:cNvPr id="2801" name="Google Shape;2801;p49"/>
            <p:cNvSpPr/>
            <p:nvPr/>
          </p:nvSpPr>
          <p:spPr>
            <a:xfrm>
              <a:off x="7899130" y="2080141"/>
              <a:ext cx="411317" cy="357496"/>
            </a:xfrm>
            <a:custGeom>
              <a:rect b="b" l="l" r="r" t="t"/>
              <a:pathLst>
                <a:path extrusionOk="0" h="631" w="726">
                  <a:moveTo>
                    <a:pt x="439" y="74"/>
                  </a:moveTo>
                  <a:cubicBezTo>
                    <a:pt x="444" y="74"/>
                    <a:pt x="446" y="79"/>
                    <a:pt x="446" y="82"/>
                  </a:cubicBezTo>
                  <a:lnTo>
                    <a:pt x="446" y="137"/>
                  </a:lnTo>
                  <a:lnTo>
                    <a:pt x="277" y="137"/>
                  </a:lnTo>
                  <a:lnTo>
                    <a:pt x="277" y="82"/>
                  </a:lnTo>
                  <a:cubicBezTo>
                    <a:pt x="277" y="79"/>
                    <a:pt x="280" y="74"/>
                    <a:pt x="285" y="74"/>
                  </a:cubicBezTo>
                  <a:close/>
                  <a:moveTo>
                    <a:pt x="377" y="356"/>
                  </a:moveTo>
                  <a:cubicBezTo>
                    <a:pt x="381" y="356"/>
                    <a:pt x="386" y="360"/>
                    <a:pt x="386" y="366"/>
                  </a:cubicBezTo>
                  <a:lnTo>
                    <a:pt x="386" y="441"/>
                  </a:lnTo>
                  <a:cubicBezTo>
                    <a:pt x="386" y="447"/>
                    <a:pt x="381" y="450"/>
                    <a:pt x="377" y="450"/>
                  </a:cubicBezTo>
                  <a:lnTo>
                    <a:pt x="345" y="450"/>
                  </a:lnTo>
                  <a:cubicBezTo>
                    <a:pt x="341" y="450"/>
                    <a:pt x="337" y="447"/>
                    <a:pt x="337" y="441"/>
                  </a:cubicBezTo>
                  <a:lnTo>
                    <a:pt x="337" y="366"/>
                  </a:lnTo>
                  <a:cubicBezTo>
                    <a:pt x="337" y="360"/>
                    <a:pt x="341" y="356"/>
                    <a:pt x="345" y="356"/>
                  </a:cubicBezTo>
                  <a:close/>
                  <a:moveTo>
                    <a:pt x="285" y="1"/>
                  </a:moveTo>
                  <a:cubicBezTo>
                    <a:pt x="238" y="1"/>
                    <a:pt x="202" y="37"/>
                    <a:pt x="202" y="82"/>
                  </a:cubicBezTo>
                  <a:lnTo>
                    <a:pt x="202" y="137"/>
                  </a:lnTo>
                  <a:lnTo>
                    <a:pt x="108" y="137"/>
                  </a:lnTo>
                  <a:lnTo>
                    <a:pt x="108" y="134"/>
                  </a:lnTo>
                  <a:cubicBezTo>
                    <a:pt x="108" y="129"/>
                    <a:pt x="104" y="124"/>
                    <a:pt x="98" y="124"/>
                  </a:cubicBezTo>
                  <a:cubicBezTo>
                    <a:pt x="93" y="124"/>
                    <a:pt x="87" y="129"/>
                    <a:pt x="87" y="134"/>
                  </a:cubicBezTo>
                  <a:lnTo>
                    <a:pt x="87" y="137"/>
                  </a:lnTo>
                  <a:lnTo>
                    <a:pt x="39" y="137"/>
                  </a:lnTo>
                  <a:cubicBezTo>
                    <a:pt x="17" y="137"/>
                    <a:pt x="0" y="152"/>
                    <a:pt x="0" y="174"/>
                  </a:cubicBezTo>
                  <a:lnTo>
                    <a:pt x="0" y="593"/>
                  </a:lnTo>
                  <a:cubicBezTo>
                    <a:pt x="0" y="615"/>
                    <a:pt x="17" y="631"/>
                    <a:pt x="39" y="631"/>
                  </a:cubicBezTo>
                  <a:lnTo>
                    <a:pt x="120" y="631"/>
                  </a:lnTo>
                  <a:cubicBezTo>
                    <a:pt x="126" y="631"/>
                    <a:pt x="130" y="626"/>
                    <a:pt x="130" y="620"/>
                  </a:cubicBezTo>
                  <a:cubicBezTo>
                    <a:pt x="130" y="615"/>
                    <a:pt x="126" y="609"/>
                    <a:pt x="120" y="609"/>
                  </a:cubicBezTo>
                  <a:lnTo>
                    <a:pt x="39" y="609"/>
                  </a:lnTo>
                  <a:cubicBezTo>
                    <a:pt x="29" y="609"/>
                    <a:pt x="22" y="602"/>
                    <a:pt x="22" y="593"/>
                  </a:cubicBezTo>
                  <a:lnTo>
                    <a:pt x="22" y="285"/>
                  </a:lnTo>
                  <a:lnTo>
                    <a:pt x="316" y="404"/>
                  </a:lnTo>
                  <a:lnTo>
                    <a:pt x="316" y="443"/>
                  </a:lnTo>
                  <a:cubicBezTo>
                    <a:pt x="316" y="459"/>
                    <a:pt x="329" y="472"/>
                    <a:pt x="345" y="472"/>
                  </a:cubicBezTo>
                  <a:lnTo>
                    <a:pt x="376" y="472"/>
                  </a:lnTo>
                  <a:cubicBezTo>
                    <a:pt x="393" y="472"/>
                    <a:pt x="405" y="460"/>
                    <a:pt x="405" y="443"/>
                  </a:cubicBezTo>
                  <a:lnTo>
                    <a:pt x="405" y="404"/>
                  </a:lnTo>
                  <a:lnTo>
                    <a:pt x="628" y="316"/>
                  </a:lnTo>
                  <a:cubicBezTo>
                    <a:pt x="634" y="313"/>
                    <a:pt x="636" y="306"/>
                    <a:pt x="634" y="301"/>
                  </a:cubicBezTo>
                  <a:cubicBezTo>
                    <a:pt x="633" y="297"/>
                    <a:pt x="629" y="295"/>
                    <a:pt x="624" y="295"/>
                  </a:cubicBezTo>
                  <a:cubicBezTo>
                    <a:pt x="623" y="295"/>
                    <a:pt x="621" y="295"/>
                    <a:pt x="620" y="295"/>
                  </a:cubicBezTo>
                  <a:lnTo>
                    <a:pt x="405" y="379"/>
                  </a:lnTo>
                  <a:lnTo>
                    <a:pt x="405" y="368"/>
                  </a:lnTo>
                  <a:cubicBezTo>
                    <a:pt x="405" y="352"/>
                    <a:pt x="393" y="339"/>
                    <a:pt x="376" y="339"/>
                  </a:cubicBezTo>
                  <a:lnTo>
                    <a:pt x="345" y="339"/>
                  </a:lnTo>
                  <a:cubicBezTo>
                    <a:pt x="329" y="339"/>
                    <a:pt x="316" y="350"/>
                    <a:pt x="316" y="368"/>
                  </a:cubicBezTo>
                  <a:lnTo>
                    <a:pt x="316" y="379"/>
                  </a:lnTo>
                  <a:lnTo>
                    <a:pt x="22" y="262"/>
                  </a:lnTo>
                  <a:lnTo>
                    <a:pt x="22" y="174"/>
                  </a:lnTo>
                  <a:cubicBezTo>
                    <a:pt x="22" y="165"/>
                    <a:pt x="29" y="158"/>
                    <a:pt x="39" y="158"/>
                  </a:cubicBezTo>
                  <a:lnTo>
                    <a:pt x="685" y="158"/>
                  </a:lnTo>
                  <a:cubicBezTo>
                    <a:pt x="693" y="158"/>
                    <a:pt x="701" y="165"/>
                    <a:pt x="701" y="174"/>
                  </a:cubicBezTo>
                  <a:lnTo>
                    <a:pt x="701" y="262"/>
                  </a:lnTo>
                  <a:lnTo>
                    <a:pt x="662" y="278"/>
                  </a:lnTo>
                  <a:cubicBezTo>
                    <a:pt x="656" y="281"/>
                    <a:pt x="654" y="288"/>
                    <a:pt x="656" y="293"/>
                  </a:cubicBezTo>
                  <a:cubicBezTo>
                    <a:pt x="657" y="297"/>
                    <a:pt x="661" y="299"/>
                    <a:pt x="666" y="299"/>
                  </a:cubicBezTo>
                  <a:cubicBezTo>
                    <a:pt x="668" y="299"/>
                    <a:pt x="669" y="299"/>
                    <a:pt x="670" y="298"/>
                  </a:cubicBezTo>
                  <a:lnTo>
                    <a:pt x="704" y="285"/>
                  </a:lnTo>
                  <a:lnTo>
                    <a:pt x="704" y="593"/>
                  </a:lnTo>
                  <a:cubicBezTo>
                    <a:pt x="704" y="602"/>
                    <a:pt x="696" y="609"/>
                    <a:pt x="686" y="609"/>
                  </a:cubicBezTo>
                  <a:lnTo>
                    <a:pt x="165" y="609"/>
                  </a:lnTo>
                  <a:cubicBezTo>
                    <a:pt x="159" y="609"/>
                    <a:pt x="155" y="615"/>
                    <a:pt x="155" y="620"/>
                  </a:cubicBezTo>
                  <a:cubicBezTo>
                    <a:pt x="155" y="626"/>
                    <a:pt x="159" y="631"/>
                    <a:pt x="165" y="631"/>
                  </a:cubicBezTo>
                  <a:lnTo>
                    <a:pt x="686" y="631"/>
                  </a:lnTo>
                  <a:cubicBezTo>
                    <a:pt x="708" y="631"/>
                    <a:pt x="725" y="615"/>
                    <a:pt x="725" y="593"/>
                  </a:cubicBezTo>
                  <a:cubicBezTo>
                    <a:pt x="722" y="566"/>
                    <a:pt x="722" y="197"/>
                    <a:pt x="722" y="174"/>
                  </a:cubicBezTo>
                  <a:cubicBezTo>
                    <a:pt x="722" y="152"/>
                    <a:pt x="706" y="137"/>
                    <a:pt x="685" y="137"/>
                  </a:cubicBezTo>
                  <a:lnTo>
                    <a:pt x="636" y="137"/>
                  </a:lnTo>
                  <a:lnTo>
                    <a:pt x="636" y="134"/>
                  </a:lnTo>
                  <a:cubicBezTo>
                    <a:pt x="636" y="129"/>
                    <a:pt x="631" y="124"/>
                    <a:pt x="626" y="124"/>
                  </a:cubicBezTo>
                  <a:cubicBezTo>
                    <a:pt x="620" y="124"/>
                    <a:pt x="614" y="129"/>
                    <a:pt x="614" y="134"/>
                  </a:cubicBezTo>
                  <a:lnTo>
                    <a:pt x="614" y="137"/>
                  </a:lnTo>
                  <a:lnTo>
                    <a:pt x="520" y="137"/>
                  </a:lnTo>
                  <a:lnTo>
                    <a:pt x="520" y="82"/>
                  </a:lnTo>
                  <a:cubicBezTo>
                    <a:pt x="520" y="37"/>
                    <a:pt x="484" y="1"/>
                    <a:pt x="439" y="1"/>
                  </a:cubicBezTo>
                  <a:lnTo>
                    <a:pt x="383" y="1"/>
                  </a:lnTo>
                  <a:cubicBezTo>
                    <a:pt x="379" y="1"/>
                    <a:pt x="373" y="7"/>
                    <a:pt x="373" y="12"/>
                  </a:cubicBezTo>
                  <a:cubicBezTo>
                    <a:pt x="373" y="17"/>
                    <a:pt x="379" y="22"/>
                    <a:pt x="383" y="22"/>
                  </a:cubicBezTo>
                  <a:lnTo>
                    <a:pt x="439" y="22"/>
                  </a:lnTo>
                  <a:cubicBezTo>
                    <a:pt x="474" y="22"/>
                    <a:pt x="501" y="50"/>
                    <a:pt x="501" y="85"/>
                  </a:cubicBezTo>
                  <a:lnTo>
                    <a:pt x="501" y="138"/>
                  </a:lnTo>
                  <a:lnTo>
                    <a:pt x="468" y="138"/>
                  </a:lnTo>
                  <a:lnTo>
                    <a:pt x="468" y="85"/>
                  </a:lnTo>
                  <a:cubicBezTo>
                    <a:pt x="468" y="67"/>
                    <a:pt x="455" y="54"/>
                    <a:pt x="439" y="54"/>
                  </a:cubicBezTo>
                  <a:lnTo>
                    <a:pt x="285" y="54"/>
                  </a:lnTo>
                  <a:cubicBezTo>
                    <a:pt x="267" y="54"/>
                    <a:pt x="256" y="67"/>
                    <a:pt x="256" y="85"/>
                  </a:cubicBezTo>
                  <a:lnTo>
                    <a:pt x="256" y="138"/>
                  </a:lnTo>
                  <a:lnTo>
                    <a:pt x="223" y="138"/>
                  </a:lnTo>
                  <a:lnTo>
                    <a:pt x="223" y="85"/>
                  </a:lnTo>
                  <a:cubicBezTo>
                    <a:pt x="223" y="50"/>
                    <a:pt x="250" y="22"/>
                    <a:pt x="285" y="22"/>
                  </a:cubicBezTo>
                  <a:lnTo>
                    <a:pt x="340" y="22"/>
                  </a:lnTo>
                  <a:cubicBezTo>
                    <a:pt x="345" y="22"/>
                    <a:pt x="351" y="17"/>
                    <a:pt x="351" y="12"/>
                  </a:cubicBezTo>
                  <a:cubicBezTo>
                    <a:pt x="351" y="7"/>
                    <a:pt x="345" y="1"/>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9"/>
            <p:cNvSpPr/>
            <p:nvPr/>
          </p:nvSpPr>
          <p:spPr>
            <a:xfrm>
              <a:off x="8077028" y="2197985"/>
              <a:ext cx="53822" cy="53823"/>
            </a:xfrm>
            <a:custGeom>
              <a:rect b="b" l="l" r="r" t="t"/>
              <a:pathLst>
                <a:path extrusionOk="0" h="95" w="95">
                  <a:moveTo>
                    <a:pt x="46" y="21"/>
                  </a:moveTo>
                  <a:cubicBezTo>
                    <a:pt x="60" y="21"/>
                    <a:pt x="73" y="33"/>
                    <a:pt x="73" y="47"/>
                  </a:cubicBezTo>
                  <a:cubicBezTo>
                    <a:pt x="73" y="61"/>
                    <a:pt x="60" y="74"/>
                    <a:pt x="46" y="74"/>
                  </a:cubicBezTo>
                  <a:cubicBezTo>
                    <a:pt x="31" y="74"/>
                    <a:pt x="20" y="61"/>
                    <a:pt x="20" y="47"/>
                  </a:cubicBezTo>
                  <a:cubicBezTo>
                    <a:pt x="20" y="33"/>
                    <a:pt x="31" y="21"/>
                    <a:pt x="46" y="21"/>
                  </a:cubicBezTo>
                  <a:close/>
                  <a:moveTo>
                    <a:pt x="49" y="1"/>
                  </a:moveTo>
                  <a:cubicBezTo>
                    <a:pt x="23" y="1"/>
                    <a:pt x="1" y="22"/>
                    <a:pt x="1" y="47"/>
                  </a:cubicBezTo>
                  <a:cubicBezTo>
                    <a:pt x="1" y="73"/>
                    <a:pt x="23" y="95"/>
                    <a:pt x="49" y="95"/>
                  </a:cubicBezTo>
                  <a:cubicBezTo>
                    <a:pt x="73" y="95"/>
                    <a:pt x="95" y="73"/>
                    <a:pt x="95" y="47"/>
                  </a:cubicBezTo>
                  <a:cubicBezTo>
                    <a:pt x="95" y="22"/>
                    <a:pt x="73" y="1"/>
                    <a:pt x="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9"/>
            <p:cNvSpPr/>
            <p:nvPr/>
          </p:nvSpPr>
          <p:spPr>
            <a:xfrm>
              <a:off x="8188072" y="2379849"/>
              <a:ext cx="84416" cy="13031"/>
            </a:xfrm>
            <a:custGeom>
              <a:rect b="b" l="l" r="r" t="t"/>
              <a:pathLst>
                <a:path extrusionOk="0" h="23" w="149">
                  <a:moveTo>
                    <a:pt x="12" y="0"/>
                  </a:moveTo>
                  <a:cubicBezTo>
                    <a:pt x="6" y="0"/>
                    <a:pt x="0" y="6"/>
                    <a:pt x="0" y="12"/>
                  </a:cubicBezTo>
                  <a:cubicBezTo>
                    <a:pt x="0" y="18"/>
                    <a:pt x="6" y="22"/>
                    <a:pt x="12" y="22"/>
                  </a:cubicBezTo>
                  <a:lnTo>
                    <a:pt x="137" y="22"/>
                  </a:lnTo>
                  <a:cubicBezTo>
                    <a:pt x="143" y="22"/>
                    <a:pt x="149" y="18"/>
                    <a:pt x="149" y="12"/>
                  </a:cubicBezTo>
                  <a:cubicBezTo>
                    <a:pt x="149" y="6"/>
                    <a:pt x="143" y="0"/>
                    <a:pt x="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 name="Google Shape;2804;p49"/>
          <p:cNvGrpSpPr/>
          <p:nvPr/>
        </p:nvGrpSpPr>
        <p:grpSpPr>
          <a:xfrm>
            <a:off x="7899697" y="1413872"/>
            <a:ext cx="414150" cy="412452"/>
            <a:chOff x="7899697" y="1413872"/>
            <a:chExt cx="414150" cy="412452"/>
          </a:xfrm>
        </p:grpSpPr>
        <p:sp>
          <p:nvSpPr>
            <p:cNvPr id="2805" name="Google Shape;2805;p49"/>
            <p:cNvSpPr/>
            <p:nvPr/>
          </p:nvSpPr>
          <p:spPr>
            <a:xfrm>
              <a:off x="7899697" y="1625197"/>
              <a:ext cx="125775" cy="199427"/>
            </a:xfrm>
            <a:custGeom>
              <a:rect b="b" l="l" r="r" t="t"/>
              <a:pathLst>
                <a:path extrusionOk="0" h="352" w="222">
                  <a:moveTo>
                    <a:pt x="132" y="22"/>
                  </a:moveTo>
                  <a:cubicBezTo>
                    <a:pt x="159" y="22"/>
                    <a:pt x="181" y="48"/>
                    <a:pt x="181" y="80"/>
                  </a:cubicBezTo>
                  <a:cubicBezTo>
                    <a:pt x="181" y="116"/>
                    <a:pt x="184" y="142"/>
                    <a:pt x="193" y="162"/>
                  </a:cubicBezTo>
                  <a:cubicBezTo>
                    <a:pt x="185" y="167"/>
                    <a:pt x="178" y="167"/>
                    <a:pt x="174" y="168"/>
                  </a:cubicBezTo>
                  <a:cubicBezTo>
                    <a:pt x="177" y="161"/>
                    <a:pt x="177" y="154"/>
                    <a:pt x="177" y="145"/>
                  </a:cubicBezTo>
                  <a:lnTo>
                    <a:pt x="177" y="97"/>
                  </a:lnTo>
                  <a:cubicBezTo>
                    <a:pt x="177" y="95"/>
                    <a:pt x="175" y="90"/>
                    <a:pt x="174" y="89"/>
                  </a:cubicBezTo>
                  <a:cubicBezTo>
                    <a:pt x="170" y="87"/>
                    <a:pt x="167" y="84"/>
                    <a:pt x="162" y="84"/>
                  </a:cubicBezTo>
                  <a:cubicBezTo>
                    <a:pt x="160" y="85"/>
                    <a:pt x="158" y="85"/>
                    <a:pt x="155" y="85"/>
                  </a:cubicBezTo>
                  <a:cubicBezTo>
                    <a:pt x="147" y="85"/>
                    <a:pt x="141" y="81"/>
                    <a:pt x="135" y="76"/>
                  </a:cubicBezTo>
                  <a:cubicBezTo>
                    <a:pt x="133" y="74"/>
                    <a:pt x="130" y="74"/>
                    <a:pt x="127" y="74"/>
                  </a:cubicBezTo>
                  <a:cubicBezTo>
                    <a:pt x="125" y="74"/>
                    <a:pt x="122" y="74"/>
                    <a:pt x="119" y="76"/>
                  </a:cubicBezTo>
                  <a:cubicBezTo>
                    <a:pt x="110" y="81"/>
                    <a:pt x="94" y="86"/>
                    <a:pt x="74" y="86"/>
                  </a:cubicBezTo>
                  <a:cubicBezTo>
                    <a:pt x="68" y="86"/>
                    <a:pt x="62" y="85"/>
                    <a:pt x="55" y="84"/>
                  </a:cubicBezTo>
                  <a:cubicBezTo>
                    <a:pt x="53" y="84"/>
                    <a:pt x="48" y="87"/>
                    <a:pt x="45" y="89"/>
                  </a:cubicBezTo>
                  <a:cubicBezTo>
                    <a:pt x="42" y="90"/>
                    <a:pt x="41" y="95"/>
                    <a:pt x="41" y="97"/>
                  </a:cubicBezTo>
                  <a:lnTo>
                    <a:pt x="41" y="145"/>
                  </a:lnTo>
                  <a:cubicBezTo>
                    <a:pt x="41" y="154"/>
                    <a:pt x="42" y="161"/>
                    <a:pt x="45" y="168"/>
                  </a:cubicBezTo>
                  <a:cubicBezTo>
                    <a:pt x="38" y="167"/>
                    <a:pt x="32" y="165"/>
                    <a:pt x="25" y="162"/>
                  </a:cubicBezTo>
                  <a:cubicBezTo>
                    <a:pt x="32" y="142"/>
                    <a:pt x="38" y="116"/>
                    <a:pt x="38" y="80"/>
                  </a:cubicBezTo>
                  <a:cubicBezTo>
                    <a:pt x="38" y="47"/>
                    <a:pt x="60" y="22"/>
                    <a:pt x="87" y="22"/>
                  </a:cubicBezTo>
                  <a:close/>
                  <a:moveTo>
                    <a:pt x="125" y="95"/>
                  </a:moveTo>
                  <a:cubicBezTo>
                    <a:pt x="132" y="100"/>
                    <a:pt x="141" y="105"/>
                    <a:pt x="155" y="105"/>
                  </a:cubicBezTo>
                  <a:lnTo>
                    <a:pt x="155" y="145"/>
                  </a:lnTo>
                  <a:cubicBezTo>
                    <a:pt x="155" y="170"/>
                    <a:pt x="133" y="191"/>
                    <a:pt x="107" y="191"/>
                  </a:cubicBezTo>
                  <a:cubicBezTo>
                    <a:pt x="83" y="191"/>
                    <a:pt x="61" y="170"/>
                    <a:pt x="61" y="145"/>
                  </a:cubicBezTo>
                  <a:lnTo>
                    <a:pt x="61" y="105"/>
                  </a:lnTo>
                  <a:cubicBezTo>
                    <a:pt x="77" y="105"/>
                    <a:pt x="106" y="105"/>
                    <a:pt x="125" y="95"/>
                  </a:cubicBezTo>
                  <a:close/>
                  <a:moveTo>
                    <a:pt x="116" y="212"/>
                  </a:moveTo>
                  <a:lnTo>
                    <a:pt x="116" y="220"/>
                  </a:lnTo>
                  <a:cubicBezTo>
                    <a:pt x="116" y="225"/>
                    <a:pt x="112" y="227"/>
                    <a:pt x="109" y="227"/>
                  </a:cubicBezTo>
                  <a:cubicBezTo>
                    <a:pt x="105" y="227"/>
                    <a:pt x="102" y="225"/>
                    <a:pt x="102" y="220"/>
                  </a:cubicBezTo>
                  <a:lnTo>
                    <a:pt x="102" y="212"/>
                  </a:lnTo>
                  <a:close/>
                  <a:moveTo>
                    <a:pt x="87" y="1"/>
                  </a:moveTo>
                  <a:cubicBezTo>
                    <a:pt x="48" y="1"/>
                    <a:pt x="18" y="37"/>
                    <a:pt x="16" y="80"/>
                  </a:cubicBezTo>
                  <a:cubicBezTo>
                    <a:pt x="16" y="119"/>
                    <a:pt x="11" y="148"/>
                    <a:pt x="2" y="165"/>
                  </a:cubicBezTo>
                  <a:cubicBezTo>
                    <a:pt x="1" y="167"/>
                    <a:pt x="1" y="170"/>
                    <a:pt x="1" y="174"/>
                  </a:cubicBezTo>
                  <a:cubicBezTo>
                    <a:pt x="2" y="177"/>
                    <a:pt x="3" y="180"/>
                    <a:pt x="8" y="181"/>
                  </a:cubicBezTo>
                  <a:cubicBezTo>
                    <a:pt x="18" y="184"/>
                    <a:pt x="29" y="188"/>
                    <a:pt x="40" y="190"/>
                  </a:cubicBezTo>
                  <a:cubicBezTo>
                    <a:pt x="24" y="203"/>
                    <a:pt x="15" y="222"/>
                    <a:pt x="15" y="246"/>
                  </a:cubicBezTo>
                  <a:lnTo>
                    <a:pt x="15" y="330"/>
                  </a:lnTo>
                  <a:cubicBezTo>
                    <a:pt x="15" y="343"/>
                    <a:pt x="24" y="352"/>
                    <a:pt x="37" y="352"/>
                  </a:cubicBezTo>
                  <a:lnTo>
                    <a:pt x="68" y="352"/>
                  </a:lnTo>
                  <a:cubicBezTo>
                    <a:pt x="74" y="352"/>
                    <a:pt x="80" y="347"/>
                    <a:pt x="80" y="342"/>
                  </a:cubicBezTo>
                  <a:cubicBezTo>
                    <a:pt x="80" y="336"/>
                    <a:pt x="74" y="330"/>
                    <a:pt x="68" y="330"/>
                  </a:cubicBezTo>
                  <a:lnTo>
                    <a:pt x="37" y="330"/>
                  </a:lnTo>
                  <a:lnTo>
                    <a:pt x="37" y="246"/>
                  </a:lnTo>
                  <a:cubicBezTo>
                    <a:pt x="37" y="226"/>
                    <a:pt x="48" y="207"/>
                    <a:pt x="67" y="199"/>
                  </a:cubicBezTo>
                  <a:cubicBezTo>
                    <a:pt x="70" y="203"/>
                    <a:pt x="76" y="206"/>
                    <a:pt x="81" y="207"/>
                  </a:cubicBezTo>
                  <a:lnTo>
                    <a:pt x="81" y="222"/>
                  </a:lnTo>
                  <a:cubicBezTo>
                    <a:pt x="81" y="239"/>
                    <a:pt x="94" y="251"/>
                    <a:pt x="110" y="251"/>
                  </a:cubicBezTo>
                  <a:cubicBezTo>
                    <a:pt x="126" y="251"/>
                    <a:pt x="139" y="239"/>
                    <a:pt x="139" y="222"/>
                  </a:cubicBezTo>
                  <a:lnTo>
                    <a:pt x="139" y="207"/>
                  </a:lnTo>
                  <a:cubicBezTo>
                    <a:pt x="145" y="206"/>
                    <a:pt x="149" y="203"/>
                    <a:pt x="154" y="199"/>
                  </a:cubicBezTo>
                  <a:cubicBezTo>
                    <a:pt x="171" y="207"/>
                    <a:pt x="184" y="226"/>
                    <a:pt x="184" y="246"/>
                  </a:cubicBezTo>
                  <a:lnTo>
                    <a:pt x="184" y="330"/>
                  </a:lnTo>
                  <a:lnTo>
                    <a:pt x="116" y="330"/>
                  </a:lnTo>
                  <a:cubicBezTo>
                    <a:pt x="110" y="330"/>
                    <a:pt x="105" y="336"/>
                    <a:pt x="105" y="342"/>
                  </a:cubicBezTo>
                  <a:cubicBezTo>
                    <a:pt x="105" y="347"/>
                    <a:pt x="110" y="352"/>
                    <a:pt x="116" y="352"/>
                  </a:cubicBezTo>
                  <a:lnTo>
                    <a:pt x="184" y="352"/>
                  </a:lnTo>
                  <a:cubicBezTo>
                    <a:pt x="197" y="352"/>
                    <a:pt x="206" y="343"/>
                    <a:pt x="206" y="330"/>
                  </a:cubicBezTo>
                  <a:lnTo>
                    <a:pt x="206" y="246"/>
                  </a:lnTo>
                  <a:cubicBezTo>
                    <a:pt x="206" y="225"/>
                    <a:pt x="197" y="204"/>
                    <a:pt x="181" y="190"/>
                  </a:cubicBezTo>
                  <a:cubicBezTo>
                    <a:pt x="193" y="188"/>
                    <a:pt x="204" y="184"/>
                    <a:pt x="213" y="181"/>
                  </a:cubicBezTo>
                  <a:cubicBezTo>
                    <a:pt x="217" y="178"/>
                    <a:pt x="219" y="177"/>
                    <a:pt x="220" y="174"/>
                  </a:cubicBezTo>
                  <a:cubicBezTo>
                    <a:pt x="222" y="170"/>
                    <a:pt x="220" y="168"/>
                    <a:pt x="219" y="165"/>
                  </a:cubicBezTo>
                  <a:cubicBezTo>
                    <a:pt x="206" y="148"/>
                    <a:pt x="200" y="119"/>
                    <a:pt x="200" y="80"/>
                  </a:cubicBezTo>
                  <a:cubicBezTo>
                    <a:pt x="200" y="37"/>
                    <a:pt x="170"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9"/>
            <p:cNvSpPr/>
            <p:nvPr/>
          </p:nvSpPr>
          <p:spPr>
            <a:xfrm>
              <a:off x="8049267" y="1625197"/>
              <a:ext cx="108778" cy="201127"/>
            </a:xfrm>
            <a:custGeom>
              <a:rect b="b" l="l" r="r" t="t"/>
              <a:pathLst>
                <a:path extrusionOk="0" h="355" w="192">
                  <a:moveTo>
                    <a:pt x="95" y="22"/>
                  </a:moveTo>
                  <a:cubicBezTo>
                    <a:pt x="135" y="22"/>
                    <a:pt x="167" y="54"/>
                    <a:pt x="167" y="95"/>
                  </a:cubicBezTo>
                  <a:lnTo>
                    <a:pt x="167" y="152"/>
                  </a:lnTo>
                  <a:lnTo>
                    <a:pt x="168" y="152"/>
                  </a:lnTo>
                  <a:cubicBezTo>
                    <a:pt x="168" y="158"/>
                    <a:pt x="166" y="161"/>
                    <a:pt x="163" y="162"/>
                  </a:cubicBezTo>
                  <a:cubicBezTo>
                    <a:pt x="164" y="158"/>
                    <a:pt x="164" y="151"/>
                    <a:pt x="164" y="145"/>
                  </a:cubicBezTo>
                  <a:lnTo>
                    <a:pt x="164" y="97"/>
                  </a:lnTo>
                  <a:cubicBezTo>
                    <a:pt x="164" y="95"/>
                    <a:pt x="163" y="90"/>
                    <a:pt x="160" y="89"/>
                  </a:cubicBezTo>
                  <a:cubicBezTo>
                    <a:pt x="157" y="87"/>
                    <a:pt x="153" y="86"/>
                    <a:pt x="150" y="86"/>
                  </a:cubicBezTo>
                  <a:cubicBezTo>
                    <a:pt x="148" y="86"/>
                    <a:pt x="147" y="86"/>
                    <a:pt x="145" y="86"/>
                  </a:cubicBezTo>
                  <a:cubicBezTo>
                    <a:pt x="136" y="86"/>
                    <a:pt x="129" y="82"/>
                    <a:pt x="122" y="76"/>
                  </a:cubicBezTo>
                  <a:cubicBezTo>
                    <a:pt x="119" y="74"/>
                    <a:pt x="116" y="74"/>
                    <a:pt x="114" y="74"/>
                  </a:cubicBezTo>
                  <a:cubicBezTo>
                    <a:pt x="111" y="74"/>
                    <a:pt x="108" y="74"/>
                    <a:pt x="106" y="76"/>
                  </a:cubicBezTo>
                  <a:cubicBezTo>
                    <a:pt x="97" y="82"/>
                    <a:pt x="79" y="87"/>
                    <a:pt x="57" y="87"/>
                  </a:cubicBezTo>
                  <a:cubicBezTo>
                    <a:pt x="53" y="87"/>
                    <a:pt x="48" y="86"/>
                    <a:pt x="43" y="86"/>
                  </a:cubicBezTo>
                  <a:cubicBezTo>
                    <a:pt x="38" y="86"/>
                    <a:pt x="36" y="87"/>
                    <a:pt x="31" y="89"/>
                  </a:cubicBezTo>
                  <a:cubicBezTo>
                    <a:pt x="30" y="90"/>
                    <a:pt x="28" y="95"/>
                    <a:pt x="28" y="97"/>
                  </a:cubicBezTo>
                  <a:lnTo>
                    <a:pt x="28" y="145"/>
                  </a:lnTo>
                  <a:cubicBezTo>
                    <a:pt x="28" y="152"/>
                    <a:pt x="30" y="158"/>
                    <a:pt x="30" y="162"/>
                  </a:cubicBezTo>
                  <a:cubicBezTo>
                    <a:pt x="27" y="161"/>
                    <a:pt x="23" y="158"/>
                    <a:pt x="23" y="152"/>
                  </a:cubicBezTo>
                  <a:lnTo>
                    <a:pt x="23" y="95"/>
                  </a:lnTo>
                  <a:cubicBezTo>
                    <a:pt x="23" y="54"/>
                    <a:pt x="56" y="22"/>
                    <a:pt x="95" y="22"/>
                  </a:cubicBezTo>
                  <a:close/>
                  <a:moveTo>
                    <a:pt x="114" y="95"/>
                  </a:moveTo>
                  <a:cubicBezTo>
                    <a:pt x="121" y="100"/>
                    <a:pt x="129" y="105"/>
                    <a:pt x="144" y="105"/>
                  </a:cubicBezTo>
                  <a:lnTo>
                    <a:pt x="144" y="145"/>
                  </a:lnTo>
                  <a:cubicBezTo>
                    <a:pt x="144" y="170"/>
                    <a:pt x="122" y="191"/>
                    <a:pt x="96" y="191"/>
                  </a:cubicBezTo>
                  <a:cubicBezTo>
                    <a:pt x="72" y="191"/>
                    <a:pt x="50" y="170"/>
                    <a:pt x="50" y="145"/>
                  </a:cubicBezTo>
                  <a:lnTo>
                    <a:pt x="50" y="105"/>
                  </a:lnTo>
                  <a:cubicBezTo>
                    <a:pt x="66" y="105"/>
                    <a:pt x="95" y="105"/>
                    <a:pt x="114" y="95"/>
                  </a:cubicBezTo>
                  <a:close/>
                  <a:moveTo>
                    <a:pt x="103" y="213"/>
                  </a:moveTo>
                  <a:lnTo>
                    <a:pt x="103" y="222"/>
                  </a:lnTo>
                  <a:cubicBezTo>
                    <a:pt x="103" y="226"/>
                    <a:pt x="101" y="229"/>
                    <a:pt x="96" y="229"/>
                  </a:cubicBezTo>
                  <a:cubicBezTo>
                    <a:pt x="93" y="229"/>
                    <a:pt x="90" y="226"/>
                    <a:pt x="90" y="222"/>
                  </a:cubicBezTo>
                  <a:lnTo>
                    <a:pt x="90" y="213"/>
                  </a:lnTo>
                  <a:close/>
                  <a:moveTo>
                    <a:pt x="142" y="197"/>
                  </a:moveTo>
                  <a:cubicBezTo>
                    <a:pt x="160" y="206"/>
                    <a:pt x="173" y="225"/>
                    <a:pt x="173" y="245"/>
                  </a:cubicBezTo>
                  <a:lnTo>
                    <a:pt x="173" y="329"/>
                  </a:lnTo>
                  <a:lnTo>
                    <a:pt x="24" y="329"/>
                  </a:lnTo>
                  <a:lnTo>
                    <a:pt x="24" y="245"/>
                  </a:lnTo>
                  <a:cubicBezTo>
                    <a:pt x="24" y="225"/>
                    <a:pt x="37" y="206"/>
                    <a:pt x="56" y="197"/>
                  </a:cubicBezTo>
                  <a:cubicBezTo>
                    <a:pt x="59" y="201"/>
                    <a:pt x="64" y="204"/>
                    <a:pt x="70" y="206"/>
                  </a:cubicBezTo>
                  <a:lnTo>
                    <a:pt x="70" y="220"/>
                  </a:lnTo>
                  <a:cubicBezTo>
                    <a:pt x="70" y="238"/>
                    <a:pt x="83" y="249"/>
                    <a:pt x="99" y="249"/>
                  </a:cubicBezTo>
                  <a:cubicBezTo>
                    <a:pt x="115" y="249"/>
                    <a:pt x="128" y="238"/>
                    <a:pt x="128" y="220"/>
                  </a:cubicBezTo>
                  <a:lnTo>
                    <a:pt x="128" y="206"/>
                  </a:lnTo>
                  <a:cubicBezTo>
                    <a:pt x="132" y="204"/>
                    <a:pt x="138" y="201"/>
                    <a:pt x="142" y="197"/>
                  </a:cubicBezTo>
                  <a:close/>
                  <a:moveTo>
                    <a:pt x="96" y="1"/>
                  </a:moveTo>
                  <a:cubicBezTo>
                    <a:pt x="83" y="1"/>
                    <a:pt x="67" y="4"/>
                    <a:pt x="56" y="11"/>
                  </a:cubicBezTo>
                  <a:cubicBezTo>
                    <a:pt x="56" y="6"/>
                    <a:pt x="51" y="2"/>
                    <a:pt x="47" y="2"/>
                  </a:cubicBezTo>
                  <a:cubicBezTo>
                    <a:pt x="46" y="2"/>
                    <a:pt x="45" y="2"/>
                    <a:pt x="44" y="2"/>
                  </a:cubicBezTo>
                  <a:cubicBezTo>
                    <a:pt x="40" y="2"/>
                    <a:pt x="35" y="5"/>
                    <a:pt x="34" y="11"/>
                  </a:cubicBezTo>
                  <a:lnTo>
                    <a:pt x="31" y="18"/>
                  </a:lnTo>
                  <a:cubicBezTo>
                    <a:pt x="30" y="17"/>
                    <a:pt x="28" y="16"/>
                    <a:pt x="26" y="16"/>
                  </a:cubicBezTo>
                  <a:cubicBezTo>
                    <a:pt x="23" y="16"/>
                    <a:pt x="20" y="18"/>
                    <a:pt x="18" y="21"/>
                  </a:cubicBezTo>
                  <a:cubicBezTo>
                    <a:pt x="14" y="25"/>
                    <a:pt x="15" y="31"/>
                    <a:pt x="20" y="35"/>
                  </a:cubicBezTo>
                  <a:lnTo>
                    <a:pt x="23" y="38"/>
                  </a:lnTo>
                  <a:cubicBezTo>
                    <a:pt x="11" y="54"/>
                    <a:pt x="1" y="74"/>
                    <a:pt x="1" y="97"/>
                  </a:cubicBezTo>
                  <a:lnTo>
                    <a:pt x="1" y="155"/>
                  </a:lnTo>
                  <a:cubicBezTo>
                    <a:pt x="1" y="174"/>
                    <a:pt x="14" y="187"/>
                    <a:pt x="33" y="188"/>
                  </a:cubicBezTo>
                  <a:cubicBezTo>
                    <a:pt x="14" y="201"/>
                    <a:pt x="1" y="223"/>
                    <a:pt x="1" y="248"/>
                  </a:cubicBezTo>
                  <a:lnTo>
                    <a:pt x="1" y="333"/>
                  </a:lnTo>
                  <a:cubicBezTo>
                    <a:pt x="1" y="346"/>
                    <a:pt x="11" y="355"/>
                    <a:pt x="23" y="355"/>
                  </a:cubicBezTo>
                  <a:lnTo>
                    <a:pt x="167" y="355"/>
                  </a:lnTo>
                  <a:cubicBezTo>
                    <a:pt x="180" y="355"/>
                    <a:pt x="189" y="346"/>
                    <a:pt x="189" y="333"/>
                  </a:cubicBezTo>
                  <a:lnTo>
                    <a:pt x="189" y="248"/>
                  </a:lnTo>
                  <a:cubicBezTo>
                    <a:pt x="189" y="225"/>
                    <a:pt x="179" y="203"/>
                    <a:pt x="158" y="188"/>
                  </a:cubicBezTo>
                  <a:cubicBezTo>
                    <a:pt x="174" y="187"/>
                    <a:pt x="189" y="173"/>
                    <a:pt x="189" y="155"/>
                  </a:cubicBezTo>
                  <a:lnTo>
                    <a:pt x="189" y="97"/>
                  </a:lnTo>
                  <a:cubicBezTo>
                    <a:pt x="192" y="41"/>
                    <a:pt x="150" y="1"/>
                    <a:pt x="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9"/>
            <p:cNvSpPr/>
            <p:nvPr/>
          </p:nvSpPr>
          <p:spPr>
            <a:xfrm>
              <a:off x="8186939" y="1625197"/>
              <a:ext cx="126908" cy="199427"/>
            </a:xfrm>
            <a:custGeom>
              <a:rect b="b" l="l" r="r" t="t"/>
              <a:pathLst>
                <a:path extrusionOk="0" h="352" w="224">
                  <a:moveTo>
                    <a:pt x="129" y="22"/>
                  </a:moveTo>
                  <a:cubicBezTo>
                    <a:pt x="155" y="22"/>
                    <a:pt x="177" y="48"/>
                    <a:pt x="177" y="80"/>
                  </a:cubicBezTo>
                  <a:cubicBezTo>
                    <a:pt x="177" y="116"/>
                    <a:pt x="181" y="142"/>
                    <a:pt x="190" y="162"/>
                  </a:cubicBezTo>
                  <a:cubicBezTo>
                    <a:pt x="183" y="167"/>
                    <a:pt x="177" y="167"/>
                    <a:pt x="170" y="168"/>
                  </a:cubicBezTo>
                  <a:cubicBezTo>
                    <a:pt x="174" y="161"/>
                    <a:pt x="174" y="154"/>
                    <a:pt x="174" y="145"/>
                  </a:cubicBezTo>
                  <a:lnTo>
                    <a:pt x="174" y="97"/>
                  </a:lnTo>
                  <a:cubicBezTo>
                    <a:pt x="174" y="95"/>
                    <a:pt x="172" y="90"/>
                    <a:pt x="170" y="89"/>
                  </a:cubicBezTo>
                  <a:cubicBezTo>
                    <a:pt x="167" y="87"/>
                    <a:pt x="162" y="84"/>
                    <a:pt x="159" y="84"/>
                  </a:cubicBezTo>
                  <a:cubicBezTo>
                    <a:pt x="157" y="85"/>
                    <a:pt x="155" y="85"/>
                    <a:pt x="152" y="85"/>
                  </a:cubicBezTo>
                  <a:cubicBezTo>
                    <a:pt x="144" y="85"/>
                    <a:pt x="138" y="81"/>
                    <a:pt x="132" y="76"/>
                  </a:cubicBezTo>
                  <a:cubicBezTo>
                    <a:pt x="129" y="74"/>
                    <a:pt x="126" y="74"/>
                    <a:pt x="124" y="74"/>
                  </a:cubicBezTo>
                  <a:cubicBezTo>
                    <a:pt x="121" y="74"/>
                    <a:pt x="118" y="74"/>
                    <a:pt x="116" y="76"/>
                  </a:cubicBezTo>
                  <a:cubicBezTo>
                    <a:pt x="107" y="81"/>
                    <a:pt x="91" y="86"/>
                    <a:pt x="72" y="86"/>
                  </a:cubicBezTo>
                  <a:cubicBezTo>
                    <a:pt x="66" y="86"/>
                    <a:pt x="59" y="85"/>
                    <a:pt x="53" y="84"/>
                  </a:cubicBezTo>
                  <a:cubicBezTo>
                    <a:pt x="48" y="84"/>
                    <a:pt x="45" y="87"/>
                    <a:pt x="41" y="89"/>
                  </a:cubicBezTo>
                  <a:cubicBezTo>
                    <a:pt x="40" y="90"/>
                    <a:pt x="38" y="95"/>
                    <a:pt x="38" y="97"/>
                  </a:cubicBezTo>
                  <a:lnTo>
                    <a:pt x="38" y="145"/>
                  </a:lnTo>
                  <a:cubicBezTo>
                    <a:pt x="38" y="154"/>
                    <a:pt x="40" y="161"/>
                    <a:pt x="41" y="168"/>
                  </a:cubicBezTo>
                  <a:cubicBezTo>
                    <a:pt x="34" y="167"/>
                    <a:pt x="29" y="165"/>
                    <a:pt x="22" y="162"/>
                  </a:cubicBezTo>
                  <a:cubicBezTo>
                    <a:pt x="29" y="142"/>
                    <a:pt x="34" y="116"/>
                    <a:pt x="34" y="80"/>
                  </a:cubicBezTo>
                  <a:cubicBezTo>
                    <a:pt x="34" y="47"/>
                    <a:pt x="57" y="22"/>
                    <a:pt x="83" y="22"/>
                  </a:cubicBezTo>
                  <a:close/>
                  <a:moveTo>
                    <a:pt x="123" y="95"/>
                  </a:moveTo>
                  <a:cubicBezTo>
                    <a:pt x="131" y="100"/>
                    <a:pt x="139" y="105"/>
                    <a:pt x="154" y="105"/>
                  </a:cubicBezTo>
                  <a:lnTo>
                    <a:pt x="154" y="145"/>
                  </a:lnTo>
                  <a:cubicBezTo>
                    <a:pt x="154" y="170"/>
                    <a:pt x="132" y="191"/>
                    <a:pt x="106" y="191"/>
                  </a:cubicBezTo>
                  <a:cubicBezTo>
                    <a:pt x="81" y="191"/>
                    <a:pt x="60" y="170"/>
                    <a:pt x="60" y="145"/>
                  </a:cubicBezTo>
                  <a:lnTo>
                    <a:pt x="60" y="105"/>
                  </a:lnTo>
                  <a:cubicBezTo>
                    <a:pt x="76" y="105"/>
                    <a:pt x="105" y="105"/>
                    <a:pt x="123" y="95"/>
                  </a:cubicBezTo>
                  <a:close/>
                  <a:moveTo>
                    <a:pt x="115" y="212"/>
                  </a:moveTo>
                  <a:lnTo>
                    <a:pt x="115" y="220"/>
                  </a:lnTo>
                  <a:cubicBezTo>
                    <a:pt x="115" y="225"/>
                    <a:pt x="110" y="227"/>
                    <a:pt x="107" y="227"/>
                  </a:cubicBezTo>
                  <a:cubicBezTo>
                    <a:pt x="103" y="227"/>
                    <a:pt x="100" y="225"/>
                    <a:pt x="100" y="220"/>
                  </a:cubicBezTo>
                  <a:lnTo>
                    <a:pt x="100" y="212"/>
                  </a:lnTo>
                  <a:close/>
                  <a:moveTo>
                    <a:pt x="86" y="1"/>
                  </a:moveTo>
                  <a:cubicBezTo>
                    <a:pt x="47" y="1"/>
                    <a:pt x="16" y="37"/>
                    <a:pt x="16" y="80"/>
                  </a:cubicBezTo>
                  <a:cubicBezTo>
                    <a:pt x="16" y="119"/>
                    <a:pt x="11" y="148"/>
                    <a:pt x="2" y="165"/>
                  </a:cubicBezTo>
                  <a:cubicBezTo>
                    <a:pt x="1" y="167"/>
                    <a:pt x="1" y="170"/>
                    <a:pt x="1" y="174"/>
                  </a:cubicBezTo>
                  <a:cubicBezTo>
                    <a:pt x="1" y="177"/>
                    <a:pt x="3" y="180"/>
                    <a:pt x="8" y="181"/>
                  </a:cubicBezTo>
                  <a:cubicBezTo>
                    <a:pt x="18" y="184"/>
                    <a:pt x="29" y="188"/>
                    <a:pt x="40" y="190"/>
                  </a:cubicBezTo>
                  <a:cubicBezTo>
                    <a:pt x="24" y="203"/>
                    <a:pt x="15" y="222"/>
                    <a:pt x="15" y="246"/>
                  </a:cubicBezTo>
                  <a:lnTo>
                    <a:pt x="15" y="330"/>
                  </a:lnTo>
                  <a:cubicBezTo>
                    <a:pt x="15" y="343"/>
                    <a:pt x="24" y="352"/>
                    <a:pt x="37" y="352"/>
                  </a:cubicBezTo>
                  <a:lnTo>
                    <a:pt x="181" y="352"/>
                  </a:lnTo>
                  <a:cubicBezTo>
                    <a:pt x="194" y="352"/>
                    <a:pt x="203" y="343"/>
                    <a:pt x="203" y="330"/>
                  </a:cubicBezTo>
                  <a:lnTo>
                    <a:pt x="203" y="290"/>
                  </a:lnTo>
                  <a:cubicBezTo>
                    <a:pt x="203" y="284"/>
                    <a:pt x="197" y="278"/>
                    <a:pt x="191" y="278"/>
                  </a:cubicBezTo>
                  <a:cubicBezTo>
                    <a:pt x="187" y="278"/>
                    <a:pt x="181" y="284"/>
                    <a:pt x="181" y="290"/>
                  </a:cubicBezTo>
                  <a:lnTo>
                    <a:pt x="181" y="330"/>
                  </a:lnTo>
                  <a:lnTo>
                    <a:pt x="37" y="330"/>
                  </a:lnTo>
                  <a:lnTo>
                    <a:pt x="37" y="246"/>
                  </a:lnTo>
                  <a:cubicBezTo>
                    <a:pt x="37" y="226"/>
                    <a:pt x="50" y="207"/>
                    <a:pt x="67" y="199"/>
                  </a:cubicBezTo>
                  <a:cubicBezTo>
                    <a:pt x="71" y="203"/>
                    <a:pt x="76" y="206"/>
                    <a:pt x="81" y="207"/>
                  </a:cubicBezTo>
                  <a:lnTo>
                    <a:pt x="81" y="222"/>
                  </a:lnTo>
                  <a:cubicBezTo>
                    <a:pt x="81" y="239"/>
                    <a:pt x="94" y="252"/>
                    <a:pt x="110" y="252"/>
                  </a:cubicBezTo>
                  <a:cubicBezTo>
                    <a:pt x="126" y="252"/>
                    <a:pt x="139" y="239"/>
                    <a:pt x="139" y="222"/>
                  </a:cubicBezTo>
                  <a:lnTo>
                    <a:pt x="139" y="207"/>
                  </a:lnTo>
                  <a:cubicBezTo>
                    <a:pt x="145" y="206"/>
                    <a:pt x="151" y="203"/>
                    <a:pt x="154" y="199"/>
                  </a:cubicBezTo>
                  <a:cubicBezTo>
                    <a:pt x="172" y="207"/>
                    <a:pt x="184" y="226"/>
                    <a:pt x="184" y="246"/>
                  </a:cubicBezTo>
                  <a:lnTo>
                    <a:pt x="184" y="248"/>
                  </a:lnTo>
                  <a:cubicBezTo>
                    <a:pt x="184" y="253"/>
                    <a:pt x="190" y="259"/>
                    <a:pt x="196" y="259"/>
                  </a:cubicBezTo>
                  <a:cubicBezTo>
                    <a:pt x="201" y="259"/>
                    <a:pt x="206" y="253"/>
                    <a:pt x="206" y="248"/>
                  </a:cubicBezTo>
                  <a:lnTo>
                    <a:pt x="206" y="246"/>
                  </a:lnTo>
                  <a:cubicBezTo>
                    <a:pt x="206" y="225"/>
                    <a:pt x="197" y="204"/>
                    <a:pt x="181" y="190"/>
                  </a:cubicBezTo>
                  <a:cubicBezTo>
                    <a:pt x="194" y="188"/>
                    <a:pt x="204" y="184"/>
                    <a:pt x="213" y="181"/>
                  </a:cubicBezTo>
                  <a:cubicBezTo>
                    <a:pt x="217" y="178"/>
                    <a:pt x="219" y="177"/>
                    <a:pt x="220" y="174"/>
                  </a:cubicBezTo>
                  <a:cubicBezTo>
                    <a:pt x="223" y="170"/>
                    <a:pt x="220" y="168"/>
                    <a:pt x="219" y="165"/>
                  </a:cubicBezTo>
                  <a:cubicBezTo>
                    <a:pt x="204" y="148"/>
                    <a:pt x="198" y="119"/>
                    <a:pt x="198" y="80"/>
                  </a:cubicBezTo>
                  <a:cubicBezTo>
                    <a:pt x="198" y="37"/>
                    <a:pt x="168" y="1"/>
                    <a:pt x="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9"/>
            <p:cNvSpPr/>
            <p:nvPr/>
          </p:nvSpPr>
          <p:spPr>
            <a:xfrm>
              <a:off x="8168243" y="1445033"/>
              <a:ext cx="109911" cy="108779"/>
            </a:xfrm>
            <a:custGeom>
              <a:rect b="b" l="l" r="r" t="t"/>
              <a:pathLst>
                <a:path extrusionOk="0" h="192" w="194">
                  <a:moveTo>
                    <a:pt x="97" y="79"/>
                  </a:moveTo>
                  <a:cubicBezTo>
                    <a:pt x="110" y="79"/>
                    <a:pt x="120" y="93"/>
                    <a:pt x="113" y="105"/>
                  </a:cubicBezTo>
                  <a:cubicBezTo>
                    <a:pt x="109" y="112"/>
                    <a:pt x="103" y="116"/>
                    <a:pt x="97" y="116"/>
                  </a:cubicBezTo>
                  <a:cubicBezTo>
                    <a:pt x="87" y="115"/>
                    <a:pt x="78" y="106"/>
                    <a:pt x="78" y="96"/>
                  </a:cubicBezTo>
                  <a:cubicBezTo>
                    <a:pt x="78" y="86"/>
                    <a:pt x="87" y="79"/>
                    <a:pt x="97" y="79"/>
                  </a:cubicBezTo>
                  <a:close/>
                  <a:moveTo>
                    <a:pt x="106" y="22"/>
                  </a:moveTo>
                  <a:lnTo>
                    <a:pt x="106" y="22"/>
                  </a:lnTo>
                  <a:cubicBezTo>
                    <a:pt x="143" y="24"/>
                    <a:pt x="174" y="57"/>
                    <a:pt x="174" y="96"/>
                  </a:cubicBezTo>
                  <a:cubicBezTo>
                    <a:pt x="174" y="109"/>
                    <a:pt x="171" y="122"/>
                    <a:pt x="165" y="132"/>
                  </a:cubicBezTo>
                  <a:cubicBezTo>
                    <a:pt x="159" y="126"/>
                    <a:pt x="143" y="112"/>
                    <a:pt x="138" y="108"/>
                  </a:cubicBezTo>
                  <a:cubicBezTo>
                    <a:pt x="143" y="86"/>
                    <a:pt x="130" y="64"/>
                    <a:pt x="109" y="59"/>
                  </a:cubicBezTo>
                  <a:lnTo>
                    <a:pt x="106" y="22"/>
                  </a:lnTo>
                  <a:close/>
                  <a:moveTo>
                    <a:pt x="84" y="22"/>
                  </a:moveTo>
                  <a:lnTo>
                    <a:pt x="87" y="59"/>
                  </a:lnTo>
                  <a:cubicBezTo>
                    <a:pt x="71" y="64"/>
                    <a:pt x="58" y="79"/>
                    <a:pt x="58" y="96"/>
                  </a:cubicBezTo>
                  <a:cubicBezTo>
                    <a:pt x="58" y="103"/>
                    <a:pt x="61" y="112"/>
                    <a:pt x="65" y="118"/>
                  </a:cubicBezTo>
                  <a:lnTo>
                    <a:pt x="45" y="148"/>
                  </a:lnTo>
                  <a:cubicBezTo>
                    <a:pt x="31" y="134"/>
                    <a:pt x="22" y="116"/>
                    <a:pt x="22" y="96"/>
                  </a:cubicBezTo>
                  <a:cubicBezTo>
                    <a:pt x="22" y="60"/>
                    <a:pt x="48" y="30"/>
                    <a:pt x="84" y="22"/>
                  </a:cubicBezTo>
                  <a:close/>
                  <a:moveTo>
                    <a:pt x="129" y="125"/>
                  </a:moveTo>
                  <a:lnTo>
                    <a:pt x="155" y="148"/>
                  </a:lnTo>
                  <a:cubicBezTo>
                    <a:pt x="138" y="163"/>
                    <a:pt x="119" y="170"/>
                    <a:pt x="99" y="170"/>
                  </a:cubicBezTo>
                  <a:cubicBezTo>
                    <a:pt x="86" y="170"/>
                    <a:pt x="73" y="167"/>
                    <a:pt x="62" y="161"/>
                  </a:cubicBezTo>
                  <a:lnTo>
                    <a:pt x="83" y="132"/>
                  </a:lnTo>
                  <a:cubicBezTo>
                    <a:pt x="87" y="134"/>
                    <a:pt x="93" y="135"/>
                    <a:pt x="100" y="135"/>
                  </a:cubicBezTo>
                  <a:cubicBezTo>
                    <a:pt x="112" y="135"/>
                    <a:pt x="122" y="132"/>
                    <a:pt x="129" y="125"/>
                  </a:cubicBezTo>
                  <a:close/>
                  <a:moveTo>
                    <a:pt x="100" y="1"/>
                  </a:moveTo>
                  <a:cubicBezTo>
                    <a:pt x="97" y="1"/>
                    <a:pt x="95" y="1"/>
                    <a:pt x="93" y="1"/>
                  </a:cubicBezTo>
                  <a:cubicBezTo>
                    <a:pt x="42" y="2"/>
                    <a:pt x="0" y="46"/>
                    <a:pt x="0" y="96"/>
                  </a:cubicBezTo>
                  <a:cubicBezTo>
                    <a:pt x="3" y="151"/>
                    <a:pt x="47" y="192"/>
                    <a:pt x="99" y="192"/>
                  </a:cubicBezTo>
                  <a:cubicBezTo>
                    <a:pt x="152" y="192"/>
                    <a:pt x="194" y="148"/>
                    <a:pt x="194" y="96"/>
                  </a:cubicBezTo>
                  <a:cubicBezTo>
                    <a:pt x="194" y="45"/>
                    <a:pt x="150" y="1"/>
                    <a:pt x="1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9"/>
            <p:cNvSpPr/>
            <p:nvPr/>
          </p:nvSpPr>
          <p:spPr>
            <a:xfrm>
              <a:off x="7933124" y="1479593"/>
              <a:ext cx="43058" cy="52690"/>
            </a:xfrm>
            <a:custGeom>
              <a:rect b="b" l="l" r="r" t="t"/>
              <a:pathLst>
                <a:path extrusionOk="0" h="93" w="76">
                  <a:moveTo>
                    <a:pt x="53" y="22"/>
                  </a:moveTo>
                  <a:lnTo>
                    <a:pt x="53" y="71"/>
                  </a:lnTo>
                  <a:lnTo>
                    <a:pt x="21" y="71"/>
                  </a:lnTo>
                  <a:lnTo>
                    <a:pt x="21" y="22"/>
                  </a:lnTo>
                  <a:close/>
                  <a:moveTo>
                    <a:pt x="17" y="0"/>
                  </a:moveTo>
                  <a:cubicBezTo>
                    <a:pt x="7" y="3"/>
                    <a:pt x="1" y="9"/>
                    <a:pt x="1" y="18"/>
                  </a:cubicBezTo>
                  <a:lnTo>
                    <a:pt x="1" y="77"/>
                  </a:lnTo>
                  <a:cubicBezTo>
                    <a:pt x="1" y="86"/>
                    <a:pt x="8" y="93"/>
                    <a:pt x="17" y="93"/>
                  </a:cubicBezTo>
                  <a:lnTo>
                    <a:pt x="60" y="93"/>
                  </a:lnTo>
                  <a:cubicBezTo>
                    <a:pt x="69" y="93"/>
                    <a:pt x="76" y="86"/>
                    <a:pt x="76" y="77"/>
                  </a:cubicBezTo>
                  <a:lnTo>
                    <a:pt x="76" y="18"/>
                  </a:lnTo>
                  <a:cubicBezTo>
                    <a:pt x="76" y="8"/>
                    <a:pt x="69"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9"/>
            <p:cNvSpPr/>
            <p:nvPr/>
          </p:nvSpPr>
          <p:spPr>
            <a:xfrm>
              <a:off x="7985813" y="1471661"/>
              <a:ext cx="43058" cy="60621"/>
            </a:xfrm>
            <a:custGeom>
              <a:rect b="b" l="l" r="r" t="t"/>
              <a:pathLst>
                <a:path extrusionOk="0" h="107" w="76">
                  <a:moveTo>
                    <a:pt x="54" y="23"/>
                  </a:moveTo>
                  <a:lnTo>
                    <a:pt x="54" y="87"/>
                  </a:lnTo>
                  <a:lnTo>
                    <a:pt x="22" y="87"/>
                  </a:lnTo>
                  <a:lnTo>
                    <a:pt x="22" y="23"/>
                  </a:lnTo>
                  <a:close/>
                  <a:moveTo>
                    <a:pt x="16" y="0"/>
                  </a:moveTo>
                  <a:cubicBezTo>
                    <a:pt x="7" y="0"/>
                    <a:pt x="0" y="7"/>
                    <a:pt x="0" y="17"/>
                  </a:cubicBezTo>
                  <a:lnTo>
                    <a:pt x="0" y="91"/>
                  </a:lnTo>
                  <a:cubicBezTo>
                    <a:pt x="0" y="100"/>
                    <a:pt x="7" y="107"/>
                    <a:pt x="16" y="107"/>
                  </a:cubicBezTo>
                  <a:lnTo>
                    <a:pt x="59" y="107"/>
                  </a:lnTo>
                  <a:cubicBezTo>
                    <a:pt x="68" y="107"/>
                    <a:pt x="75" y="100"/>
                    <a:pt x="75" y="91"/>
                  </a:cubicBezTo>
                  <a:lnTo>
                    <a:pt x="75" y="17"/>
                  </a:lnTo>
                  <a:cubicBezTo>
                    <a:pt x="75" y="7"/>
                    <a:pt x="68" y="0"/>
                    <a:pt x="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9"/>
            <p:cNvSpPr/>
            <p:nvPr/>
          </p:nvSpPr>
          <p:spPr>
            <a:xfrm>
              <a:off x="8039069" y="1456931"/>
              <a:ext cx="43058" cy="75352"/>
            </a:xfrm>
            <a:custGeom>
              <a:rect b="b" l="l" r="r" t="t"/>
              <a:pathLst>
                <a:path extrusionOk="0" h="133" w="76">
                  <a:moveTo>
                    <a:pt x="54" y="22"/>
                  </a:moveTo>
                  <a:lnTo>
                    <a:pt x="54" y="111"/>
                  </a:lnTo>
                  <a:lnTo>
                    <a:pt x="22" y="111"/>
                  </a:lnTo>
                  <a:lnTo>
                    <a:pt x="22" y="22"/>
                  </a:lnTo>
                  <a:close/>
                  <a:moveTo>
                    <a:pt x="16" y="0"/>
                  </a:moveTo>
                  <a:cubicBezTo>
                    <a:pt x="7" y="0"/>
                    <a:pt x="0" y="7"/>
                    <a:pt x="0" y="16"/>
                  </a:cubicBezTo>
                  <a:lnTo>
                    <a:pt x="0" y="117"/>
                  </a:lnTo>
                  <a:cubicBezTo>
                    <a:pt x="0" y="126"/>
                    <a:pt x="7" y="133"/>
                    <a:pt x="16" y="133"/>
                  </a:cubicBezTo>
                  <a:lnTo>
                    <a:pt x="59" y="133"/>
                  </a:lnTo>
                  <a:cubicBezTo>
                    <a:pt x="68" y="133"/>
                    <a:pt x="75" y="126"/>
                    <a:pt x="75" y="117"/>
                  </a:cubicBezTo>
                  <a:lnTo>
                    <a:pt x="75" y="16"/>
                  </a:lnTo>
                  <a:cubicBezTo>
                    <a:pt x="75" y="7"/>
                    <a:pt x="68" y="0"/>
                    <a:pt x="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9"/>
            <p:cNvSpPr/>
            <p:nvPr/>
          </p:nvSpPr>
          <p:spPr>
            <a:xfrm>
              <a:off x="8098557" y="1466562"/>
              <a:ext cx="48157" cy="13031"/>
            </a:xfrm>
            <a:custGeom>
              <a:rect b="b" l="l" r="r" t="t"/>
              <a:pathLst>
                <a:path extrusionOk="0" h="23" w="85">
                  <a:moveTo>
                    <a:pt x="12" y="0"/>
                  </a:moveTo>
                  <a:cubicBezTo>
                    <a:pt x="6" y="0"/>
                    <a:pt x="1" y="6"/>
                    <a:pt x="1" y="12"/>
                  </a:cubicBezTo>
                  <a:cubicBezTo>
                    <a:pt x="1" y="16"/>
                    <a:pt x="6" y="22"/>
                    <a:pt x="12" y="22"/>
                  </a:cubicBezTo>
                  <a:lnTo>
                    <a:pt x="73" y="22"/>
                  </a:lnTo>
                  <a:cubicBezTo>
                    <a:pt x="79" y="22"/>
                    <a:pt x="84" y="16"/>
                    <a:pt x="84" y="12"/>
                  </a:cubicBezTo>
                  <a:cubicBezTo>
                    <a:pt x="84" y="6"/>
                    <a:pt x="79" y="0"/>
                    <a:pt x="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9"/>
            <p:cNvSpPr/>
            <p:nvPr/>
          </p:nvSpPr>
          <p:spPr>
            <a:xfrm>
              <a:off x="8098557" y="1487525"/>
              <a:ext cx="48157" cy="13031"/>
            </a:xfrm>
            <a:custGeom>
              <a:rect b="b" l="l" r="r" t="t"/>
              <a:pathLst>
                <a:path extrusionOk="0" h="23" w="85">
                  <a:moveTo>
                    <a:pt x="12" y="1"/>
                  </a:moveTo>
                  <a:cubicBezTo>
                    <a:pt x="6" y="1"/>
                    <a:pt x="1" y="7"/>
                    <a:pt x="1" y="12"/>
                  </a:cubicBezTo>
                  <a:cubicBezTo>
                    <a:pt x="1" y="18"/>
                    <a:pt x="6" y="23"/>
                    <a:pt x="12" y="23"/>
                  </a:cubicBezTo>
                  <a:lnTo>
                    <a:pt x="73" y="23"/>
                  </a:lnTo>
                  <a:cubicBezTo>
                    <a:pt x="79" y="23"/>
                    <a:pt x="84" y="17"/>
                    <a:pt x="84" y="12"/>
                  </a:cubicBezTo>
                  <a:cubicBezTo>
                    <a:pt x="84" y="7"/>
                    <a:pt x="79"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9"/>
            <p:cNvSpPr/>
            <p:nvPr/>
          </p:nvSpPr>
          <p:spPr>
            <a:xfrm>
              <a:off x="8098557" y="1509054"/>
              <a:ext cx="48157" cy="13597"/>
            </a:xfrm>
            <a:custGeom>
              <a:rect b="b" l="l" r="r" t="t"/>
              <a:pathLst>
                <a:path extrusionOk="0" h="24" w="85">
                  <a:moveTo>
                    <a:pt x="12" y="0"/>
                  </a:moveTo>
                  <a:cubicBezTo>
                    <a:pt x="6" y="0"/>
                    <a:pt x="1" y="6"/>
                    <a:pt x="1" y="12"/>
                  </a:cubicBezTo>
                  <a:cubicBezTo>
                    <a:pt x="1" y="18"/>
                    <a:pt x="6" y="24"/>
                    <a:pt x="12" y="24"/>
                  </a:cubicBezTo>
                  <a:lnTo>
                    <a:pt x="73" y="24"/>
                  </a:lnTo>
                  <a:cubicBezTo>
                    <a:pt x="79" y="24"/>
                    <a:pt x="84" y="18"/>
                    <a:pt x="84" y="12"/>
                  </a:cubicBezTo>
                  <a:cubicBezTo>
                    <a:pt x="84" y="6"/>
                    <a:pt x="79" y="0"/>
                    <a:pt x="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9"/>
            <p:cNvSpPr/>
            <p:nvPr/>
          </p:nvSpPr>
          <p:spPr>
            <a:xfrm>
              <a:off x="7899697" y="1413872"/>
              <a:ext cx="409617" cy="197161"/>
            </a:xfrm>
            <a:custGeom>
              <a:rect b="b" l="l" r="r" t="t"/>
              <a:pathLst>
                <a:path extrusionOk="0" h="348" w="723">
                  <a:moveTo>
                    <a:pt x="38" y="1"/>
                  </a:moveTo>
                  <a:cubicBezTo>
                    <a:pt x="16" y="1"/>
                    <a:pt x="1" y="20"/>
                    <a:pt x="1" y="40"/>
                  </a:cubicBezTo>
                  <a:lnTo>
                    <a:pt x="1" y="264"/>
                  </a:lnTo>
                  <a:cubicBezTo>
                    <a:pt x="1" y="286"/>
                    <a:pt x="18" y="301"/>
                    <a:pt x="38" y="301"/>
                  </a:cubicBezTo>
                  <a:lnTo>
                    <a:pt x="63" y="301"/>
                  </a:lnTo>
                  <a:lnTo>
                    <a:pt x="90" y="339"/>
                  </a:lnTo>
                  <a:cubicBezTo>
                    <a:pt x="94" y="345"/>
                    <a:pt x="102" y="348"/>
                    <a:pt x="109" y="348"/>
                  </a:cubicBezTo>
                  <a:cubicBezTo>
                    <a:pt x="116" y="348"/>
                    <a:pt x="120" y="345"/>
                    <a:pt x="126" y="339"/>
                  </a:cubicBezTo>
                  <a:lnTo>
                    <a:pt x="154" y="301"/>
                  </a:lnTo>
                  <a:lnTo>
                    <a:pt x="315" y="301"/>
                  </a:lnTo>
                  <a:lnTo>
                    <a:pt x="343" y="339"/>
                  </a:lnTo>
                  <a:cubicBezTo>
                    <a:pt x="347" y="345"/>
                    <a:pt x="354" y="348"/>
                    <a:pt x="362" y="348"/>
                  </a:cubicBezTo>
                  <a:cubicBezTo>
                    <a:pt x="369" y="348"/>
                    <a:pt x="373" y="345"/>
                    <a:pt x="379" y="339"/>
                  </a:cubicBezTo>
                  <a:lnTo>
                    <a:pt x="406" y="301"/>
                  </a:lnTo>
                  <a:lnTo>
                    <a:pt x="568" y="301"/>
                  </a:lnTo>
                  <a:lnTo>
                    <a:pt x="596" y="339"/>
                  </a:lnTo>
                  <a:cubicBezTo>
                    <a:pt x="600" y="345"/>
                    <a:pt x="607" y="348"/>
                    <a:pt x="614" y="348"/>
                  </a:cubicBezTo>
                  <a:cubicBezTo>
                    <a:pt x="622" y="348"/>
                    <a:pt x="626" y="345"/>
                    <a:pt x="632" y="339"/>
                  </a:cubicBezTo>
                  <a:lnTo>
                    <a:pt x="659" y="301"/>
                  </a:lnTo>
                  <a:lnTo>
                    <a:pt x="684" y="301"/>
                  </a:lnTo>
                  <a:cubicBezTo>
                    <a:pt x="705" y="301"/>
                    <a:pt x="723" y="283"/>
                    <a:pt x="723" y="264"/>
                  </a:cubicBezTo>
                  <a:lnTo>
                    <a:pt x="723" y="40"/>
                  </a:lnTo>
                  <a:cubicBezTo>
                    <a:pt x="721" y="20"/>
                    <a:pt x="704" y="1"/>
                    <a:pt x="684" y="1"/>
                  </a:cubicBezTo>
                  <a:lnTo>
                    <a:pt x="118" y="1"/>
                  </a:lnTo>
                  <a:cubicBezTo>
                    <a:pt x="112" y="1"/>
                    <a:pt x="106" y="7"/>
                    <a:pt x="106" y="12"/>
                  </a:cubicBezTo>
                  <a:cubicBezTo>
                    <a:pt x="106" y="18"/>
                    <a:pt x="112" y="23"/>
                    <a:pt x="118" y="23"/>
                  </a:cubicBezTo>
                  <a:lnTo>
                    <a:pt x="684" y="23"/>
                  </a:lnTo>
                  <a:cubicBezTo>
                    <a:pt x="694" y="23"/>
                    <a:pt x="703" y="30"/>
                    <a:pt x="703" y="41"/>
                  </a:cubicBezTo>
                  <a:lnTo>
                    <a:pt x="703" y="265"/>
                  </a:lnTo>
                  <a:cubicBezTo>
                    <a:pt x="703" y="274"/>
                    <a:pt x="695" y="283"/>
                    <a:pt x="684" y="283"/>
                  </a:cubicBezTo>
                  <a:lnTo>
                    <a:pt x="659" y="283"/>
                  </a:lnTo>
                  <a:cubicBezTo>
                    <a:pt x="652" y="283"/>
                    <a:pt x="646" y="287"/>
                    <a:pt x="640" y="293"/>
                  </a:cubicBezTo>
                  <a:lnTo>
                    <a:pt x="614" y="330"/>
                  </a:lnTo>
                  <a:lnTo>
                    <a:pt x="587" y="293"/>
                  </a:lnTo>
                  <a:cubicBezTo>
                    <a:pt x="583" y="287"/>
                    <a:pt x="575" y="283"/>
                    <a:pt x="568" y="283"/>
                  </a:cubicBezTo>
                  <a:lnTo>
                    <a:pt x="406" y="283"/>
                  </a:lnTo>
                  <a:cubicBezTo>
                    <a:pt x="399" y="283"/>
                    <a:pt x="393" y="287"/>
                    <a:pt x="388" y="293"/>
                  </a:cubicBezTo>
                  <a:lnTo>
                    <a:pt x="362" y="330"/>
                  </a:lnTo>
                  <a:lnTo>
                    <a:pt x="334" y="293"/>
                  </a:lnTo>
                  <a:cubicBezTo>
                    <a:pt x="330" y="287"/>
                    <a:pt x="323" y="283"/>
                    <a:pt x="315" y="283"/>
                  </a:cubicBezTo>
                  <a:lnTo>
                    <a:pt x="154" y="283"/>
                  </a:lnTo>
                  <a:cubicBezTo>
                    <a:pt x="146" y="283"/>
                    <a:pt x="141" y="287"/>
                    <a:pt x="135" y="293"/>
                  </a:cubicBezTo>
                  <a:lnTo>
                    <a:pt x="109" y="330"/>
                  </a:lnTo>
                  <a:lnTo>
                    <a:pt x="81" y="293"/>
                  </a:lnTo>
                  <a:cubicBezTo>
                    <a:pt x="77" y="287"/>
                    <a:pt x="70" y="283"/>
                    <a:pt x="63" y="283"/>
                  </a:cubicBezTo>
                  <a:lnTo>
                    <a:pt x="38" y="283"/>
                  </a:lnTo>
                  <a:cubicBezTo>
                    <a:pt x="29" y="283"/>
                    <a:pt x="19" y="275"/>
                    <a:pt x="19" y="265"/>
                  </a:cubicBezTo>
                  <a:lnTo>
                    <a:pt x="19" y="41"/>
                  </a:lnTo>
                  <a:cubicBezTo>
                    <a:pt x="19" y="33"/>
                    <a:pt x="27" y="23"/>
                    <a:pt x="38" y="23"/>
                  </a:cubicBezTo>
                  <a:lnTo>
                    <a:pt x="74" y="23"/>
                  </a:lnTo>
                  <a:cubicBezTo>
                    <a:pt x="80" y="23"/>
                    <a:pt x="84" y="18"/>
                    <a:pt x="84" y="12"/>
                  </a:cubicBezTo>
                  <a:cubicBezTo>
                    <a:pt x="84" y="7"/>
                    <a:pt x="80" y="1"/>
                    <a:pt x="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49"/>
          <p:cNvGrpSpPr/>
          <p:nvPr/>
        </p:nvGrpSpPr>
        <p:grpSpPr>
          <a:xfrm>
            <a:off x="3897004" y="2692587"/>
            <a:ext cx="413583" cy="407920"/>
            <a:chOff x="3897004" y="2692587"/>
            <a:chExt cx="413583" cy="407920"/>
          </a:xfrm>
        </p:grpSpPr>
        <p:sp>
          <p:nvSpPr>
            <p:cNvPr id="2817" name="Google Shape;2817;p49"/>
            <p:cNvSpPr/>
            <p:nvPr/>
          </p:nvSpPr>
          <p:spPr>
            <a:xfrm>
              <a:off x="4008048" y="3033087"/>
              <a:ext cx="31727" cy="12464"/>
            </a:xfrm>
            <a:custGeom>
              <a:rect b="b" l="l" r="r" t="t"/>
              <a:pathLst>
                <a:path extrusionOk="0" h="22" w="56">
                  <a:moveTo>
                    <a:pt x="11" y="0"/>
                  </a:moveTo>
                  <a:cubicBezTo>
                    <a:pt x="5" y="0"/>
                    <a:pt x="1" y="6"/>
                    <a:pt x="1" y="10"/>
                  </a:cubicBezTo>
                  <a:cubicBezTo>
                    <a:pt x="1" y="16"/>
                    <a:pt x="5" y="22"/>
                    <a:pt x="11" y="22"/>
                  </a:cubicBezTo>
                  <a:lnTo>
                    <a:pt x="46" y="22"/>
                  </a:lnTo>
                  <a:cubicBezTo>
                    <a:pt x="51" y="22"/>
                    <a:pt x="56" y="16"/>
                    <a:pt x="56" y="10"/>
                  </a:cubicBezTo>
                  <a:cubicBezTo>
                    <a:pt x="56" y="6"/>
                    <a:pt x="51" y="0"/>
                    <a:pt x="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9"/>
            <p:cNvSpPr/>
            <p:nvPr/>
          </p:nvSpPr>
          <p:spPr>
            <a:xfrm>
              <a:off x="3950260" y="2906745"/>
              <a:ext cx="13597" cy="16430"/>
            </a:xfrm>
            <a:custGeom>
              <a:rect b="b" l="l" r="r" t="t"/>
              <a:pathLst>
                <a:path extrusionOk="0" h="29" w="24">
                  <a:moveTo>
                    <a:pt x="12" y="1"/>
                  </a:moveTo>
                  <a:cubicBezTo>
                    <a:pt x="6" y="1"/>
                    <a:pt x="0" y="7"/>
                    <a:pt x="0" y="12"/>
                  </a:cubicBezTo>
                  <a:lnTo>
                    <a:pt x="0" y="17"/>
                  </a:lnTo>
                  <a:cubicBezTo>
                    <a:pt x="0" y="22"/>
                    <a:pt x="6" y="28"/>
                    <a:pt x="12" y="28"/>
                  </a:cubicBezTo>
                  <a:cubicBezTo>
                    <a:pt x="18" y="28"/>
                    <a:pt x="23" y="22"/>
                    <a:pt x="23" y="17"/>
                  </a:cubicBezTo>
                  <a:lnTo>
                    <a:pt x="23" y="12"/>
                  </a:lnTo>
                  <a:cubicBezTo>
                    <a:pt x="23" y="7"/>
                    <a:pt x="18"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9"/>
            <p:cNvSpPr/>
            <p:nvPr/>
          </p:nvSpPr>
          <p:spPr>
            <a:xfrm>
              <a:off x="3993317" y="2906745"/>
              <a:ext cx="13031" cy="16430"/>
            </a:xfrm>
            <a:custGeom>
              <a:rect b="b" l="l" r="r" t="t"/>
              <a:pathLst>
                <a:path extrusionOk="0" h="29" w="23">
                  <a:moveTo>
                    <a:pt x="12" y="1"/>
                  </a:moveTo>
                  <a:cubicBezTo>
                    <a:pt x="7" y="1"/>
                    <a:pt x="1" y="7"/>
                    <a:pt x="1" y="11"/>
                  </a:cubicBezTo>
                  <a:lnTo>
                    <a:pt x="1" y="17"/>
                  </a:lnTo>
                  <a:cubicBezTo>
                    <a:pt x="1" y="22"/>
                    <a:pt x="7" y="28"/>
                    <a:pt x="12" y="28"/>
                  </a:cubicBezTo>
                  <a:cubicBezTo>
                    <a:pt x="17" y="28"/>
                    <a:pt x="22" y="22"/>
                    <a:pt x="22" y="17"/>
                  </a:cubicBezTo>
                  <a:lnTo>
                    <a:pt x="22" y="11"/>
                  </a:lnTo>
                  <a:cubicBezTo>
                    <a:pt x="22" y="7"/>
                    <a:pt x="17"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9"/>
            <p:cNvSpPr/>
            <p:nvPr/>
          </p:nvSpPr>
          <p:spPr>
            <a:xfrm>
              <a:off x="3961591" y="2934506"/>
              <a:ext cx="32293" cy="15297"/>
            </a:xfrm>
            <a:custGeom>
              <a:rect b="b" l="l" r="r" t="t"/>
              <a:pathLst>
                <a:path extrusionOk="0" h="27" w="57">
                  <a:moveTo>
                    <a:pt x="45" y="0"/>
                  </a:moveTo>
                  <a:cubicBezTo>
                    <a:pt x="43" y="0"/>
                    <a:pt x="41" y="1"/>
                    <a:pt x="39" y="2"/>
                  </a:cubicBezTo>
                  <a:cubicBezTo>
                    <a:pt x="36" y="5"/>
                    <a:pt x="33" y="7"/>
                    <a:pt x="29" y="7"/>
                  </a:cubicBezTo>
                  <a:cubicBezTo>
                    <a:pt x="26" y="7"/>
                    <a:pt x="23" y="5"/>
                    <a:pt x="19" y="2"/>
                  </a:cubicBezTo>
                  <a:cubicBezTo>
                    <a:pt x="17" y="1"/>
                    <a:pt x="15" y="1"/>
                    <a:pt x="13" y="1"/>
                  </a:cubicBezTo>
                  <a:cubicBezTo>
                    <a:pt x="9" y="1"/>
                    <a:pt x="7" y="2"/>
                    <a:pt x="5" y="4"/>
                  </a:cubicBezTo>
                  <a:cubicBezTo>
                    <a:pt x="0" y="10"/>
                    <a:pt x="2" y="15"/>
                    <a:pt x="6" y="18"/>
                  </a:cubicBezTo>
                  <a:cubicBezTo>
                    <a:pt x="13" y="24"/>
                    <a:pt x="21" y="25"/>
                    <a:pt x="28" y="25"/>
                  </a:cubicBezTo>
                  <a:cubicBezTo>
                    <a:pt x="30" y="26"/>
                    <a:pt x="32" y="26"/>
                    <a:pt x="34" y="26"/>
                  </a:cubicBezTo>
                  <a:cubicBezTo>
                    <a:pt x="41" y="26"/>
                    <a:pt x="48" y="23"/>
                    <a:pt x="51" y="18"/>
                  </a:cubicBezTo>
                  <a:cubicBezTo>
                    <a:pt x="57" y="15"/>
                    <a:pt x="57" y="8"/>
                    <a:pt x="54" y="4"/>
                  </a:cubicBezTo>
                  <a:cubicBezTo>
                    <a:pt x="52" y="1"/>
                    <a:pt x="48"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9"/>
            <p:cNvSpPr/>
            <p:nvPr/>
          </p:nvSpPr>
          <p:spPr>
            <a:xfrm>
              <a:off x="4046007" y="2759441"/>
              <a:ext cx="43058" cy="53256"/>
            </a:xfrm>
            <a:custGeom>
              <a:rect b="b" l="l" r="r" t="t"/>
              <a:pathLst>
                <a:path extrusionOk="0" h="94" w="76">
                  <a:moveTo>
                    <a:pt x="54" y="22"/>
                  </a:moveTo>
                  <a:lnTo>
                    <a:pt x="54" y="72"/>
                  </a:lnTo>
                  <a:lnTo>
                    <a:pt x="22" y="72"/>
                  </a:lnTo>
                  <a:lnTo>
                    <a:pt x="22" y="22"/>
                  </a:lnTo>
                  <a:close/>
                  <a:moveTo>
                    <a:pt x="16" y="1"/>
                  </a:moveTo>
                  <a:cubicBezTo>
                    <a:pt x="7" y="1"/>
                    <a:pt x="0" y="8"/>
                    <a:pt x="0" y="17"/>
                  </a:cubicBezTo>
                  <a:lnTo>
                    <a:pt x="0" y="77"/>
                  </a:lnTo>
                  <a:cubicBezTo>
                    <a:pt x="0" y="86"/>
                    <a:pt x="7" y="93"/>
                    <a:pt x="16" y="93"/>
                  </a:cubicBezTo>
                  <a:lnTo>
                    <a:pt x="59" y="93"/>
                  </a:lnTo>
                  <a:cubicBezTo>
                    <a:pt x="68" y="93"/>
                    <a:pt x="75" y="86"/>
                    <a:pt x="75" y="77"/>
                  </a:cubicBezTo>
                  <a:lnTo>
                    <a:pt x="75" y="17"/>
                  </a:lnTo>
                  <a:cubicBezTo>
                    <a:pt x="75" y="8"/>
                    <a:pt x="68"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9"/>
            <p:cNvSpPr/>
            <p:nvPr/>
          </p:nvSpPr>
          <p:spPr>
            <a:xfrm>
              <a:off x="4099263" y="2751509"/>
              <a:ext cx="43058" cy="61188"/>
            </a:xfrm>
            <a:custGeom>
              <a:rect b="b" l="l" r="r" t="t"/>
              <a:pathLst>
                <a:path extrusionOk="0" h="108" w="76">
                  <a:moveTo>
                    <a:pt x="54" y="23"/>
                  </a:moveTo>
                  <a:lnTo>
                    <a:pt x="54" y="87"/>
                  </a:lnTo>
                  <a:lnTo>
                    <a:pt x="22" y="87"/>
                  </a:lnTo>
                  <a:lnTo>
                    <a:pt x="22" y="23"/>
                  </a:lnTo>
                  <a:close/>
                  <a:moveTo>
                    <a:pt x="16" y="0"/>
                  </a:moveTo>
                  <a:cubicBezTo>
                    <a:pt x="7" y="0"/>
                    <a:pt x="0" y="8"/>
                    <a:pt x="0" y="16"/>
                  </a:cubicBezTo>
                  <a:lnTo>
                    <a:pt x="0" y="91"/>
                  </a:lnTo>
                  <a:cubicBezTo>
                    <a:pt x="0" y="100"/>
                    <a:pt x="7" y="107"/>
                    <a:pt x="16" y="107"/>
                  </a:cubicBezTo>
                  <a:lnTo>
                    <a:pt x="59" y="107"/>
                  </a:lnTo>
                  <a:cubicBezTo>
                    <a:pt x="68" y="107"/>
                    <a:pt x="75" y="100"/>
                    <a:pt x="75" y="91"/>
                  </a:cubicBezTo>
                  <a:lnTo>
                    <a:pt x="75" y="16"/>
                  </a:lnTo>
                  <a:cubicBezTo>
                    <a:pt x="75" y="8"/>
                    <a:pt x="68" y="0"/>
                    <a:pt x="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9"/>
            <p:cNvSpPr/>
            <p:nvPr/>
          </p:nvSpPr>
          <p:spPr>
            <a:xfrm>
              <a:off x="4152519" y="2735645"/>
              <a:ext cx="43058" cy="77051"/>
            </a:xfrm>
            <a:custGeom>
              <a:rect b="b" l="l" r="r" t="t"/>
              <a:pathLst>
                <a:path extrusionOk="0" h="136" w="76">
                  <a:moveTo>
                    <a:pt x="53" y="23"/>
                  </a:moveTo>
                  <a:lnTo>
                    <a:pt x="53" y="114"/>
                  </a:lnTo>
                  <a:lnTo>
                    <a:pt x="22" y="114"/>
                  </a:lnTo>
                  <a:lnTo>
                    <a:pt x="22" y="23"/>
                  </a:lnTo>
                  <a:close/>
                  <a:moveTo>
                    <a:pt x="16" y="1"/>
                  </a:moveTo>
                  <a:cubicBezTo>
                    <a:pt x="7" y="1"/>
                    <a:pt x="0" y="8"/>
                    <a:pt x="0" y="18"/>
                  </a:cubicBezTo>
                  <a:lnTo>
                    <a:pt x="0" y="119"/>
                  </a:lnTo>
                  <a:cubicBezTo>
                    <a:pt x="0" y="128"/>
                    <a:pt x="7" y="135"/>
                    <a:pt x="16" y="135"/>
                  </a:cubicBezTo>
                  <a:lnTo>
                    <a:pt x="59" y="135"/>
                  </a:lnTo>
                  <a:cubicBezTo>
                    <a:pt x="68" y="135"/>
                    <a:pt x="75" y="128"/>
                    <a:pt x="75" y="119"/>
                  </a:cubicBezTo>
                  <a:lnTo>
                    <a:pt x="75" y="18"/>
                  </a:lnTo>
                  <a:cubicBezTo>
                    <a:pt x="75" y="8"/>
                    <a:pt x="68" y="1"/>
                    <a:pt x="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9"/>
            <p:cNvSpPr/>
            <p:nvPr/>
          </p:nvSpPr>
          <p:spPr>
            <a:xfrm>
              <a:off x="4152519" y="2830826"/>
              <a:ext cx="109911" cy="96881"/>
            </a:xfrm>
            <a:custGeom>
              <a:rect b="b" l="l" r="r" t="t"/>
              <a:pathLst>
                <a:path extrusionOk="0" h="171" w="194">
                  <a:moveTo>
                    <a:pt x="79" y="24"/>
                  </a:moveTo>
                  <a:lnTo>
                    <a:pt x="90" y="77"/>
                  </a:lnTo>
                  <a:cubicBezTo>
                    <a:pt x="78" y="80"/>
                    <a:pt x="43" y="91"/>
                    <a:pt x="35" y="93"/>
                  </a:cubicBezTo>
                  <a:cubicBezTo>
                    <a:pt x="29" y="63"/>
                    <a:pt x="49" y="32"/>
                    <a:pt x="79" y="24"/>
                  </a:cubicBezTo>
                  <a:close/>
                  <a:moveTo>
                    <a:pt x="100" y="21"/>
                  </a:moveTo>
                  <a:cubicBezTo>
                    <a:pt x="126" y="21"/>
                    <a:pt x="150" y="38"/>
                    <a:pt x="159" y="64"/>
                  </a:cubicBezTo>
                  <a:cubicBezTo>
                    <a:pt x="165" y="80"/>
                    <a:pt x="162" y="99"/>
                    <a:pt x="155" y="113"/>
                  </a:cubicBezTo>
                  <a:cubicBezTo>
                    <a:pt x="147" y="126"/>
                    <a:pt x="139" y="136"/>
                    <a:pt x="124" y="142"/>
                  </a:cubicBezTo>
                  <a:cubicBezTo>
                    <a:pt x="123" y="129"/>
                    <a:pt x="103" y="34"/>
                    <a:pt x="100" y="21"/>
                  </a:cubicBezTo>
                  <a:close/>
                  <a:moveTo>
                    <a:pt x="95" y="99"/>
                  </a:moveTo>
                  <a:lnTo>
                    <a:pt x="107" y="149"/>
                  </a:lnTo>
                  <a:cubicBezTo>
                    <a:pt x="105" y="149"/>
                    <a:pt x="104" y="149"/>
                    <a:pt x="102" y="149"/>
                  </a:cubicBezTo>
                  <a:cubicBezTo>
                    <a:pt x="76" y="149"/>
                    <a:pt x="51" y="138"/>
                    <a:pt x="42" y="115"/>
                  </a:cubicBezTo>
                  <a:lnTo>
                    <a:pt x="95" y="99"/>
                  </a:lnTo>
                  <a:close/>
                  <a:moveTo>
                    <a:pt x="97" y="1"/>
                  </a:moveTo>
                  <a:cubicBezTo>
                    <a:pt x="92" y="1"/>
                    <a:pt x="88" y="1"/>
                    <a:pt x="84" y="2"/>
                  </a:cubicBezTo>
                  <a:cubicBezTo>
                    <a:pt x="35" y="6"/>
                    <a:pt x="0" y="61"/>
                    <a:pt x="16" y="112"/>
                  </a:cubicBezTo>
                  <a:cubicBezTo>
                    <a:pt x="28" y="148"/>
                    <a:pt x="61" y="171"/>
                    <a:pt x="97" y="171"/>
                  </a:cubicBezTo>
                  <a:cubicBezTo>
                    <a:pt x="104" y="171"/>
                    <a:pt x="111" y="170"/>
                    <a:pt x="118" y="168"/>
                  </a:cubicBezTo>
                  <a:cubicBezTo>
                    <a:pt x="166" y="155"/>
                    <a:pt x="194" y="104"/>
                    <a:pt x="176" y="57"/>
                  </a:cubicBezTo>
                  <a:cubicBezTo>
                    <a:pt x="166" y="22"/>
                    <a:pt x="133" y="1"/>
                    <a:pt x="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9"/>
            <p:cNvSpPr/>
            <p:nvPr/>
          </p:nvSpPr>
          <p:spPr>
            <a:xfrm>
              <a:off x="4212573" y="2746410"/>
              <a:ext cx="47590" cy="13031"/>
            </a:xfrm>
            <a:custGeom>
              <a:rect b="b" l="l" r="r" t="t"/>
              <a:pathLst>
                <a:path extrusionOk="0" h="23" w="84">
                  <a:moveTo>
                    <a:pt x="11" y="1"/>
                  </a:moveTo>
                  <a:cubicBezTo>
                    <a:pt x="5" y="1"/>
                    <a:pt x="1" y="5"/>
                    <a:pt x="1" y="11"/>
                  </a:cubicBezTo>
                  <a:cubicBezTo>
                    <a:pt x="1" y="17"/>
                    <a:pt x="5" y="22"/>
                    <a:pt x="11" y="22"/>
                  </a:cubicBezTo>
                  <a:lnTo>
                    <a:pt x="73" y="22"/>
                  </a:lnTo>
                  <a:cubicBezTo>
                    <a:pt x="77" y="22"/>
                    <a:pt x="83" y="17"/>
                    <a:pt x="83" y="11"/>
                  </a:cubicBezTo>
                  <a:cubicBezTo>
                    <a:pt x="83" y="5"/>
                    <a:pt x="77"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9"/>
            <p:cNvSpPr/>
            <p:nvPr/>
          </p:nvSpPr>
          <p:spPr>
            <a:xfrm>
              <a:off x="4212573" y="2767939"/>
              <a:ext cx="47590" cy="12464"/>
            </a:xfrm>
            <a:custGeom>
              <a:rect b="b" l="l" r="r" t="t"/>
              <a:pathLst>
                <a:path extrusionOk="0" h="22" w="84">
                  <a:moveTo>
                    <a:pt x="11" y="0"/>
                  </a:moveTo>
                  <a:cubicBezTo>
                    <a:pt x="5" y="0"/>
                    <a:pt x="1" y="6"/>
                    <a:pt x="1" y="10"/>
                  </a:cubicBezTo>
                  <a:cubicBezTo>
                    <a:pt x="1" y="16"/>
                    <a:pt x="5" y="22"/>
                    <a:pt x="11" y="22"/>
                  </a:cubicBezTo>
                  <a:lnTo>
                    <a:pt x="73" y="22"/>
                  </a:lnTo>
                  <a:cubicBezTo>
                    <a:pt x="77" y="22"/>
                    <a:pt x="83" y="16"/>
                    <a:pt x="83" y="10"/>
                  </a:cubicBezTo>
                  <a:cubicBezTo>
                    <a:pt x="83" y="6"/>
                    <a:pt x="77" y="0"/>
                    <a:pt x="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9"/>
            <p:cNvSpPr/>
            <p:nvPr/>
          </p:nvSpPr>
          <p:spPr>
            <a:xfrm>
              <a:off x="4212573" y="2788901"/>
              <a:ext cx="47590" cy="13031"/>
            </a:xfrm>
            <a:custGeom>
              <a:rect b="b" l="l" r="r" t="t"/>
              <a:pathLst>
                <a:path extrusionOk="0" h="23" w="84">
                  <a:moveTo>
                    <a:pt x="11" y="1"/>
                  </a:moveTo>
                  <a:cubicBezTo>
                    <a:pt x="5" y="1"/>
                    <a:pt x="1" y="7"/>
                    <a:pt x="1" y="12"/>
                  </a:cubicBezTo>
                  <a:cubicBezTo>
                    <a:pt x="1" y="18"/>
                    <a:pt x="5" y="22"/>
                    <a:pt x="11" y="22"/>
                  </a:cubicBezTo>
                  <a:lnTo>
                    <a:pt x="73" y="22"/>
                  </a:lnTo>
                  <a:cubicBezTo>
                    <a:pt x="77" y="22"/>
                    <a:pt x="83" y="18"/>
                    <a:pt x="83" y="12"/>
                  </a:cubicBezTo>
                  <a:cubicBezTo>
                    <a:pt x="83" y="7"/>
                    <a:pt x="77"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9"/>
            <p:cNvSpPr/>
            <p:nvPr/>
          </p:nvSpPr>
          <p:spPr>
            <a:xfrm>
              <a:off x="4068102" y="2849523"/>
              <a:ext cx="67420" cy="13031"/>
            </a:xfrm>
            <a:custGeom>
              <a:rect b="b" l="l" r="r" t="t"/>
              <a:pathLst>
                <a:path extrusionOk="0" h="23" w="119">
                  <a:moveTo>
                    <a:pt x="12" y="1"/>
                  </a:moveTo>
                  <a:cubicBezTo>
                    <a:pt x="6" y="1"/>
                    <a:pt x="0" y="6"/>
                    <a:pt x="0" y="12"/>
                  </a:cubicBezTo>
                  <a:cubicBezTo>
                    <a:pt x="0" y="17"/>
                    <a:pt x="6" y="22"/>
                    <a:pt x="12" y="22"/>
                  </a:cubicBezTo>
                  <a:lnTo>
                    <a:pt x="107" y="22"/>
                  </a:lnTo>
                  <a:cubicBezTo>
                    <a:pt x="113" y="22"/>
                    <a:pt x="119" y="17"/>
                    <a:pt x="119" y="12"/>
                  </a:cubicBezTo>
                  <a:cubicBezTo>
                    <a:pt x="119" y="6"/>
                    <a:pt x="113" y="1"/>
                    <a:pt x="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9"/>
            <p:cNvSpPr/>
            <p:nvPr/>
          </p:nvSpPr>
          <p:spPr>
            <a:xfrm>
              <a:off x="4068102" y="2871052"/>
              <a:ext cx="67420" cy="12464"/>
            </a:xfrm>
            <a:custGeom>
              <a:rect b="b" l="l" r="r" t="t"/>
              <a:pathLst>
                <a:path extrusionOk="0" h="22" w="119">
                  <a:moveTo>
                    <a:pt x="12" y="0"/>
                  </a:moveTo>
                  <a:cubicBezTo>
                    <a:pt x="6" y="0"/>
                    <a:pt x="0" y="6"/>
                    <a:pt x="0" y="12"/>
                  </a:cubicBezTo>
                  <a:cubicBezTo>
                    <a:pt x="0" y="18"/>
                    <a:pt x="6" y="22"/>
                    <a:pt x="12" y="22"/>
                  </a:cubicBezTo>
                  <a:lnTo>
                    <a:pt x="107" y="22"/>
                  </a:lnTo>
                  <a:cubicBezTo>
                    <a:pt x="113" y="22"/>
                    <a:pt x="119" y="18"/>
                    <a:pt x="119" y="12"/>
                  </a:cubicBezTo>
                  <a:cubicBezTo>
                    <a:pt x="119" y="6"/>
                    <a:pt x="113" y="0"/>
                    <a:pt x="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9"/>
            <p:cNvSpPr/>
            <p:nvPr/>
          </p:nvSpPr>
          <p:spPr>
            <a:xfrm>
              <a:off x="4068102" y="2893148"/>
              <a:ext cx="67420" cy="12464"/>
            </a:xfrm>
            <a:custGeom>
              <a:rect b="b" l="l" r="r" t="t"/>
              <a:pathLst>
                <a:path extrusionOk="0" h="22" w="119">
                  <a:moveTo>
                    <a:pt x="12" y="0"/>
                  </a:moveTo>
                  <a:cubicBezTo>
                    <a:pt x="6" y="0"/>
                    <a:pt x="0" y="5"/>
                    <a:pt x="0" y="10"/>
                  </a:cubicBezTo>
                  <a:cubicBezTo>
                    <a:pt x="0" y="16"/>
                    <a:pt x="6" y="22"/>
                    <a:pt x="12" y="22"/>
                  </a:cubicBezTo>
                  <a:lnTo>
                    <a:pt x="107" y="22"/>
                  </a:lnTo>
                  <a:cubicBezTo>
                    <a:pt x="113" y="22"/>
                    <a:pt x="119" y="16"/>
                    <a:pt x="119" y="10"/>
                  </a:cubicBezTo>
                  <a:cubicBezTo>
                    <a:pt x="119" y="5"/>
                    <a:pt x="113" y="0"/>
                    <a:pt x="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9"/>
            <p:cNvSpPr/>
            <p:nvPr/>
          </p:nvSpPr>
          <p:spPr>
            <a:xfrm>
              <a:off x="3897004" y="2692587"/>
              <a:ext cx="413583" cy="407920"/>
            </a:xfrm>
            <a:custGeom>
              <a:rect b="b" l="l" r="r" t="t"/>
              <a:pathLst>
                <a:path extrusionOk="0" h="720" w="730">
                  <a:moveTo>
                    <a:pt x="200" y="220"/>
                  </a:moveTo>
                  <a:cubicBezTo>
                    <a:pt x="218" y="220"/>
                    <a:pt x="234" y="227"/>
                    <a:pt x="244" y="240"/>
                  </a:cubicBezTo>
                  <a:cubicBezTo>
                    <a:pt x="256" y="253"/>
                    <a:pt x="262" y="270"/>
                    <a:pt x="259" y="289"/>
                  </a:cubicBezTo>
                  <a:lnTo>
                    <a:pt x="247" y="386"/>
                  </a:lnTo>
                  <a:cubicBezTo>
                    <a:pt x="247" y="390"/>
                    <a:pt x="243" y="393"/>
                    <a:pt x="240" y="393"/>
                  </a:cubicBezTo>
                  <a:lnTo>
                    <a:pt x="240" y="333"/>
                  </a:lnTo>
                  <a:cubicBezTo>
                    <a:pt x="240" y="328"/>
                    <a:pt x="237" y="325"/>
                    <a:pt x="234" y="321"/>
                  </a:cubicBezTo>
                  <a:cubicBezTo>
                    <a:pt x="230" y="318"/>
                    <a:pt x="227" y="318"/>
                    <a:pt x="223" y="318"/>
                  </a:cubicBezTo>
                  <a:cubicBezTo>
                    <a:pt x="221" y="318"/>
                    <a:pt x="219" y="318"/>
                    <a:pt x="218" y="318"/>
                  </a:cubicBezTo>
                  <a:cubicBezTo>
                    <a:pt x="203" y="318"/>
                    <a:pt x="189" y="312"/>
                    <a:pt x="175" y="301"/>
                  </a:cubicBezTo>
                  <a:cubicBezTo>
                    <a:pt x="172" y="299"/>
                    <a:pt x="168" y="298"/>
                    <a:pt x="165" y="298"/>
                  </a:cubicBezTo>
                  <a:cubicBezTo>
                    <a:pt x="162" y="298"/>
                    <a:pt x="159" y="299"/>
                    <a:pt x="156" y="301"/>
                  </a:cubicBezTo>
                  <a:cubicBezTo>
                    <a:pt x="142" y="312"/>
                    <a:pt x="109" y="319"/>
                    <a:pt x="72" y="319"/>
                  </a:cubicBezTo>
                  <a:cubicBezTo>
                    <a:pt x="65" y="319"/>
                    <a:pt x="59" y="319"/>
                    <a:pt x="52" y="318"/>
                  </a:cubicBezTo>
                  <a:cubicBezTo>
                    <a:pt x="48" y="318"/>
                    <a:pt x="42" y="320"/>
                    <a:pt x="41" y="321"/>
                  </a:cubicBezTo>
                  <a:cubicBezTo>
                    <a:pt x="38" y="324"/>
                    <a:pt x="35" y="328"/>
                    <a:pt x="35" y="333"/>
                  </a:cubicBezTo>
                  <a:lnTo>
                    <a:pt x="35" y="386"/>
                  </a:lnTo>
                  <a:lnTo>
                    <a:pt x="23" y="289"/>
                  </a:lnTo>
                  <a:cubicBezTo>
                    <a:pt x="21" y="270"/>
                    <a:pt x="26" y="255"/>
                    <a:pt x="38" y="240"/>
                  </a:cubicBezTo>
                  <a:cubicBezTo>
                    <a:pt x="48" y="227"/>
                    <a:pt x="67" y="220"/>
                    <a:pt x="83" y="220"/>
                  </a:cubicBezTo>
                  <a:close/>
                  <a:moveTo>
                    <a:pt x="668" y="62"/>
                  </a:moveTo>
                  <a:lnTo>
                    <a:pt x="668" y="431"/>
                  </a:lnTo>
                  <a:lnTo>
                    <a:pt x="243" y="431"/>
                  </a:lnTo>
                  <a:cubicBezTo>
                    <a:pt x="244" y="426"/>
                    <a:pt x="244" y="421"/>
                    <a:pt x="244" y="415"/>
                  </a:cubicBezTo>
                  <a:cubicBezTo>
                    <a:pt x="259" y="415"/>
                    <a:pt x="272" y="405"/>
                    <a:pt x="273" y="390"/>
                  </a:cubicBezTo>
                  <a:lnTo>
                    <a:pt x="286" y="292"/>
                  </a:lnTo>
                  <a:cubicBezTo>
                    <a:pt x="291" y="269"/>
                    <a:pt x="281" y="246"/>
                    <a:pt x="266" y="227"/>
                  </a:cubicBezTo>
                  <a:cubicBezTo>
                    <a:pt x="256" y="217"/>
                    <a:pt x="243" y="207"/>
                    <a:pt x="229" y="204"/>
                  </a:cubicBezTo>
                  <a:lnTo>
                    <a:pt x="229" y="62"/>
                  </a:lnTo>
                  <a:close/>
                  <a:moveTo>
                    <a:pt x="171" y="321"/>
                  </a:moveTo>
                  <a:cubicBezTo>
                    <a:pt x="185" y="334"/>
                    <a:pt x="204" y="340"/>
                    <a:pt x="223" y="340"/>
                  </a:cubicBezTo>
                  <a:lnTo>
                    <a:pt x="223" y="408"/>
                  </a:lnTo>
                  <a:cubicBezTo>
                    <a:pt x="223" y="451"/>
                    <a:pt x="187" y="487"/>
                    <a:pt x="143" y="487"/>
                  </a:cubicBezTo>
                  <a:cubicBezTo>
                    <a:pt x="100" y="487"/>
                    <a:pt x="64" y="451"/>
                    <a:pt x="64" y="408"/>
                  </a:cubicBezTo>
                  <a:lnTo>
                    <a:pt x="64" y="340"/>
                  </a:lnTo>
                  <a:cubicBezTo>
                    <a:pt x="69" y="340"/>
                    <a:pt x="75" y="340"/>
                    <a:pt x="80" y="340"/>
                  </a:cubicBezTo>
                  <a:cubicBezTo>
                    <a:pt x="95" y="340"/>
                    <a:pt x="109" y="339"/>
                    <a:pt x="122" y="337"/>
                  </a:cubicBezTo>
                  <a:cubicBezTo>
                    <a:pt x="142" y="334"/>
                    <a:pt x="158" y="328"/>
                    <a:pt x="171" y="321"/>
                  </a:cubicBezTo>
                  <a:close/>
                  <a:moveTo>
                    <a:pt x="156" y="509"/>
                  </a:moveTo>
                  <a:lnTo>
                    <a:pt x="143" y="530"/>
                  </a:lnTo>
                  <a:lnTo>
                    <a:pt x="129" y="509"/>
                  </a:lnTo>
                  <a:close/>
                  <a:moveTo>
                    <a:pt x="77" y="484"/>
                  </a:moveTo>
                  <a:cubicBezTo>
                    <a:pt x="83" y="489"/>
                    <a:pt x="90" y="494"/>
                    <a:pt x="99" y="499"/>
                  </a:cubicBezTo>
                  <a:lnTo>
                    <a:pt x="129" y="545"/>
                  </a:lnTo>
                  <a:lnTo>
                    <a:pt x="113" y="554"/>
                  </a:lnTo>
                  <a:lnTo>
                    <a:pt x="64" y="489"/>
                  </a:lnTo>
                  <a:cubicBezTo>
                    <a:pt x="68" y="487"/>
                    <a:pt x="74" y="484"/>
                    <a:pt x="77" y="484"/>
                  </a:cubicBezTo>
                  <a:close/>
                  <a:moveTo>
                    <a:pt x="211" y="486"/>
                  </a:moveTo>
                  <a:cubicBezTo>
                    <a:pt x="214" y="487"/>
                    <a:pt x="220" y="489"/>
                    <a:pt x="223" y="491"/>
                  </a:cubicBezTo>
                  <a:lnTo>
                    <a:pt x="175" y="554"/>
                  </a:lnTo>
                  <a:lnTo>
                    <a:pt x="158" y="545"/>
                  </a:lnTo>
                  <a:lnTo>
                    <a:pt x="187" y="500"/>
                  </a:lnTo>
                  <a:cubicBezTo>
                    <a:pt x="197" y="496"/>
                    <a:pt x="204" y="491"/>
                    <a:pt x="211" y="486"/>
                  </a:cubicBezTo>
                  <a:close/>
                  <a:moveTo>
                    <a:pt x="146" y="561"/>
                  </a:moveTo>
                  <a:lnTo>
                    <a:pt x="158" y="568"/>
                  </a:lnTo>
                  <a:lnTo>
                    <a:pt x="146" y="581"/>
                  </a:lnTo>
                  <a:lnTo>
                    <a:pt x="133" y="568"/>
                  </a:lnTo>
                  <a:lnTo>
                    <a:pt x="146" y="561"/>
                  </a:lnTo>
                  <a:close/>
                  <a:moveTo>
                    <a:pt x="156" y="595"/>
                  </a:moveTo>
                  <a:lnTo>
                    <a:pt x="171" y="702"/>
                  </a:lnTo>
                  <a:lnTo>
                    <a:pt x="117" y="702"/>
                  </a:lnTo>
                  <a:lnTo>
                    <a:pt x="132" y="595"/>
                  </a:lnTo>
                  <a:cubicBezTo>
                    <a:pt x="135" y="600"/>
                    <a:pt x="139" y="601"/>
                    <a:pt x="143" y="601"/>
                  </a:cubicBezTo>
                  <a:cubicBezTo>
                    <a:pt x="149" y="601"/>
                    <a:pt x="153" y="600"/>
                    <a:pt x="156" y="595"/>
                  </a:cubicBezTo>
                  <a:close/>
                  <a:moveTo>
                    <a:pt x="242" y="502"/>
                  </a:moveTo>
                  <a:cubicBezTo>
                    <a:pt x="257" y="517"/>
                    <a:pt x="266" y="539"/>
                    <a:pt x="266" y="564"/>
                  </a:cubicBezTo>
                  <a:lnTo>
                    <a:pt x="266" y="702"/>
                  </a:lnTo>
                  <a:lnTo>
                    <a:pt x="192" y="702"/>
                  </a:lnTo>
                  <a:cubicBezTo>
                    <a:pt x="177" y="572"/>
                    <a:pt x="177" y="581"/>
                    <a:pt x="177" y="578"/>
                  </a:cubicBezTo>
                  <a:lnTo>
                    <a:pt x="178" y="578"/>
                  </a:lnTo>
                  <a:cubicBezTo>
                    <a:pt x="182" y="578"/>
                    <a:pt x="185" y="575"/>
                    <a:pt x="187" y="574"/>
                  </a:cubicBezTo>
                  <a:lnTo>
                    <a:pt x="242" y="502"/>
                  </a:lnTo>
                  <a:close/>
                  <a:moveTo>
                    <a:pt x="187" y="0"/>
                  </a:moveTo>
                  <a:cubicBezTo>
                    <a:pt x="177" y="0"/>
                    <a:pt x="165" y="9"/>
                    <a:pt x="165" y="22"/>
                  </a:cubicBezTo>
                  <a:lnTo>
                    <a:pt x="165" y="39"/>
                  </a:lnTo>
                  <a:cubicBezTo>
                    <a:pt x="165" y="51"/>
                    <a:pt x="175" y="61"/>
                    <a:pt x="187" y="61"/>
                  </a:cubicBezTo>
                  <a:lnTo>
                    <a:pt x="205" y="61"/>
                  </a:lnTo>
                  <a:lnTo>
                    <a:pt x="205" y="198"/>
                  </a:lnTo>
                  <a:lnTo>
                    <a:pt x="138" y="198"/>
                  </a:lnTo>
                  <a:cubicBezTo>
                    <a:pt x="138" y="195"/>
                    <a:pt x="138" y="191"/>
                    <a:pt x="135" y="188"/>
                  </a:cubicBezTo>
                  <a:cubicBezTo>
                    <a:pt x="133" y="186"/>
                    <a:pt x="130" y="185"/>
                    <a:pt x="127" y="185"/>
                  </a:cubicBezTo>
                  <a:cubicBezTo>
                    <a:pt x="124" y="185"/>
                    <a:pt x="122" y="186"/>
                    <a:pt x="120" y="188"/>
                  </a:cubicBezTo>
                  <a:lnTo>
                    <a:pt x="119" y="190"/>
                  </a:lnTo>
                  <a:lnTo>
                    <a:pt x="116" y="185"/>
                  </a:lnTo>
                  <a:cubicBezTo>
                    <a:pt x="114" y="182"/>
                    <a:pt x="111" y="180"/>
                    <a:pt x="107" y="180"/>
                  </a:cubicBezTo>
                  <a:cubicBezTo>
                    <a:pt x="105" y="180"/>
                    <a:pt x="103" y="181"/>
                    <a:pt x="101" y="182"/>
                  </a:cubicBezTo>
                  <a:cubicBezTo>
                    <a:pt x="97" y="185"/>
                    <a:pt x="94" y="191"/>
                    <a:pt x="99" y="197"/>
                  </a:cubicBezTo>
                  <a:lnTo>
                    <a:pt x="99" y="198"/>
                  </a:lnTo>
                  <a:lnTo>
                    <a:pt x="86" y="198"/>
                  </a:lnTo>
                  <a:cubicBezTo>
                    <a:pt x="62" y="198"/>
                    <a:pt x="39" y="210"/>
                    <a:pt x="25" y="226"/>
                  </a:cubicBezTo>
                  <a:cubicBezTo>
                    <a:pt x="8" y="243"/>
                    <a:pt x="0" y="268"/>
                    <a:pt x="5" y="291"/>
                  </a:cubicBezTo>
                  <a:lnTo>
                    <a:pt x="18" y="387"/>
                  </a:lnTo>
                  <a:cubicBezTo>
                    <a:pt x="19" y="402"/>
                    <a:pt x="32" y="413"/>
                    <a:pt x="47" y="413"/>
                  </a:cubicBezTo>
                  <a:cubicBezTo>
                    <a:pt x="48" y="434"/>
                    <a:pt x="55" y="451"/>
                    <a:pt x="65" y="465"/>
                  </a:cubicBezTo>
                  <a:cubicBezTo>
                    <a:pt x="29" y="484"/>
                    <a:pt x="6" y="520"/>
                    <a:pt x="6" y="561"/>
                  </a:cubicBezTo>
                  <a:lnTo>
                    <a:pt x="6" y="617"/>
                  </a:lnTo>
                  <a:cubicBezTo>
                    <a:pt x="6" y="623"/>
                    <a:pt x="12" y="629"/>
                    <a:pt x="18" y="629"/>
                  </a:cubicBezTo>
                  <a:cubicBezTo>
                    <a:pt x="22" y="629"/>
                    <a:pt x="28" y="623"/>
                    <a:pt x="28" y="617"/>
                  </a:cubicBezTo>
                  <a:lnTo>
                    <a:pt x="28" y="561"/>
                  </a:lnTo>
                  <a:cubicBezTo>
                    <a:pt x="28" y="538"/>
                    <a:pt x="38" y="516"/>
                    <a:pt x="54" y="500"/>
                  </a:cubicBezTo>
                  <a:lnTo>
                    <a:pt x="107" y="572"/>
                  </a:lnTo>
                  <a:cubicBezTo>
                    <a:pt x="110" y="575"/>
                    <a:pt x="113" y="575"/>
                    <a:pt x="116" y="575"/>
                  </a:cubicBezTo>
                  <a:lnTo>
                    <a:pt x="119" y="575"/>
                  </a:lnTo>
                  <a:lnTo>
                    <a:pt x="103" y="701"/>
                  </a:lnTo>
                  <a:lnTo>
                    <a:pt x="31" y="701"/>
                  </a:lnTo>
                  <a:lnTo>
                    <a:pt x="31" y="659"/>
                  </a:lnTo>
                  <a:cubicBezTo>
                    <a:pt x="31" y="653"/>
                    <a:pt x="25" y="647"/>
                    <a:pt x="19" y="647"/>
                  </a:cubicBezTo>
                  <a:cubicBezTo>
                    <a:pt x="13" y="647"/>
                    <a:pt x="8" y="653"/>
                    <a:pt x="8" y="659"/>
                  </a:cubicBezTo>
                  <a:lnTo>
                    <a:pt x="8" y="710"/>
                  </a:lnTo>
                  <a:cubicBezTo>
                    <a:pt x="8" y="715"/>
                    <a:pt x="13" y="720"/>
                    <a:pt x="19" y="720"/>
                  </a:cubicBezTo>
                  <a:lnTo>
                    <a:pt x="281" y="720"/>
                  </a:lnTo>
                  <a:cubicBezTo>
                    <a:pt x="286" y="720"/>
                    <a:pt x="292" y="715"/>
                    <a:pt x="292" y="710"/>
                  </a:cubicBezTo>
                  <a:lnTo>
                    <a:pt x="292" y="559"/>
                  </a:lnTo>
                  <a:cubicBezTo>
                    <a:pt x="292" y="530"/>
                    <a:pt x="281" y="506"/>
                    <a:pt x="263" y="486"/>
                  </a:cubicBezTo>
                  <a:lnTo>
                    <a:pt x="613" y="486"/>
                  </a:lnTo>
                  <a:cubicBezTo>
                    <a:pt x="619" y="486"/>
                    <a:pt x="624" y="480"/>
                    <a:pt x="624" y="474"/>
                  </a:cubicBezTo>
                  <a:cubicBezTo>
                    <a:pt x="624" y="468"/>
                    <a:pt x="619" y="464"/>
                    <a:pt x="613" y="464"/>
                  </a:cubicBezTo>
                  <a:lnTo>
                    <a:pt x="234" y="464"/>
                  </a:lnTo>
                  <a:cubicBezTo>
                    <a:pt x="231" y="464"/>
                    <a:pt x="231" y="461"/>
                    <a:pt x="230" y="461"/>
                  </a:cubicBezTo>
                  <a:cubicBezTo>
                    <a:pt x="234" y="457"/>
                    <a:pt x="237" y="451"/>
                    <a:pt x="239" y="445"/>
                  </a:cubicBezTo>
                  <a:lnTo>
                    <a:pt x="708" y="445"/>
                  </a:lnTo>
                  <a:lnTo>
                    <a:pt x="708" y="464"/>
                  </a:lnTo>
                  <a:lnTo>
                    <a:pt x="655" y="464"/>
                  </a:lnTo>
                  <a:cubicBezTo>
                    <a:pt x="649" y="464"/>
                    <a:pt x="643" y="468"/>
                    <a:pt x="643" y="474"/>
                  </a:cubicBezTo>
                  <a:cubicBezTo>
                    <a:pt x="643" y="480"/>
                    <a:pt x="649" y="486"/>
                    <a:pt x="655" y="486"/>
                  </a:cubicBezTo>
                  <a:lnTo>
                    <a:pt x="708" y="486"/>
                  </a:lnTo>
                  <a:cubicBezTo>
                    <a:pt x="720" y="486"/>
                    <a:pt x="730" y="477"/>
                    <a:pt x="730" y="464"/>
                  </a:cubicBezTo>
                  <a:lnTo>
                    <a:pt x="730" y="445"/>
                  </a:lnTo>
                  <a:cubicBezTo>
                    <a:pt x="730" y="435"/>
                    <a:pt x="721" y="424"/>
                    <a:pt x="708" y="424"/>
                  </a:cubicBezTo>
                  <a:lnTo>
                    <a:pt x="691" y="424"/>
                  </a:lnTo>
                  <a:lnTo>
                    <a:pt x="691" y="55"/>
                  </a:lnTo>
                  <a:lnTo>
                    <a:pt x="704" y="55"/>
                  </a:lnTo>
                  <a:lnTo>
                    <a:pt x="704" y="61"/>
                  </a:lnTo>
                  <a:cubicBezTo>
                    <a:pt x="714" y="61"/>
                    <a:pt x="725" y="52"/>
                    <a:pt x="725" y="39"/>
                  </a:cubicBezTo>
                  <a:lnTo>
                    <a:pt x="725" y="22"/>
                  </a:lnTo>
                  <a:cubicBezTo>
                    <a:pt x="725" y="10"/>
                    <a:pt x="717" y="0"/>
                    <a:pt x="704" y="0"/>
                  </a:cubicBezTo>
                  <a:lnTo>
                    <a:pt x="317" y="0"/>
                  </a:lnTo>
                  <a:cubicBezTo>
                    <a:pt x="312" y="0"/>
                    <a:pt x="307" y="5"/>
                    <a:pt x="307" y="10"/>
                  </a:cubicBezTo>
                  <a:cubicBezTo>
                    <a:pt x="307" y="16"/>
                    <a:pt x="312" y="22"/>
                    <a:pt x="317" y="22"/>
                  </a:cubicBezTo>
                  <a:lnTo>
                    <a:pt x="704" y="22"/>
                  </a:lnTo>
                  <a:lnTo>
                    <a:pt x="704" y="39"/>
                  </a:lnTo>
                  <a:lnTo>
                    <a:pt x="187" y="39"/>
                  </a:lnTo>
                  <a:lnTo>
                    <a:pt x="187" y="22"/>
                  </a:lnTo>
                  <a:lnTo>
                    <a:pt x="273" y="22"/>
                  </a:lnTo>
                  <a:cubicBezTo>
                    <a:pt x="279" y="22"/>
                    <a:pt x="285" y="16"/>
                    <a:pt x="285" y="10"/>
                  </a:cubicBezTo>
                  <a:cubicBezTo>
                    <a:pt x="285" y="5"/>
                    <a:pt x="279"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49"/>
          <p:cNvGrpSpPr/>
          <p:nvPr/>
        </p:nvGrpSpPr>
        <p:grpSpPr>
          <a:xfrm>
            <a:off x="3134424" y="2694287"/>
            <a:ext cx="409617" cy="407920"/>
            <a:chOff x="3134424" y="2694287"/>
            <a:chExt cx="409617" cy="407920"/>
          </a:xfrm>
        </p:grpSpPr>
        <p:sp>
          <p:nvSpPr>
            <p:cNvPr id="2833" name="Google Shape;2833;p49"/>
            <p:cNvSpPr/>
            <p:nvPr/>
          </p:nvSpPr>
          <p:spPr>
            <a:xfrm>
              <a:off x="3260765" y="2823461"/>
              <a:ext cx="156935" cy="278745"/>
            </a:xfrm>
            <a:custGeom>
              <a:rect b="b" l="l" r="r" t="t"/>
              <a:pathLst>
                <a:path extrusionOk="0" h="492" w="277">
                  <a:moveTo>
                    <a:pt x="194" y="41"/>
                  </a:moveTo>
                  <a:cubicBezTo>
                    <a:pt x="210" y="41"/>
                    <a:pt x="226" y="48"/>
                    <a:pt x="238" y="61"/>
                  </a:cubicBezTo>
                  <a:cubicBezTo>
                    <a:pt x="248" y="74"/>
                    <a:pt x="254" y="90"/>
                    <a:pt x="252" y="109"/>
                  </a:cubicBezTo>
                  <a:lnTo>
                    <a:pt x="241" y="204"/>
                  </a:lnTo>
                  <a:cubicBezTo>
                    <a:pt x="241" y="207"/>
                    <a:pt x="238" y="210"/>
                    <a:pt x="235" y="211"/>
                  </a:cubicBezTo>
                  <a:lnTo>
                    <a:pt x="235" y="154"/>
                  </a:lnTo>
                  <a:cubicBezTo>
                    <a:pt x="235" y="149"/>
                    <a:pt x="233" y="146"/>
                    <a:pt x="231" y="142"/>
                  </a:cubicBezTo>
                  <a:cubicBezTo>
                    <a:pt x="226" y="139"/>
                    <a:pt x="223" y="139"/>
                    <a:pt x="219" y="139"/>
                  </a:cubicBezTo>
                  <a:cubicBezTo>
                    <a:pt x="217" y="139"/>
                    <a:pt x="216" y="139"/>
                    <a:pt x="214" y="139"/>
                  </a:cubicBezTo>
                  <a:cubicBezTo>
                    <a:pt x="199" y="139"/>
                    <a:pt x="187" y="134"/>
                    <a:pt x="174" y="125"/>
                  </a:cubicBezTo>
                  <a:cubicBezTo>
                    <a:pt x="171" y="122"/>
                    <a:pt x="168" y="121"/>
                    <a:pt x="164" y="121"/>
                  </a:cubicBezTo>
                  <a:cubicBezTo>
                    <a:pt x="161" y="121"/>
                    <a:pt x="158" y="122"/>
                    <a:pt x="155" y="125"/>
                  </a:cubicBezTo>
                  <a:cubicBezTo>
                    <a:pt x="140" y="135"/>
                    <a:pt x="106" y="141"/>
                    <a:pt x="69" y="141"/>
                  </a:cubicBezTo>
                  <a:cubicBezTo>
                    <a:pt x="65" y="141"/>
                    <a:pt x="61" y="141"/>
                    <a:pt x="57" y="141"/>
                  </a:cubicBezTo>
                  <a:cubicBezTo>
                    <a:pt x="53" y="141"/>
                    <a:pt x="50" y="142"/>
                    <a:pt x="46" y="143"/>
                  </a:cubicBezTo>
                  <a:cubicBezTo>
                    <a:pt x="43" y="148"/>
                    <a:pt x="40" y="151"/>
                    <a:pt x="40" y="155"/>
                  </a:cubicBezTo>
                  <a:lnTo>
                    <a:pt x="40" y="213"/>
                  </a:lnTo>
                  <a:cubicBezTo>
                    <a:pt x="37" y="210"/>
                    <a:pt x="36" y="207"/>
                    <a:pt x="34" y="204"/>
                  </a:cubicBezTo>
                  <a:lnTo>
                    <a:pt x="23" y="109"/>
                  </a:lnTo>
                  <a:cubicBezTo>
                    <a:pt x="21" y="91"/>
                    <a:pt x="25" y="74"/>
                    <a:pt x="37" y="61"/>
                  </a:cubicBezTo>
                  <a:cubicBezTo>
                    <a:pt x="49" y="48"/>
                    <a:pt x="64" y="41"/>
                    <a:pt x="80" y="41"/>
                  </a:cubicBezTo>
                  <a:close/>
                  <a:moveTo>
                    <a:pt x="164" y="142"/>
                  </a:moveTo>
                  <a:cubicBezTo>
                    <a:pt x="174" y="151"/>
                    <a:pt x="190" y="161"/>
                    <a:pt x="215" y="161"/>
                  </a:cubicBezTo>
                  <a:lnTo>
                    <a:pt x="215" y="226"/>
                  </a:lnTo>
                  <a:cubicBezTo>
                    <a:pt x="215" y="268"/>
                    <a:pt x="180" y="301"/>
                    <a:pt x="138" y="301"/>
                  </a:cubicBezTo>
                  <a:cubicBezTo>
                    <a:pt x="95" y="301"/>
                    <a:pt x="60" y="268"/>
                    <a:pt x="60" y="224"/>
                  </a:cubicBezTo>
                  <a:lnTo>
                    <a:pt x="60" y="159"/>
                  </a:lnTo>
                  <a:cubicBezTo>
                    <a:pt x="66" y="160"/>
                    <a:pt x="71" y="160"/>
                    <a:pt x="76" y="160"/>
                  </a:cubicBezTo>
                  <a:cubicBezTo>
                    <a:pt x="90" y="160"/>
                    <a:pt x="104" y="159"/>
                    <a:pt x="116" y="156"/>
                  </a:cubicBezTo>
                  <a:cubicBezTo>
                    <a:pt x="137" y="154"/>
                    <a:pt x="153" y="149"/>
                    <a:pt x="164" y="142"/>
                  </a:cubicBezTo>
                  <a:close/>
                  <a:moveTo>
                    <a:pt x="150" y="321"/>
                  </a:moveTo>
                  <a:lnTo>
                    <a:pt x="138" y="340"/>
                  </a:lnTo>
                  <a:lnTo>
                    <a:pt x="128" y="321"/>
                  </a:lnTo>
                  <a:close/>
                  <a:moveTo>
                    <a:pt x="73" y="298"/>
                  </a:moveTo>
                  <a:cubicBezTo>
                    <a:pt x="80" y="304"/>
                    <a:pt x="88" y="308"/>
                    <a:pt x="95" y="312"/>
                  </a:cubicBezTo>
                  <a:lnTo>
                    <a:pt x="122" y="356"/>
                  </a:lnTo>
                  <a:lnTo>
                    <a:pt x="108" y="364"/>
                  </a:lnTo>
                  <a:lnTo>
                    <a:pt x="63" y="304"/>
                  </a:lnTo>
                  <a:lnTo>
                    <a:pt x="73" y="298"/>
                  </a:lnTo>
                  <a:close/>
                  <a:moveTo>
                    <a:pt x="202" y="298"/>
                  </a:moveTo>
                  <a:lnTo>
                    <a:pt x="212" y="304"/>
                  </a:lnTo>
                  <a:lnTo>
                    <a:pt x="167" y="364"/>
                  </a:lnTo>
                  <a:lnTo>
                    <a:pt x="153" y="356"/>
                  </a:lnTo>
                  <a:lnTo>
                    <a:pt x="180" y="312"/>
                  </a:lnTo>
                  <a:cubicBezTo>
                    <a:pt x="187" y="308"/>
                    <a:pt x="196" y="304"/>
                    <a:pt x="202" y="298"/>
                  </a:cubicBezTo>
                  <a:close/>
                  <a:moveTo>
                    <a:pt x="138" y="372"/>
                  </a:moveTo>
                  <a:lnTo>
                    <a:pt x="150" y="379"/>
                  </a:lnTo>
                  <a:lnTo>
                    <a:pt x="138" y="390"/>
                  </a:lnTo>
                  <a:lnTo>
                    <a:pt x="128" y="379"/>
                  </a:lnTo>
                  <a:lnTo>
                    <a:pt x="138" y="372"/>
                  </a:lnTo>
                  <a:close/>
                  <a:moveTo>
                    <a:pt x="150" y="406"/>
                  </a:moveTo>
                  <a:cubicBezTo>
                    <a:pt x="153" y="427"/>
                    <a:pt x="158" y="450"/>
                    <a:pt x="161" y="471"/>
                  </a:cubicBezTo>
                  <a:lnTo>
                    <a:pt x="114" y="471"/>
                  </a:lnTo>
                  <a:lnTo>
                    <a:pt x="124" y="406"/>
                  </a:lnTo>
                  <a:cubicBezTo>
                    <a:pt x="128" y="409"/>
                    <a:pt x="131" y="412"/>
                    <a:pt x="137" y="412"/>
                  </a:cubicBezTo>
                  <a:cubicBezTo>
                    <a:pt x="142" y="412"/>
                    <a:pt x="145" y="409"/>
                    <a:pt x="150" y="406"/>
                  </a:cubicBezTo>
                  <a:close/>
                  <a:moveTo>
                    <a:pt x="232" y="318"/>
                  </a:moveTo>
                  <a:cubicBezTo>
                    <a:pt x="246" y="333"/>
                    <a:pt x="255" y="354"/>
                    <a:pt x="255" y="376"/>
                  </a:cubicBezTo>
                  <a:lnTo>
                    <a:pt x="255" y="471"/>
                  </a:lnTo>
                  <a:lnTo>
                    <a:pt x="186" y="471"/>
                  </a:lnTo>
                  <a:cubicBezTo>
                    <a:pt x="181" y="442"/>
                    <a:pt x="174" y="414"/>
                    <a:pt x="170" y="390"/>
                  </a:cubicBezTo>
                  <a:cubicBezTo>
                    <a:pt x="174" y="390"/>
                    <a:pt x="177" y="388"/>
                    <a:pt x="180" y="386"/>
                  </a:cubicBezTo>
                  <a:lnTo>
                    <a:pt x="232" y="318"/>
                  </a:lnTo>
                  <a:close/>
                  <a:moveTo>
                    <a:pt x="83" y="1"/>
                  </a:moveTo>
                  <a:cubicBezTo>
                    <a:pt x="81" y="1"/>
                    <a:pt x="79" y="1"/>
                    <a:pt x="77" y="2"/>
                  </a:cubicBezTo>
                  <a:cubicBezTo>
                    <a:pt x="72" y="5"/>
                    <a:pt x="72" y="11"/>
                    <a:pt x="73" y="16"/>
                  </a:cubicBezTo>
                  <a:lnTo>
                    <a:pt x="75" y="18"/>
                  </a:lnTo>
                  <a:cubicBezTo>
                    <a:pt x="56" y="19"/>
                    <a:pt x="37" y="29"/>
                    <a:pt x="23" y="45"/>
                  </a:cubicBezTo>
                  <a:cubicBezTo>
                    <a:pt x="8" y="61"/>
                    <a:pt x="1" y="84"/>
                    <a:pt x="2" y="109"/>
                  </a:cubicBezTo>
                  <a:lnTo>
                    <a:pt x="14" y="204"/>
                  </a:lnTo>
                  <a:cubicBezTo>
                    <a:pt x="15" y="219"/>
                    <a:pt x="27" y="229"/>
                    <a:pt x="41" y="229"/>
                  </a:cubicBezTo>
                  <a:cubicBezTo>
                    <a:pt x="43" y="247"/>
                    <a:pt x="49" y="265"/>
                    <a:pt x="59" y="279"/>
                  </a:cubicBezTo>
                  <a:cubicBezTo>
                    <a:pt x="24" y="298"/>
                    <a:pt x="1" y="333"/>
                    <a:pt x="1" y="373"/>
                  </a:cubicBezTo>
                  <a:lnTo>
                    <a:pt x="1" y="408"/>
                  </a:lnTo>
                  <a:cubicBezTo>
                    <a:pt x="1" y="414"/>
                    <a:pt x="7" y="419"/>
                    <a:pt x="12" y="419"/>
                  </a:cubicBezTo>
                  <a:cubicBezTo>
                    <a:pt x="17" y="419"/>
                    <a:pt x="23" y="414"/>
                    <a:pt x="23" y="408"/>
                  </a:cubicBezTo>
                  <a:lnTo>
                    <a:pt x="23" y="373"/>
                  </a:lnTo>
                  <a:cubicBezTo>
                    <a:pt x="23" y="351"/>
                    <a:pt x="31" y="330"/>
                    <a:pt x="46" y="315"/>
                  </a:cubicBezTo>
                  <a:lnTo>
                    <a:pt x="99" y="385"/>
                  </a:lnTo>
                  <a:cubicBezTo>
                    <a:pt x="101" y="388"/>
                    <a:pt x="103" y="388"/>
                    <a:pt x="108" y="388"/>
                  </a:cubicBezTo>
                  <a:lnTo>
                    <a:pt x="93" y="470"/>
                  </a:lnTo>
                  <a:lnTo>
                    <a:pt x="23" y="470"/>
                  </a:lnTo>
                  <a:lnTo>
                    <a:pt x="23" y="450"/>
                  </a:lnTo>
                  <a:cubicBezTo>
                    <a:pt x="23" y="444"/>
                    <a:pt x="17" y="438"/>
                    <a:pt x="12" y="438"/>
                  </a:cubicBezTo>
                  <a:cubicBezTo>
                    <a:pt x="7" y="438"/>
                    <a:pt x="1" y="444"/>
                    <a:pt x="1" y="450"/>
                  </a:cubicBezTo>
                  <a:lnTo>
                    <a:pt x="1" y="480"/>
                  </a:lnTo>
                  <a:cubicBezTo>
                    <a:pt x="1" y="486"/>
                    <a:pt x="7" y="492"/>
                    <a:pt x="12" y="492"/>
                  </a:cubicBezTo>
                  <a:lnTo>
                    <a:pt x="265" y="492"/>
                  </a:lnTo>
                  <a:cubicBezTo>
                    <a:pt x="270" y="492"/>
                    <a:pt x="275" y="486"/>
                    <a:pt x="275" y="480"/>
                  </a:cubicBezTo>
                  <a:lnTo>
                    <a:pt x="275" y="372"/>
                  </a:lnTo>
                  <a:cubicBezTo>
                    <a:pt x="275" y="334"/>
                    <a:pt x="252" y="299"/>
                    <a:pt x="218" y="282"/>
                  </a:cubicBezTo>
                  <a:cubicBezTo>
                    <a:pt x="229" y="268"/>
                    <a:pt x="233" y="250"/>
                    <a:pt x="236" y="232"/>
                  </a:cubicBezTo>
                  <a:cubicBezTo>
                    <a:pt x="251" y="232"/>
                    <a:pt x="261" y="220"/>
                    <a:pt x="262" y="206"/>
                  </a:cubicBezTo>
                  <a:lnTo>
                    <a:pt x="274" y="110"/>
                  </a:lnTo>
                  <a:cubicBezTo>
                    <a:pt x="277" y="87"/>
                    <a:pt x="270" y="65"/>
                    <a:pt x="254" y="47"/>
                  </a:cubicBezTo>
                  <a:cubicBezTo>
                    <a:pt x="238" y="29"/>
                    <a:pt x="218" y="19"/>
                    <a:pt x="194" y="19"/>
                  </a:cubicBezTo>
                  <a:lnTo>
                    <a:pt x="114" y="19"/>
                  </a:lnTo>
                  <a:lnTo>
                    <a:pt x="115" y="18"/>
                  </a:lnTo>
                  <a:cubicBezTo>
                    <a:pt x="118" y="12"/>
                    <a:pt x="116" y="6"/>
                    <a:pt x="114" y="3"/>
                  </a:cubicBezTo>
                  <a:cubicBezTo>
                    <a:pt x="111" y="2"/>
                    <a:pt x="109" y="2"/>
                    <a:pt x="107" y="2"/>
                  </a:cubicBezTo>
                  <a:cubicBezTo>
                    <a:pt x="104" y="2"/>
                    <a:pt x="100" y="3"/>
                    <a:pt x="98" y="5"/>
                  </a:cubicBezTo>
                  <a:lnTo>
                    <a:pt x="95" y="11"/>
                  </a:lnTo>
                  <a:lnTo>
                    <a:pt x="92" y="5"/>
                  </a:lnTo>
                  <a:cubicBezTo>
                    <a:pt x="89" y="2"/>
                    <a:pt x="86" y="1"/>
                    <a:pt x="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9"/>
            <p:cNvSpPr/>
            <p:nvPr/>
          </p:nvSpPr>
          <p:spPr>
            <a:xfrm>
              <a:off x="3367277" y="3056882"/>
              <a:ext cx="31727" cy="12464"/>
            </a:xfrm>
            <a:custGeom>
              <a:rect b="b" l="l" r="r" t="t"/>
              <a:pathLst>
                <a:path extrusionOk="0" h="22" w="56">
                  <a:moveTo>
                    <a:pt x="12" y="0"/>
                  </a:moveTo>
                  <a:cubicBezTo>
                    <a:pt x="6" y="0"/>
                    <a:pt x="1" y="4"/>
                    <a:pt x="1" y="10"/>
                  </a:cubicBezTo>
                  <a:cubicBezTo>
                    <a:pt x="1" y="16"/>
                    <a:pt x="6" y="22"/>
                    <a:pt x="12" y="22"/>
                  </a:cubicBezTo>
                  <a:lnTo>
                    <a:pt x="44" y="22"/>
                  </a:lnTo>
                  <a:cubicBezTo>
                    <a:pt x="50" y="22"/>
                    <a:pt x="56" y="16"/>
                    <a:pt x="56" y="10"/>
                  </a:cubicBezTo>
                  <a:cubicBezTo>
                    <a:pt x="56" y="4"/>
                    <a:pt x="50"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9"/>
            <p:cNvSpPr/>
            <p:nvPr/>
          </p:nvSpPr>
          <p:spPr>
            <a:xfrm>
              <a:off x="3312321" y="2934506"/>
              <a:ext cx="13031" cy="16430"/>
            </a:xfrm>
            <a:custGeom>
              <a:rect b="b" l="l" r="r" t="t"/>
              <a:pathLst>
                <a:path extrusionOk="0" h="29" w="23">
                  <a:moveTo>
                    <a:pt x="11" y="1"/>
                  </a:moveTo>
                  <a:cubicBezTo>
                    <a:pt x="5" y="1"/>
                    <a:pt x="1" y="7"/>
                    <a:pt x="1" y="11"/>
                  </a:cubicBezTo>
                  <a:lnTo>
                    <a:pt x="1" y="17"/>
                  </a:lnTo>
                  <a:cubicBezTo>
                    <a:pt x="1" y="23"/>
                    <a:pt x="5" y="28"/>
                    <a:pt x="11" y="28"/>
                  </a:cubicBezTo>
                  <a:cubicBezTo>
                    <a:pt x="17" y="28"/>
                    <a:pt x="23" y="23"/>
                    <a:pt x="23" y="17"/>
                  </a:cubicBezTo>
                  <a:lnTo>
                    <a:pt x="23" y="11"/>
                  </a:lnTo>
                  <a:cubicBezTo>
                    <a:pt x="20" y="5"/>
                    <a:pt x="17"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9"/>
            <p:cNvSpPr/>
            <p:nvPr/>
          </p:nvSpPr>
          <p:spPr>
            <a:xfrm>
              <a:off x="3353680" y="2932806"/>
              <a:ext cx="12464" cy="16430"/>
            </a:xfrm>
            <a:custGeom>
              <a:rect b="b" l="l" r="r" t="t"/>
              <a:pathLst>
                <a:path extrusionOk="0" h="29" w="22">
                  <a:moveTo>
                    <a:pt x="10" y="1"/>
                  </a:moveTo>
                  <a:cubicBezTo>
                    <a:pt x="4" y="1"/>
                    <a:pt x="0" y="7"/>
                    <a:pt x="0" y="13"/>
                  </a:cubicBezTo>
                  <a:lnTo>
                    <a:pt x="0" y="18"/>
                  </a:lnTo>
                  <a:cubicBezTo>
                    <a:pt x="0" y="26"/>
                    <a:pt x="4" y="28"/>
                    <a:pt x="10" y="28"/>
                  </a:cubicBezTo>
                  <a:cubicBezTo>
                    <a:pt x="16" y="28"/>
                    <a:pt x="22" y="24"/>
                    <a:pt x="22" y="18"/>
                  </a:cubicBezTo>
                  <a:lnTo>
                    <a:pt x="22" y="13"/>
                  </a:lnTo>
                  <a:cubicBezTo>
                    <a:pt x="22" y="7"/>
                    <a:pt x="16" y="1"/>
                    <a:pt x="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9"/>
            <p:cNvSpPr/>
            <p:nvPr/>
          </p:nvSpPr>
          <p:spPr>
            <a:xfrm>
              <a:off x="3323086" y="2960568"/>
              <a:ext cx="31727" cy="15864"/>
            </a:xfrm>
            <a:custGeom>
              <a:rect b="b" l="l" r="r" t="t"/>
              <a:pathLst>
                <a:path extrusionOk="0" h="28" w="56">
                  <a:moveTo>
                    <a:pt x="43" y="1"/>
                  </a:moveTo>
                  <a:cubicBezTo>
                    <a:pt x="41" y="1"/>
                    <a:pt x="39" y="1"/>
                    <a:pt x="37" y="3"/>
                  </a:cubicBezTo>
                  <a:cubicBezTo>
                    <a:pt x="35" y="5"/>
                    <a:pt x="32" y="6"/>
                    <a:pt x="29" y="6"/>
                  </a:cubicBezTo>
                  <a:cubicBezTo>
                    <a:pt x="26" y="6"/>
                    <a:pt x="23" y="5"/>
                    <a:pt x="19" y="3"/>
                  </a:cubicBezTo>
                  <a:cubicBezTo>
                    <a:pt x="17" y="2"/>
                    <a:pt x="15" y="1"/>
                    <a:pt x="13" y="1"/>
                  </a:cubicBezTo>
                  <a:cubicBezTo>
                    <a:pt x="10" y="1"/>
                    <a:pt x="7" y="3"/>
                    <a:pt x="5" y="5"/>
                  </a:cubicBezTo>
                  <a:cubicBezTo>
                    <a:pt x="1" y="11"/>
                    <a:pt x="4" y="16"/>
                    <a:pt x="6" y="20"/>
                  </a:cubicBezTo>
                  <a:cubicBezTo>
                    <a:pt x="14" y="26"/>
                    <a:pt x="21" y="27"/>
                    <a:pt x="28" y="27"/>
                  </a:cubicBezTo>
                  <a:cubicBezTo>
                    <a:pt x="29" y="27"/>
                    <a:pt x="31" y="27"/>
                    <a:pt x="32" y="27"/>
                  </a:cubicBezTo>
                  <a:cubicBezTo>
                    <a:pt x="38" y="27"/>
                    <a:pt x="44" y="25"/>
                    <a:pt x="50" y="20"/>
                  </a:cubicBezTo>
                  <a:cubicBezTo>
                    <a:pt x="56" y="16"/>
                    <a:pt x="56" y="8"/>
                    <a:pt x="51" y="5"/>
                  </a:cubicBezTo>
                  <a:cubicBezTo>
                    <a:pt x="50" y="2"/>
                    <a:pt x="46" y="1"/>
                    <a:pt x="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9"/>
            <p:cNvSpPr/>
            <p:nvPr/>
          </p:nvSpPr>
          <p:spPr>
            <a:xfrm>
              <a:off x="3302123" y="2694287"/>
              <a:ext cx="76485" cy="111611"/>
            </a:xfrm>
            <a:custGeom>
              <a:rect b="b" l="l" r="r" t="t"/>
              <a:pathLst>
                <a:path extrusionOk="0" h="197" w="135">
                  <a:moveTo>
                    <a:pt x="65" y="22"/>
                  </a:moveTo>
                  <a:lnTo>
                    <a:pt x="101" y="65"/>
                  </a:lnTo>
                  <a:lnTo>
                    <a:pt x="93" y="65"/>
                  </a:lnTo>
                  <a:cubicBezTo>
                    <a:pt x="85" y="65"/>
                    <a:pt x="80" y="71"/>
                    <a:pt x="80" y="78"/>
                  </a:cubicBezTo>
                  <a:lnTo>
                    <a:pt x="80" y="174"/>
                  </a:lnTo>
                  <a:lnTo>
                    <a:pt x="55" y="174"/>
                  </a:lnTo>
                  <a:lnTo>
                    <a:pt x="55" y="78"/>
                  </a:lnTo>
                  <a:cubicBezTo>
                    <a:pt x="55" y="71"/>
                    <a:pt x="49" y="65"/>
                    <a:pt x="42" y="65"/>
                  </a:cubicBezTo>
                  <a:lnTo>
                    <a:pt x="33" y="65"/>
                  </a:lnTo>
                  <a:lnTo>
                    <a:pt x="65" y="22"/>
                  </a:lnTo>
                  <a:close/>
                  <a:moveTo>
                    <a:pt x="67" y="0"/>
                  </a:moveTo>
                  <a:cubicBezTo>
                    <a:pt x="62" y="0"/>
                    <a:pt x="58" y="2"/>
                    <a:pt x="55" y="6"/>
                  </a:cubicBezTo>
                  <a:lnTo>
                    <a:pt x="4" y="67"/>
                  </a:lnTo>
                  <a:cubicBezTo>
                    <a:pt x="0" y="71"/>
                    <a:pt x="0" y="77"/>
                    <a:pt x="2" y="80"/>
                  </a:cubicBezTo>
                  <a:cubicBezTo>
                    <a:pt x="2" y="84"/>
                    <a:pt x="6" y="87"/>
                    <a:pt x="9" y="87"/>
                  </a:cubicBezTo>
                  <a:lnTo>
                    <a:pt x="30" y="87"/>
                  </a:lnTo>
                  <a:lnTo>
                    <a:pt x="30" y="187"/>
                  </a:lnTo>
                  <a:cubicBezTo>
                    <a:pt x="30" y="192"/>
                    <a:pt x="36" y="197"/>
                    <a:pt x="42" y="197"/>
                  </a:cubicBezTo>
                  <a:lnTo>
                    <a:pt x="88" y="197"/>
                  </a:lnTo>
                  <a:cubicBezTo>
                    <a:pt x="94" y="197"/>
                    <a:pt x="100" y="192"/>
                    <a:pt x="100" y="187"/>
                  </a:cubicBezTo>
                  <a:lnTo>
                    <a:pt x="100" y="87"/>
                  </a:lnTo>
                  <a:lnTo>
                    <a:pt x="121" y="87"/>
                  </a:lnTo>
                  <a:cubicBezTo>
                    <a:pt x="127" y="87"/>
                    <a:pt x="130" y="85"/>
                    <a:pt x="132" y="80"/>
                  </a:cubicBezTo>
                  <a:cubicBezTo>
                    <a:pt x="134" y="77"/>
                    <a:pt x="134" y="71"/>
                    <a:pt x="130" y="67"/>
                  </a:cubicBezTo>
                  <a:lnTo>
                    <a:pt x="80" y="6"/>
                  </a:lnTo>
                  <a:cubicBezTo>
                    <a:pt x="77" y="2"/>
                    <a:pt x="72" y="0"/>
                    <a:pt x="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9"/>
            <p:cNvSpPr/>
            <p:nvPr/>
          </p:nvSpPr>
          <p:spPr>
            <a:xfrm>
              <a:off x="3385973" y="2703352"/>
              <a:ext cx="113877" cy="78185"/>
            </a:xfrm>
            <a:custGeom>
              <a:rect b="b" l="l" r="r" t="t"/>
              <a:pathLst>
                <a:path extrusionOk="0" h="138" w="201">
                  <a:moveTo>
                    <a:pt x="132" y="35"/>
                  </a:moveTo>
                  <a:lnTo>
                    <a:pt x="176" y="71"/>
                  </a:lnTo>
                  <a:lnTo>
                    <a:pt x="132" y="107"/>
                  </a:lnTo>
                  <a:lnTo>
                    <a:pt x="132" y="98"/>
                  </a:lnTo>
                  <a:cubicBezTo>
                    <a:pt x="132" y="91"/>
                    <a:pt x="127" y="84"/>
                    <a:pt x="118" y="84"/>
                  </a:cubicBezTo>
                  <a:lnTo>
                    <a:pt x="56" y="84"/>
                  </a:lnTo>
                  <a:cubicBezTo>
                    <a:pt x="51" y="84"/>
                    <a:pt x="46" y="90"/>
                    <a:pt x="46" y="94"/>
                  </a:cubicBezTo>
                  <a:lnTo>
                    <a:pt x="46" y="114"/>
                  </a:lnTo>
                  <a:lnTo>
                    <a:pt x="20" y="114"/>
                  </a:lnTo>
                  <a:lnTo>
                    <a:pt x="20" y="71"/>
                  </a:lnTo>
                  <a:cubicBezTo>
                    <a:pt x="20" y="64"/>
                    <a:pt x="25" y="58"/>
                    <a:pt x="33" y="58"/>
                  </a:cubicBezTo>
                  <a:lnTo>
                    <a:pt x="118" y="58"/>
                  </a:lnTo>
                  <a:cubicBezTo>
                    <a:pt x="125" y="58"/>
                    <a:pt x="132" y="54"/>
                    <a:pt x="132" y="43"/>
                  </a:cubicBezTo>
                  <a:lnTo>
                    <a:pt x="132" y="35"/>
                  </a:lnTo>
                  <a:close/>
                  <a:moveTo>
                    <a:pt x="124" y="1"/>
                  </a:moveTo>
                  <a:cubicBezTo>
                    <a:pt x="123" y="1"/>
                    <a:pt x="121" y="1"/>
                    <a:pt x="119" y="2"/>
                  </a:cubicBezTo>
                  <a:cubicBezTo>
                    <a:pt x="117" y="4"/>
                    <a:pt x="112" y="9"/>
                    <a:pt x="112" y="13"/>
                  </a:cubicBezTo>
                  <a:lnTo>
                    <a:pt x="112" y="35"/>
                  </a:lnTo>
                  <a:lnTo>
                    <a:pt x="34" y="35"/>
                  </a:lnTo>
                  <a:cubicBezTo>
                    <a:pt x="17" y="35"/>
                    <a:pt x="1" y="49"/>
                    <a:pt x="1" y="69"/>
                  </a:cubicBezTo>
                  <a:lnTo>
                    <a:pt x="1" y="123"/>
                  </a:lnTo>
                  <a:cubicBezTo>
                    <a:pt x="1" y="129"/>
                    <a:pt x="5" y="134"/>
                    <a:pt x="11" y="134"/>
                  </a:cubicBezTo>
                  <a:lnTo>
                    <a:pt x="59" y="134"/>
                  </a:lnTo>
                  <a:cubicBezTo>
                    <a:pt x="63" y="134"/>
                    <a:pt x="69" y="129"/>
                    <a:pt x="69" y="123"/>
                  </a:cubicBezTo>
                  <a:lnTo>
                    <a:pt x="69" y="103"/>
                  </a:lnTo>
                  <a:lnTo>
                    <a:pt x="114" y="103"/>
                  </a:lnTo>
                  <a:lnTo>
                    <a:pt x="114" y="124"/>
                  </a:lnTo>
                  <a:lnTo>
                    <a:pt x="112" y="124"/>
                  </a:lnTo>
                  <a:cubicBezTo>
                    <a:pt x="112" y="132"/>
                    <a:pt x="118" y="138"/>
                    <a:pt x="125" y="138"/>
                  </a:cubicBezTo>
                  <a:cubicBezTo>
                    <a:pt x="127" y="138"/>
                    <a:pt x="130" y="137"/>
                    <a:pt x="132" y="134"/>
                  </a:cubicBezTo>
                  <a:lnTo>
                    <a:pt x="193" y="84"/>
                  </a:lnTo>
                  <a:cubicBezTo>
                    <a:pt x="197" y="80"/>
                    <a:pt x="200" y="74"/>
                    <a:pt x="200" y="69"/>
                  </a:cubicBezTo>
                  <a:cubicBezTo>
                    <a:pt x="200" y="64"/>
                    <a:pt x="199" y="58"/>
                    <a:pt x="193" y="55"/>
                  </a:cubicBezTo>
                  <a:lnTo>
                    <a:pt x="132" y="4"/>
                  </a:lnTo>
                  <a:cubicBezTo>
                    <a:pt x="130" y="2"/>
                    <a:pt x="127" y="1"/>
                    <a:pt x="1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9"/>
            <p:cNvSpPr/>
            <p:nvPr/>
          </p:nvSpPr>
          <p:spPr>
            <a:xfrm>
              <a:off x="3134424" y="2799666"/>
              <a:ext cx="117276" cy="116710"/>
            </a:xfrm>
            <a:custGeom>
              <a:rect b="b" l="l" r="r" t="t"/>
              <a:pathLst>
                <a:path extrusionOk="0" h="206" w="207">
                  <a:moveTo>
                    <a:pt x="103" y="19"/>
                  </a:moveTo>
                  <a:cubicBezTo>
                    <a:pt x="149" y="19"/>
                    <a:pt x="186" y="55"/>
                    <a:pt x="186" y="103"/>
                  </a:cubicBezTo>
                  <a:cubicBezTo>
                    <a:pt x="186" y="148"/>
                    <a:pt x="149" y="187"/>
                    <a:pt x="103" y="187"/>
                  </a:cubicBezTo>
                  <a:cubicBezTo>
                    <a:pt x="58" y="187"/>
                    <a:pt x="20" y="151"/>
                    <a:pt x="20" y="103"/>
                  </a:cubicBezTo>
                  <a:cubicBezTo>
                    <a:pt x="20" y="58"/>
                    <a:pt x="56" y="19"/>
                    <a:pt x="103" y="19"/>
                  </a:cubicBezTo>
                  <a:close/>
                  <a:moveTo>
                    <a:pt x="103" y="1"/>
                  </a:moveTo>
                  <a:cubicBezTo>
                    <a:pt x="45" y="1"/>
                    <a:pt x="0" y="47"/>
                    <a:pt x="0" y="103"/>
                  </a:cubicBezTo>
                  <a:cubicBezTo>
                    <a:pt x="0" y="161"/>
                    <a:pt x="48" y="206"/>
                    <a:pt x="103" y="206"/>
                  </a:cubicBezTo>
                  <a:cubicBezTo>
                    <a:pt x="159" y="206"/>
                    <a:pt x="207" y="159"/>
                    <a:pt x="207" y="103"/>
                  </a:cubicBezTo>
                  <a:cubicBezTo>
                    <a:pt x="207" y="47"/>
                    <a:pt x="160" y="1"/>
                    <a:pt x="1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9"/>
            <p:cNvSpPr/>
            <p:nvPr/>
          </p:nvSpPr>
          <p:spPr>
            <a:xfrm>
              <a:off x="3427332" y="2799666"/>
              <a:ext cx="116710" cy="116710"/>
            </a:xfrm>
            <a:custGeom>
              <a:rect b="b" l="l" r="r" t="t"/>
              <a:pathLst>
                <a:path extrusionOk="0" h="206" w="206">
                  <a:moveTo>
                    <a:pt x="103" y="1"/>
                  </a:moveTo>
                  <a:cubicBezTo>
                    <a:pt x="45" y="1"/>
                    <a:pt x="0" y="47"/>
                    <a:pt x="0" y="103"/>
                  </a:cubicBezTo>
                  <a:cubicBezTo>
                    <a:pt x="0" y="161"/>
                    <a:pt x="46" y="206"/>
                    <a:pt x="103" y="206"/>
                  </a:cubicBezTo>
                  <a:cubicBezTo>
                    <a:pt x="117" y="206"/>
                    <a:pt x="130" y="204"/>
                    <a:pt x="142" y="198"/>
                  </a:cubicBezTo>
                  <a:cubicBezTo>
                    <a:pt x="148" y="197"/>
                    <a:pt x="149" y="190"/>
                    <a:pt x="148" y="184"/>
                  </a:cubicBezTo>
                  <a:cubicBezTo>
                    <a:pt x="146" y="180"/>
                    <a:pt x="142" y="178"/>
                    <a:pt x="137" y="178"/>
                  </a:cubicBezTo>
                  <a:cubicBezTo>
                    <a:pt x="136" y="178"/>
                    <a:pt x="134" y="178"/>
                    <a:pt x="133" y="178"/>
                  </a:cubicBezTo>
                  <a:cubicBezTo>
                    <a:pt x="123" y="183"/>
                    <a:pt x="113" y="185"/>
                    <a:pt x="101" y="185"/>
                  </a:cubicBezTo>
                  <a:cubicBezTo>
                    <a:pt x="55" y="185"/>
                    <a:pt x="18" y="149"/>
                    <a:pt x="18" y="103"/>
                  </a:cubicBezTo>
                  <a:cubicBezTo>
                    <a:pt x="18" y="58"/>
                    <a:pt x="54" y="19"/>
                    <a:pt x="101" y="19"/>
                  </a:cubicBezTo>
                  <a:cubicBezTo>
                    <a:pt x="146" y="19"/>
                    <a:pt x="184" y="55"/>
                    <a:pt x="184" y="103"/>
                  </a:cubicBezTo>
                  <a:cubicBezTo>
                    <a:pt x="184" y="123"/>
                    <a:pt x="176" y="142"/>
                    <a:pt x="163" y="157"/>
                  </a:cubicBezTo>
                  <a:cubicBezTo>
                    <a:pt x="161" y="161"/>
                    <a:pt x="161" y="168"/>
                    <a:pt x="166" y="171"/>
                  </a:cubicBezTo>
                  <a:cubicBezTo>
                    <a:pt x="168" y="173"/>
                    <a:pt x="170" y="174"/>
                    <a:pt x="172" y="174"/>
                  </a:cubicBezTo>
                  <a:cubicBezTo>
                    <a:pt x="175" y="174"/>
                    <a:pt x="178" y="173"/>
                    <a:pt x="181" y="170"/>
                  </a:cubicBezTo>
                  <a:cubicBezTo>
                    <a:pt x="197" y="152"/>
                    <a:pt x="205" y="126"/>
                    <a:pt x="205" y="102"/>
                  </a:cubicBezTo>
                  <a:cubicBezTo>
                    <a:pt x="205" y="47"/>
                    <a:pt x="159" y="1"/>
                    <a:pt x="1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9"/>
            <p:cNvSpPr/>
            <p:nvPr/>
          </p:nvSpPr>
          <p:spPr>
            <a:xfrm>
              <a:off x="3177482" y="2705618"/>
              <a:ext cx="115010" cy="77618"/>
            </a:xfrm>
            <a:custGeom>
              <a:rect b="b" l="l" r="r" t="t"/>
              <a:pathLst>
                <a:path extrusionOk="0" h="137" w="203">
                  <a:moveTo>
                    <a:pt x="76" y="1"/>
                  </a:moveTo>
                  <a:cubicBezTo>
                    <a:pt x="74" y="1"/>
                    <a:pt x="71" y="2"/>
                    <a:pt x="68" y="3"/>
                  </a:cubicBezTo>
                  <a:lnTo>
                    <a:pt x="8" y="54"/>
                  </a:lnTo>
                  <a:cubicBezTo>
                    <a:pt x="3" y="58"/>
                    <a:pt x="1" y="64"/>
                    <a:pt x="1" y="68"/>
                  </a:cubicBezTo>
                  <a:cubicBezTo>
                    <a:pt x="1" y="74"/>
                    <a:pt x="2" y="80"/>
                    <a:pt x="8" y="83"/>
                  </a:cubicBezTo>
                  <a:lnTo>
                    <a:pt x="68" y="133"/>
                  </a:lnTo>
                  <a:cubicBezTo>
                    <a:pt x="71" y="136"/>
                    <a:pt x="74" y="137"/>
                    <a:pt x="77" y="137"/>
                  </a:cubicBezTo>
                  <a:cubicBezTo>
                    <a:pt x="83" y="137"/>
                    <a:pt x="89" y="132"/>
                    <a:pt x="89" y="125"/>
                  </a:cubicBezTo>
                  <a:lnTo>
                    <a:pt x="89" y="104"/>
                  </a:lnTo>
                  <a:lnTo>
                    <a:pt x="133" y="104"/>
                  </a:lnTo>
                  <a:lnTo>
                    <a:pt x="133" y="125"/>
                  </a:lnTo>
                  <a:cubicBezTo>
                    <a:pt x="133" y="130"/>
                    <a:pt x="139" y="136"/>
                    <a:pt x="145" y="136"/>
                  </a:cubicBezTo>
                  <a:lnTo>
                    <a:pt x="191" y="136"/>
                  </a:lnTo>
                  <a:cubicBezTo>
                    <a:pt x="197" y="133"/>
                    <a:pt x="203" y="129"/>
                    <a:pt x="203" y="123"/>
                  </a:cubicBezTo>
                  <a:lnTo>
                    <a:pt x="203" y="68"/>
                  </a:lnTo>
                  <a:cubicBezTo>
                    <a:pt x="203" y="51"/>
                    <a:pt x="188" y="35"/>
                    <a:pt x="168" y="35"/>
                  </a:cubicBezTo>
                  <a:lnTo>
                    <a:pt x="155" y="35"/>
                  </a:lnTo>
                  <a:cubicBezTo>
                    <a:pt x="149" y="35"/>
                    <a:pt x="145" y="39"/>
                    <a:pt x="145" y="45"/>
                  </a:cubicBezTo>
                  <a:cubicBezTo>
                    <a:pt x="145" y="51"/>
                    <a:pt x="149" y="57"/>
                    <a:pt x="155" y="57"/>
                  </a:cubicBezTo>
                  <a:lnTo>
                    <a:pt x="168" y="57"/>
                  </a:lnTo>
                  <a:cubicBezTo>
                    <a:pt x="175" y="57"/>
                    <a:pt x="181" y="61"/>
                    <a:pt x="181" y="68"/>
                  </a:cubicBezTo>
                  <a:lnTo>
                    <a:pt x="181" y="112"/>
                  </a:lnTo>
                  <a:lnTo>
                    <a:pt x="155" y="112"/>
                  </a:lnTo>
                  <a:lnTo>
                    <a:pt x="155" y="93"/>
                  </a:lnTo>
                  <a:cubicBezTo>
                    <a:pt x="155" y="87"/>
                    <a:pt x="149" y="81"/>
                    <a:pt x="145" y="81"/>
                  </a:cubicBezTo>
                  <a:lnTo>
                    <a:pt x="81" y="81"/>
                  </a:lnTo>
                  <a:cubicBezTo>
                    <a:pt x="74" y="81"/>
                    <a:pt x="67" y="87"/>
                    <a:pt x="67" y="96"/>
                  </a:cubicBezTo>
                  <a:lnTo>
                    <a:pt x="67" y="104"/>
                  </a:lnTo>
                  <a:lnTo>
                    <a:pt x="24" y="68"/>
                  </a:lnTo>
                  <a:lnTo>
                    <a:pt x="67" y="32"/>
                  </a:lnTo>
                  <a:lnTo>
                    <a:pt x="67" y="42"/>
                  </a:lnTo>
                  <a:cubicBezTo>
                    <a:pt x="67" y="48"/>
                    <a:pt x="73" y="57"/>
                    <a:pt x="81" y="57"/>
                  </a:cubicBezTo>
                  <a:lnTo>
                    <a:pt x="112" y="57"/>
                  </a:lnTo>
                  <a:cubicBezTo>
                    <a:pt x="118" y="57"/>
                    <a:pt x="123" y="51"/>
                    <a:pt x="123" y="45"/>
                  </a:cubicBezTo>
                  <a:cubicBezTo>
                    <a:pt x="123" y="39"/>
                    <a:pt x="118" y="34"/>
                    <a:pt x="112" y="34"/>
                  </a:cubicBezTo>
                  <a:lnTo>
                    <a:pt x="89" y="34"/>
                  </a:lnTo>
                  <a:lnTo>
                    <a:pt x="89" y="12"/>
                  </a:lnTo>
                  <a:cubicBezTo>
                    <a:pt x="89" y="8"/>
                    <a:pt x="84" y="3"/>
                    <a:pt x="81" y="2"/>
                  </a:cubicBezTo>
                  <a:cubicBezTo>
                    <a:pt x="80" y="1"/>
                    <a:pt x="78"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9"/>
            <p:cNvSpPr/>
            <p:nvPr/>
          </p:nvSpPr>
          <p:spPr>
            <a:xfrm>
              <a:off x="3464724" y="2821762"/>
              <a:ext cx="40792" cy="73652"/>
            </a:xfrm>
            <a:custGeom>
              <a:rect b="b" l="l" r="r" t="t"/>
              <a:pathLst>
                <a:path extrusionOk="0" h="130" w="72">
                  <a:moveTo>
                    <a:pt x="35" y="1"/>
                  </a:moveTo>
                  <a:cubicBezTo>
                    <a:pt x="30" y="1"/>
                    <a:pt x="24" y="6"/>
                    <a:pt x="24" y="12"/>
                  </a:cubicBezTo>
                  <a:lnTo>
                    <a:pt x="24" y="14"/>
                  </a:lnTo>
                  <a:cubicBezTo>
                    <a:pt x="15" y="18"/>
                    <a:pt x="8" y="27"/>
                    <a:pt x="4" y="35"/>
                  </a:cubicBezTo>
                  <a:cubicBezTo>
                    <a:pt x="2" y="47"/>
                    <a:pt x="6" y="55"/>
                    <a:pt x="12" y="60"/>
                  </a:cubicBezTo>
                  <a:cubicBezTo>
                    <a:pt x="19" y="66"/>
                    <a:pt x="30" y="70"/>
                    <a:pt x="40" y="73"/>
                  </a:cubicBezTo>
                  <a:cubicBezTo>
                    <a:pt x="47" y="76"/>
                    <a:pt x="47" y="80"/>
                    <a:pt x="47" y="84"/>
                  </a:cubicBezTo>
                  <a:cubicBezTo>
                    <a:pt x="47" y="90"/>
                    <a:pt x="41" y="94"/>
                    <a:pt x="34" y="94"/>
                  </a:cubicBezTo>
                  <a:cubicBezTo>
                    <a:pt x="27" y="94"/>
                    <a:pt x="24" y="94"/>
                    <a:pt x="18" y="92"/>
                  </a:cubicBezTo>
                  <a:cubicBezTo>
                    <a:pt x="16" y="90"/>
                    <a:pt x="14" y="89"/>
                    <a:pt x="12" y="89"/>
                  </a:cubicBezTo>
                  <a:cubicBezTo>
                    <a:pt x="8" y="89"/>
                    <a:pt x="5" y="92"/>
                    <a:pt x="4" y="94"/>
                  </a:cubicBezTo>
                  <a:cubicBezTo>
                    <a:pt x="1" y="100"/>
                    <a:pt x="2" y="107"/>
                    <a:pt x="8" y="109"/>
                  </a:cubicBezTo>
                  <a:cubicBezTo>
                    <a:pt x="15" y="113"/>
                    <a:pt x="18" y="115"/>
                    <a:pt x="24" y="116"/>
                  </a:cubicBezTo>
                  <a:lnTo>
                    <a:pt x="24" y="119"/>
                  </a:lnTo>
                  <a:cubicBezTo>
                    <a:pt x="24" y="123"/>
                    <a:pt x="30" y="129"/>
                    <a:pt x="34" y="129"/>
                  </a:cubicBezTo>
                  <a:cubicBezTo>
                    <a:pt x="40" y="129"/>
                    <a:pt x="45" y="123"/>
                    <a:pt x="45" y="119"/>
                  </a:cubicBezTo>
                  <a:lnTo>
                    <a:pt x="45" y="115"/>
                  </a:lnTo>
                  <a:cubicBezTo>
                    <a:pt x="58" y="112"/>
                    <a:pt x="66" y="99"/>
                    <a:pt x="67" y="87"/>
                  </a:cubicBezTo>
                  <a:cubicBezTo>
                    <a:pt x="71" y="73"/>
                    <a:pt x="64" y="58"/>
                    <a:pt x="47" y="54"/>
                  </a:cubicBezTo>
                  <a:cubicBezTo>
                    <a:pt x="40" y="51"/>
                    <a:pt x="31" y="48"/>
                    <a:pt x="27" y="44"/>
                  </a:cubicBezTo>
                  <a:cubicBezTo>
                    <a:pt x="27" y="44"/>
                    <a:pt x="25" y="42"/>
                    <a:pt x="27" y="41"/>
                  </a:cubicBezTo>
                  <a:cubicBezTo>
                    <a:pt x="27" y="40"/>
                    <a:pt x="30" y="35"/>
                    <a:pt x="32" y="35"/>
                  </a:cubicBezTo>
                  <a:cubicBezTo>
                    <a:pt x="33" y="35"/>
                    <a:pt x="34" y="35"/>
                    <a:pt x="35" y="35"/>
                  </a:cubicBezTo>
                  <a:cubicBezTo>
                    <a:pt x="41" y="35"/>
                    <a:pt x="47" y="40"/>
                    <a:pt x="47" y="41"/>
                  </a:cubicBezTo>
                  <a:cubicBezTo>
                    <a:pt x="49" y="43"/>
                    <a:pt x="53" y="44"/>
                    <a:pt x="56" y="44"/>
                  </a:cubicBezTo>
                  <a:cubicBezTo>
                    <a:pt x="58" y="44"/>
                    <a:pt x="60" y="43"/>
                    <a:pt x="61" y="41"/>
                  </a:cubicBezTo>
                  <a:cubicBezTo>
                    <a:pt x="66" y="37"/>
                    <a:pt x="67" y="29"/>
                    <a:pt x="61" y="25"/>
                  </a:cubicBezTo>
                  <a:cubicBezTo>
                    <a:pt x="58" y="21"/>
                    <a:pt x="53" y="18"/>
                    <a:pt x="45" y="14"/>
                  </a:cubicBezTo>
                  <a:lnTo>
                    <a:pt x="45" y="12"/>
                  </a:lnTo>
                  <a:cubicBezTo>
                    <a:pt x="45" y="6"/>
                    <a:pt x="40" y="1"/>
                    <a:pt x="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9"/>
            <p:cNvSpPr/>
            <p:nvPr/>
          </p:nvSpPr>
          <p:spPr>
            <a:xfrm>
              <a:off x="3172383" y="2821762"/>
              <a:ext cx="40792" cy="73652"/>
            </a:xfrm>
            <a:custGeom>
              <a:rect b="b" l="l" r="r" t="t"/>
              <a:pathLst>
                <a:path extrusionOk="0" h="130" w="72">
                  <a:moveTo>
                    <a:pt x="36" y="1"/>
                  </a:moveTo>
                  <a:cubicBezTo>
                    <a:pt x="31" y="1"/>
                    <a:pt x="25" y="6"/>
                    <a:pt x="25" y="12"/>
                  </a:cubicBezTo>
                  <a:lnTo>
                    <a:pt x="25" y="14"/>
                  </a:lnTo>
                  <a:cubicBezTo>
                    <a:pt x="17" y="18"/>
                    <a:pt x="10" y="27"/>
                    <a:pt x="5" y="35"/>
                  </a:cubicBezTo>
                  <a:cubicBezTo>
                    <a:pt x="4" y="47"/>
                    <a:pt x="7" y="55"/>
                    <a:pt x="14" y="60"/>
                  </a:cubicBezTo>
                  <a:cubicBezTo>
                    <a:pt x="21" y="66"/>
                    <a:pt x="30" y="70"/>
                    <a:pt x="41" y="73"/>
                  </a:cubicBezTo>
                  <a:cubicBezTo>
                    <a:pt x="49" y="76"/>
                    <a:pt x="49" y="80"/>
                    <a:pt x="49" y="84"/>
                  </a:cubicBezTo>
                  <a:cubicBezTo>
                    <a:pt x="49" y="90"/>
                    <a:pt x="43" y="94"/>
                    <a:pt x="36" y="94"/>
                  </a:cubicBezTo>
                  <a:cubicBezTo>
                    <a:pt x="28" y="94"/>
                    <a:pt x="25" y="94"/>
                    <a:pt x="20" y="92"/>
                  </a:cubicBezTo>
                  <a:cubicBezTo>
                    <a:pt x="18" y="90"/>
                    <a:pt x="15" y="89"/>
                    <a:pt x="13" y="89"/>
                  </a:cubicBezTo>
                  <a:cubicBezTo>
                    <a:pt x="10" y="89"/>
                    <a:pt x="6" y="92"/>
                    <a:pt x="5" y="94"/>
                  </a:cubicBezTo>
                  <a:cubicBezTo>
                    <a:pt x="1" y="100"/>
                    <a:pt x="4" y="107"/>
                    <a:pt x="8" y="109"/>
                  </a:cubicBezTo>
                  <a:cubicBezTo>
                    <a:pt x="15" y="113"/>
                    <a:pt x="20" y="115"/>
                    <a:pt x="25" y="116"/>
                  </a:cubicBezTo>
                  <a:lnTo>
                    <a:pt x="25" y="119"/>
                  </a:lnTo>
                  <a:cubicBezTo>
                    <a:pt x="25" y="123"/>
                    <a:pt x="30" y="129"/>
                    <a:pt x="36" y="129"/>
                  </a:cubicBezTo>
                  <a:cubicBezTo>
                    <a:pt x="41" y="129"/>
                    <a:pt x="47" y="123"/>
                    <a:pt x="47" y="119"/>
                  </a:cubicBezTo>
                  <a:lnTo>
                    <a:pt x="47" y="115"/>
                  </a:lnTo>
                  <a:cubicBezTo>
                    <a:pt x="59" y="112"/>
                    <a:pt x="67" y="99"/>
                    <a:pt x="69" y="87"/>
                  </a:cubicBezTo>
                  <a:cubicBezTo>
                    <a:pt x="72" y="73"/>
                    <a:pt x="63" y="58"/>
                    <a:pt x="49" y="54"/>
                  </a:cubicBezTo>
                  <a:cubicBezTo>
                    <a:pt x="41" y="51"/>
                    <a:pt x="33" y="48"/>
                    <a:pt x="28" y="44"/>
                  </a:cubicBezTo>
                  <a:cubicBezTo>
                    <a:pt x="28" y="44"/>
                    <a:pt x="27" y="42"/>
                    <a:pt x="28" y="41"/>
                  </a:cubicBezTo>
                  <a:cubicBezTo>
                    <a:pt x="28" y="40"/>
                    <a:pt x="31" y="35"/>
                    <a:pt x="34" y="35"/>
                  </a:cubicBezTo>
                  <a:cubicBezTo>
                    <a:pt x="35" y="35"/>
                    <a:pt x="36" y="35"/>
                    <a:pt x="37" y="35"/>
                  </a:cubicBezTo>
                  <a:cubicBezTo>
                    <a:pt x="43" y="35"/>
                    <a:pt x="49" y="40"/>
                    <a:pt x="49" y="41"/>
                  </a:cubicBezTo>
                  <a:cubicBezTo>
                    <a:pt x="51" y="43"/>
                    <a:pt x="55" y="44"/>
                    <a:pt x="58" y="44"/>
                  </a:cubicBezTo>
                  <a:cubicBezTo>
                    <a:pt x="60" y="44"/>
                    <a:pt x="62" y="43"/>
                    <a:pt x="63" y="41"/>
                  </a:cubicBezTo>
                  <a:cubicBezTo>
                    <a:pt x="67" y="37"/>
                    <a:pt x="69" y="29"/>
                    <a:pt x="63" y="25"/>
                  </a:cubicBezTo>
                  <a:cubicBezTo>
                    <a:pt x="60" y="21"/>
                    <a:pt x="54" y="18"/>
                    <a:pt x="47" y="14"/>
                  </a:cubicBezTo>
                  <a:lnTo>
                    <a:pt x="47" y="12"/>
                  </a:lnTo>
                  <a:cubicBezTo>
                    <a:pt x="47" y="6"/>
                    <a:pt x="41" y="1"/>
                    <a:pt x="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5" name="Google Shape;2845;p49"/>
          <p:cNvGrpSpPr/>
          <p:nvPr/>
        </p:nvGrpSpPr>
        <p:grpSpPr>
          <a:xfrm>
            <a:off x="2384308" y="2693154"/>
            <a:ext cx="393754" cy="409619"/>
            <a:chOff x="2384308" y="2693154"/>
            <a:chExt cx="393754" cy="409619"/>
          </a:xfrm>
        </p:grpSpPr>
        <p:sp>
          <p:nvSpPr>
            <p:cNvPr id="2846" name="Google Shape;2846;p49"/>
            <p:cNvSpPr/>
            <p:nvPr/>
          </p:nvSpPr>
          <p:spPr>
            <a:xfrm>
              <a:off x="2600731" y="2745277"/>
              <a:ext cx="139372" cy="141072"/>
            </a:xfrm>
            <a:custGeom>
              <a:rect b="b" l="l" r="r" t="t"/>
              <a:pathLst>
                <a:path extrusionOk="0" h="249" w="246">
                  <a:moveTo>
                    <a:pt x="90" y="23"/>
                  </a:moveTo>
                  <a:cubicBezTo>
                    <a:pt x="119" y="33"/>
                    <a:pt x="146" y="49"/>
                    <a:pt x="168" y="69"/>
                  </a:cubicBezTo>
                  <a:cubicBezTo>
                    <a:pt x="189" y="89"/>
                    <a:pt x="210" y="114"/>
                    <a:pt x="221" y="141"/>
                  </a:cubicBezTo>
                  <a:lnTo>
                    <a:pt x="31" y="219"/>
                  </a:lnTo>
                  <a:lnTo>
                    <a:pt x="31" y="219"/>
                  </a:lnTo>
                  <a:lnTo>
                    <a:pt x="90" y="23"/>
                  </a:lnTo>
                  <a:close/>
                  <a:moveTo>
                    <a:pt x="81" y="0"/>
                  </a:moveTo>
                  <a:cubicBezTo>
                    <a:pt x="77" y="0"/>
                    <a:pt x="74" y="4"/>
                    <a:pt x="72" y="8"/>
                  </a:cubicBezTo>
                  <a:lnTo>
                    <a:pt x="2" y="237"/>
                  </a:lnTo>
                  <a:cubicBezTo>
                    <a:pt x="0" y="243"/>
                    <a:pt x="6" y="249"/>
                    <a:pt x="13" y="249"/>
                  </a:cubicBezTo>
                  <a:cubicBezTo>
                    <a:pt x="14" y="249"/>
                    <a:pt x="15" y="249"/>
                    <a:pt x="16" y="248"/>
                  </a:cubicBezTo>
                  <a:lnTo>
                    <a:pt x="239" y="157"/>
                  </a:lnTo>
                  <a:cubicBezTo>
                    <a:pt x="240" y="156"/>
                    <a:pt x="243" y="154"/>
                    <a:pt x="243" y="153"/>
                  </a:cubicBezTo>
                  <a:cubicBezTo>
                    <a:pt x="243" y="150"/>
                    <a:pt x="246" y="147"/>
                    <a:pt x="243" y="146"/>
                  </a:cubicBezTo>
                  <a:cubicBezTo>
                    <a:pt x="228" y="111"/>
                    <a:pt x="207" y="81"/>
                    <a:pt x="181" y="55"/>
                  </a:cubicBezTo>
                  <a:cubicBezTo>
                    <a:pt x="153" y="30"/>
                    <a:pt x="119" y="11"/>
                    <a:pt x="84" y="1"/>
                  </a:cubicBezTo>
                  <a:cubicBezTo>
                    <a:pt x="83" y="1"/>
                    <a:pt x="82" y="0"/>
                    <a:pt x="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9"/>
            <p:cNvSpPr/>
            <p:nvPr/>
          </p:nvSpPr>
          <p:spPr>
            <a:xfrm>
              <a:off x="2671551" y="2713550"/>
              <a:ext cx="34560" cy="31161"/>
            </a:xfrm>
            <a:custGeom>
              <a:rect b="b" l="l" r="r" t="t"/>
              <a:pathLst>
                <a:path extrusionOk="0" h="55" w="61">
                  <a:moveTo>
                    <a:pt x="12" y="1"/>
                  </a:moveTo>
                  <a:cubicBezTo>
                    <a:pt x="7" y="1"/>
                    <a:pt x="1" y="5"/>
                    <a:pt x="1" y="11"/>
                  </a:cubicBezTo>
                  <a:lnTo>
                    <a:pt x="1" y="44"/>
                  </a:lnTo>
                  <a:cubicBezTo>
                    <a:pt x="1" y="50"/>
                    <a:pt x="7" y="54"/>
                    <a:pt x="12" y="54"/>
                  </a:cubicBezTo>
                  <a:cubicBezTo>
                    <a:pt x="17" y="54"/>
                    <a:pt x="23" y="50"/>
                    <a:pt x="23" y="44"/>
                  </a:cubicBezTo>
                  <a:lnTo>
                    <a:pt x="23" y="23"/>
                  </a:lnTo>
                  <a:lnTo>
                    <a:pt x="50" y="23"/>
                  </a:lnTo>
                  <a:cubicBezTo>
                    <a:pt x="56" y="23"/>
                    <a:pt x="60" y="17"/>
                    <a:pt x="60" y="11"/>
                  </a:cubicBezTo>
                  <a:cubicBezTo>
                    <a:pt x="60" y="5"/>
                    <a:pt x="56" y="1"/>
                    <a:pt x="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9"/>
            <p:cNvSpPr/>
            <p:nvPr/>
          </p:nvSpPr>
          <p:spPr>
            <a:xfrm>
              <a:off x="2720274" y="2693154"/>
              <a:ext cx="57788" cy="13031"/>
            </a:xfrm>
            <a:custGeom>
              <a:rect b="b" l="l" r="r" t="t"/>
              <a:pathLst>
                <a:path extrusionOk="0" h="23" w="102">
                  <a:moveTo>
                    <a:pt x="10" y="1"/>
                  </a:moveTo>
                  <a:cubicBezTo>
                    <a:pt x="6" y="1"/>
                    <a:pt x="0" y="5"/>
                    <a:pt x="0" y="11"/>
                  </a:cubicBezTo>
                  <a:cubicBezTo>
                    <a:pt x="0" y="17"/>
                    <a:pt x="6" y="22"/>
                    <a:pt x="10" y="22"/>
                  </a:cubicBezTo>
                  <a:lnTo>
                    <a:pt x="90" y="22"/>
                  </a:lnTo>
                  <a:cubicBezTo>
                    <a:pt x="95" y="22"/>
                    <a:pt x="101" y="17"/>
                    <a:pt x="101" y="11"/>
                  </a:cubicBezTo>
                  <a:cubicBezTo>
                    <a:pt x="101" y="5"/>
                    <a:pt x="95"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9"/>
            <p:cNvSpPr/>
            <p:nvPr/>
          </p:nvSpPr>
          <p:spPr>
            <a:xfrm>
              <a:off x="2720274" y="2711283"/>
              <a:ext cx="57788" cy="13031"/>
            </a:xfrm>
            <a:custGeom>
              <a:rect b="b" l="l" r="r" t="t"/>
              <a:pathLst>
                <a:path extrusionOk="0" h="23" w="102">
                  <a:moveTo>
                    <a:pt x="10" y="1"/>
                  </a:moveTo>
                  <a:cubicBezTo>
                    <a:pt x="6" y="1"/>
                    <a:pt x="0" y="6"/>
                    <a:pt x="0" y="12"/>
                  </a:cubicBezTo>
                  <a:cubicBezTo>
                    <a:pt x="0" y="18"/>
                    <a:pt x="6" y="22"/>
                    <a:pt x="10" y="22"/>
                  </a:cubicBezTo>
                  <a:lnTo>
                    <a:pt x="90" y="22"/>
                  </a:lnTo>
                  <a:cubicBezTo>
                    <a:pt x="95" y="22"/>
                    <a:pt x="101" y="18"/>
                    <a:pt x="101" y="12"/>
                  </a:cubicBezTo>
                  <a:cubicBezTo>
                    <a:pt x="100" y="5"/>
                    <a:pt x="95"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9"/>
            <p:cNvSpPr/>
            <p:nvPr/>
          </p:nvSpPr>
          <p:spPr>
            <a:xfrm>
              <a:off x="2720274" y="2729413"/>
              <a:ext cx="57788" cy="12464"/>
            </a:xfrm>
            <a:custGeom>
              <a:rect b="b" l="l" r="r" t="t"/>
              <a:pathLst>
                <a:path extrusionOk="0" h="22" w="102">
                  <a:moveTo>
                    <a:pt x="10" y="0"/>
                  </a:moveTo>
                  <a:cubicBezTo>
                    <a:pt x="6" y="0"/>
                    <a:pt x="0" y="5"/>
                    <a:pt x="0" y="10"/>
                  </a:cubicBezTo>
                  <a:cubicBezTo>
                    <a:pt x="0" y="16"/>
                    <a:pt x="6" y="22"/>
                    <a:pt x="10" y="22"/>
                  </a:cubicBezTo>
                  <a:lnTo>
                    <a:pt x="90" y="22"/>
                  </a:lnTo>
                  <a:cubicBezTo>
                    <a:pt x="95" y="22"/>
                    <a:pt x="101" y="16"/>
                    <a:pt x="101" y="10"/>
                  </a:cubicBezTo>
                  <a:cubicBezTo>
                    <a:pt x="100" y="5"/>
                    <a:pt x="95" y="0"/>
                    <a:pt x="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9"/>
            <p:cNvSpPr/>
            <p:nvPr/>
          </p:nvSpPr>
          <p:spPr>
            <a:xfrm>
              <a:off x="2671551" y="3050650"/>
              <a:ext cx="34560" cy="31727"/>
            </a:xfrm>
            <a:custGeom>
              <a:rect b="b" l="l" r="r" t="t"/>
              <a:pathLst>
                <a:path extrusionOk="0" h="56" w="61">
                  <a:moveTo>
                    <a:pt x="12" y="1"/>
                  </a:moveTo>
                  <a:cubicBezTo>
                    <a:pt x="7" y="1"/>
                    <a:pt x="1" y="7"/>
                    <a:pt x="1" y="13"/>
                  </a:cubicBezTo>
                  <a:lnTo>
                    <a:pt x="1" y="44"/>
                  </a:lnTo>
                  <a:cubicBezTo>
                    <a:pt x="1" y="50"/>
                    <a:pt x="7" y="56"/>
                    <a:pt x="12" y="56"/>
                  </a:cubicBezTo>
                  <a:lnTo>
                    <a:pt x="50" y="56"/>
                  </a:lnTo>
                  <a:cubicBezTo>
                    <a:pt x="56" y="56"/>
                    <a:pt x="60" y="50"/>
                    <a:pt x="60" y="44"/>
                  </a:cubicBezTo>
                  <a:cubicBezTo>
                    <a:pt x="60" y="37"/>
                    <a:pt x="56" y="34"/>
                    <a:pt x="50" y="34"/>
                  </a:cubicBezTo>
                  <a:lnTo>
                    <a:pt x="23" y="34"/>
                  </a:lnTo>
                  <a:lnTo>
                    <a:pt x="23" y="13"/>
                  </a:lnTo>
                  <a:cubicBezTo>
                    <a:pt x="23" y="7"/>
                    <a:pt x="17"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9"/>
            <p:cNvSpPr/>
            <p:nvPr/>
          </p:nvSpPr>
          <p:spPr>
            <a:xfrm>
              <a:off x="2720274" y="3090309"/>
              <a:ext cx="57788" cy="12464"/>
            </a:xfrm>
            <a:custGeom>
              <a:rect b="b" l="l" r="r" t="t"/>
              <a:pathLst>
                <a:path extrusionOk="0" h="22" w="102">
                  <a:moveTo>
                    <a:pt x="10" y="0"/>
                  </a:moveTo>
                  <a:cubicBezTo>
                    <a:pt x="6" y="0"/>
                    <a:pt x="0" y="6"/>
                    <a:pt x="0" y="10"/>
                  </a:cubicBezTo>
                  <a:cubicBezTo>
                    <a:pt x="0" y="16"/>
                    <a:pt x="6" y="22"/>
                    <a:pt x="10" y="22"/>
                  </a:cubicBezTo>
                  <a:lnTo>
                    <a:pt x="90" y="22"/>
                  </a:lnTo>
                  <a:cubicBezTo>
                    <a:pt x="95" y="22"/>
                    <a:pt x="101" y="16"/>
                    <a:pt x="101" y="10"/>
                  </a:cubicBezTo>
                  <a:cubicBezTo>
                    <a:pt x="101" y="6"/>
                    <a:pt x="95" y="0"/>
                    <a:pt x="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9"/>
            <p:cNvSpPr/>
            <p:nvPr/>
          </p:nvSpPr>
          <p:spPr>
            <a:xfrm>
              <a:off x="2720274" y="3072745"/>
              <a:ext cx="57788" cy="13031"/>
            </a:xfrm>
            <a:custGeom>
              <a:rect b="b" l="l" r="r" t="t"/>
              <a:pathLst>
                <a:path extrusionOk="0" h="23" w="102">
                  <a:moveTo>
                    <a:pt x="10" y="1"/>
                  </a:moveTo>
                  <a:cubicBezTo>
                    <a:pt x="6" y="1"/>
                    <a:pt x="0" y="5"/>
                    <a:pt x="0" y="11"/>
                  </a:cubicBezTo>
                  <a:cubicBezTo>
                    <a:pt x="0" y="17"/>
                    <a:pt x="6" y="23"/>
                    <a:pt x="10" y="23"/>
                  </a:cubicBezTo>
                  <a:lnTo>
                    <a:pt x="90" y="23"/>
                  </a:lnTo>
                  <a:cubicBezTo>
                    <a:pt x="95" y="23"/>
                    <a:pt x="101" y="17"/>
                    <a:pt x="101" y="11"/>
                  </a:cubicBezTo>
                  <a:cubicBezTo>
                    <a:pt x="101" y="5"/>
                    <a:pt x="95"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9"/>
            <p:cNvSpPr/>
            <p:nvPr/>
          </p:nvSpPr>
          <p:spPr>
            <a:xfrm>
              <a:off x="2720274" y="3054049"/>
              <a:ext cx="57788" cy="13031"/>
            </a:xfrm>
            <a:custGeom>
              <a:rect b="b" l="l" r="r" t="t"/>
              <a:pathLst>
                <a:path extrusionOk="0" h="23" w="102">
                  <a:moveTo>
                    <a:pt x="10" y="1"/>
                  </a:moveTo>
                  <a:cubicBezTo>
                    <a:pt x="6" y="1"/>
                    <a:pt x="0" y="7"/>
                    <a:pt x="0" y="12"/>
                  </a:cubicBezTo>
                  <a:cubicBezTo>
                    <a:pt x="0" y="17"/>
                    <a:pt x="6" y="22"/>
                    <a:pt x="10" y="22"/>
                  </a:cubicBezTo>
                  <a:lnTo>
                    <a:pt x="90" y="22"/>
                  </a:lnTo>
                  <a:cubicBezTo>
                    <a:pt x="95" y="22"/>
                    <a:pt x="101" y="17"/>
                    <a:pt x="101" y="12"/>
                  </a:cubicBezTo>
                  <a:cubicBezTo>
                    <a:pt x="100" y="7"/>
                    <a:pt x="95"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9"/>
            <p:cNvSpPr/>
            <p:nvPr/>
          </p:nvSpPr>
          <p:spPr>
            <a:xfrm>
              <a:off x="2472124" y="3050650"/>
              <a:ext cx="35126" cy="31727"/>
            </a:xfrm>
            <a:custGeom>
              <a:rect b="b" l="l" r="r" t="t"/>
              <a:pathLst>
                <a:path extrusionOk="0" h="56" w="62">
                  <a:moveTo>
                    <a:pt x="50" y="1"/>
                  </a:moveTo>
                  <a:cubicBezTo>
                    <a:pt x="44" y="1"/>
                    <a:pt x="39" y="7"/>
                    <a:pt x="39" y="13"/>
                  </a:cubicBezTo>
                  <a:lnTo>
                    <a:pt x="39" y="34"/>
                  </a:lnTo>
                  <a:lnTo>
                    <a:pt x="12" y="34"/>
                  </a:lnTo>
                  <a:cubicBezTo>
                    <a:pt x="6" y="34"/>
                    <a:pt x="0" y="40"/>
                    <a:pt x="0" y="44"/>
                  </a:cubicBezTo>
                  <a:cubicBezTo>
                    <a:pt x="0" y="50"/>
                    <a:pt x="6" y="56"/>
                    <a:pt x="12" y="56"/>
                  </a:cubicBezTo>
                  <a:lnTo>
                    <a:pt x="50" y="56"/>
                  </a:lnTo>
                  <a:cubicBezTo>
                    <a:pt x="55" y="56"/>
                    <a:pt x="61" y="50"/>
                    <a:pt x="61" y="44"/>
                  </a:cubicBezTo>
                  <a:lnTo>
                    <a:pt x="61" y="13"/>
                  </a:lnTo>
                  <a:cubicBezTo>
                    <a:pt x="61" y="7"/>
                    <a:pt x="55" y="1"/>
                    <a:pt x="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9"/>
            <p:cNvSpPr/>
            <p:nvPr/>
          </p:nvSpPr>
          <p:spPr>
            <a:xfrm>
              <a:off x="2400738" y="3090309"/>
              <a:ext cx="57788" cy="12464"/>
            </a:xfrm>
            <a:custGeom>
              <a:rect b="b" l="l" r="r" t="t"/>
              <a:pathLst>
                <a:path extrusionOk="0" h="22" w="102">
                  <a:moveTo>
                    <a:pt x="11" y="0"/>
                  </a:moveTo>
                  <a:cubicBezTo>
                    <a:pt x="7" y="0"/>
                    <a:pt x="1" y="6"/>
                    <a:pt x="1" y="10"/>
                  </a:cubicBezTo>
                  <a:cubicBezTo>
                    <a:pt x="1" y="16"/>
                    <a:pt x="7" y="22"/>
                    <a:pt x="11" y="22"/>
                  </a:cubicBezTo>
                  <a:lnTo>
                    <a:pt x="90" y="22"/>
                  </a:lnTo>
                  <a:cubicBezTo>
                    <a:pt x="96" y="22"/>
                    <a:pt x="102" y="16"/>
                    <a:pt x="102" y="10"/>
                  </a:cubicBezTo>
                  <a:cubicBezTo>
                    <a:pt x="102" y="6"/>
                    <a:pt x="96" y="0"/>
                    <a:pt x="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9"/>
            <p:cNvSpPr/>
            <p:nvPr/>
          </p:nvSpPr>
          <p:spPr>
            <a:xfrm>
              <a:off x="2400738" y="3072745"/>
              <a:ext cx="57788" cy="13031"/>
            </a:xfrm>
            <a:custGeom>
              <a:rect b="b" l="l" r="r" t="t"/>
              <a:pathLst>
                <a:path extrusionOk="0" h="23" w="102">
                  <a:moveTo>
                    <a:pt x="11" y="1"/>
                  </a:moveTo>
                  <a:cubicBezTo>
                    <a:pt x="7" y="1"/>
                    <a:pt x="1" y="5"/>
                    <a:pt x="1" y="11"/>
                  </a:cubicBezTo>
                  <a:cubicBezTo>
                    <a:pt x="1" y="17"/>
                    <a:pt x="7" y="23"/>
                    <a:pt x="11" y="23"/>
                  </a:cubicBezTo>
                  <a:lnTo>
                    <a:pt x="90" y="23"/>
                  </a:lnTo>
                  <a:cubicBezTo>
                    <a:pt x="96" y="23"/>
                    <a:pt x="102" y="17"/>
                    <a:pt x="102" y="11"/>
                  </a:cubicBezTo>
                  <a:cubicBezTo>
                    <a:pt x="102" y="5"/>
                    <a:pt x="96"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9"/>
            <p:cNvSpPr/>
            <p:nvPr/>
          </p:nvSpPr>
          <p:spPr>
            <a:xfrm>
              <a:off x="2400738" y="3054049"/>
              <a:ext cx="57788" cy="13031"/>
            </a:xfrm>
            <a:custGeom>
              <a:rect b="b" l="l" r="r" t="t"/>
              <a:pathLst>
                <a:path extrusionOk="0" h="23" w="102">
                  <a:moveTo>
                    <a:pt x="11" y="1"/>
                  </a:moveTo>
                  <a:cubicBezTo>
                    <a:pt x="7" y="1"/>
                    <a:pt x="1" y="7"/>
                    <a:pt x="1" y="12"/>
                  </a:cubicBezTo>
                  <a:cubicBezTo>
                    <a:pt x="1" y="17"/>
                    <a:pt x="7" y="22"/>
                    <a:pt x="11" y="22"/>
                  </a:cubicBezTo>
                  <a:lnTo>
                    <a:pt x="90" y="22"/>
                  </a:lnTo>
                  <a:cubicBezTo>
                    <a:pt x="96" y="22"/>
                    <a:pt x="102" y="17"/>
                    <a:pt x="102" y="12"/>
                  </a:cubicBezTo>
                  <a:cubicBezTo>
                    <a:pt x="102" y="7"/>
                    <a:pt x="96"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9"/>
            <p:cNvSpPr/>
            <p:nvPr/>
          </p:nvSpPr>
          <p:spPr>
            <a:xfrm>
              <a:off x="2434165" y="2711850"/>
              <a:ext cx="103679" cy="14164"/>
            </a:xfrm>
            <a:custGeom>
              <a:rect b="b" l="l" r="r" t="t"/>
              <a:pathLst>
                <a:path extrusionOk="0" h="25" w="183">
                  <a:moveTo>
                    <a:pt x="13" y="1"/>
                  </a:moveTo>
                  <a:cubicBezTo>
                    <a:pt x="7" y="1"/>
                    <a:pt x="1" y="7"/>
                    <a:pt x="1" y="13"/>
                  </a:cubicBezTo>
                  <a:cubicBezTo>
                    <a:pt x="1" y="18"/>
                    <a:pt x="7" y="24"/>
                    <a:pt x="13" y="24"/>
                  </a:cubicBezTo>
                  <a:lnTo>
                    <a:pt x="173" y="24"/>
                  </a:lnTo>
                  <a:cubicBezTo>
                    <a:pt x="179" y="24"/>
                    <a:pt x="183" y="18"/>
                    <a:pt x="183" y="13"/>
                  </a:cubicBezTo>
                  <a:cubicBezTo>
                    <a:pt x="183" y="7"/>
                    <a:pt x="179" y="1"/>
                    <a:pt x="1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9"/>
            <p:cNvSpPr/>
            <p:nvPr/>
          </p:nvSpPr>
          <p:spPr>
            <a:xfrm>
              <a:off x="2429633" y="2768505"/>
              <a:ext cx="194328" cy="283844"/>
            </a:xfrm>
            <a:custGeom>
              <a:rect b="b" l="l" r="r" t="t"/>
              <a:pathLst>
                <a:path extrusionOk="0" h="501" w="343">
                  <a:moveTo>
                    <a:pt x="252" y="1"/>
                  </a:moveTo>
                  <a:cubicBezTo>
                    <a:pt x="112" y="1"/>
                    <a:pt x="0" y="113"/>
                    <a:pt x="0" y="252"/>
                  </a:cubicBezTo>
                  <a:cubicBezTo>
                    <a:pt x="0" y="317"/>
                    <a:pt x="25" y="378"/>
                    <a:pt x="68" y="425"/>
                  </a:cubicBezTo>
                  <a:cubicBezTo>
                    <a:pt x="70" y="427"/>
                    <a:pt x="73" y="427"/>
                    <a:pt x="76" y="427"/>
                  </a:cubicBezTo>
                  <a:cubicBezTo>
                    <a:pt x="79" y="427"/>
                    <a:pt x="81" y="427"/>
                    <a:pt x="83" y="425"/>
                  </a:cubicBezTo>
                  <a:cubicBezTo>
                    <a:pt x="87" y="422"/>
                    <a:pt x="87" y="414"/>
                    <a:pt x="83" y="411"/>
                  </a:cubicBezTo>
                  <a:cubicBezTo>
                    <a:pt x="42" y="368"/>
                    <a:pt x="21" y="311"/>
                    <a:pt x="21" y="252"/>
                  </a:cubicBezTo>
                  <a:cubicBezTo>
                    <a:pt x="21" y="125"/>
                    <a:pt x="123" y="22"/>
                    <a:pt x="249" y="22"/>
                  </a:cubicBezTo>
                  <a:cubicBezTo>
                    <a:pt x="269" y="22"/>
                    <a:pt x="288" y="25"/>
                    <a:pt x="305" y="30"/>
                  </a:cubicBezTo>
                  <a:lnTo>
                    <a:pt x="239" y="248"/>
                  </a:lnTo>
                  <a:lnTo>
                    <a:pt x="239" y="255"/>
                  </a:lnTo>
                  <a:lnTo>
                    <a:pt x="317" y="470"/>
                  </a:lnTo>
                  <a:cubicBezTo>
                    <a:pt x="295" y="477"/>
                    <a:pt x="270" y="482"/>
                    <a:pt x="247" y="482"/>
                  </a:cubicBezTo>
                  <a:cubicBezTo>
                    <a:pt x="198" y="482"/>
                    <a:pt x="152" y="464"/>
                    <a:pt x="112" y="435"/>
                  </a:cubicBezTo>
                  <a:cubicBezTo>
                    <a:pt x="110" y="434"/>
                    <a:pt x="108" y="434"/>
                    <a:pt x="106" y="434"/>
                  </a:cubicBezTo>
                  <a:cubicBezTo>
                    <a:pt x="103" y="434"/>
                    <a:pt x="100" y="436"/>
                    <a:pt x="97" y="438"/>
                  </a:cubicBezTo>
                  <a:cubicBezTo>
                    <a:pt x="94" y="443"/>
                    <a:pt x="96" y="448"/>
                    <a:pt x="100" y="453"/>
                  </a:cubicBezTo>
                  <a:cubicBezTo>
                    <a:pt x="143" y="485"/>
                    <a:pt x="194" y="500"/>
                    <a:pt x="247" y="500"/>
                  </a:cubicBezTo>
                  <a:cubicBezTo>
                    <a:pt x="276" y="500"/>
                    <a:pt x="305" y="496"/>
                    <a:pt x="334" y="486"/>
                  </a:cubicBezTo>
                  <a:cubicBezTo>
                    <a:pt x="340" y="485"/>
                    <a:pt x="343" y="479"/>
                    <a:pt x="340" y="472"/>
                  </a:cubicBezTo>
                  <a:lnTo>
                    <a:pt x="260" y="251"/>
                  </a:lnTo>
                  <a:lnTo>
                    <a:pt x="328" y="25"/>
                  </a:lnTo>
                  <a:lnTo>
                    <a:pt x="328" y="18"/>
                  </a:lnTo>
                  <a:lnTo>
                    <a:pt x="324" y="12"/>
                  </a:lnTo>
                  <a:cubicBezTo>
                    <a:pt x="299" y="5"/>
                    <a:pt x="275" y="1"/>
                    <a:pt x="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9"/>
            <p:cNvSpPr/>
            <p:nvPr/>
          </p:nvSpPr>
          <p:spPr>
            <a:xfrm>
              <a:off x="2601298" y="2852356"/>
              <a:ext cx="149003" cy="190929"/>
            </a:xfrm>
            <a:custGeom>
              <a:rect b="b" l="l" r="r" t="t"/>
              <a:pathLst>
                <a:path extrusionOk="0" h="337" w="263">
                  <a:moveTo>
                    <a:pt x="233" y="1"/>
                  </a:moveTo>
                  <a:cubicBezTo>
                    <a:pt x="232" y="1"/>
                    <a:pt x="230" y="1"/>
                    <a:pt x="229" y="1"/>
                  </a:cubicBezTo>
                  <a:lnTo>
                    <a:pt x="8" y="91"/>
                  </a:lnTo>
                  <a:cubicBezTo>
                    <a:pt x="2" y="94"/>
                    <a:pt x="1" y="98"/>
                    <a:pt x="2" y="104"/>
                  </a:cubicBezTo>
                  <a:lnTo>
                    <a:pt x="84" y="329"/>
                  </a:lnTo>
                  <a:cubicBezTo>
                    <a:pt x="87" y="334"/>
                    <a:pt x="89" y="336"/>
                    <a:pt x="94" y="336"/>
                  </a:cubicBezTo>
                  <a:cubicBezTo>
                    <a:pt x="95" y="336"/>
                    <a:pt x="97" y="336"/>
                    <a:pt x="99" y="335"/>
                  </a:cubicBezTo>
                  <a:cubicBezTo>
                    <a:pt x="147" y="316"/>
                    <a:pt x="188" y="286"/>
                    <a:pt x="219" y="244"/>
                  </a:cubicBezTo>
                  <a:cubicBezTo>
                    <a:pt x="246" y="205"/>
                    <a:pt x="262" y="155"/>
                    <a:pt x="262" y="103"/>
                  </a:cubicBezTo>
                  <a:lnTo>
                    <a:pt x="262" y="87"/>
                  </a:lnTo>
                  <a:cubicBezTo>
                    <a:pt x="262" y="81"/>
                    <a:pt x="257" y="76"/>
                    <a:pt x="252" y="76"/>
                  </a:cubicBezTo>
                  <a:cubicBezTo>
                    <a:pt x="252" y="76"/>
                    <a:pt x="251" y="76"/>
                    <a:pt x="251" y="77"/>
                  </a:cubicBezTo>
                  <a:cubicBezTo>
                    <a:pt x="246" y="77"/>
                    <a:pt x="240" y="82"/>
                    <a:pt x="242" y="88"/>
                  </a:cubicBezTo>
                  <a:lnTo>
                    <a:pt x="242" y="103"/>
                  </a:lnTo>
                  <a:cubicBezTo>
                    <a:pt x="242" y="152"/>
                    <a:pt x="227" y="196"/>
                    <a:pt x="200" y="235"/>
                  </a:cubicBezTo>
                  <a:cubicBezTo>
                    <a:pt x="175" y="272"/>
                    <a:pt x="141" y="299"/>
                    <a:pt x="102" y="315"/>
                  </a:cubicBezTo>
                  <a:lnTo>
                    <a:pt x="25" y="110"/>
                  </a:lnTo>
                  <a:lnTo>
                    <a:pt x="227" y="26"/>
                  </a:lnTo>
                  <a:cubicBezTo>
                    <a:pt x="230" y="33"/>
                    <a:pt x="233" y="40"/>
                    <a:pt x="235" y="48"/>
                  </a:cubicBezTo>
                  <a:cubicBezTo>
                    <a:pt x="236" y="52"/>
                    <a:pt x="240" y="56"/>
                    <a:pt x="244" y="56"/>
                  </a:cubicBezTo>
                  <a:cubicBezTo>
                    <a:pt x="245" y="56"/>
                    <a:pt x="246" y="55"/>
                    <a:pt x="248" y="55"/>
                  </a:cubicBezTo>
                  <a:cubicBezTo>
                    <a:pt x="253" y="53"/>
                    <a:pt x="256" y="48"/>
                    <a:pt x="255" y="42"/>
                  </a:cubicBezTo>
                  <a:cubicBezTo>
                    <a:pt x="251" y="30"/>
                    <a:pt x="248" y="19"/>
                    <a:pt x="243" y="6"/>
                  </a:cubicBezTo>
                  <a:cubicBezTo>
                    <a:pt x="242" y="2"/>
                    <a:pt x="238" y="1"/>
                    <a:pt x="2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9"/>
            <p:cNvSpPr/>
            <p:nvPr/>
          </p:nvSpPr>
          <p:spPr>
            <a:xfrm>
              <a:off x="2384308" y="2693154"/>
              <a:ext cx="205092" cy="62888"/>
            </a:xfrm>
            <a:custGeom>
              <a:rect b="b" l="l" r="r" t="t"/>
              <a:pathLst>
                <a:path extrusionOk="0" h="111" w="362">
                  <a:moveTo>
                    <a:pt x="37" y="1"/>
                  </a:moveTo>
                  <a:cubicBezTo>
                    <a:pt x="17" y="1"/>
                    <a:pt x="1" y="17"/>
                    <a:pt x="1" y="37"/>
                  </a:cubicBezTo>
                  <a:lnTo>
                    <a:pt x="1" y="74"/>
                  </a:lnTo>
                  <a:cubicBezTo>
                    <a:pt x="1" y="95"/>
                    <a:pt x="17" y="111"/>
                    <a:pt x="37" y="111"/>
                  </a:cubicBezTo>
                  <a:lnTo>
                    <a:pt x="326" y="111"/>
                  </a:lnTo>
                  <a:cubicBezTo>
                    <a:pt x="346" y="111"/>
                    <a:pt x="362" y="95"/>
                    <a:pt x="362" y="74"/>
                  </a:cubicBezTo>
                  <a:lnTo>
                    <a:pt x="362" y="37"/>
                  </a:lnTo>
                  <a:cubicBezTo>
                    <a:pt x="362" y="17"/>
                    <a:pt x="346" y="1"/>
                    <a:pt x="326" y="1"/>
                  </a:cubicBezTo>
                  <a:lnTo>
                    <a:pt x="102" y="1"/>
                  </a:lnTo>
                  <a:cubicBezTo>
                    <a:pt x="96" y="1"/>
                    <a:pt x="90" y="7"/>
                    <a:pt x="90" y="11"/>
                  </a:cubicBezTo>
                  <a:cubicBezTo>
                    <a:pt x="90" y="17"/>
                    <a:pt x="96" y="22"/>
                    <a:pt x="102" y="22"/>
                  </a:cubicBezTo>
                  <a:lnTo>
                    <a:pt x="326" y="22"/>
                  </a:lnTo>
                  <a:cubicBezTo>
                    <a:pt x="335" y="22"/>
                    <a:pt x="340" y="30"/>
                    <a:pt x="340" y="37"/>
                  </a:cubicBezTo>
                  <a:lnTo>
                    <a:pt x="340" y="74"/>
                  </a:lnTo>
                  <a:cubicBezTo>
                    <a:pt x="340" y="83"/>
                    <a:pt x="333" y="89"/>
                    <a:pt x="326" y="89"/>
                  </a:cubicBezTo>
                  <a:lnTo>
                    <a:pt x="37" y="89"/>
                  </a:lnTo>
                  <a:cubicBezTo>
                    <a:pt x="28" y="89"/>
                    <a:pt x="23" y="82"/>
                    <a:pt x="23" y="74"/>
                  </a:cubicBezTo>
                  <a:lnTo>
                    <a:pt x="23" y="37"/>
                  </a:lnTo>
                  <a:cubicBezTo>
                    <a:pt x="23" y="28"/>
                    <a:pt x="30" y="22"/>
                    <a:pt x="37" y="22"/>
                  </a:cubicBezTo>
                  <a:lnTo>
                    <a:pt x="60" y="22"/>
                  </a:lnTo>
                  <a:cubicBezTo>
                    <a:pt x="66" y="22"/>
                    <a:pt x="72" y="17"/>
                    <a:pt x="72" y="11"/>
                  </a:cubicBezTo>
                  <a:cubicBezTo>
                    <a:pt x="72" y="7"/>
                    <a:pt x="66"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49"/>
          <p:cNvGrpSpPr/>
          <p:nvPr/>
        </p:nvGrpSpPr>
        <p:grpSpPr>
          <a:xfrm>
            <a:off x="7176209" y="2052380"/>
            <a:ext cx="254949" cy="410752"/>
            <a:chOff x="7176209" y="2052380"/>
            <a:chExt cx="254949" cy="410752"/>
          </a:xfrm>
        </p:grpSpPr>
        <p:sp>
          <p:nvSpPr>
            <p:cNvPr id="2864" name="Google Shape;2864;p49"/>
            <p:cNvSpPr/>
            <p:nvPr/>
          </p:nvSpPr>
          <p:spPr>
            <a:xfrm>
              <a:off x="7176209" y="2052380"/>
              <a:ext cx="254949" cy="410752"/>
            </a:xfrm>
            <a:custGeom>
              <a:rect b="b" l="l" r="r" t="t"/>
              <a:pathLst>
                <a:path extrusionOk="0" h="725" w="450">
                  <a:moveTo>
                    <a:pt x="249" y="135"/>
                  </a:moveTo>
                  <a:lnTo>
                    <a:pt x="249" y="186"/>
                  </a:lnTo>
                  <a:cubicBezTo>
                    <a:pt x="249" y="193"/>
                    <a:pt x="245" y="199"/>
                    <a:pt x="236" y="199"/>
                  </a:cubicBezTo>
                  <a:lnTo>
                    <a:pt x="213" y="199"/>
                  </a:lnTo>
                  <a:cubicBezTo>
                    <a:pt x="206" y="199"/>
                    <a:pt x="200" y="193"/>
                    <a:pt x="200" y="186"/>
                  </a:cubicBezTo>
                  <a:lnTo>
                    <a:pt x="200" y="135"/>
                  </a:lnTo>
                  <a:close/>
                  <a:moveTo>
                    <a:pt x="170" y="1"/>
                  </a:moveTo>
                  <a:cubicBezTo>
                    <a:pt x="164" y="1"/>
                    <a:pt x="159" y="6"/>
                    <a:pt x="159" y="12"/>
                  </a:cubicBezTo>
                  <a:lnTo>
                    <a:pt x="159" y="113"/>
                  </a:lnTo>
                  <a:lnTo>
                    <a:pt x="154" y="113"/>
                  </a:lnTo>
                  <a:cubicBezTo>
                    <a:pt x="148" y="113"/>
                    <a:pt x="142" y="118"/>
                    <a:pt x="142" y="123"/>
                  </a:cubicBezTo>
                  <a:cubicBezTo>
                    <a:pt x="142" y="129"/>
                    <a:pt x="148" y="135"/>
                    <a:pt x="154" y="135"/>
                  </a:cubicBezTo>
                  <a:lnTo>
                    <a:pt x="178" y="135"/>
                  </a:lnTo>
                  <a:lnTo>
                    <a:pt x="178" y="157"/>
                  </a:lnTo>
                  <a:lnTo>
                    <a:pt x="40" y="157"/>
                  </a:lnTo>
                  <a:cubicBezTo>
                    <a:pt x="18" y="157"/>
                    <a:pt x="1" y="174"/>
                    <a:pt x="1" y="196"/>
                  </a:cubicBezTo>
                  <a:lnTo>
                    <a:pt x="1" y="685"/>
                  </a:lnTo>
                  <a:cubicBezTo>
                    <a:pt x="1" y="707"/>
                    <a:pt x="18" y="724"/>
                    <a:pt x="40" y="724"/>
                  </a:cubicBezTo>
                  <a:lnTo>
                    <a:pt x="409" y="724"/>
                  </a:lnTo>
                  <a:cubicBezTo>
                    <a:pt x="431" y="724"/>
                    <a:pt x="450" y="707"/>
                    <a:pt x="450" y="685"/>
                  </a:cubicBezTo>
                  <a:lnTo>
                    <a:pt x="450" y="385"/>
                  </a:lnTo>
                  <a:cubicBezTo>
                    <a:pt x="450" y="381"/>
                    <a:pt x="444" y="375"/>
                    <a:pt x="438" y="375"/>
                  </a:cubicBezTo>
                  <a:cubicBezTo>
                    <a:pt x="434" y="375"/>
                    <a:pt x="428" y="381"/>
                    <a:pt x="428" y="385"/>
                  </a:cubicBezTo>
                  <a:lnTo>
                    <a:pt x="428" y="685"/>
                  </a:lnTo>
                  <a:cubicBezTo>
                    <a:pt x="428" y="695"/>
                    <a:pt x="419" y="703"/>
                    <a:pt x="409" y="703"/>
                  </a:cubicBezTo>
                  <a:lnTo>
                    <a:pt x="40" y="703"/>
                  </a:lnTo>
                  <a:cubicBezTo>
                    <a:pt x="29" y="703"/>
                    <a:pt x="22" y="694"/>
                    <a:pt x="22" y="685"/>
                  </a:cubicBezTo>
                  <a:lnTo>
                    <a:pt x="22" y="196"/>
                  </a:lnTo>
                  <a:cubicBezTo>
                    <a:pt x="22" y="186"/>
                    <a:pt x="31" y="178"/>
                    <a:pt x="40" y="178"/>
                  </a:cubicBezTo>
                  <a:lnTo>
                    <a:pt x="178" y="178"/>
                  </a:lnTo>
                  <a:lnTo>
                    <a:pt x="178" y="186"/>
                  </a:lnTo>
                  <a:cubicBezTo>
                    <a:pt x="178" y="203"/>
                    <a:pt x="193" y="219"/>
                    <a:pt x="213" y="219"/>
                  </a:cubicBezTo>
                  <a:lnTo>
                    <a:pt x="236" y="219"/>
                  </a:lnTo>
                  <a:cubicBezTo>
                    <a:pt x="255" y="219"/>
                    <a:pt x="271" y="204"/>
                    <a:pt x="271" y="186"/>
                  </a:cubicBezTo>
                  <a:lnTo>
                    <a:pt x="271" y="178"/>
                  </a:lnTo>
                  <a:lnTo>
                    <a:pt x="409" y="178"/>
                  </a:lnTo>
                  <a:cubicBezTo>
                    <a:pt x="421" y="178"/>
                    <a:pt x="428" y="187"/>
                    <a:pt x="428" y="196"/>
                  </a:cubicBezTo>
                  <a:lnTo>
                    <a:pt x="428" y="342"/>
                  </a:lnTo>
                  <a:cubicBezTo>
                    <a:pt x="428" y="350"/>
                    <a:pt x="434" y="353"/>
                    <a:pt x="440" y="353"/>
                  </a:cubicBezTo>
                  <a:cubicBezTo>
                    <a:pt x="444" y="353"/>
                    <a:pt x="450" y="347"/>
                    <a:pt x="450" y="342"/>
                  </a:cubicBezTo>
                  <a:lnTo>
                    <a:pt x="450" y="196"/>
                  </a:lnTo>
                  <a:cubicBezTo>
                    <a:pt x="450" y="174"/>
                    <a:pt x="432" y="157"/>
                    <a:pt x="409" y="157"/>
                  </a:cubicBezTo>
                  <a:lnTo>
                    <a:pt x="271" y="157"/>
                  </a:lnTo>
                  <a:lnTo>
                    <a:pt x="271" y="135"/>
                  </a:lnTo>
                  <a:lnTo>
                    <a:pt x="297" y="135"/>
                  </a:lnTo>
                  <a:cubicBezTo>
                    <a:pt x="301" y="135"/>
                    <a:pt x="307" y="129"/>
                    <a:pt x="307" y="123"/>
                  </a:cubicBezTo>
                  <a:cubicBezTo>
                    <a:pt x="307" y="118"/>
                    <a:pt x="301" y="113"/>
                    <a:pt x="297" y="113"/>
                  </a:cubicBezTo>
                  <a:lnTo>
                    <a:pt x="291" y="113"/>
                  </a:lnTo>
                  <a:lnTo>
                    <a:pt x="291" y="12"/>
                  </a:lnTo>
                  <a:cubicBezTo>
                    <a:pt x="291" y="6"/>
                    <a:pt x="285" y="1"/>
                    <a:pt x="279" y="1"/>
                  </a:cubicBezTo>
                  <a:lnTo>
                    <a:pt x="242" y="1"/>
                  </a:lnTo>
                  <a:cubicBezTo>
                    <a:pt x="236" y="1"/>
                    <a:pt x="232" y="6"/>
                    <a:pt x="232" y="12"/>
                  </a:cubicBezTo>
                  <a:cubicBezTo>
                    <a:pt x="232" y="17"/>
                    <a:pt x="236" y="22"/>
                    <a:pt x="242" y="22"/>
                  </a:cubicBezTo>
                  <a:lnTo>
                    <a:pt x="271" y="22"/>
                  </a:lnTo>
                  <a:lnTo>
                    <a:pt x="271" y="113"/>
                  </a:lnTo>
                  <a:lnTo>
                    <a:pt x="181" y="113"/>
                  </a:lnTo>
                  <a:lnTo>
                    <a:pt x="181" y="22"/>
                  </a:lnTo>
                  <a:lnTo>
                    <a:pt x="200" y="22"/>
                  </a:lnTo>
                  <a:cubicBezTo>
                    <a:pt x="206" y="22"/>
                    <a:pt x="211" y="17"/>
                    <a:pt x="211" y="12"/>
                  </a:cubicBezTo>
                  <a:cubicBezTo>
                    <a:pt x="211" y="6"/>
                    <a:pt x="206"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9"/>
            <p:cNvSpPr/>
            <p:nvPr/>
          </p:nvSpPr>
          <p:spPr>
            <a:xfrm>
              <a:off x="7247595" y="2210449"/>
              <a:ext cx="112744" cy="166001"/>
            </a:xfrm>
            <a:custGeom>
              <a:rect b="b" l="l" r="r" t="t"/>
              <a:pathLst>
                <a:path extrusionOk="0" h="293" w="199">
                  <a:moveTo>
                    <a:pt x="109" y="22"/>
                  </a:moveTo>
                  <a:cubicBezTo>
                    <a:pt x="136" y="22"/>
                    <a:pt x="158" y="44"/>
                    <a:pt x="158" y="71"/>
                  </a:cubicBezTo>
                  <a:cubicBezTo>
                    <a:pt x="158" y="100"/>
                    <a:pt x="162" y="123"/>
                    <a:pt x="169" y="139"/>
                  </a:cubicBezTo>
                  <a:cubicBezTo>
                    <a:pt x="165" y="141"/>
                    <a:pt x="159" y="141"/>
                    <a:pt x="155" y="143"/>
                  </a:cubicBezTo>
                  <a:cubicBezTo>
                    <a:pt x="156" y="138"/>
                    <a:pt x="156" y="132"/>
                    <a:pt x="156" y="126"/>
                  </a:cubicBezTo>
                  <a:lnTo>
                    <a:pt x="156" y="81"/>
                  </a:lnTo>
                  <a:cubicBezTo>
                    <a:pt x="156" y="78"/>
                    <a:pt x="155" y="76"/>
                    <a:pt x="152" y="74"/>
                  </a:cubicBezTo>
                  <a:cubicBezTo>
                    <a:pt x="150" y="73"/>
                    <a:pt x="148" y="71"/>
                    <a:pt x="145" y="71"/>
                  </a:cubicBezTo>
                  <a:cubicBezTo>
                    <a:pt x="133" y="71"/>
                    <a:pt x="123" y="67"/>
                    <a:pt x="116" y="58"/>
                  </a:cubicBezTo>
                  <a:cubicBezTo>
                    <a:pt x="114" y="54"/>
                    <a:pt x="111" y="52"/>
                    <a:pt x="107" y="52"/>
                  </a:cubicBezTo>
                  <a:cubicBezTo>
                    <a:pt x="103" y="52"/>
                    <a:pt x="100" y="54"/>
                    <a:pt x="98" y="58"/>
                  </a:cubicBezTo>
                  <a:cubicBezTo>
                    <a:pt x="97" y="61"/>
                    <a:pt x="92" y="71"/>
                    <a:pt x="60" y="71"/>
                  </a:cubicBezTo>
                  <a:cubicBezTo>
                    <a:pt x="58" y="71"/>
                    <a:pt x="56" y="71"/>
                    <a:pt x="54" y="71"/>
                  </a:cubicBezTo>
                  <a:cubicBezTo>
                    <a:pt x="49" y="71"/>
                    <a:pt x="48" y="71"/>
                    <a:pt x="46" y="74"/>
                  </a:cubicBezTo>
                  <a:cubicBezTo>
                    <a:pt x="44" y="78"/>
                    <a:pt x="42" y="80"/>
                    <a:pt x="42" y="81"/>
                  </a:cubicBezTo>
                  <a:lnTo>
                    <a:pt x="42" y="126"/>
                  </a:lnTo>
                  <a:cubicBezTo>
                    <a:pt x="42" y="132"/>
                    <a:pt x="42" y="138"/>
                    <a:pt x="44" y="143"/>
                  </a:cubicBezTo>
                  <a:cubicBezTo>
                    <a:pt x="39" y="141"/>
                    <a:pt x="33" y="141"/>
                    <a:pt x="28" y="139"/>
                  </a:cubicBezTo>
                  <a:cubicBezTo>
                    <a:pt x="35" y="123"/>
                    <a:pt x="39" y="100"/>
                    <a:pt x="39" y="71"/>
                  </a:cubicBezTo>
                  <a:cubicBezTo>
                    <a:pt x="39" y="44"/>
                    <a:pt x="61" y="22"/>
                    <a:pt x="87" y="22"/>
                  </a:cubicBezTo>
                  <a:close/>
                  <a:moveTo>
                    <a:pt x="107" y="80"/>
                  </a:moveTo>
                  <a:cubicBezTo>
                    <a:pt x="114" y="87"/>
                    <a:pt x="123" y="90"/>
                    <a:pt x="135" y="90"/>
                  </a:cubicBezTo>
                  <a:lnTo>
                    <a:pt x="135" y="126"/>
                  </a:lnTo>
                  <a:cubicBezTo>
                    <a:pt x="135" y="146"/>
                    <a:pt x="119" y="162"/>
                    <a:pt x="98" y="162"/>
                  </a:cubicBezTo>
                  <a:cubicBezTo>
                    <a:pt x="78" y="162"/>
                    <a:pt x="62" y="146"/>
                    <a:pt x="62" y="126"/>
                  </a:cubicBezTo>
                  <a:lnTo>
                    <a:pt x="62" y="93"/>
                  </a:lnTo>
                  <a:cubicBezTo>
                    <a:pt x="75" y="93"/>
                    <a:pt x="94" y="90"/>
                    <a:pt x="107" y="80"/>
                  </a:cubicBezTo>
                  <a:close/>
                  <a:moveTo>
                    <a:pt x="133" y="169"/>
                  </a:moveTo>
                  <a:cubicBezTo>
                    <a:pt x="150" y="180"/>
                    <a:pt x="162" y="197"/>
                    <a:pt x="162" y="216"/>
                  </a:cubicBezTo>
                  <a:lnTo>
                    <a:pt x="162" y="271"/>
                  </a:lnTo>
                  <a:lnTo>
                    <a:pt x="36" y="271"/>
                  </a:lnTo>
                  <a:lnTo>
                    <a:pt x="36" y="216"/>
                  </a:lnTo>
                  <a:cubicBezTo>
                    <a:pt x="36" y="195"/>
                    <a:pt x="48" y="180"/>
                    <a:pt x="64" y="169"/>
                  </a:cubicBezTo>
                  <a:cubicBezTo>
                    <a:pt x="72" y="177"/>
                    <a:pt x="85" y="182"/>
                    <a:pt x="98" y="182"/>
                  </a:cubicBezTo>
                  <a:cubicBezTo>
                    <a:pt x="110" y="182"/>
                    <a:pt x="123" y="180"/>
                    <a:pt x="133" y="169"/>
                  </a:cubicBezTo>
                  <a:close/>
                  <a:moveTo>
                    <a:pt x="87" y="0"/>
                  </a:moveTo>
                  <a:cubicBezTo>
                    <a:pt x="49" y="0"/>
                    <a:pt x="19" y="31"/>
                    <a:pt x="18" y="68"/>
                  </a:cubicBezTo>
                  <a:cubicBezTo>
                    <a:pt x="18" y="102"/>
                    <a:pt x="12" y="125"/>
                    <a:pt x="3" y="139"/>
                  </a:cubicBezTo>
                  <a:cubicBezTo>
                    <a:pt x="0" y="143"/>
                    <a:pt x="0" y="145"/>
                    <a:pt x="0" y="148"/>
                  </a:cubicBezTo>
                  <a:cubicBezTo>
                    <a:pt x="3" y="152"/>
                    <a:pt x="5" y="154"/>
                    <a:pt x="7" y="155"/>
                  </a:cubicBezTo>
                  <a:cubicBezTo>
                    <a:pt x="18" y="159"/>
                    <a:pt x="28" y="161"/>
                    <a:pt x="36" y="162"/>
                  </a:cubicBezTo>
                  <a:cubicBezTo>
                    <a:pt x="22" y="175"/>
                    <a:pt x="13" y="195"/>
                    <a:pt x="13" y="214"/>
                  </a:cubicBezTo>
                  <a:lnTo>
                    <a:pt x="13" y="282"/>
                  </a:lnTo>
                  <a:cubicBezTo>
                    <a:pt x="13" y="286"/>
                    <a:pt x="19" y="292"/>
                    <a:pt x="25" y="292"/>
                  </a:cubicBezTo>
                  <a:lnTo>
                    <a:pt x="171" y="292"/>
                  </a:lnTo>
                  <a:cubicBezTo>
                    <a:pt x="176" y="292"/>
                    <a:pt x="181" y="286"/>
                    <a:pt x="181" y="282"/>
                  </a:cubicBezTo>
                  <a:lnTo>
                    <a:pt x="181" y="214"/>
                  </a:lnTo>
                  <a:cubicBezTo>
                    <a:pt x="181" y="195"/>
                    <a:pt x="172" y="175"/>
                    <a:pt x="158" y="162"/>
                  </a:cubicBezTo>
                  <a:cubicBezTo>
                    <a:pt x="166" y="161"/>
                    <a:pt x="178" y="156"/>
                    <a:pt x="187" y="155"/>
                  </a:cubicBezTo>
                  <a:cubicBezTo>
                    <a:pt x="192" y="154"/>
                    <a:pt x="194" y="152"/>
                    <a:pt x="195" y="148"/>
                  </a:cubicBezTo>
                  <a:cubicBezTo>
                    <a:pt x="198" y="145"/>
                    <a:pt x="195" y="141"/>
                    <a:pt x="194" y="139"/>
                  </a:cubicBezTo>
                  <a:cubicBezTo>
                    <a:pt x="185" y="126"/>
                    <a:pt x="179" y="103"/>
                    <a:pt x="179" y="68"/>
                  </a:cubicBezTo>
                  <a:cubicBezTo>
                    <a:pt x="179" y="31"/>
                    <a:pt x="149" y="0"/>
                    <a:pt x="1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9"/>
            <p:cNvSpPr/>
            <p:nvPr/>
          </p:nvSpPr>
          <p:spPr>
            <a:xfrm>
              <a:off x="7262892" y="2391180"/>
              <a:ext cx="81584" cy="13031"/>
            </a:xfrm>
            <a:custGeom>
              <a:rect b="b" l="l" r="r" t="t"/>
              <a:pathLst>
                <a:path extrusionOk="0" h="23" w="144">
                  <a:moveTo>
                    <a:pt x="12" y="1"/>
                  </a:moveTo>
                  <a:cubicBezTo>
                    <a:pt x="6" y="1"/>
                    <a:pt x="1" y="6"/>
                    <a:pt x="1" y="12"/>
                  </a:cubicBezTo>
                  <a:cubicBezTo>
                    <a:pt x="1" y="17"/>
                    <a:pt x="6" y="22"/>
                    <a:pt x="12" y="22"/>
                  </a:cubicBezTo>
                  <a:lnTo>
                    <a:pt x="132" y="22"/>
                  </a:lnTo>
                  <a:cubicBezTo>
                    <a:pt x="138" y="22"/>
                    <a:pt x="144" y="17"/>
                    <a:pt x="144" y="12"/>
                  </a:cubicBezTo>
                  <a:cubicBezTo>
                    <a:pt x="144" y="6"/>
                    <a:pt x="138"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9"/>
            <p:cNvSpPr/>
            <p:nvPr/>
          </p:nvSpPr>
          <p:spPr>
            <a:xfrm>
              <a:off x="7209069" y="2186087"/>
              <a:ext cx="190362" cy="245885"/>
            </a:xfrm>
            <a:custGeom>
              <a:rect b="b" l="l" r="r" t="t"/>
              <a:pathLst>
                <a:path extrusionOk="0" h="434" w="336">
                  <a:moveTo>
                    <a:pt x="16" y="0"/>
                  </a:moveTo>
                  <a:cubicBezTo>
                    <a:pt x="8" y="0"/>
                    <a:pt x="0" y="7"/>
                    <a:pt x="0" y="16"/>
                  </a:cubicBezTo>
                  <a:lnTo>
                    <a:pt x="0" y="418"/>
                  </a:lnTo>
                  <a:cubicBezTo>
                    <a:pt x="0" y="426"/>
                    <a:pt x="8" y="433"/>
                    <a:pt x="16" y="433"/>
                  </a:cubicBezTo>
                  <a:lnTo>
                    <a:pt x="52" y="433"/>
                  </a:lnTo>
                  <a:cubicBezTo>
                    <a:pt x="58" y="433"/>
                    <a:pt x="64" y="428"/>
                    <a:pt x="64" y="422"/>
                  </a:cubicBezTo>
                  <a:cubicBezTo>
                    <a:pt x="64" y="416"/>
                    <a:pt x="58" y="412"/>
                    <a:pt x="52" y="412"/>
                  </a:cubicBezTo>
                  <a:lnTo>
                    <a:pt x="21" y="412"/>
                  </a:lnTo>
                  <a:lnTo>
                    <a:pt x="21" y="22"/>
                  </a:lnTo>
                  <a:lnTo>
                    <a:pt x="314" y="22"/>
                  </a:lnTo>
                  <a:lnTo>
                    <a:pt x="314" y="412"/>
                  </a:lnTo>
                  <a:lnTo>
                    <a:pt x="94" y="412"/>
                  </a:lnTo>
                  <a:cubicBezTo>
                    <a:pt x="88" y="412"/>
                    <a:pt x="83" y="416"/>
                    <a:pt x="83" y="422"/>
                  </a:cubicBezTo>
                  <a:cubicBezTo>
                    <a:pt x="83" y="428"/>
                    <a:pt x="88" y="433"/>
                    <a:pt x="94" y="433"/>
                  </a:cubicBezTo>
                  <a:lnTo>
                    <a:pt x="320" y="433"/>
                  </a:lnTo>
                  <a:cubicBezTo>
                    <a:pt x="328" y="433"/>
                    <a:pt x="335" y="426"/>
                    <a:pt x="335" y="418"/>
                  </a:cubicBezTo>
                  <a:lnTo>
                    <a:pt x="335" y="16"/>
                  </a:lnTo>
                  <a:cubicBezTo>
                    <a:pt x="335" y="7"/>
                    <a:pt x="328" y="0"/>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 name="Google Shape;2868;p49"/>
          <p:cNvGrpSpPr/>
          <p:nvPr/>
        </p:nvGrpSpPr>
        <p:grpSpPr>
          <a:xfrm>
            <a:off x="6298053" y="2096571"/>
            <a:ext cx="411317" cy="324069"/>
            <a:chOff x="6298053" y="2096571"/>
            <a:chExt cx="411317" cy="324069"/>
          </a:xfrm>
        </p:grpSpPr>
        <p:sp>
          <p:nvSpPr>
            <p:cNvPr id="2869" name="Google Shape;2869;p49"/>
            <p:cNvSpPr/>
            <p:nvPr/>
          </p:nvSpPr>
          <p:spPr>
            <a:xfrm>
              <a:off x="6298053" y="2096571"/>
              <a:ext cx="411317" cy="324069"/>
            </a:xfrm>
            <a:custGeom>
              <a:rect b="b" l="l" r="r" t="t"/>
              <a:pathLst>
                <a:path extrusionOk="0" h="572" w="726">
                  <a:moveTo>
                    <a:pt x="568" y="297"/>
                  </a:moveTo>
                  <a:lnTo>
                    <a:pt x="568" y="331"/>
                  </a:lnTo>
                  <a:lnTo>
                    <a:pt x="511" y="331"/>
                  </a:lnTo>
                  <a:lnTo>
                    <a:pt x="511" y="310"/>
                  </a:lnTo>
                  <a:cubicBezTo>
                    <a:pt x="511" y="303"/>
                    <a:pt x="515" y="297"/>
                    <a:pt x="524" y="297"/>
                  </a:cubicBezTo>
                  <a:close/>
                  <a:moveTo>
                    <a:pt x="604" y="297"/>
                  </a:moveTo>
                  <a:cubicBezTo>
                    <a:pt x="612" y="297"/>
                    <a:pt x="617" y="303"/>
                    <a:pt x="617" y="310"/>
                  </a:cubicBezTo>
                  <a:lnTo>
                    <a:pt x="617" y="331"/>
                  </a:lnTo>
                  <a:lnTo>
                    <a:pt x="590" y="331"/>
                  </a:lnTo>
                  <a:lnTo>
                    <a:pt x="590" y="297"/>
                  </a:lnTo>
                  <a:close/>
                  <a:moveTo>
                    <a:pt x="698" y="349"/>
                  </a:moveTo>
                  <a:cubicBezTo>
                    <a:pt x="701" y="349"/>
                    <a:pt x="706" y="353"/>
                    <a:pt x="706" y="356"/>
                  </a:cubicBezTo>
                  <a:lnTo>
                    <a:pt x="706" y="414"/>
                  </a:lnTo>
                  <a:lnTo>
                    <a:pt x="655" y="433"/>
                  </a:lnTo>
                  <a:cubicBezTo>
                    <a:pt x="649" y="434"/>
                    <a:pt x="646" y="440"/>
                    <a:pt x="648" y="447"/>
                  </a:cubicBezTo>
                  <a:cubicBezTo>
                    <a:pt x="649" y="450"/>
                    <a:pt x="654" y="454"/>
                    <a:pt x="658" y="454"/>
                  </a:cubicBezTo>
                  <a:lnTo>
                    <a:pt x="662" y="454"/>
                  </a:lnTo>
                  <a:lnTo>
                    <a:pt x="706" y="438"/>
                  </a:lnTo>
                  <a:lnTo>
                    <a:pt x="706" y="541"/>
                  </a:lnTo>
                  <a:cubicBezTo>
                    <a:pt x="704" y="545"/>
                    <a:pt x="700" y="550"/>
                    <a:pt x="695" y="550"/>
                  </a:cubicBezTo>
                  <a:lnTo>
                    <a:pt x="430" y="550"/>
                  </a:lnTo>
                  <a:cubicBezTo>
                    <a:pt x="425" y="550"/>
                    <a:pt x="422" y="547"/>
                    <a:pt x="422" y="542"/>
                  </a:cubicBezTo>
                  <a:lnTo>
                    <a:pt x="422" y="440"/>
                  </a:lnTo>
                  <a:lnTo>
                    <a:pt x="554" y="485"/>
                  </a:lnTo>
                  <a:cubicBezTo>
                    <a:pt x="557" y="486"/>
                    <a:pt x="561" y="486"/>
                    <a:pt x="564" y="486"/>
                  </a:cubicBezTo>
                  <a:cubicBezTo>
                    <a:pt x="568" y="486"/>
                    <a:pt x="574" y="486"/>
                    <a:pt x="577" y="485"/>
                  </a:cubicBezTo>
                  <a:lnTo>
                    <a:pt x="619" y="470"/>
                  </a:lnTo>
                  <a:cubicBezTo>
                    <a:pt x="623" y="469"/>
                    <a:pt x="628" y="463"/>
                    <a:pt x="626" y="456"/>
                  </a:cubicBezTo>
                  <a:cubicBezTo>
                    <a:pt x="624" y="451"/>
                    <a:pt x="620" y="448"/>
                    <a:pt x="615" y="448"/>
                  </a:cubicBezTo>
                  <a:cubicBezTo>
                    <a:pt x="614" y="448"/>
                    <a:pt x="613" y="448"/>
                    <a:pt x="612" y="448"/>
                  </a:cubicBezTo>
                  <a:lnTo>
                    <a:pt x="570" y="463"/>
                  </a:lnTo>
                  <a:cubicBezTo>
                    <a:pt x="568" y="464"/>
                    <a:pt x="566" y="464"/>
                    <a:pt x="565" y="464"/>
                  </a:cubicBezTo>
                  <a:cubicBezTo>
                    <a:pt x="563" y="464"/>
                    <a:pt x="562" y="464"/>
                    <a:pt x="561" y="463"/>
                  </a:cubicBezTo>
                  <a:lnTo>
                    <a:pt x="424" y="414"/>
                  </a:lnTo>
                  <a:lnTo>
                    <a:pt x="424" y="356"/>
                  </a:lnTo>
                  <a:cubicBezTo>
                    <a:pt x="424" y="353"/>
                    <a:pt x="427" y="349"/>
                    <a:pt x="431" y="349"/>
                  </a:cubicBezTo>
                  <a:close/>
                  <a:moveTo>
                    <a:pt x="34" y="1"/>
                  </a:moveTo>
                  <a:cubicBezTo>
                    <a:pt x="15" y="1"/>
                    <a:pt x="1" y="15"/>
                    <a:pt x="1" y="32"/>
                  </a:cubicBezTo>
                  <a:lnTo>
                    <a:pt x="1" y="454"/>
                  </a:lnTo>
                  <a:cubicBezTo>
                    <a:pt x="1" y="487"/>
                    <a:pt x="29" y="516"/>
                    <a:pt x="64" y="516"/>
                  </a:cubicBezTo>
                  <a:lnTo>
                    <a:pt x="185" y="516"/>
                  </a:lnTo>
                  <a:cubicBezTo>
                    <a:pt x="191" y="516"/>
                    <a:pt x="196" y="512"/>
                    <a:pt x="196" y="506"/>
                  </a:cubicBezTo>
                  <a:cubicBezTo>
                    <a:pt x="196" y="500"/>
                    <a:pt x="191" y="495"/>
                    <a:pt x="185" y="495"/>
                  </a:cubicBezTo>
                  <a:lnTo>
                    <a:pt x="112" y="495"/>
                  </a:lnTo>
                  <a:cubicBezTo>
                    <a:pt x="122" y="485"/>
                    <a:pt x="128" y="470"/>
                    <a:pt x="128" y="454"/>
                  </a:cubicBezTo>
                  <a:lnTo>
                    <a:pt x="128" y="191"/>
                  </a:lnTo>
                  <a:lnTo>
                    <a:pt x="564" y="191"/>
                  </a:lnTo>
                  <a:cubicBezTo>
                    <a:pt x="567" y="191"/>
                    <a:pt x="567" y="194"/>
                    <a:pt x="567" y="194"/>
                  </a:cubicBezTo>
                  <a:lnTo>
                    <a:pt x="567" y="275"/>
                  </a:lnTo>
                  <a:lnTo>
                    <a:pt x="521" y="275"/>
                  </a:lnTo>
                  <a:cubicBezTo>
                    <a:pt x="503" y="275"/>
                    <a:pt x="489" y="290"/>
                    <a:pt x="489" y="307"/>
                  </a:cubicBezTo>
                  <a:lnTo>
                    <a:pt x="489" y="329"/>
                  </a:lnTo>
                  <a:lnTo>
                    <a:pt x="430" y="329"/>
                  </a:lnTo>
                  <a:cubicBezTo>
                    <a:pt x="412" y="329"/>
                    <a:pt x="401" y="342"/>
                    <a:pt x="401" y="357"/>
                  </a:cubicBezTo>
                  <a:lnTo>
                    <a:pt x="401" y="495"/>
                  </a:lnTo>
                  <a:lnTo>
                    <a:pt x="230" y="495"/>
                  </a:lnTo>
                  <a:cubicBezTo>
                    <a:pt x="224" y="495"/>
                    <a:pt x="220" y="500"/>
                    <a:pt x="220" y="506"/>
                  </a:cubicBezTo>
                  <a:cubicBezTo>
                    <a:pt x="220" y="512"/>
                    <a:pt x="224" y="518"/>
                    <a:pt x="230" y="518"/>
                  </a:cubicBezTo>
                  <a:lnTo>
                    <a:pt x="401" y="518"/>
                  </a:lnTo>
                  <a:lnTo>
                    <a:pt x="401" y="542"/>
                  </a:lnTo>
                  <a:cubicBezTo>
                    <a:pt x="401" y="558"/>
                    <a:pt x="412" y="571"/>
                    <a:pt x="430" y="571"/>
                  </a:cubicBezTo>
                  <a:lnTo>
                    <a:pt x="697" y="571"/>
                  </a:lnTo>
                  <a:cubicBezTo>
                    <a:pt x="713" y="571"/>
                    <a:pt x="726" y="558"/>
                    <a:pt x="726" y="542"/>
                  </a:cubicBezTo>
                  <a:lnTo>
                    <a:pt x="726" y="360"/>
                  </a:lnTo>
                  <a:cubicBezTo>
                    <a:pt x="723" y="344"/>
                    <a:pt x="711" y="331"/>
                    <a:pt x="695" y="331"/>
                  </a:cubicBezTo>
                  <a:lnTo>
                    <a:pt x="636" y="331"/>
                  </a:lnTo>
                  <a:lnTo>
                    <a:pt x="636" y="310"/>
                  </a:lnTo>
                  <a:cubicBezTo>
                    <a:pt x="636" y="291"/>
                    <a:pt x="622" y="277"/>
                    <a:pt x="604" y="277"/>
                  </a:cubicBezTo>
                  <a:lnTo>
                    <a:pt x="589" y="277"/>
                  </a:lnTo>
                  <a:lnTo>
                    <a:pt x="589" y="196"/>
                  </a:lnTo>
                  <a:cubicBezTo>
                    <a:pt x="589" y="183"/>
                    <a:pt x="577" y="173"/>
                    <a:pt x="564" y="173"/>
                  </a:cubicBezTo>
                  <a:lnTo>
                    <a:pt x="499" y="173"/>
                  </a:lnTo>
                  <a:lnTo>
                    <a:pt x="499" y="82"/>
                  </a:lnTo>
                  <a:cubicBezTo>
                    <a:pt x="499" y="66"/>
                    <a:pt x="487" y="53"/>
                    <a:pt x="470" y="53"/>
                  </a:cubicBezTo>
                  <a:lnTo>
                    <a:pt x="337" y="53"/>
                  </a:lnTo>
                  <a:cubicBezTo>
                    <a:pt x="331" y="53"/>
                    <a:pt x="326" y="58"/>
                    <a:pt x="326" y="64"/>
                  </a:cubicBezTo>
                  <a:cubicBezTo>
                    <a:pt x="326" y="70"/>
                    <a:pt x="331" y="74"/>
                    <a:pt x="337" y="74"/>
                  </a:cubicBezTo>
                  <a:lnTo>
                    <a:pt x="470" y="74"/>
                  </a:lnTo>
                  <a:cubicBezTo>
                    <a:pt x="474" y="74"/>
                    <a:pt x="477" y="79"/>
                    <a:pt x="477" y="82"/>
                  </a:cubicBezTo>
                  <a:lnTo>
                    <a:pt x="477" y="173"/>
                  </a:lnTo>
                  <a:lnTo>
                    <a:pt x="119" y="173"/>
                  </a:lnTo>
                  <a:cubicBezTo>
                    <a:pt x="113" y="173"/>
                    <a:pt x="107" y="175"/>
                    <a:pt x="107" y="183"/>
                  </a:cubicBezTo>
                  <a:lnTo>
                    <a:pt x="107" y="456"/>
                  </a:lnTo>
                  <a:cubicBezTo>
                    <a:pt x="107" y="477"/>
                    <a:pt x="90" y="496"/>
                    <a:pt x="68" y="498"/>
                  </a:cubicBezTo>
                  <a:cubicBezTo>
                    <a:pt x="42" y="496"/>
                    <a:pt x="22" y="476"/>
                    <a:pt x="22" y="448"/>
                  </a:cubicBezTo>
                  <a:lnTo>
                    <a:pt x="22" y="34"/>
                  </a:lnTo>
                  <a:cubicBezTo>
                    <a:pt x="22" y="28"/>
                    <a:pt x="28" y="22"/>
                    <a:pt x="34" y="22"/>
                  </a:cubicBezTo>
                  <a:lnTo>
                    <a:pt x="177" y="22"/>
                  </a:lnTo>
                  <a:cubicBezTo>
                    <a:pt x="180" y="22"/>
                    <a:pt x="181" y="24"/>
                    <a:pt x="185" y="25"/>
                  </a:cubicBezTo>
                  <a:lnTo>
                    <a:pt x="214" y="61"/>
                  </a:lnTo>
                  <a:cubicBezTo>
                    <a:pt x="220" y="69"/>
                    <a:pt x="229" y="73"/>
                    <a:pt x="239" y="73"/>
                  </a:cubicBezTo>
                  <a:lnTo>
                    <a:pt x="295" y="73"/>
                  </a:lnTo>
                  <a:cubicBezTo>
                    <a:pt x="301" y="73"/>
                    <a:pt x="307" y="67"/>
                    <a:pt x="307" y="61"/>
                  </a:cubicBezTo>
                  <a:cubicBezTo>
                    <a:pt x="307" y="57"/>
                    <a:pt x="301" y="51"/>
                    <a:pt x="295" y="51"/>
                  </a:cubicBezTo>
                  <a:lnTo>
                    <a:pt x="239" y="51"/>
                  </a:lnTo>
                  <a:cubicBezTo>
                    <a:pt x="236" y="51"/>
                    <a:pt x="235" y="50"/>
                    <a:pt x="230" y="47"/>
                  </a:cubicBezTo>
                  <a:lnTo>
                    <a:pt x="201" y="11"/>
                  </a:lnTo>
                  <a:cubicBezTo>
                    <a:pt x="196" y="4"/>
                    <a:pt x="187" y="1"/>
                    <a:pt x="1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9"/>
            <p:cNvSpPr/>
            <p:nvPr/>
          </p:nvSpPr>
          <p:spPr>
            <a:xfrm>
              <a:off x="6599459" y="2313562"/>
              <a:ext cx="34560" cy="13031"/>
            </a:xfrm>
            <a:custGeom>
              <a:rect b="b" l="l" r="r" t="t"/>
              <a:pathLst>
                <a:path extrusionOk="0" h="23" w="61">
                  <a:moveTo>
                    <a:pt x="10" y="0"/>
                  </a:moveTo>
                  <a:cubicBezTo>
                    <a:pt x="6" y="0"/>
                    <a:pt x="0" y="6"/>
                    <a:pt x="0" y="12"/>
                  </a:cubicBezTo>
                  <a:cubicBezTo>
                    <a:pt x="0" y="16"/>
                    <a:pt x="5" y="22"/>
                    <a:pt x="10" y="22"/>
                  </a:cubicBezTo>
                  <a:lnTo>
                    <a:pt x="51" y="22"/>
                  </a:lnTo>
                  <a:cubicBezTo>
                    <a:pt x="55" y="22"/>
                    <a:pt x="61" y="16"/>
                    <a:pt x="61" y="12"/>
                  </a:cubicBezTo>
                  <a:cubicBezTo>
                    <a:pt x="61" y="6"/>
                    <a:pt x="55" y="0"/>
                    <a:pt x="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1" name="Google Shape;2871;p49"/>
          <p:cNvGrpSpPr/>
          <p:nvPr/>
        </p:nvGrpSpPr>
        <p:grpSpPr>
          <a:xfrm>
            <a:off x="5504880" y="2054080"/>
            <a:ext cx="395454" cy="410752"/>
            <a:chOff x="5504880" y="2054080"/>
            <a:chExt cx="395454" cy="410752"/>
          </a:xfrm>
        </p:grpSpPr>
        <p:sp>
          <p:nvSpPr>
            <p:cNvPr id="2872" name="Google Shape;2872;p49"/>
            <p:cNvSpPr/>
            <p:nvPr/>
          </p:nvSpPr>
          <p:spPr>
            <a:xfrm>
              <a:off x="5529808" y="2076742"/>
              <a:ext cx="166566" cy="230021"/>
            </a:xfrm>
            <a:custGeom>
              <a:rect b="b" l="l" r="r" t="t"/>
              <a:pathLst>
                <a:path extrusionOk="0" h="406" w="294">
                  <a:moveTo>
                    <a:pt x="165" y="93"/>
                  </a:moveTo>
                  <a:cubicBezTo>
                    <a:pt x="198" y="93"/>
                    <a:pt x="223" y="118"/>
                    <a:pt x="223" y="151"/>
                  </a:cubicBezTo>
                  <a:lnTo>
                    <a:pt x="223" y="216"/>
                  </a:lnTo>
                  <a:cubicBezTo>
                    <a:pt x="223" y="219"/>
                    <a:pt x="221" y="222"/>
                    <a:pt x="220" y="223"/>
                  </a:cubicBezTo>
                  <a:lnTo>
                    <a:pt x="220" y="173"/>
                  </a:lnTo>
                  <a:cubicBezTo>
                    <a:pt x="220" y="169"/>
                    <a:pt x="218" y="167"/>
                    <a:pt x="215" y="166"/>
                  </a:cubicBezTo>
                  <a:cubicBezTo>
                    <a:pt x="214" y="164"/>
                    <a:pt x="211" y="163"/>
                    <a:pt x="208" y="163"/>
                  </a:cubicBezTo>
                  <a:cubicBezTo>
                    <a:pt x="207" y="163"/>
                    <a:pt x="205" y="163"/>
                    <a:pt x="204" y="163"/>
                  </a:cubicBezTo>
                  <a:cubicBezTo>
                    <a:pt x="190" y="163"/>
                    <a:pt x="178" y="157"/>
                    <a:pt x="169" y="145"/>
                  </a:cubicBezTo>
                  <a:cubicBezTo>
                    <a:pt x="167" y="144"/>
                    <a:pt x="164" y="143"/>
                    <a:pt x="161" y="143"/>
                  </a:cubicBezTo>
                  <a:cubicBezTo>
                    <a:pt x="159" y="143"/>
                    <a:pt x="156" y="144"/>
                    <a:pt x="155" y="145"/>
                  </a:cubicBezTo>
                  <a:cubicBezTo>
                    <a:pt x="142" y="157"/>
                    <a:pt x="122" y="163"/>
                    <a:pt x="90" y="163"/>
                  </a:cubicBezTo>
                  <a:cubicBezTo>
                    <a:pt x="84" y="163"/>
                    <a:pt x="78" y="167"/>
                    <a:pt x="78" y="173"/>
                  </a:cubicBezTo>
                  <a:lnTo>
                    <a:pt x="78" y="223"/>
                  </a:lnTo>
                  <a:cubicBezTo>
                    <a:pt x="75" y="222"/>
                    <a:pt x="74" y="218"/>
                    <a:pt x="74" y="216"/>
                  </a:cubicBezTo>
                  <a:lnTo>
                    <a:pt x="74" y="151"/>
                  </a:lnTo>
                  <a:cubicBezTo>
                    <a:pt x="74" y="118"/>
                    <a:pt x="98" y="93"/>
                    <a:pt x="132" y="93"/>
                  </a:cubicBezTo>
                  <a:close/>
                  <a:moveTo>
                    <a:pt x="161" y="167"/>
                  </a:moveTo>
                  <a:cubicBezTo>
                    <a:pt x="171" y="177"/>
                    <a:pt x="184" y="182"/>
                    <a:pt x="198" y="183"/>
                  </a:cubicBezTo>
                  <a:lnTo>
                    <a:pt x="198" y="225"/>
                  </a:lnTo>
                  <a:cubicBezTo>
                    <a:pt x="198" y="252"/>
                    <a:pt x="176" y="274"/>
                    <a:pt x="149" y="274"/>
                  </a:cubicBezTo>
                  <a:cubicBezTo>
                    <a:pt x="120" y="274"/>
                    <a:pt x="98" y="251"/>
                    <a:pt x="98" y="223"/>
                  </a:cubicBezTo>
                  <a:lnTo>
                    <a:pt x="98" y="182"/>
                  </a:lnTo>
                  <a:cubicBezTo>
                    <a:pt x="126" y="180"/>
                    <a:pt x="146" y="177"/>
                    <a:pt x="161" y="167"/>
                  </a:cubicBezTo>
                  <a:close/>
                  <a:moveTo>
                    <a:pt x="272" y="23"/>
                  </a:moveTo>
                  <a:lnTo>
                    <a:pt x="272" y="384"/>
                  </a:lnTo>
                  <a:lnTo>
                    <a:pt x="249" y="384"/>
                  </a:lnTo>
                  <a:lnTo>
                    <a:pt x="249" y="330"/>
                  </a:lnTo>
                  <a:cubicBezTo>
                    <a:pt x="249" y="301"/>
                    <a:pt x="233" y="274"/>
                    <a:pt x="208" y="260"/>
                  </a:cubicBezTo>
                  <a:cubicBezTo>
                    <a:pt x="210" y="257"/>
                    <a:pt x="214" y="251"/>
                    <a:pt x="215" y="245"/>
                  </a:cubicBezTo>
                  <a:cubicBezTo>
                    <a:pt x="231" y="245"/>
                    <a:pt x="244" y="231"/>
                    <a:pt x="244" y="215"/>
                  </a:cubicBezTo>
                  <a:lnTo>
                    <a:pt x="244" y="150"/>
                  </a:lnTo>
                  <a:cubicBezTo>
                    <a:pt x="244" y="106"/>
                    <a:pt x="208" y="70"/>
                    <a:pt x="165" y="70"/>
                  </a:cubicBezTo>
                  <a:lnTo>
                    <a:pt x="152" y="70"/>
                  </a:lnTo>
                  <a:cubicBezTo>
                    <a:pt x="156" y="66"/>
                    <a:pt x="155" y="59"/>
                    <a:pt x="150" y="56"/>
                  </a:cubicBezTo>
                  <a:cubicBezTo>
                    <a:pt x="149" y="54"/>
                    <a:pt x="147" y="53"/>
                    <a:pt x="144" y="53"/>
                  </a:cubicBezTo>
                  <a:cubicBezTo>
                    <a:pt x="141" y="53"/>
                    <a:pt x="138" y="54"/>
                    <a:pt x="136" y="57"/>
                  </a:cubicBezTo>
                  <a:lnTo>
                    <a:pt x="129" y="65"/>
                  </a:lnTo>
                  <a:lnTo>
                    <a:pt x="124" y="59"/>
                  </a:lnTo>
                  <a:cubicBezTo>
                    <a:pt x="122" y="57"/>
                    <a:pt x="119" y="57"/>
                    <a:pt x="117" y="57"/>
                  </a:cubicBezTo>
                  <a:cubicBezTo>
                    <a:pt x="114" y="57"/>
                    <a:pt x="111" y="57"/>
                    <a:pt x="110" y="59"/>
                  </a:cubicBezTo>
                  <a:cubicBezTo>
                    <a:pt x="107" y="62"/>
                    <a:pt x="106" y="65"/>
                    <a:pt x="106" y="66"/>
                  </a:cubicBezTo>
                  <a:cubicBezTo>
                    <a:pt x="106" y="69"/>
                    <a:pt x="106" y="70"/>
                    <a:pt x="107" y="72"/>
                  </a:cubicBezTo>
                  <a:cubicBezTo>
                    <a:pt x="75" y="80"/>
                    <a:pt x="52" y="111"/>
                    <a:pt x="52" y="147"/>
                  </a:cubicBezTo>
                  <a:lnTo>
                    <a:pt x="52" y="213"/>
                  </a:lnTo>
                  <a:cubicBezTo>
                    <a:pt x="52" y="229"/>
                    <a:pt x="64" y="242"/>
                    <a:pt x="81" y="244"/>
                  </a:cubicBezTo>
                  <a:cubicBezTo>
                    <a:pt x="83" y="249"/>
                    <a:pt x="84" y="252"/>
                    <a:pt x="85" y="258"/>
                  </a:cubicBezTo>
                  <a:cubicBezTo>
                    <a:pt x="61" y="273"/>
                    <a:pt x="46" y="300"/>
                    <a:pt x="46" y="327"/>
                  </a:cubicBezTo>
                  <a:lnTo>
                    <a:pt x="46" y="382"/>
                  </a:lnTo>
                  <a:lnTo>
                    <a:pt x="23" y="382"/>
                  </a:lnTo>
                  <a:lnTo>
                    <a:pt x="23" y="23"/>
                  </a:lnTo>
                  <a:close/>
                  <a:moveTo>
                    <a:pt x="194" y="278"/>
                  </a:moveTo>
                  <a:cubicBezTo>
                    <a:pt x="214" y="288"/>
                    <a:pt x="227" y="309"/>
                    <a:pt x="227" y="332"/>
                  </a:cubicBezTo>
                  <a:lnTo>
                    <a:pt x="227" y="387"/>
                  </a:lnTo>
                  <a:lnTo>
                    <a:pt x="68" y="387"/>
                  </a:lnTo>
                  <a:lnTo>
                    <a:pt x="68" y="332"/>
                  </a:lnTo>
                  <a:cubicBezTo>
                    <a:pt x="68" y="309"/>
                    <a:pt x="81" y="288"/>
                    <a:pt x="100" y="278"/>
                  </a:cubicBezTo>
                  <a:cubicBezTo>
                    <a:pt x="113" y="288"/>
                    <a:pt x="129" y="296"/>
                    <a:pt x="148" y="296"/>
                  </a:cubicBezTo>
                  <a:cubicBezTo>
                    <a:pt x="165" y="296"/>
                    <a:pt x="181" y="288"/>
                    <a:pt x="194" y="278"/>
                  </a:cubicBezTo>
                  <a:close/>
                  <a:moveTo>
                    <a:pt x="12" y="1"/>
                  </a:moveTo>
                  <a:cubicBezTo>
                    <a:pt x="6" y="1"/>
                    <a:pt x="0" y="7"/>
                    <a:pt x="0" y="13"/>
                  </a:cubicBezTo>
                  <a:lnTo>
                    <a:pt x="0" y="395"/>
                  </a:lnTo>
                  <a:cubicBezTo>
                    <a:pt x="0" y="400"/>
                    <a:pt x="6" y="405"/>
                    <a:pt x="12" y="405"/>
                  </a:cubicBezTo>
                  <a:lnTo>
                    <a:pt x="282" y="405"/>
                  </a:lnTo>
                  <a:cubicBezTo>
                    <a:pt x="288" y="405"/>
                    <a:pt x="293" y="400"/>
                    <a:pt x="293" y="395"/>
                  </a:cubicBezTo>
                  <a:lnTo>
                    <a:pt x="293" y="13"/>
                  </a:lnTo>
                  <a:cubicBezTo>
                    <a:pt x="293" y="7"/>
                    <a:pt x="288" y="1"/>
                    <a:pt x="2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9"/>
            <p:cNvSpPr/>
            <p:nvPr/>
          </p:nvSpPr>
          <p:spPr>
            <a:xfrm>
              <a:off x="5600627" y="2314128"/>
              <a:ext cx="25495" cy="13031"/>
            </a:xfrm>
            <a:custGeom>
              <a:rect b="b" l="l" r="r" t="t"/>
              <a:pathLst>
                <a:path extrusionOk="0" h="23" w="45">
                  <a:moveTo>
                    <a:pt x="11" y="1"/>
                  </a:moveTo>
                  <a:cubicBezTo>
                    <a:pt x="7" y="1"/>
                    <a:pt x="1" y="7"/>
                    <a:pt x="1" y="12"/>
                  </a:cubicBezTo>
                  <a:cubicBezTo>
                    <a:pt x="1" y="18"/>
                    <a:pt x="7" y="23"/>
                    <a:pt x="11" y="23"/>
                  </a:cubicBezTo>
                  <a:lnTo>
                    <a:pt x="33" y="23"/>
                  </a:lnTo>
                  <a:cubicBezTo>
                    <a:pt x="38" y="23"/>
                    <a:pt x="44" y="18"/>
                    <a:pt x="44" y="12"/>
                  </a:cubicBezTo>
                  <a:cubicBezTo>
                    <a:pt x="44" y="7"/>
                    <a:pt x="38"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9"/>
            <p:cNvSpPr/>
            <p:nvPr/>
          </p:nvSpPr>
          <p:spPr>
            <a:xfrm>
              <a:off x="5772859" y="2228578"/>
              <a:ext cx="127474" cy="235120"/>
            </a:xfrm>
            <a:custGeom>
              <a:rect b="b" l="l" r="r" t="t"/>
              <a:pathLst>
                <a:path extrusionOk="0" h="415" w="225">
                  <a:moveTo>
                    <a:pt x="133" y="22"/>
                  </a:moveTo>
                  <a:cubicBezTo>
                    <a:pt x="168" y="22"/>
                    <a:pt x="197" y="51"/>
                    <a:pt x="197" y="85"/>
                  </a:cubicBezTo>
                  <a:lnTo>
                    <a:pt x="197" y="122"/>
                  </a:lnTo>
                  <a:cubicBezTo>
                    <a:pt x="197" y="133"/>
                    <a:pt x="191" y="142"/>
                    <a:pt x="181" y="145"/>
                  </a:cubicBezTo>
                  <a:cubicBezTo>
                    <a:pt x="158" y="154"/>
                    <a:pt x="136" y="159"/>
                    <a:pt x="114" y="159"/>
                  </a:cubicBezTo>
                  <a:cubicBezTo>
                    <a:pt x="92" y="159"/>
                    <a:pt x="70" y="154"/>
                    <a:pt x="46" y="145"/>
                  </a:cubicBezTo>
                  <a:cubicBezTo>
                    <a:pt x="38" y="140"/>
                    <a:pt x="31" y="130"/>
                    <a:pt x="31" y="122"/>
                  </a:cubicBezTo>
                  <a:lnTo>
                    <a:pt x="31" y="85"/>
                  </a:lnTo>
                  <a:cubicBezTo>
                    <a:pt x="31" y="51"/>
                    <a:pt x="59" y="22"/>
                    <a:pt x="94" y="22"/>
                  </a:cubicBezTo>
                  <a:close/>
                  <a:moveTo>
                    <a:pt x="64" y="172"/>
                  </a:moveTo>
                  <a:lnTo>
                    <a:pt x="64" y="172"/>
                  </a:lnTo>
                  <a:cubicBezTo>
                    <a:pt x="80" y="178"/>
                    <a:pt x="97" y="179"/>
                    <a:pt x="113" y="179"/>
                  </a:cubicBezTo>
                  <a:cubicBezTo>
                    <a:pt x="130" y="179"/>
                    <a:pt x="148" y="178"/>
                    <a:pt x="163" y="172"/>
                  </a:cubicBezTo>
                  <a:lnTo>
                    <a:pt x="163" y="172"/>
                  </a:lnTo>
                  <a:cubicBezTo>
                    <a:pt x="163" y="174"/>
                    <a:pt x="166" y="194"/>
                    <a:pt x="149" y="210"/>
                  </a:cubicBezTo>
                  <a:lnTo>
                    <a:pt x="74" y="210"/>
                  </a:lnTo>
                  <a:cubicBezTo>
                    <a:pt x="61" y="194"/>
                    <a:pt x="64" y="172"/>
                    <a:pt x="64" y="172"/>
                  </a:cubicBezTo>
                  <a:close/>
                  <a:moveTo>
                    <a:pt x="145" y="231"/>
                  </a:moveTo>
                  <a:cubicBezTo>
                    <a:pt x="176" y="231"/>
                    <a:pt x="202" y="259"/>
                    <a:pt x="202" y="289"/>
                  </a:cubicBezTo>
                  <a:lnTo>
                    <a:pt x="202" y="387"/>
                  </a:lnTo>
                  <a:cubicBezTo>
                    <a:pt x="202" y="390"/>
                    <a:pt x="201" y="393"/>
                    <a:pt x="197" y="393"/>
                  </a:cubicBezTo>
                  <a:lnTo>
                    <a:pt x="31" y="393"/>
                  </a:lnTo>
                  <a:cubicBezTo>
                    <a:pt x="28" y="393"/>
                    <a:pt x="25" y="389"/>
                    <a:pt x="25" y="387"/>
                  </a:cubicBezTo>
                  <a:lnTo>
                    <a:pt x="25" y="289"/>
                  </a:lnTo>
                  <a:cubicBezTo>
                    <a:pt x="25" y="257"/>
                    <a:pt x="52" y="231"/>
                    <a:pt x="83" y="231"/>
                  </a:cubicBezTo>
                  <a:close/>
                  <a:moveTo>
                    <a:pt x="93" y="0"/>
                  </a:moveTo>
                  <a:cubicBezTo>
                    <a:pt x="45" y="0"/>
                    <a:pt x="7" y="39"/>
                    <a:pt x="7" y="85"/>
                  </a:cubicBezTo>
                  <a:lnTo>
                    <a:pt x="7" y="122"/>
                  </a:lnTo>
                  <a:cubicBezTo>
                    <a:pt x="7" y="140"/>
                    <a:pt x="16" y="156"/>
                    <a:pt x="38" y="165"/>
                  </a:cubicBezTo>
                  <a:cubicBezTo>
                    <a:pt x="38" y="171"/>
                    <a:pt x="33" y="192"/>
                    <a:pt x="51" y="215"/>
                  </a:cubicBezTo>
                  <a:cubicBezTo>
                    <a:pt x="22" y="228"/>
                    <a:pt x="0" y="256"/>
                    <a:pt x="0" y="289"/>
                  </a:cubicBezTo>
                  <a:lnTo>
                    <a:pt x="0" y="387"/>
                  </a:lnTo>
                  <a:cubicBezTo>
                    <a:pt x="0" y="402"/>
                    <a:pt x="13" y="415"/>
                    <a:pt x="28" y="415"/>
                  </a:cubicBezTo>
                  <a:lnTo>
                    <a:pt x="194" y="415"/>
                  </a:lnTo>
                  <a:cubicBezTo>
                    <a:pt x="208" y="415"/>
                    <a:pt x="220" y="402"/>
                    <a:pt x="220" y="387"/>
                  </a:cubicBezTo>
                  <a:lnTo>
                    <a:pt x="220" y="289"/>
                  </a:lnTo>
                  <a:cubicBezTo>
                    <a:pt x="224" y="257"/>
                    <a:pt x="204" y="228"/>
                    <a:pt x="174" y="215"/>
                  </a:cubicBezTo>
                  <a:cubicBezTo>
                    <a:pt x="189" y="192"/>
                    <a:pt x="184" y="171"/>
                    <a:pt x="187" y="165"/>
                  </a:cubicBezTo>
                  <a:cubicBezTo>
                    <a:pt x="205" y="156"/>
                    <a:pt x="217" y="140"/>
                    <a:pt x="217" y="122"/>
                  </a:cubicBezTo>
                  <a:lnTo>
                    <a:pt x="217" y="85"/>
                  </a:lnTo>
                  <a:cubicBezTo>
                    <a:pt x="217" y="39"/>
                    <a:pt x="179" y="0"/>
                    <a:pt x="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9"/>
            <p:cNvSpPr/>
            <p:nvPr/>
          </p:nvSpPr>
          <p:spPr>
            <a:xfrm>
              <a:off x="5784757" y="2140762"/>
              <a:ext cx="13031" cy="22096"/>
            </a:xfrm>
            <a:custGeom>
              <a:rect b="b" l="l" r="r" t="t"/>
              <a:pathLst>
                <a:path extrusionOk="0" h="39" w="23">
                  <a:moveTo>
                    <a:pt x="11" y="1"/>
                  </a:moveTo>
                  <a:cubicBezTo>
                    <a:pt x="7" y="1"/>
                    <a:pt x="1" y="6"/>
                    <a:pt x="1" y="11"/>
                  </a:cubicBezTo>
                  <a:lnTo>
                    <a:pt x="1" y="28"/>
                  </a:lnTo>
                  <a:cubicBezTo>
                    <a:pt x="1" y="32"/>
                    <a:pt x="7" y="38"/>
                    <a:pt x="11" y="38"/>
                  </a:cubicBezTo>
                  <a:cubicBezTo>
                    <a:pt x="17" y="38"/>
                    <a:pt x="23" y="32"/>
                    <a:pt x="23" y="28"/>
                  </a:cubicBezTo>
                  <a:lnTo>
                    <a:pt x="23" y="11"/>
                  </a:lnTo>
                  <a:cubicBezTo>
                    <a:pt x="23" y="6"/>
                    <a:pt x="17"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9"/>
            <p:cNvSpPr/>
            <p:nvPr/>
          </p:nvSpPr>
          <p:spPr>
            <a:xfrm>
              <a:off x="5821016" y="2140762"/>
              <a:ext cx="13031" cy="22096"/>
            </a:xfrm>
            <a:custGeom>
              <a:rect b="b" l="l" r="r" t="t"/>
              <a:pathLst>
                <a:path extrusionOk="0" h="39" w="23">
                  <a:moveTo>
                    <a:pt x="11" y="1"/>
                  </a:moveTo>
                  <a:cubicBezTo>
                    <a:pt x="3" y="1"/>
                    <a:pt x="0" y="6"/>
                    <a:pt x="0" y="11"/>
                  </a:cubicBezTo>
                  <a:lnTo>
                    <a:pt x="0" y="28"/>
                  </a:lnTo>
                  <a:cubicBezTo>
                    <a:pt x="0" y="32"/>
                    <a:pt x="5" y="38"/>
                    <a:pt x="11" y="38"/>
                  </a:cubicBezTo>
                  <a:cubicBezTo>
                    <a:pt x="16" y="38"/>
                    <a:pt x="22" y="32"/>
                    <a:pt x="22" y="28"/>
                  </a:cubicBezTo>
                  <a:lnTo>
                    <a:pt x="22" y="11"/>
                  </a:lnTo>
                  <a:cubicBezTo>
                    <a:pt x="22" y="6"/>
                    <a:pt x="16"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9"/>
            <p:cNvSpPr/>
            <p:nvPr/>
          </p:nvSpPr>
          <p:spPr>
            <a:xfrm>
              <a:off x="5855576" y="2140762"/>
              <a:ext cx="12464" cy="22096"/>
            </a:xfrm>
            <a:custGeom>
              <a:rect b="b" l="l" r="r" t="t"/>
              <a:pathLst>
                <a:path extrusionOk="0" h="39" w="22">
                  <a:moveTo>
                    <a:pt x="12" y="1"/>
                  </a:moveTo>
                  <a:cubicBezTo>
                    <a:pt x="6" y="1"/>
                    <a:pt x="0" y="6"/>
                    <a:pt x="0" y="11"/>
                  </a:cubicBezTo>
                  <a:lnTo>
                    <a:pt x="0" y="28"/>
                  </a:lnTo>
                  <a:cubicBezTo>
                    <a:pt x="0" y="32"/>
                    <a:pt x="6" y="38"/>
                    <a:pt x="12" y="38"/>
                  </a:cubicBezTo>
                  <a:cubicBezTo>
                    <a:pt x="16" y="38"/>
                    <a:pt x="22" y="32"/>
                    <a:pt x="22" y="28"/>
                  </a:cubicBezTo>
                  <a:lnTo>
                    <a:pt x="22" y="11"/>
                  </a:lnTo>
                  <a:cubicBezTo>
                    <a:pt x="22" y="6"/>
                    <a:pt x="16"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9"/>
            <p:cNvSpPr/>
            <p:nvPr/>
          </p:nvSpPr>
          <p:spPr>
            <a:xfrm>
              <a:off x="5620456" y="2400245"/>
              <a:ext cx="13031" cy="22662"/>
            </a:xfrm>
            <a:custGeom>
              <a:rect b="b" l="l" r="r" t="t"/>
              <a:pathLst>
                <a:path extrusionOk="0" h="40" w="23">
                  <a:moveTo>
                    <a:pt x="11" y="1"/>
                  </a:moveTo>
                  <a:cubicBezTo>
                    <a:pt x="5" y="1"/>
                    <a:pt x="1" y="6"/>
                    <a:pt x="1" y="12"/>
                  </a:cubicBezTo>
                  <a:lnTo>
                    <a:pt x="1" y="28"/>
                  </a:lnTo>
                  <a:cubicBezTo>
                    <a:pt x="1" y="34"/>
                    <a:pt x="5" y="40"/>
                    <a:pt x="11" y="40"/>
                  </a:cubicBezTo>
                  <a:cubicBezTo>
                    <a:pt x="16" y="40"/>
                    <a:pt x="22" y="34"/>
                    <a:pt x="22" y="28"/>
                  </a:cubicBezTo>
                  <a:lnTo>
                    <a:pt x="22" y="12"/>
                  </a:lnTo>
                  <a:cubicBezTo>
                    <a:pt x="22" y="6"/>
                    <a:pt x="16"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9"/>
            <p:cNvSpPr/>
            <p:nvPr/>
          </p:nvSpPr>
          <p:spPr>
            <a:xfrm>
              <a:off x="5655583" y="2400245"/>
              <a:ext cx="13031" cy="22662"/>
            </a:xfrm>
            <a:custGeom>
              <a:rect b="b" l="l" r="r" t="t"/>
              <a:pathLst>
                <a:path extrusionOk="0" h="40" w="23">
                  <a:moveTo>
                    <a:pt x="12" y="1"/>
                  </a:moveTo>
                  <a:cubicBezTo>
                    <a:pt x="6" y="1"/>
                    <a:pt x="1" y="6"/>
                    <a:pt x="1" y="12"/>
                  </a:cubicBezTo>
                  <a:lnTo>
                    <a:pt x="1" y="28"/>
                  </a:lnTo>
                  <a:cubicBezTo>
                    <a:pt x="1" y="34"/>
                    <a:pt x="6" y="40"/>
                    <a:pt x="12" y="40"/>
                  </a:cubicBezTo>
                  <a:cubicBezTo>
                    <a:pt x="18" y="40"/>
                    <a:pt x="22" y="34"/>
                    <a:pt x="22" y="28"/>
                  </a:cubicBezTo>
                  <a:lnTo>
                    <a:pt x="22" y="12"/>
                  </a:lnTo>
                  <a:cubicBezTo>
                    <a:pt x="21" y="6"/>
                    <a:pt x="18"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9"/>
            <p:cNvSpPr/>
            <p:nvPr/>
          </p:nvSpPr>
          <p:spPr>
            <a:xfrm>
              <a:off x="5690709" y="2400245"/>
              <a:ext cx="13031" cy="22662"/>
            </a:xfrm>
            <a:custGeom>
              <a:rect b="b" l="l" r="r" t="t"/>
              <a:pathLst>
                <a:path extrusionOk="0" h="40" w="23">
                  <a:moveTo>
                    <a:pt x="11" y="1"/>
                  </a:moveTo>
                  <a:cubicBezTo>
                    <a:pt x="7" y="1"/>
                    <a:pt x="1" y="6"/>
                    <a:pt x="1" y="12"/>
                  </a:cubicBezTo>
                  <a:lnTo>
                    <a:pt x="1" y="28"/>
                  </a:lnTo>
                  <a:cubicBezTo>
                    <a:pt x="1" y="34"/>
                    <a:pt x="5" y="40"/>
                    <a:pt x="11" y="40"/>
                  </a:cubicBezTo>
                  <a:cubicBezTo>
                    <a:pt x="17" y="37"/>
                    <a:pt x="22" y="34"/>
                    <a:pt x="22" y="28"/>
                  </a:cubicBezTo>
                  <a:lnTo>
                    <a:pt x="22" y="12"/>
                  </a:lnTo>
                  <a:cubicBezTo>
                    <a:pt x="22" y="6"/>
                    <a:pt x="17"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9"/>
            <p:cNvSpPr/>
            <p:nvPr/>
          </p:nvSpPr>
          <p:spPr>
            <a:xfrm>
              <a:off x="5587030" y="2361152"/>
              <a:ext cx="171665" cy="103680"/>
            </a:xfrm>
            <a:custGeom>
              <a:rect b="b" l="l" r="r" t="t"/>
              <a:pathLst>
                <a:path extrusionOk="0" h="183" w="303">
                  <a:moveTo>
                    <a:pt x="18" y="0"/>
                  </a:moveTo>
                  <a:cubicBezTo>
                    <a:pt x="8" y="0"/>
                    <a:pt x="0" y="6"/>
                    <a:pt x="0" y="16"/>
                  </a:cubicBezTo>
                  <a:lnTo>
                    <a:pt x="0" y="163"/>
                  </a:lnTo>
                  <a:cubicBezTo>
                    <a:pt x="0" y="172"/>
                    <a:pt x="8" y="179"/>
                    <a:pt x="18" y="179"/>
                  </a:cubicBezTo>
                  <a:lnTo>
                    <a:pt x="133" y="179"/>
                  </a:lnTo>
                  <a:cubicBezTo>
                    <a:pt x="138" y="179"/>
                    <a:pt x="143" y="175"/>
                    <a:pt x="143" y="169"/>
                  </a:cubicBezTo>
                  <a:cubicBezTo>
                    <a:pt x="143" y="163"/>
                    <a:pt x="139" y="158"/>
                    <a:pt x="133" y="158"/>
                  </a:cubicBezTo>
                  <a:lnTo>
                    <a:pt x="22" y="158"/>
                  </a:lnTo>
                  <a:lnTo>
                    <a:pt x="22" y="18"/>
                  </a:lnTo>
                  <a:lnTo>
                    <a:pt x="243" y="18"/>
                  </a:lnTo>
                  <a:lnTo>
                    <a:pt x="243" y="35"/>
                  </a:lnTo>
                  <a:cubicBezTo>
                    <a:pt x="243" y="41"/>
                    <a:pt x="247" y="48"/>
                    <a:pt x="252" y="49"/>
                  </a:cubicBezTo>
                  <a:lnTo>
                    <a:pt x="279" y="67"/>
                  </a:lnTo>
                  <a:lnTo>
                    <a:pt x="252" y="83"/>
                  </a:lnTo>
                  <a:cubicBezTo>
                    <a:pt x="247" y="85"/>
                    <a:pt x="243" y="91"/>
                    <a:pt x="243" y="97"/>
                  </a:cubicBezTo>
                  <a:lnTo>
                    <a:pt x="243" y="161"/>
                  </a:lnTo>
                  <a:lnTo>
                    <a:pt x="177" y="161"/>
                  </a:lnTo>
                  <a:cubicBezTo>
                    <a:pt x="171" y="161"/>
                    <a:pt x="165" y="165"/>
                    <a:pt x="165" y="171"/>
                  </a:cubicBezTo>
                  <a:cubicBezTo>
                    <a:pt x="165" y="176"/>
                    <a:pt x="171" y="182"/>
                    <a:pt x="177" y="182"/>
                  </a:cubicBezTo>
                  <a:lnTo>
                    <a:pt x="246" y="182"/>
                  </a:lnTo>
                  <a:cubicBezTo>
                    <a:pt x="256" y="182"/>
                    <a:pt x="263" y="175"/>
                    <a:pt x="263" y="165"/>
                  </a:cubicBezTo>
                  <a:lnTo>
                    <a:pt x="263" y="100"/>
                  </a:lnTo>
                  <a:lnTo>
                    <a:pt x="294" y="83"/>
                  </a:lnTo>
                  <a:cubicBezTo>
                    <a:pt x="299" y="78"/>
                    <a:pt x="302" y="74"/>
                    <a:pt x="302" y="68"/>
                  </a:cubicBezTo>
                  <a:cubicBezTo>
                    <a:pt x="299" y="59"/>
                    <a:pt x="298" y="54"/>
                    <a:pt x="292" y="52"/>
                  </a:cubicBezTo>
                  <a:lnTo>
                    <a:pt x="260" y="33"/>
                  </a:lnTo>
                  <a:lnTo>
                    <a:pt x="260" y="16"/>
                  </a:lnTo>
                  <a:cubicBezTo>
                    <a:pt x="260" y="6"/>
                    <a:pt x="253" y="0"/>
                    <a:pt x="2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9"/>
            <p:cNvSpPr/>
            <p:nvPr/>
          </p:nvSpPr>
          <p:spPr>
            <a:xfrm>
              <a:off x="5729234" y="2099971"/>
              <a:ext cx="171099" cy="103113"/>
            </a:xfrm>
            <a:custGeom>
              <a:rect b="b" l="l" r="r" t="t"/>
              <a:pathLst>
                <a:path extrusionOk="0" h="182" w="302">
                  <a:moveTo>
                    <a:pt x="57" y="0"/>
                  </a:moveTo>
                  <a:cubicBezTo>
                    <a:pt x="48" y="0"/>
                    <a:pt x="41" y="8"/>
                    <a:pt x="41" y="16"/>
                  </a:cubicBezTo>
                  <a:lnTo>
                    <a:pt x="41" y="77"/>
                  </a:lnTo>
                  <a:lnTo>
                    <a:pt x="11" y="96"/>
                  </a:lnTo>
                  <a:cubicBezTo>
                    <a:pt x="5" y="99"/>
                    <a:pt x="1" y="104"/>
                    <a:pt x="1" y="110"/>
                  </a:cubicBezTo>
                  <a:cubicBezTo>
                    <a:pt x="1" y="116"/>
                    <a:pt x="5" y="123"/>
                    <a:pt x="11" y="125"/>
                  </a:cubicBezTo>
                  <a:lnTo>
                    <a:pt x="41" y="142"/>
                  </a:lnTo>
                  <a:lnTo>
                    <a:pt x="41" y="164"/>
                  </a:lnTo>
                  <a:cubicBezTo>
                    <a:pt x="41" y="174"/>
                    <a:pt x="48" y="181"/>
                    <a:pt x="57" y="181"/>
                  </a:cubicBezTo>
                  <a:lnTo>
                    <a:pt x="285" y="181"/>
                  </a:lnTo>
                  <a:cubicBezTo>
                    <a:pt x="294" y="181"/>
                    <a:pt x="301" y="174"/>
                    <a:pt x="301" y="164"/>
                  </a:cubicBezTo>
                  <a:lnTo>
                    <a:pt x="301" y="16"/>
                  </a:lnTo>
                  <a:cubicBezTo>
                    <a:pt x="301" y="8"/>
                    <a:pt x="294" y="0"/>
                    <a:pt x="285" y="0"/>
                  </a:cubicBezTo>
                  <a:lnTo>
                    <a:pt x="239" y="0"/>
                  </a:lnTo>
                  <a:cubicBezTo>
                    <a:pt x="235" y="0"/>
                    <a:pt x="229" y="6"/>
                    <a:pt x="229" y="11"/>
                  </a:cubicBezTo>
                  <a:cubicBezTo>
                    <a:pt x="229" y="16"/>
                    <a:pt x="233" y="22"/>
                    <a:pt x="239" y="22"/>
                  </a:cubicBezTo>
                  <a:lnTo>
                    <a:pt x="281" y="22"/>
                  </a:lnTo>
                  <a:lnTo>
                    <a:pt x="281" y="162"/>
                  </a:lnTo>
                  <a:lnTo>
                    <a:pt x="61" y="162"/>
                  </a:lnTo>
                  <a:lnTo>
                    <a:pt x="61" y="143"/>
                  </a:lnTo>
                  <a:cubicBezTo>
                    <a:pt x="61" y="138"/>
                    <a:pt x="57" y="130"/>
                    <a:pt x="51" y="129"/>
                  </a:cubicBezTo>
                  <a:lnTo>
                    <a:pt x="25" y="112"/>
                  </a:lnTo>
                  <a:lnTo>
                    <a:pt x="51" y="96"/>
                  </a:lnTo>
                  <a:cubicBezTo>
                    <a:pt x="57" y="93"/>
                    <a:pt x="61" y="87"/>
                    <a:pt x="61" y="81"/>
                  </a:cubicBezTo>
                  <a:lnTo>
                    <a:pt x="61" y="22"/>
                  </a:lnTo>
                  <a:lnTo>
                    <a:pt x="199" y="22"/>
                  </a:lnTo>
                  <a:cubicBezTo>
                    <a:pt x="203" y="22"/>
                    <a:pt x="209" y="16"/>
                    <a:pt x="209" y="11"/>
                  </a:cubicBezTo>
                  <a:cubicBezTo>
                    <a:pt x="209" y="6"/>
                    <a:pt x="203" y="0"/>
                    <a:pt x="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9"/>
            <p:cNvSpPr/>
            <p:nvPr/>
          </p:nvSpPr>
          <p:spPr>
            <a:xfrm>
              <a:off x="5504880" y="2054080"/>
              <a:ext cx="215290" cy="293475"/>
            </a:xfrm>
            <a:custGeom>
              <a:rect b="b" l="l" r="r" t="t"/>
              <a:pathLst>
                <a:path extrusionOk="0" h="518" w="380">
                  <a:moveTo>
                    <a:pt x="31" y="1"/>
                  </a:moveTo>
                  <a:cubicBezTo>
                    <a:pt x="14" y="1"/>
                    <a:pt x="1" y="12"/>
                    <a:pt x="1" y="29"/>
                  </a:cubicBezTo>
                  <a:lnTo>
                    <a:pt x="1" y="489"/>
                  </a:lnTo>
                  <a:cubicBezTo>
                    <a:pt x="1" y="506"/>
                    <a:pt x="14" y="518"/>
                    <a:pt x="31" y="518"/>
                  </a:cubicBezTo>
                  <a:lnTo>
                    <a:pt x="350" y="518"/>
                  </a:lnTo>
                  <a:cubicBezTo>
                    <a:pt x="366" y="516"/>
                    <a:pt x="379" y="503"/>
                    <a:pt x="379" y="489"/>
                  </a:cubicBezTo>
                  <a:lnTo>
                    <a:pt x="379" y="29"/>
                  </a:lnTo>
                  <a:cubicBezTo>
                    <a:pt x="379" y="12"/>
                    <a:pt x="366" y="1"/>
                    <a:pt x="350" y="1"/>
                  </a:cubicBezTo>
                  <a:lnTo>
                    <a:pt x="98" y="1"/>
                  </a:lnTo>
                  <a:cubicBezTo>
                    <a:pt x="92" y="1"/>
                    <a:pt x="86" y="5"/>
                    <a:pt x="86" y="11"/>
                  </a:cubicBezTo>
                  <a:cubicBezTo>
                    <a:pt x="86" y="16"/>
                    <a:pt x="92" y="22"/>
                    <a:pt x="98" y="22"/>
                  </a:cubicBezTo>
                  <a:lnTo>
                    <a:pt x="350" y="22"/>
                  </a:lnTo>
                  <a:cubicBezTo>
                    <a:pt x="353" y="22"/>
                    <a:pt x="358" y="25"/>
                    <a:pt x="358" y="29"/>
                  </a:cubicBezTo>
                  <a:lnTo>
                    <a:pt x="358" y="489"/>
                  </a:lnTo>
                  <a:cubicBezTo>
                    <a:pt x="358" y="493"/>
                    <a:pt x="353" y="496"/>
                    <a:pt x="350" y="496"/>
                  </a:cubicBezTo>
                  <a:lnTo>
                    <a:pt x="31" y="496"/>
                  </a:lnTo>
                  <a:cubicBezTo>
                    <a:pt x="27" y="496"/>
                    <a:pt x="24" y="493"/>
                    <a:pt x="24" y="489"/>
                  </a:cubicBezTo>
                  <a:lnTo>
                    <a:pt x="24" y="29"/>
                  </a:lnTo>
                  <a:cubicBezTo>
                    <a:pt x="24" y="25"/>
                    <a:pt x="27" y="22"/>
                    <a:pt x="31" y="22"/>
                  </a:cubicBezTo>
                  <a:lnTo>
                    <a:pt x="54" y="22"/>
                  </a:lnTo>
                  <a:cubicBezTo>
                    <a:pt x="59" y="22"/>
                    <a:pt x="64" y="16"/>
                    <a:pt x="64" y="11"/>
                  </a:cubicBezTo>
                  <a:cubicBezTo>
                    <a:pt x="64" y="5"/>
                    <a:pt x="60" y="1"/>
                    <a:pt x="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49"/>
          <p:cNvGrpSpPr/>
          <p:nvPr/>
        </p:nvGrpSpPr>
        <p:grpSpPr>
          <a:xfrm>
            <a:off x="7100858" y="1413872"/>
            <a:ext cx="408484" cy="410752"/>
            <a:chOff x="7100858" y="1413872"/>
            <a:chExt cx="408484" cy="410752"/>
          </a:xfrm>
        </p:grpSpPr>
        <p:sp>
          <p:nvSpPr>
            <p:cNvPr id="2885" name="Google Shape;2885;p49"/>
            <p:cNvSpPr/>
            <p:nvPr/>
          </p:nvSpPr>
          <p:spPr>
            <a:xfrm>
              <a:off x="7171110" y="1580440"/>
              <a:ext cx="13031" cy="15864"/>
            </a:xfrm>
            <a:custGeom>
              <a:rect b="b" l="l" r="r" t="t"/>
              <a:pathLst>
                <a:path extrusionOk="0" h="28" w="23">
                  <a:moveTo>
                    <a:pt x="11" y="0"/>
                  </a:moveTo>
                  <a:cubicBezTo>
                    <a:pt x="5" y="0"/>
                    <a:pt x="1" y="5"/>
                    <a:pt x="1" y="10"/>
                  </a:cubicBezTo>
                  <a:lnTo>
                    <a:pt x="1" y="16"/>
                  </a:lnTo>
                  <a:cubicBezTo>
                    <a:pt x="1" y="22"/>
                    <a:pt x="4" y="28"/>
                    <a:pt x="11" y="28"/>
                  </a:cubicBezTo>
                  <a:cubicBezTo>
                    <a:pt x="17" y="28"/>
                    <a:pt x="23" y="22"/>
                    <a:pt x="23" y="16"/>
                  </a:cubicBezTo>
                  <a:lnTo>
                    <a:pt x="23" y="10"/>
                  </a:lnTo>
                  <a:cubicBezTo>
                    <a:pt x="23" y="5"/>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9"/>
            <p:cNvSpPr/>
            <p:nvPr/>
          </p:nvSpPr>
          <p:spPr>
            <a:xfrm>
              <a:off x="7100858" y="1519818"/>
              <a:ext cx="408484" cy="304807"/>
            </a:xfrm>
            <a:custGeom>
              <a:rect b="b" l="l" r="r" t="t"/>
              <a:pathLst>
                <a:path extrusionOk="0" h="538" w="721">
                  <a:moveTo>
                    <a:pt x="89" y="23"/>
                  </a:moveTo>
                  <a:cubicBezTo>
                    <a:pt x="90" y="23"/>
                    <a:pt x="91" y="23"/>
                    <a:pt x="92" y="23"/>
                  </a:cubicBezTo>
                  <a:lnTo>
                    <a:pt x="173" y="34"/>
                  </a:lnTo>
                  <a:cubicBezTo>
                    <a:pt x="177" y="34"/>
                    <a:pt x="177" y="36"/>
                    <a:pt x="178" y="36"/>
                  </a:cubicBezTo>
                  <a:cubicBezTo>
                    <a:pt x="178" y="38"/>
                    <a:pt x="178" y="41"/>
                    <a:pt x="177" y="42"/>
                  </a:cubicBezTo>
                  <a:lnTo>
                    <a:pt x="170" y="48"/>
                  </a:lnTo>
                  <a:lnTo>
                    <a:pt x="128" y="48"/>
                  </a:lnTo>
                  <a:cubicBezTo>
                    <a:pt x="115" y="48"/>
                    <a:pt x="103" y="55"/>
                    <a:pt x="97" y="67"/>
                  </a:cubicBezTo>
                  <a:lnTo>
                    <a:pt x="84" y="96"/>
                  </a:lnTo>
                  <a:cubicBezTo>
                    <a:pt x="80" y="106"/>
                    <a:pt x="71" y="103"/>
                    <a:pt x="61" y="107"/>
                  </a:cubicBezTo>
                  <a:cubicBezTo>
                    <a:pt x="47" y="110"/>
                    <a:pt x="35" y="125"/>
                    <a:pt x="35" y="139"/>
                  </a:cubicBezTo>
                  <a:lnTo>
                    <a:pt x="35" y="149"/>
                  </a:lnTo>
                  <a:lnTo>
                    <a:pt x="28" y="149"/>
                  </a:lnTo>
                  <a:lnTo>
                    <a:pt x="28" y="151"/>
                  </a:lnTo>
                  <a:cubicBezTo>
                    <a:pt x="24" y="151"/>
                    <a:pt x="19" y="146"/>
                    <a:pt x="19" y="142"/>
                  </a:cubicBezTo>
                  <a:lnTo>
                    <a:pt x="19" y="62"/>
                  </a:lnTo>
                  <a:cubicBezTo>
                    <a:pt x="19" y="57"/>
                    <a:pt x="24" y="52"/>
                    <a:pt x="28" y="52"/>
                  </a:cubicBezTo>
                  <a:lnTo>
                    <a:pt x="47" y="52"/>
                  </a:lnTo>
                  <a:cubicBezTo>
                    <a:pt x="60" y="52"/>
                    <a:pt x="71" y="45"/>
                    <a:pt x="76" y="34"/>
                  </a:cubicBezTo>
                  <a:cubicBezTo>
                    <a:pt x="78" y="27"/>
                    <a:pt x="83" y="23"/>
                    <a:pt x="89" y="23"/>
                  </a:cubicBezTo>
                  <a:close/>
                  <a:moveTo>
                    <a:pt x="629" y="25"/>
                  </a:moveTo>
                  <a:cubicBezTo>
                    <a:pt x="636" y="25"/>
                    <a:pt x="643" y="29"/>
                    <a:pt x="646" y="35"/>
                  </a:cubicBezTo>
                  <a:cubicBezTo>
                    <a:pt x="651" y="47"/>
                    <a:pt x="662" y="54"/>
                    <a:pt x="675" y="54"/>
                  </a:cubicBezTo>
                  <a:lnTo>
                    <a:pt x="693" y="54"/>
                  </a:lnTo>
                  <a:cubicBezTo>
                    <a:pt x="698" y="54"/>
                    <a:pt x="701" y="58"/>
                    <a:pt x="701" y="64"/>
                  </a:cubicBezTo>
                  <a:lnTo>
                    <a:pt x="701" y="142"/>
                  </a:lnTo>
                  <a:lnTo>
                    <a:pt x="698" y="142"/>
                  </a:lnTo>
                  <a:cubicBezTo>
                    <a:pt x="698" y="146"/>
                    <a:pt x="694" y="151"/>
                    <a:pt x="690" y="151"/>
                  </a:cubicBezTo>
                  <a:lnTo>
                    <a:pt x="685" y="151"/>
                  </a:lnTo>
                  <a:lnTo>
                    <a:pt x="685" y="142"/>
                  </a:lnTo>
                  <a:cubicBezTo>
                    <a:pt x="685" y="125"/>
                    <a:pt x="675" y="113"/>
                    <a:pt x="661" y="109"/>
                  </a:cubicBezTo>
                  <a:cubicBezTo>
                    <a:pt x="649" y="106"/>
                    <a:pt x="641" y="107"/>
                    <a:pt x="638" y="99"/>
                  </a:cubicBezTo>
                  <a:lnTo>
                    <a:pt x="625" y="68"/>
                  </a:lnTo>
                  <a:cubicBezTo>
                    <a:pt x="619" y="57"/>
                    <a:pt x="606" y="49"/>
                    <a:pt x="593" y="49"/>
                  </a:cubicBezTo>
                  <a:lnTo>
                    <a:pt x="552" y="49"/>
                  </a:lnTo>
                  <a:lnTo>
                    <a:pt x="545" y="44"/>
                  </a:lnTo>
                  <a:cubicBezTo>
                    <a:pt x="542" y="42"/>
                    <a:pt x="542" y="38"/>
                    <a:pt x="542" y="38"/>
                  </a:cubicBezTo>
                  <a:cubicBezTo>
                    <a:pt x="542" y="36"/>
                    <a:pt x="545" y="35"/>
                    <a:pt x="548" y="35"/>
                  </a:cubicBezTo>
                  <a:lnTo>
                    <a:pt x="629" y="25"/>
                  </a:lnTo>
                  <a:close/>
                  <a:moveTo>
                    <a:pt x="594" y="65"/>
                  </a:moveTo>
                  <a:cubicBezTo>
                    <a:pt x="599" y="65"/>
                    <a:pt x="603" y="68"/>
                    <a:pt x="606" y="73"/>
                  </a:cubicBezTo>
                  <a:lnTo>
                    <a:pt x="619" y="101"/>
                  </a:lnTo>
                  <a:cubicBezTo>
                    <a:pt x="628" y="122"/>
                    <a:pt x="649" y="122"/>
                    <a:pt x="656" y="125"/>
                  </a:cubicBezTo>
                  <a:cubicBezTo>
                    <a:pt x="662" y="127"/>
                    <a:pt x="667" y="132"/>
                    <a:pt x="667" y="138"/>
                  </a:cubicBezTo>
                  <a:lnTo>
                    <a:pt x="667" y="230"/>
                  </a:lnTo>
                  <a:lnTo>
                    <a:pt x="630" y="230"/>
                  </a:lnTo>
                  <a:lnTo>
                    <a:pt x="630" y="208"/>
                  </a:lnTo>
                  <a:cubicBezTo>
                    <a:pt x="630" y="203"/>
                    <a:pt x="625" y="197"/>
                    <a:pt x="619" y="197"/>
                  </a:cubicBezTo>
                  <a:lnTo>
                    <a:pt x="604" y="197"/>
                  </a:lnTo>
                  <a:cubicBezTo>
                    <a:pt x="589" y="197"/>
                    <a:pt x="573" y="188"/>
                    <a:pt x="565" y="175"/>
                  </a:cubicBezTo>
                  <a:cubicBezTo>
                    <a:pt x="570" y="175"/>
                    <a:pt x="577" y="174"/>
                    <a:pt x="584" y="171"/>
                  </a:cubicBezTo>
                  <a:cubicBezTo>
                    <a:pt x="590" y="168"/>
                    <a:pt x="591" y="161"/>
                    <a:pt x="590" y="155"/>
                  </a:cubicBezTo>
                  <a:cubicBezTo>
                    <a:pt x="589" y="152"/>
                    <a:pt x="585" y="150"/>
                    <a:pt x="580" y="150"/>
                  </a:cubicBezTo>
                  <a:cubicBezTo>
                    <a:pt x="579" y="150"/>
                    <a:pt x="577" y="150"/>
                    <a:pt x="576" y="151"/>
                  </a:cubicBezTo>
                  <a:cubicBezTo>
                    <a:pt x="572" y="152"/>
                    <a:pt x="569" y="153"/>
                    <a:pt x="566" y="153"/>
                  </a:cubicBezTo>
                  <a:cubicBezTo>
                    <a:pt x="564" y="153"/>
                    <a:pt x="561" y="153"/>
                    <a:pt x="558" y="152"/>
                  </a:cubicBezTo>
                  <a:lnTo>
                    <a:pt x="558" y="146"/>
                  </a:lnTo>
                  <a:lnTo>
                    <a:pt x="558" y="65"/>
                  </a:lnTo>
                  <a:close/>
                  <a:moveTo>
                    <a:pt x="161" y="67"/>
                  </a:moveTo>
                  <a:lnTo>
                    <a:pt x="161" y="148"/>
                  </a:lnTo>
                  <a:lnTo>
                    <a:pt x="161" y="153"/>
                  </a:lnTo>
                  <a:cubicBezTo>
                    <a:pt x="158" y="154"/>
                    <a:pt x="156" y="154"/>
                    <a:pt x="153" y="154"/>
                  </a:cubicBezTo>
                  <a:cubicBezTo>
                    <a:pt x="150" y="154"/>
                    <a:pt x="146" y="154"/>
                    <a:pt x="142" y="152"/>
                  </a:cubicBezTo>
                  <a:cubicBezTo>
                    <a:pt x="141" y="152"/>
                    <a:pt x="140" y="151"/>
                    <a:pt x="138" y="151"/>
                  </a:cubicBezTo>
                  <a:cubicBezTo>
                    <a:pt x="134" y="151"/>
                    <a:pt x="131" y="153"/>
                    <a:pt x="128" y="158"/>
                  </a:cubicBezTo>
                  <a:cubicBezTo>
                    <a:pt x="126" y="162"/>
                    <a:pt x="128" y="168"/>
                    <a:pt x="134" y="172"/>
                  </a:cubicBezTo>
                  <a:cubicBezTo>
                    <a:pt x="141" y="175"/>
                    <a:pt x="147" y="177"/>
                    <a:pt x="154" y="177"/>
                  </a:cubicBezTo>
                  <a:cubicBezTo>
                    <a:pt x="144" y="190"/>
                    <a:pt x="129" y="198"/>
                    <a:pt x="113" y="198"/>
                  </a:cubicBezTo>
                  <a:lnTo>
                    <a:pt x="105" y="198"/>
                  </a:lnTo>
                  <a:cubicBezTo>
                    <a:pt x="96" y="198"/>
                    <a:pt x="89" y="205"/>
                    <a:pt x="89" y="216"/>
                  </a:cubicBezTo>
                  <a:lnTo>
                    <a:pt x="89" y="234"/>
                  </a:lnTo>
                  <a:lnTo>
                    <a:pt x="53" y="234"/>
                  </a:lnTo>
                  <a:lnTo>
                    <a:pt x="53" y="233"/>
                  </a:lnTo>
                  <a:lnTo>
                    <a:pt x="53" y="140"/>
                  </a:lnTo>
                  <a:cubicBezTo>
                    <a:pt x="53" y="136"/>
                    <a:pt x="56" y="130"/>
                    <a:pt x="61" y="129"/>
                  </a:cubicBezTo>
                  <a:cubicBezTo>
                    <a:pt x="69" y="125"/>
                    <a:pt x="90" y="126"/>
                    <a:pt x="99" y="104"/>
                  </a:cubicBezTo>
                  <a:cubicBezTo>
                    <a:pt x="113" y="75"/>
                    <a:pt x="112" y="73"/>
                    <a:pt x="119" y="68"/>
                  </a:cubicBezTo>
                  <a:cubicBezTo>
                    <a:pt x="122" y="67"/>
                    <a:pt x="123" y="67"/>
                    <a:pt x="129" y="67"/>
                  </a:cubicBezTo>
                  <a:cubicBezTo>
                    <a:pt x="134" y="67"/>
                    <a:pt x="143" y="67"/>
                    <a:pt x="161" y="67"/>
                  </a:cubicBezTo>
                  <a:close/>
                  <a:moveTo>
                    <a:pt x="459" y="380"/>
                  </a:moveTo>
                  <a:lnTo>
                    <a:pt x="459" y="392"/>
                  </a:lnTo>
                  <a:lnTo>
                    <a:pt x="433" y="392"/>
                  </a:lnTo>
                  <a:cubicBezTo>
                    <a:pt x="425" y="392"/>
                    <a:pt x="421" y="387"/>
                    <a:pt x="418" y="380"/>
                  </a:cubicBezTo>
                  <a:close/>
                  <a:moveTo>
                    <a:pt x="298" y="382"/>
                  </a:moveTo>
                  <a:cubicBezTo>
                    <a:pt x="295" y="389"/>
                    <a:pt x="291" y="393"/>
                    <a:pt x="284" y="393"/>
                  </a:cubicBezTo>
                  <a:lnTo>
                    <a:pt x="258" y="393"/>
                  </a:lnTo>
                  <a:lnTo>
                    <a:pt x="258" y="382"/>
                  </a:lnTo>
                  <a:close/>
                  <a:moveTo>
                    <a:pt x="464" y="230"/>
                  </a:moveTo>
                  <a:lnTo>
                    <a:pt x="480" y="353"/>
                  </a:lnTo>
                  <a:lnTo>
                    <a:pt x="472" y="353"/>
                  </a:lnTo>
                  <a:cubicBezTo>
                    <a:pt x="467" y="353"/>
                    <a:pt x="461" y="356"/>
                    <a:pt x="461" y="360"/>
                  </a:cubicBezTo>
                  <a:lnTo>
                    <a:pt x="417" y="360"/>
                  </a:lnTo>
                  <a:cubicBezTo>
                    <a:pt x="408" y="360"/>
                    <a:pt x="401" y="367"/>
                    <a:pt x="401" y="376"/>
                  </a:cubicBezTo>
                  <a:lnTo>
                    <a:pt x="401" y="380"/>
                  </a:lnTo>
                  <a:cubicBezTo>
                    <a:pt x="401" y="399"/>
                    <a:pt x="417" y="413"/>
                    <a:pt x="435" y="413"/>
                  </a:cubicBezTo>
                  <a:lnTo>
                    <a:pt x="461" y="413"/>
                  </a:lnTo>
                  <a:cubicBezTo>
                    <a:pt x="464" y="416"/>
                    <a:pt x="467" y="418"/>
                    <a:pt x="472" y="418"/>
                  </a:cubicBezTo>
                  <a:lnTo>
                    <a:pt x="486" y="418"/>
                  </a:lnTo>
                  <a:lnTo>
                    <a:pt x="498" y="515"/>
                  </a:lnTo>
                  <a:lnTo>
                    <a:pt x="219" y="515"/>
                  </a:lnTo>
                  <a:lnTo>
                    <a:pt x="230" y="418"/>
                  </a:lnTo>
                  <a:lnTo>
                    <a:pt x="249" y="418"/>
                  </a:lnTo>
                  <a:cubicBezTo>
                    <a:pt x="252" y="418"/>
                    <a:pt x="255" y="415"/>
                    <a:pt x="258" y="413"/>
                  </a:cubicBezTo>
                  <a:lnTo>
                    <a:pt x="285" y="413"/>
                  </a:lnTo>
                  <a:cubicBezTo>
                    <a:pt x="305" y="413"/>
                    <a:pt x="320" y="398"/>
                    <a:pt x="320" y="380"/>
                  </a:cubicBezTo>
                  <a:lnTo>
                    <a:pt x="320" y="376"/>
                  </a:lnTo>
                  <a:cubicBezTo>
                    <a:pt x="320" y="367"/>
                    <a:pt x="313" y="360"/>
                    <a:pt x="303" y="360"/>
                  </a:cubicBezTo>
                  <a:lnTo>
                    <a:pt x="258" y="360"/>
                  </a:lnTo>
                  <a:cubicBezTo>
                    <a:pt x="256" y="356"/>
                    <a:pt x="252" y="353"/>
                    <a:pt x="249" y="353"/>
                  </a:cubicBezTo>
                  <a:lnTo>
                    <a:pt x="240" y="353"/>
                  </a:lnTo>
                  <a:lnTo>
                    <a:pt x="256" y="230"/>
                  </a:lnTo>
                  <a:close/>
                  <a:moveTo>
                    <a:pt x="94" y="0"/>
                  </a:moveTo>
                  <a:cubicBezTo>
                    <a:pt x="78" y="0"/>
                    <a:pt x="64" y="9"/>
                    <a:pt x="58" y="22"/>
                  </a:cubicBezTo>
                  <a:cubicBezTo>
                    <a:pt x="57" y="26"/>
                    <a:pt x="54" y="29"/>
                    <a:pt x="50" y="29"/>
                  </a:cubicBezTo>
                  <a:lnTo>
                    <a:pt x="32" y="29"/>
                  </a:lnTo>
                  <a:cubicBezTo>
                    <a:pt x="15" y="29"/>
                    <a:pt x="1" y="44"/>
                    <a:pt x="1" y="60"/>
                  </a:cubicBezTo>
                  <a:lnTo>
                    <a:pt x="1" y="139"/>
                  </a:lnTo>
                  <a:cubicBezTo>
                    <a:pt x="1" y="155"/>
                    <a:pt x="15" y="169"/>
                    <a:pt x="32" y="169"/>
                  </a:cubicBezTo>
                  <a:lnTo>
                    <a:pt x="35" y="169"/>
                  </a:lnTo>
                  <a:lnTo>
                    <a:pt x="35" y="234"/>
                  </a:lnTo>
                  <a:cubicBezTo>
                    <a:pt x="21" y="240"/>
                    <a:pt x="11" y="253"/>
                    <a:pt x="11" y="269"/>
                  </a:cubicBezTo>
                  <a:lnTo>
                    <a:pt x="11" y="428"/>
                  </a:lnTo>
                  <a:cubicBezTo>
                    <a:pt x="11" y="448"/>
                    <a:pt x="27" y="464"/>
                    <a:pt x="47" y="464"/>
                  </a:cubicBezTo>
                  <a:lnTo>
                    <a:pt x="58" y="464"/>
                  </a:lnTo>
                  <a:cubicBezTo>
                    <a:pt x="64" y="464"/>
                    <a:pt x="70" y="458"/>
                    <a:pt x="70" y="454"/>
                  </a:cubicBezTo>
                  <a:cubicBezTo>
                    <a:pt x="70" y="448"/>
                    <a:pt x="64" y="442"/>
                    <a:pt x="58" y="442"/>
                  </a:cubicBezTo>
                  <a:lnTo>
                    <a:pt x="47" y="442"/>
                  </a:lnTo>
                  <a:cubicBezTo>
                    <a:pt x="37" y="442"/>
                    <a:pt x="32" y="435"/>
                    <a:pt x="32" y="428"/>
                  </a:cubicBezTo>
                  <a:lnTo>
                    <a:pt x="32" y="269"/>
                  </a:lnTo>
                  <a:cubicBezTo>
                    <a:pt x="32" y="262"/>
                    <a:pt x="40" y="255"/>
                    <a:pt x="47" y="255"/>
                  </a:cubicBezTo>
                  <a:lnTo>
                    <a:pt x="152" y="255"/>
                  </a:lnTo>
                  <a:cubicBezTo>
                    <a:pt x="160" y="255"/>
                    <a:pt x="165" y="260"/>
                    <a:pt x="167" y="266"/>
                  </a:cubicBezTo>
                  <a:lnTo>
                    <a:pt x="187" y="353"/>
                  </a:lnTo>
                  <a:lnTo>
                    <a:pt x="134" y="353"/>
                  </a:lnTo>
                  <a:lnTo>
                    <a:pt x="134" y="289"/>
                  </a:lnTo>
                  <a:cubicBezTo>
                    <a:pt x="134" y="283"/>
                    <a:pt x="128" y="278"/>
                    <a:pt x="122" y="278"/>
                  </a:cubicBezTo>
                  <a:cubicBezTo>
                    <a:pt x="116" y="278"/>
                    <a:pt x="112" y="283"/>
                    <a:pt x="112" y="289"/>
                  </a:cubicBezTo>
                  <a:lnTo>
                    <a:pt x="112" y="363"/>
                  </a:lnTo>
                  <a:cubicBezTo>
                    <a:pt x="112" y="369"/>
                    <a:pt x="116" y="374"/>
                    <a:pt x="122" y="374"/>
                  </a:cubicBezTo>
                  <a:lnTo>
                    <a:pt x="242" y="374"/>
                  </a:lnTo>
                  <a:lnTo>
                    <a:pt x="242" y="396"/>
                  </a:lnTo>
                  <a:lnTo>
                    <a:pt x="100" y="396"/>
                  </a:lnTo>
                  <a:cubicBezTo>
                    <a:pt x="95" y="396"/>
                    <a:pt x="90" y="390"/>
                    <a:pt x="90" y="385"/>
                  </a:cubicBezTo>
                  <a:lnTo>
                    <a:pt x="90" y="289"/>
                  </a:lnTo>
                  <a:cubicBezTo>
                    <a:pt x="90" y="283"/>
                    <a:pt x="84" y="278"/>
                    <a:pt x="79" y="278"/>
                  </a:cubicBezTo>
                  <a:cubicBezTo>
                    <a:pt x="73" y="278"/>
                    <a:pt x="69" y="283"/>
                    <a:pt x="69" y="289"/>
                  </a:cubicBezTo>
                  <a:lnTo>
                    <a:pt x="69" y="385"/>
                  </a:lnTo>
                  <a:cubicBezTo>
                    <a:pt x="69" y="403"/>
                    <a:pt x="83" y="418"/>
                    <a:pt x="100" y="418"/>
                  </a:cubicBezTo>
                  <a:lnTo>
                    <a:pt x="203" y="418"/>
                  </a:lnTo>
                  <a:lnTo>
                    <a:pt x="206" y="425"/>
                  </a:lnTo>
                  <a:cubicBezTo>
                    <a:pt x="207" y="428"/>
                    <a:pt x="206" y="434"/>
                    <a:pt x="201" y="437"/>
                  </a:cubicBezTo>
                  <a:cubicBezTo>
                    <a:pt x="199" y="441"/>
                    <a:pt x="194" y="442"/>
                    <a:pt x="191" y="442"/>
                  </a:cubicBezTo>
                  <a:lnTo>
                    <a:pt x="100" y="442"/>
                  </a:lnTo>
                  <a:cubicBezTo>
                    <a:pt x="95" y="442"/>
                    <a:pt x="90" y="448"/>
                    <a:pt x="90" y="454"/>
                  </a:cubicBezTo>
                  <a:cubicBezTo>
                    <a:pt x="90" y="458"/>
                    <a:pt x="95" y="464"/>
                    <a:pt x="100" y="464"/>
                  </a:cubicBezTo>
                  <a:lnTo>
                    <a:pt x="191" y="464"/>
                  </a:lnTo>
                  <a:cubicBezTo>
                    <a:pt x="196" y="464"/>
                    <a:pt x="201" y="463"/>
                    <a:pt x="207" y="461"/>
                  </a:cubicBezTo>
                  <a:lnTo>
                    <a:pt x="207" y="461"/>
                  </a:lnTo>
                  <a:lnTo>
                    <a:pt x="199" y="526"/>
                  </a:lnTo>
                  <a:cubicBezTo>
                    <a:pt x="199" y="529"/>
                    <a:pt x="199" y="532"/>
                    <a:pt x="200" y="535"/>
                  </a:cubicBezTo>
                  <a:cubicBezTo>
                    <a:pt x="201" y="536"/>
                    <a:pt x="206" y="538"/>
                    <a:pt x="207" y="538"/>
                  </a:cubicBezTo>
                  <a:lnTo>
                    <a:pt x="512" y="538"/>
                  </a:lnTo>
                  <a:cubicBezTo>
                    <a:pt x="516" y="538"/>
                    <a:pt x="518" y="536"/>
                    <a:pt x="519" y="535"/>
                  </a:cubicBezTo>
                  <a:cubicBezTo>
                    <a:pt x="521" y="533"/>
                    <a:pt x="524" y="529"/>
                    <a:pt x="521" y="526"/>
                  </a:cubicBezTo>
                  <a:lnTo>
                    <a:pt x="512" y="461"/>
                  </a:lnTo>
                  <a:lnTo>
                    <a:pt x="512" y="461"/>
                  </a:lnTo>
                  <a:cubicBezTo>
                    <a:pt x="518" y="463"/>
                    <a:pt x="524" y="464"/>
                    <a:pt x="528" y="464"/>
                  </a:cubicBezTo>
                  <a:lnTo>
                    <a:pt x="672" y="464"/>
                  </a:lnTo>
                  <a:cubicBezTo>
                    <a:pt x="693" y="464"/>
                    <a:pt x="708" y="448"/>
                    <a:pt x="708" y="428"/>
                  </a:cubicBezTo>
                  <a:lnTo>
                    <a:pt x="708" y="333"/>
                  </a:lnTo>
                  <a:cubicBezTo>
                    <a:pt x="708" y="327"/>
                    <a:pt x="704" y="321"/>
                    <a:pt x="698" y="321"/>
                  </a:cubicBezTo>
                  <a:cubicBezTo>
                    <a:pt x="693" y="321"/>
                    <a:pt x="687" y="327"/>
                    <a:pt x="687" y="333"/>
                  </a:cubicBezTo>
                  <a:lnTo>
                    <a:pt x="687" y="428"/>
                  </a:lnTo>
                  <a:cubicBezTo>
                    <a:pt x="687" y="435"/>
                    <a:pt x="680" y="442"/>
                    <a:pt x="672" y="442"/>
                  </a:cubicBezTo>
                  <a:lnTo>
                    <a:pt x="528" y="442"/>
                  </a:lnTo>
                  <a:cubicBezTo>
                    <a:pt x="524" y="442"/>
                    <a:pt x="519" y="441"/>
                    <a:pt x="518" y="437"/>
                  </a:cubicBezTo>
                  <a:cubicBezTo>
                    <a:pt x="513" y="434"/>
                    <a:pt x="513" y="429"/>
                    <a:pt x="513" y="425"/>
                  </a:cubicBezTo>
                  <a:lnTo>
                    <a:pt x="516" y="418"/>
                  </a:lnTo>
                  <a:lnTo>
                    <a:pt x="619" y="418"/>
                  </a:lnTo>
                  <a:cubicBezTo>
                    <a:pt x="636" y="418"/>
                    <a:pt x="651" y="403"/>
                    <a:pt x="651" y="385"/>
                  </a:cubicBezTo>
                  <a:lnTo>
                    <a:pt x="651" y="289"/>
                  </a:lnTo>
                  <a:cubicBezTo>
                    <a:pt x="651" y="283"/>
                    <a:pt x="646" y="278"/>
                    <a:pt x="641" y="278"/>
                  </a:cubicBezTo>
                  <a:cubicBezTo>
                    <a:pt x="635" y="278"/>
                    <a:pt x="629" y="283"/>
                    <a:pt x="629" y="289"/>
                  </a:cubicBezTo>
                  <a:lnTo>
                    <a:pt x="629" y="385"/>
                  </a:lnTo>
                  <a:cubicBezTo>
                    <a:pt x="629" y="390"/>
                    <a:pt x="625" y="396"/>
                    <a:pt x="619" y="396"/>
                  </a:cubicBezTo>
                  <a:lnTo>
                    <a:pt x="477" y="396"/>
                  </a:lnTo>
                  <a:lnTo>
                    <a:pt x="477" y="374"/>
                  </a:lnTo>
                  <a:lnTo>
                    <a:pt x="597" y="374"/>
                  </a:lnTo>
                  <a:cubicBezTo>
                    <a:pt x="603" y="374"/>
                    <a:pt x="607" y="369"/>
                    <a:pt x="607" y="363"/>
                  </a:cubicBezTo>
                  <a:lnTo>
                    <a:pt x="607" y="289"/>
                  </a:lnTo>
                  <a:cubicBezTo>
                    <a:pt x="607" y="283"/>
                    <a:pt x="603" y="278"/>
                    <a:pt x="597" y="278"/>
                  </a:cubicBezTo>
                  <a:cubicBezTo>
                    <a:pt x="591" y="278"/>
                    <a:pt x="586" y="283"/>
                    <a:pt x="586" y="289"/>
                  </a:cubicBezTo>
                  <a:lnTo>
                    <a:pt x="586" y="353"/>
                  </a:lnTo>
                  <a:lnTo>
                    <a:pt x="532" y="353"/>
                  </a:lnTo>
                  <a:lnTo>
                    <a:pt x="552" y="266"/>
                  </a:lnTo>
                  <a:cubicBezTo>
                    <a:pt x="554" y="259"/>
                    <a:pt x="560" y="255"/>
                    <a:pt x="567" y="255"/>
                  </a:cubicBezTo>
                  <a:lnTo>
                    <a:pt x="672" y="255"/>
                  </a:lnTo>
                  <a:cubicBezTo>
                    <a:pt x="680" y="255"/>
                    <a:pt x="687" y="262"/>
                    <a:pt x="687" y="269"/>
                  </a:cubicBezTo>
                  <a:lnTo>
                    <a:pt x="687" y="291"/>
                  </a:lnTo>
                  <a:cubicBezTo>
                    <a:pt x="687" y="296"/>
                    <a:pt x="693" y="302"/>
                    <a:pt x="698" y="302"/>
                  </a:cubicBezTo>
                  <a:cubicBezTo>
                    <a:pt x="704" y="302"/>
                    <a:pt x="708" y="296"/>
                    <a:pt x="708" y="291"/>
                  </a:cubicBezTo>
                  <a:lnTo>
                    <a:pt x="708" y="269"/>
                  </a:lnTo>
                  <a:cubicBezTo>
                    <a:pt x="708" y="253"/>
                    <a:pt x="698" y="240"/>
                    <a:pt x="684" y="234"/>
                  </a:cubicBezTo>
                  <a:lnTo>
                    <a:pt x="684" y="169"/>
                  </a:lnTo>
                  <a:lnTo>
                    <a:pt x="687" y="169"/>
                  </a:lnTo>
                  <a:cubicBezTo>
                    <a:pt x="704" y="169"/>
                    <a:pt x="719" y="155"/>
                    <a:pt x="719" y="139"/>
                  </a:cubicBezTo>
                  <a:lnTo>
                    <a:pt x="719" y="60"/>
                  </a:lnTo>
                  <a:cubicBezTo>
                    <a:pt x="720" y="44"/>
                    <a:pt x="706" y="29"/>
                    <a:pt x="690" y="29"/>
                  </a:cubicBezTo>
                  <a:lnTo>
                    <a:pt x="671" y="29"/>
                  </a:lnTo>
                  <a:cubicBezTo>
                    <a:pt x="668" y="29"/>
                    <a:pt x="662" y="28"/>
                    <a:pt x="662" y="22"/>
                  </a:cubicBezTo>
                  <a:cubicBezTo>
                    <a:pt x="656" y="9"/>
                    <a:pt x="643" y="0"/>
                    <a:pt x="628" y="0"/>
                  </a:cubicBezTo>
                  <a:cubicBezTo>
                    <a:pt x="627" y="0"/>
                    <a:pt x="626" y="0"/>
                    <a:pt x="625" y="0"/>
                  </a:cubicBezTo>
                  <a:lnTo>
                    <a:pt x="542" y="9"/>
                  </a:lnTo>
                  <a:cubicBezTo>
                    <a:pt x="532" y="12"/>
                    <a:pt x="524" y="19"/>
                    <a:pt x="521" y="29"/>
                  </a:cubicBezTo>
                  <a:cubicBezTo>
                    <a:pt x="518" y="41"/>
                    <a:pt x="521" y="51"/>
                    <a:pt x="531" y="58"/>
                  </a:cubicBezTo>
                  <a:lnTo>
                    <a:pt x="538" y="64"/>
                  </a:lnTo>
                  <a:lnTo>
                    <a:pt x="538" y="151"/>
                  </a:lnTo>
                  <a:cubicBezTo>
                    <a:pt x="538" y="188"/>
                    <a:pt x="568" y="221"/>
                    <a:pt x="607" y="221"/>
                  </a:cubicBezTo>
                  <a:lnTo>
                    <a:pt x="612" y="221"/>
                  </a:lnTo>
                  <a:lnTo>
                    <a:pt x="612" y="236"/>
                  </a:lnTo>
                  <a:lnTo>
                    <a:pt x="570" y="236"/>
                  </a:lnTo>
                  <a:cubicBezTo>
                    <a:pt x="554" y="236"/>
                    <a:pt x="539" y="246"/>
                    <a:pt x="537" y="262"/>
                  </a:cubicBezTo>
                  <a:lnTo>
                    <a:pt x="513" y="354"/>
                  </a:lnTo>
                  <a:lnTo>
                    <a:pt x="503" y="354"/>
                  </a:lnTo>
                  <a:lnTo>
                    <a:pt x="485" y="218"/>
                  </a:lnTo>
                  <a:cubicBezTo>
                    <a:pt x="485" y="214"/>
                    <a:pt x="480" y="210"/>
                    <a:pt x="474" y="210"/>
                  </a:cubicBezTo>
                  <a:lnTo>
                    <a:pt x="246" y="210"/>
                  </a:lnTo>
                  <a:cubicBezTo>
                    <a:pt x="242" y="210"/>
                    <a:pt x="238" y="214"/>
                    <a:pt x="236" y="218"/>
                  </a:cubicBezTo>
                  <a:lnTo>
                    <a:pt x="217" y="354"/>
                  </a:lnTo>
                  <a:lnTo>
                    <a:pt x="207" y="354"/>
                  </a:lnTo>
                  <a:lnTo>
                    <a:pt x="186" y="262"/>
                  </a:lnTo>
                  <a:cubicBezTo>
                    <a:pt x="181" y="246"/>
                    <a:pt x="167" y="236"/>
                    <a:pt x="151" y="236"/>
                  </a:cubicBezTo>
                  <a:lnTo>
                    <a:pt x="109" y="236"/>
                  </a:lnTo>
                  <a:lnTo>
                    <a:pt x="109" y="221"/>
                  </a:lnTo>
                  <a:lnTo>
                    <a:pt x="113" y="221"/>
                  </a:lnTo>
                  <a:cubicBezTo>
                    <a:pt x="151" y="221"/>
                    <a:pt x="184" y="188"/>
                    <a:pt x="184" y="151"/>
                  </a:cubicBezTo>
                  <a:lnTo>
                    <a:pt x="184" y="64"/>
                  </a:lnTo>
                  <a:lnTo>
                    <a:pt x="191" y="58"/>
                  </a:lnTo>
                  <a:cubicBezTo>
                    <a:pt x="200" y="51"/>
                    <a:pt x="203" y="41"/>
                    <a:pt x="200" y="29"/>
                  </a:cubicBezTo>
                  <a:cubicBezTo>
                    <a:pt x="196" y="19"/>
                    <a:pt x="188" y="12"/>
                    <a:pt x="178" y="9"/>
                  </a:cubicBezTo>
                  <a:lnTo>
                    <a:pt x="97" y="0"/>
                  </a:lnTo>
                  <a:cubicBezTo>
                    <a:pt x="96" y="0"/>
                    <a:pt x="95"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9"/>
            <p:cNvSpPr/>
            <p:nvPr/>
          </p:nvSpPr>
          <p:spPr>
            <a:xfrm>
              <a:off x="7424926" y="1581006"/>
              <a:ext cx="13031" cy="16430"/>
            </a:xfrm>
            <a:custGeom>
              <a:rect b="b" l="l" r="r" t="t"/>
              <a:pathLst>
                <a:path extrusionOk="0" h="29" w="23">
                  <a:moveTo>
                    <a:pt x="11" y="1"/>
                  </a:moveTo>
                  <a:cubicBezTo>
                    <a:pt x="5" y="1"/>
                    <a:pt x="1" y="6"/>
                    <a:pt x="1" y="12"/>
                  </a:cubicBezTo>
                  <a:lnTo>
                    <a:pt x="1" y="17"/>
                  </a:lnTo>
                  <a:cubicBezTo>
                    <a:pt x="1" y="22"/>
                    <a:pt x="5" y="28"/>
                    <a:pt x="11" y="28"/>
                  </a:cubicBezTo>
                  <a:cubicBezTo>
                    <a:pt x="17" y="28"/>
                    <a:pt x="22" y="22"/>
                    <a:pt x="22" y="17"/>
                  </a:cubicBezTo>
                  <a:lnTo>
                    <a:pt x="22" y="12"/>
                  </a:lnTo>
                  <a:cubicBezTo>
                    <a:pt x="19" y="5"/>
                    <a:pt x="17"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9"/>
            <p:cNvSpPr/>
            <p:nvPr/>
          </p:nvSpPr>
          <p:spPr>
            <a:xfrm>
              <a:off x="7245895" y="1479026"/>
              <a:ext cx="13031" cy="19263"/>
            </a:xfrm>
            <a:custGeom>
              <a:rect b="b" l="l" r="r" t="t"/>
              <a:pathLst>
                <a:path extrusionOk="0" h="34" w="23">
                  <a:moveTo>
                    <a:pt x="10" y="0"/>
                  </a:moveTo>
                  <a:cubicBezTo>
                    <a:pt x="6" y="0"/>
                    <a:pt x="0" y="6"/>
                    <a:pt x="0" y="10"/>
                  </a:cubicBezTo>
                  <a:lnTo>
                    <a:pt x="0" y="22"/>
                  </a:lnTo>
                  <a:cubicBezTo>
                    <a:pt x="2" y="29"/>
                    <a:pt x="6" y="33"/>
                    <a:pt x="10" y="33"/>
                  </a:cubicBezTo>
                  <a:cubicBezTo>
                    <a:pt x="16" y="33"/>
                    <a:pt x="22" y="27"/>
                    <a:pt x="22" y="22"/>
                  </a:cubicBezTo>
                  <a:lnTo>
                    <a:pt x="22" y="10"/>
                  </a:lnTo>
                  <a:cubicBezTo>
                    <a:pt x="22" y="6"/>
                    <a:pt x="16" y="0"/>
                    <a:pt x="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9"/>
            <p:cNvSpPr/>
            <p:nvPr/>
          </p:nvSpPr>
          <p:spPr>
            <a:xfrm>
              <a:off x="7279322" y="1479026"/>
              <a:ext cx="13031" cy="19263"/>
            </a:xfrm>
            <a:custGeom>
              <a:rect b="b" l="l" r="r" t="t"/>
              <a:pathLst>
                <a:path extrusionOk="0" h="34" w="23">
                  <a:moveTo>
                    <a:pt x="11" y="0"/>
                  </a:moveTo>
                  <a:cubicBezTo>
                    <a:pt x="6" y="0"/>
                    <a:pt x="1" y="6"/>
                    <a:pt x="1" y="10"/>
                  </a:cubicBezTo>
                  <a:lnTo>
                    <a:pt x="1" y="22"/>
                  </a:lnTo>
                  <a:cubicBezTo>
                    <a:pt x="1" y="29"/>
                    <a:pt x="6" y="33"/>
                    <a:pt x="11" y="33"/>
                  </a:cubicBezTo>
                  <a:cubicBezTo>
                    <a:pt x="16" y="33"/>
                    <a:pt x="22" y="27"/>
                    <a:pt x="22" y="22"/>
                  </a:cubicBezTo>
                  <a:lnTo>
                    <a:pt x="22" y="10"/>
                  </a:lnTo>
                  <a:cubicBezTo>
                    <a:pt x="22" y="6"/>
                    <a:pt x="16"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9"/>
            <p:cNvSpPr/>
            <p:nvPr/>
          </p:nvSpPr>
          <p:spPr>
            <a:xfrm>
              <a:off x="7312182" y="1479026"/>
              <a:ext cx="13031" cy="19263"/>
            </a:xfrm>
            <a:custGeom>
              <a:rect b="b" l="l" r="r" t="t"/>
              <a:pathLst>
                <a:path extrusionOk="0" h="34" w="23">
                  <a:moveTo>
                    <a:pt x="12" y="0"/>
                  </a:moveTo>
                  <a:cubicBezTo>
                    <a:pt x="6" y="0"/>
                    <a:pt x="0" y="6"/>
                    <a:pt x="0" y="10"/>
                  </a:cubicBezTo>
                  <a:lnTo>
                    <a:pt x="0" y="22"/>
                  </a:lnTo>
                  <a:cubicBezTo>
                    <a:pt x="0" y="29"/>
                    <a:pt x="6" y="33"/>
                    <a:pt x="12" y="33"/>
                  </a:cubicBezTo>
                  <a:cubicBezTo>
                    <a:pt x="16" y="33"/>
                    <a:pt x="22" y="27"/>
                    <a:pt x="22" y="22"/>
                  </a:cubicBezTo>
                  <a:lnTo>
                    <a:pt x="22" y="10"/>
                  </a:lnTo>
                  <a:cubicBezTo>
                    <a:pt x="22" y="6"/>
                    <a:pt x="16"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9"/>
            <p:cNvSpPr/>
            <p:nvPr/>
          </p:nvSpPr>
          <p:spPr>
            <a:xfrm>
              <a:off x="7218701" y="1413872"/>
              <a:ext cx="202826" cy="143338"/>
            </a:xfrm>
            <a:custGeom>
              <a:rect b="b" l="l" r="r" t="t"/>
              <a:pathLst>
                <a:path extrusionOk="0" h="253" w="358">
                  <a:moveTo>
                    <a:pt x="213" y="69"/>
                  </a:moveTo>
                  <a:lnTo>
                    <a:pt x="213" y="196"/>
                  </a:lnTo>
                  <a:lnTo>
                    <a:pt x="93" y="196"/>
                  </a:lnTo>
                  <a:cubicBezTo>
                    <a:pt x="86" y="196"/>
                    <a:pt x="80" y="200"/>
                    <a:pt x="77" y="206"/>
                  </a:cubicBezTo>
                  <a:lnTo>
                    <a:pt x="69" y="221"/>
                  </a:lnTo>
                  <a:lnTo>
                    <a:pt x="58" y="206"/>
                  </a:lnTo>
                  <a:cubicBezTo>
                    <a:pt x="56" y="200"/>
                    <a:pt x="50" y="196"/>
                    <a:pt x="43" y="196"/>
                  </a:cubicBezTo>
                  <a:lnTo>
                    <a:pt x="22" y="196"/>
                  </a:lnTo>
                  <a:lnTo>
                    <a:pt x="22" y="69"/>
                  </a:lnTo>
                  <a:close/>
                  <a:moveTo>
                    <a:pt x="145" y="1"/>
                  </a:moveTo>
                  <a:cubicBezTo>
                    <a:pt x="135" y="1"/>
                    <a:pt x="125" y="10"/>
                    <a:pt x="125" y="21"/>
                  </a:cubicBezTo>
                  <a:lnTo>
                    <a:pt x="125" y="46"/>
                  </a:lnTo>
                  <a:lnTo>
                    <a:pt x="21" y="46"/>
                  </a:lnTo>
                  <a:cubicBezTo>
                    <a:pt x="9" y="46"/>
                    <a:pt x="1" y="56"/>
                    <a:pt x="1" y="66"/>
                  </a:cubicBezTo>
                  <a:lnTo>
                    <a:pt x="1" y="197"/>
                  </a:lnTo>
                  <a:cubicBezTo>
                    <a:pt x="1" y="209"/>
                    <a:pt x="9" y="218"/>
                    <a:pt x="21" y="218"/>
                  </a:cubicBezTo>
                  <a:lnTo>
                    <a:pt x="41" y="218"/>
                  </a:lnTo>
                  <a:lnTo>
                    <a:pt x="56" y="245"/>
                  </a:lnTo>
                  <a:cubicBezTo>
                    <a:pt x="57" y="249"/>
                    <a:pt x="63" y="252"/>
                    <a:pt x="66" y="252"/>
                  </a:cubicBezTo>
                  <a:cubicBezTo>
                    <a:pt x="70" y="252"/>
                    <a:pt x="76" y="251"/>
                    <a:pt x="77" y="245"/>
                  </a:cubicBezTo>
                  <a:lnTo>
                    <a:pt x="92" y="218"/>
                  </a:lnTo>
                  <a:lnTo>
                    <a:pt x="213" y="218"/>
                  </a:lnTo>
                  <a:cubicBezTo>
                    <a:pt x="223" y="218"/>
                    <a:pt x="232" y="209"/>
                    <a:pt x="232" y="197"/>
                  </a:cubicBezTo>
                  <a:lnTo>
                    <a:pt x="232" y="173"/>
                  </a:lnTo>
                  <a:lnTo>
                    <a:pt x="259" y="173"/>
                  </a:lnTo>
                  <a:lnTo>
                    <a:pt x="275" y="200"/>
                  </a:lnTo>
                  <a:cubicBezTo>
                    <a:pt x="278" y="203"/>
                    <a:pt x="282" y="208"/>
                    <a:pt x="287" y="208"/>
                  </a:cubicBezTo>
                  <a:cubicBezTo>
                    <a:pt x="290" y="208"/>
                    <a:pt x="295" y="205"/>
                    <a:pt x="297" y="200"/>
                  </a:cubicBezTo>
                  <a:lnTo>
                    <a:pt x="314" y="173"/>
                  </a:lnTo>
                  <a:lnTo>
                    <a:pt x="337" y="173"/>
                  </a:lnTo>
                  <a:cubicBezTo>
                    <a:pt x="347" y="173"/>
                    <a:pt x="357" y="164"/>
                    <a:pt x="357" y="153"/>
                  </a:cubicBezTo>
                  <a:lnTo>
                    <a:pt x="357" y="21"/>
                  </a:lnTo>
                  <a:cubicBezTo>
                    <a:pt x="357" y="10"/>
                    <a:pt x="347" y="1"/>
                    <a:pt x="337" y="1"/>
                  </a:cubicBezTo>
                  <a:lnTo>
                    <a:pt x="213" y="1"/>
                  </a:lnTo>
                  <a:cubicBezTo>
                    <a:pt x="207" y="1"/>
                    <a:pt x="201" y="7"/>
                    <a:pt x="201" y="12"/>
                  </a:cubicBezTo>
                  <a:cubicBezTo>
                    <a:pt x="201" y="17"/>
                    <a:pt x="207" y="23"/>
                    <a:pt x="213" y="23"/>
                  </a:cubicBezTo>
                  <a:lnTo>
                    <a:pt x="334" y="23"/>
                  </a:lnTo>
                  <a:lnTo>
                    <a:pt x="334" y="151"/>
                  </a:lnTo>
                  <a:lnTo>
                    <a:pt x="313" y="151"/>
                  </a:lnTo>
                  <a:cubicBezTo>
                    <a:pt x="305" y="151"/>
                    <a:pt x="301" y="155"/>
                    <a:pt x="297" y="160"/>
                  </a:cubicBezTo>
                  <a:lnTo>
                    <a:pt x="288" y="177"/>
                  </a:lnTo>
                  <a:lnTo>
                    <a:pt x="279" y="160"/>
                  </a:lnTo>
                  <a:cubicBezTo>
                    <a:pt x="275" y="155"/>
                    <a:pt x="269" y="151"/>
                    <a:pt x="262" y="151"/>
                  </a:cubicBezTo>
                  <a:lnTo>
                    <a:pt x="236" y="151"/>
                  </a:lnTo>
                  <a:lnTo>
                    <a:pt x="236" y="66"/>
                  </a:lnTo>
                  <a:cubicBezTo>
                    <a:pt x="236" y="56"/>
                    <a:pt x="226" y="47"/>
                    <a:pt x="216" y="47"/>
                  </a:cubicBezTo>
                  <a:lnTo>
                    <a:pt x="148" y="47"/>
                  </a:lnTo>
                  <a:lnTo>
                    <a:pt x="148" y="23"/>
                  </a:lnTo>
                  <a:lnTo>
                    <a:pt x="173" y="23"/>
                  </a:lnTo>
                  <a:cubicBezTo>
                    <a:pt x="178" y="23"/>
                    <a:pt x="184" y="17"/>
                    <a:pt x="184" y="12"/>
                  </a:cubicBezTo>
                  <a:cubicBezTo>
                    <a:pt x="184" y="7"/>
                    <a:pt x="178" y="1"/>
                    <a:pt x="1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2" name="Google Shape;2892;p49"/>
          <p:cNvSpPr/>
          <p:nvPr/>
        </p:nvSpPr>
        <p:spPr>
          <a:xfrm>
            <a:off x="907306" y="3971868"/>
            <a:ext cx="254382" cy="408486"/>
          </a:xfrm>
          <a:custGeom>
            <a:rect b="b" l="l" r="r" t="t"/>
            <a:pathLst>
              <a:path extrusionOk="0" h="721" w="449">
                <a:moveTo>
                  <a:pt x="73" y="338"/>
                </a:moveTo>
                <a:lnTo>
                  <a:pt x="73" y="351"/>
                </a:lnTo>
                <a:lnTo>
                  <a:pt x="24" y="351"/>
                </a:lnTo>
                <a:lnTo>
                  <a:pt x="24" y="338"/>
                </a:lnTo>
                <a:close/>
                <a:moveTo>
                  <a:pt x="428" y="338"/>
                </a:moveTo>
                <a:lnTo>
                  <a:pt x="428" y="351"/>
                </a:lnTo>
                <a:lnTo>
                  <a:pt x="379" y="351"/>
                </a:lnTo>
                <a:lnTo>
                  <a:pt x="379" y="338"/>
                </a:lnTo>
                <a:close/>
                <a:moveTo>
                  <a:pt x="262" y="354"/>
                </a:moveTo>
                <a:lnTo>
                  <a:pt x="262" y="386"/>
                </a:lnTo>
                <a:lnTo>
                  <a:pt x="188" y="386"/>
                </a:lnTo>
                <a:lnTo>
                  <a:pt x="188" y="354"/>
                </a:lnTo>
                <a:close/>
                <a:moveTo>
                  <a:pt x="253" y="474"/>
                </a:moveTo>
                <a:lnTo>
                  <a:pt x="253" y="498"/>
                </a:lnTo>
                <a:lnTo>
                  <a:pt x="198" y="498"/>
                </a:lnTo>
                <a:lnTo>
                  <a:pt x="198" y="474"/>
                </a:lnTo>
                <a:close/>
                <a:moveTo>
                  <a:pt x="237" y="520"/>
                </a:moveTo>
                <a:lnTo>
                  <a:pt x="237" y="588"/>
                </a:lnTo>
                <a:lnTo>
                  <a:pt x="217" y="588"/>
                </a:lnTo>
                <a:lnTo>
                  <a:pt x="217" y="520"/>
                </a:lnTo>
                <a:close/>
                <a:moveTo>
                  <a:pt x="118" y="672"/>
                </a:moveTo>
                <a:cubicBezTo>
                  <a:pt x="124" y="672"/>
                  <a:pt x="130" y="678"/>
                  <a:pt x="130" y="686"/>
                </a:cubicBezTo>
                <a:cubicBezTo>
                  <a:pt x="130" y="696"/>
                  <a:pt x="123" y="701"/>
                  <a:pt x="116" y="701"/>
                </a:cubicBezTo>
                <a:cubicBezTo>
                  <a:pt x="107" y="701"/>
                  <a:pt x="102" y="693"/>
                  <a:pt x="102" y="686"/>
                </a:cubicBezTo>
                <a:cubicBezTo>
                  <a:pt x="102" y="679"/>
                  <a:pt x="109" y="672"/>
                  <a:pt x="116" y="672"/>
                </a:cubicBezTo>
                <a:cubicBezTo>
                  <a:pt x="117" y="672"/>
                  <a:pt x="117" y="672"/>
                  <a:pt x="118" y="672"/>
                </a:cubicBezTo>
                <a:close/>
                <a:moveTo>
                  <a:pt x="336" y="672"/>
                </a:moveTo>
                <a:cubicBezTo>
                  <a:pt x="343" y="672"/>
                  <a:pt x="350" y="678"/>
                  <a:pt x="350" y="686"/>
                </a:cubicBezTo>
                <a:cubicBezTo>
                  <a:pt x="350" y="696"/>
                  <a:pt x="343" y="701"/>
                  <a:pt x="336" y="701"/>
                </a:cubicBezTo>
                <a:cubicBezTo>
                  <a:pt x="328" y="701"/>
                  <a:pt x="321" y="693"/>
                  <a:pt x="321" y="686"/>
                </a:cubicBezTo>
                <a:cubicBezTo>
                  <a:pt x="321" y="679"/>
                  <a:pt x="328" y="672"/>
                  <a:pt x="336" y="672"/>
                </a:cubicBezTo>
                <a:close/>
                <a:moveTo>
                  <a:pt x="226" y="672"/>
                </a:moveTo>
                <a:cubicBezTo>
                  <a:pt x="232" y="672"/>
                  <a:pt x="234" y="676"/>
                  <a:pt x="234" y="682"/>
                </a:cubicBezTo>
                <a:lnTo>
                  <a:pt x="234" y="693"/>
                </a:lnTo>
                <a:cubicBezTo>
                  <a:pt x="234" y="699"/>
                  <a:pt x="232" y="702"/>
                  <a:pt x="226" y="702"/>
                </a:cubicBezTo>
                <a:cubicBezTo>
                  <a:pt x="220" y="702"/>
                  <a:pt x="217" y="699"/>
                  <a:pt x="217" y="693"/>
                </a:cubicBezTo>
                <a:lnTo>
                  <a:pt x="217" y="682"/>
                </a:lnTo>
                <a:cubicBezTo>
                  <a:pt x="217" y="676"/>
                  <a:pt x="220" y="672"/>
                  <a:pt x="226" y="672"/>
                </a:cubicBezTo>
                <a:close/>
                <a:moveTo>
                  <a:pt x="187" y="0"/>
                </a:moveTo>
                <a:cubicBezTo>
                  <a:pt x="168" y="0"/>
                  <a:pt x="155" y="15"/>
                  <a:pt x="154" y="32"/>
                </a:cubicBezTo>
                <a:cubicBezTo>
                  <a:pt x="129" y="39"/>
                  <a:pt x="110" y="61"/>
                  <a:pt x="109" y="87"/>
                </a:cubicBezTo>
                <a:lnTo>
                  <a:pt x="90" y="285"/>
                </a:lnTo>
                <a:cubicBezTo>
                  <a:pt x="89" y="302"/>
                  <a:pt x="94" y="321"/>
                  <a:pt x="106" y="332"/>
                </a:cubicBezTo>
                <a:cubicBezTo>
                  <a:pt x="119" y="345"/>
                  <a:pt x="135" y="354"/>
                  <a:pt x="154" y="354"/>
                </a:cubicBezTo>
                <a:lnTo>
                  <a:pt x="165" y="354"/>
                </a:lnTo>
                <a:lnTo>
                  <a:pt x="165" y="386"/>
                </a:lnTo>
                <a:lnTo>
                  <a:pt x="110" y="386"/>
                </a:lnTo>
                <a:cubicBezTo>
                  <a:pt x="99" y="386"/>
                  <a:pt x="93" y="393"/>
                  <a:pt x="90" y="402"/>
                </a:cubicBezTo>
                <a:lnTo>
                  <a:pt x="68" y="402"/>
                </a:lnTo>
                <a:cubicBezTo>
                  <a:pt x="61" y="402"/>
                  <a:pt x="57" y="396"/>
                  <a:pt x="57" y="389"/>
                </a:cubicBezTo>
                <a:lnTo>
                  <a:pt x="57" y="371"/>
                </a:lnTo>
                <a:lnTo>
                  <a:pt x="71" y="371"/>
                </a:lnTo>
                <a:cubicBezTo>
                  <a:pt x="81" y="371"/>
                  <a:pt x="90" y="361"/>
                  <a:pt x="90" y="351"/>
                </a:cubicBezTo>
                <a:lnTo>
                  <a:pt x="90" y="337"/>
                </a:lnTo>
                <a:cubicBezTo>
                  <a:pt x="90" y="325"/>
                  <a:pt x="81" y="316"/>
                  <a:pt x="71" y="316"/>
                </a:cubicBezTo>
                <a:lnTo>
                  <a:pt x="21" y="316"/>
                </a:lnTo>
                <a:cubicBezTo>
                  <a:pt x="9" y="316"/>
                  <a:pt x="0" y="325"/>
                  <a:pt x="0" y="337"/>
                </a:cubicBezTo>
                <a:lnTo>
                  <a:pt x="0" y="351"/>
                </a:lnTo>
                <a:cubicBezTo>
                  <a:pt x="0" y="361"/>
                  <a:pt x="9" y="371"/>
                  <a:pt x="21" y="371"/>
                </a:cubicBezTo>
                <a:lnTo>
                  <a:pt x="35" y="371"/>
                </a:lnTo>
                <a:lnTo>
                  <a:pt x="35" y="389"/>
                </a:lnTo>
                <a:cubicBezTo>
                  <a:pt x="35" y="407"/>
                  <a:pt x="50" y="422"/>
                  <a:pt x="67" y="422"/>
                </a:cubicBezTo>
                <a:lnTo>
                  <a:pt x="89" y="422"/>
                </a:lnTo>
                <a:cubicBezTo>
                  <a:pt x="90" y="431"/>
                  <a:pt x="94" y="439"/>
                  <a:pt x="100" y="446"/>
                </a:cubicBezTo>
                <a:cubicBezTo>
                  <a:pt x="102" y="450"/>
                  <a:pt x="104" y="451"/>
                  <a:pt x="107" y="451"/>
                </a:cubicBezTo>
                <a:cubicBezTo>
                  <a:pt x="110" y="451"/>
                  <a:pt x="113" y="450"/>
                  <a:pt x="115" y="448"/>
                </a:cubicBezTo>
                <a:cubicBezTo>
                  <a:pt x="119" y="445"/>
                  <a:pt x="119" y="438"/>
                  <a:pt x="116" y="433"/>
                </a:cubicBezTo>
                <a:cubicBezTo>
                  <a:pt x="107" y="423"/>
                  <a:pt x="109" y="410"/>
                  <a:pt x="109" y="410"/>
                </a:cubicBezTo>
                <a:lnTo>
                  <a:pt x="109" y="405"/>
                </a:lnTo>
                <a:lnTo>
                  <a:pt x="333" y="405"/>
                </a:lnTo>
                <a:lnTo>
                  <a:pt x="333" y="412"/>
                </a:lnTo>
                <a:cubicBezTo>
                  <a:pt x="333" y="433"/>
                  <a:pt x="314" y="452"/>
                  <a:pt x="292" y="452"/>
                </a:cubicBezTo>
                <a:lnTo>
                  <a:pt x="145" y="452"/>
                </a:lnTo>
                <a:cubicBezTo>
                  <a:pt x="139" y="452"/>
                  <a:pt x="133" y="455"/>
                  <a:pt x="133" y="461"/>
                </a:cubicBezTo>
                <a:cubicBezTo>
                  <a:pt x="133" y="467"/>
                  <a:pt x="138" y="472"/>
                  <a:pt x="143" y="472"/>
                </a:cubicBezTo>
                <a:lnTo>
                  <a:pt x="169" y="472"/>
                </a:lnTo>
                <a:lnTo>
                  <a:pt x="169" y="509"/>
                </a:lnTo>
                <a:cubicBezTo>
                  <a:pt x="169" y="513"/>
                  <a:pt x="175" y="519"/>
                  <a:pt x="181" y="519"/>
                </a:cubicBezTo>
                <a:lnTo>
                  <a:pt x="188" y="519"/>
                </a:lnTo>
                <a:lnTo>
                  <a:pt x="188" y="591"/>
                </a:lnTo>
                <a:lnTo>
                  <a:pt x="116" y="614"/>
                </a:lnTo>
                <a:cubicBezTo>
                  <a:pt x="104" y="618"/>
                  <a:pt x="97" y="628"/>
                  <a:pt x="97" y="640"/>
                </a:cubicBezTo>
                <a:lnTo>
                  <a:pt x="97" y="650"/>
                </a:lnTo>
                <a:cubicBezTo>
                  <a:pt x="83" y="656"/>
                  <a:pt x="73" y="669"/>
                  <a:pt x="73" y="685"/>
                </a:cubicBezTo>
                <a:cubicBezTo>
                  <a:pt x="73" y="705"/>
                  <a:pt x="89" y="721"/>
                  <a:pt x="109" y="721"/>
                </a:cubicBezTo>
                <a:cubicBezTo>
                  <a:pt x="129" y="721"/>
                  <a:pt x="145" y="705"/>
                  <a:pt x="145" y="685"/>
                </a:cubicBezTo>
                <a:cubicBezTo>
                  <a:pt x="145" y="669"/>
                  <a:pt x="133" y="654"/>
                  <a:pt x="119" y="650"/>
                </a:cubicBezTo>
                <a:lnTo>
                  <a:pt x="119" y="640"/>
                </a:lnTo>
                <a:cubicBezTo>
                  <a:pt x="119" y="639"/>
                  <a:pt x="122" y="634"/>
                  <a:pt x="123" y="634"/>
                </a:cubicBezTo>
                <a:cubicBezTo>
                  <a:pt x="208" y="607"/>
                  <a:pt x="204" y="610"/>
                  <a:pt x="208" y="607"/>
                </a:cubicBezTo>
                <a:lnTo>
                  <a:pt x="208" y="650"/>
                </a:lnTo>
                <a:cubicBezTo>
                  <a:pt x="197" y="654"/>
                  <a:pt x="188" y="665"/>
                  <a:pt x="188" y="678"/>
                </a:cubicBezTo>
                <a:lnTo>
                  <a:pt x="188" y="692"/>
                </a:lnTo>
                <a:cubicBezTo>
                  <a:pt x="188" y="708"/>
                  <a:pt x="201" y="721"/>
                  <a:pt x="217" y="721"/>
                </a:cubicBezTo>
                <a:cubicBezTo>
                  <a:pt x="233" y="721"/>
                  <a:pt x="246" y="708"/>
                  <a:pt x="246" y="692"/>
                </a:cubicBezTo>
                <a:lnTo>
                  <a:pt x="246" y="678"/>
                </a:lnTo>
                <a:cubicBezTo>
                  <a:pt x="246" y="665"/>
                  <a:pt x="239" y="654"/>
                  <a:pt x="226" y="650"/>
                </a:cubicBezTo>
                <a:lnTo>
                  <a:pt x="226" y="607"/>
                </a:lnTo>
                <a:cubicBezTo>
                  <a:pt x="232" y="610"/>
                  <a:pt x="227" y="607"/>
                  <a:pt x="311" y="634"/>
                </a:cubicBezTo>
                <a:cubicBezTo>
                  <a:pt x="312" y="634"/>
                  <a:pt x="314" y="639"/>
                  <a:pt x="314" y="640"/>
                </a:cubicBezTo>
                <a:lnTo>
                  <a:pt x="314" y="650"/>
                </a:lnTo>
                <a:cubicBezTo>
                  <a:pt x="299" y="656"/>
                  <a:pt x="289" y="669"/>
                  <a:pt x="289" y="685"/>
                </a:cubicBezTo>
                <a:cubicBezTo>
                  <a:pt x="289" y="705"/>
                  <a:pt x="305" y="721"/>
                  <a:pt x="325" y="721"/>
                </a:cubicBezTo>
                <a:cubicBezTo>
                  <a:pt x="346" y="721"/>
                  <a:pt x="362" y="705"/>
                  <a:pt x="362" y="685"/>
                </a:cubicBezTo>
                <a:cubicBezTo>
                  <a:pt x="362" y="669"/>
                  <a:pt x="350" y="654"/>
                  <a:pt x="336" y="650"/>
                </a:cubicBezTo>
                <a:lnTo>
                  <a:pt x="336" y="640"/>
                </a:lnTo>
                <a:cubicBezTo>
                  <a:pt x="336" y="627"/>
                  <a:pt x="328" y="618"/>
                  <a:pt x="318" y="614"/>
                </a:cubicBezTo>
                <a:lnTo>
                  <a:pt x="246" y="591"/>
                </a:lnTo>
                <a:lnTo>
                  <a:pt x="246" y="519"/>
                </a:lnTo>
                <a:lnTo>
                  <a:pt x="253" y="519"/>
                </a:lnTo>
                <a:cubicBezTo>
                  <a:pt x="259" y="519"/>
                  <a:pt x="263" y="513"/>
                  <a:pt x="263" y="509"/>
                </a:cubicBezTo>
                <a:lnTo>
                  <a:pt x="263" y="472"/>
                </a:lnTo>
                <a:lnTo>
                  <a:pt x="288" y="472"/>
                </a:lnTo>
                <a:cubicBezTo>
                  <a:pt x="318" y="472"/>
                  <a:pt x="343" y="451"/>
                  <a:pt x="347" y="422"/>
                </a:cubicBezTo>
                <a:lnTo>
                  <a:pt x="369" y="422"/>
                </a:lnTo>
                <a:cubicBezTo>
                  <a:pt x="386" y="422"/>
                  <a:pt x="401" y="407"/>
                  <a:pt x="401" y="389"/>
                </a:cubicBezTo>
                <a:lnTo>
                  <a:pt x="401" y="371"/>
                </a:lnTo>
                <a:lnTo>
                  <a:pt x="415" y="371"/>
                </a:lnTo>
                <a:cubicBezTo>
                  <a:pt x="427" y="371"/>
                  <a:pt x="435" y="361"/>
                  <a:pt x="435" y="351"/>
                </a:cubicBezTo>
                <a:lnTo>
                  <a:pt x="435" y="337"/>
                </a:lnTo>
                <a:cubicBezTo>
                  <a:pt x="448" y="325"/>
                  <a:pt x="440" y="316"/>
                  <a:pt x="428" y="316"/>
                </a:cubicBezTo>
                <a:lnTo>
                  <a:pt x="377" y="316"/>
                </a:lnTo>
                <a:cubicBezTo>
                  <a:pt x="367" y="316"/>
                  <a:pt x="357" y="325"/>
                  <a:pt x="357" y="337"/>
                </a:cubicBezTo>
                <a:lnTo>
                  <a:pt x="357" y="351"/>
                </a:lnTo>
                <a:cubicBezTo>
                  <a:pt x="357" y="361"/>
                  <a:pt x="367" y="371"/>
                  <a:pt x="377" y="371"/>
                </a:cubicBezTo>
                <a:lnTo>
                  <a:pt x="392" y="371"/>
                </a:lnTo>
                <a:lnTo>
                  <a:pt x="392" y="389"/>
                </a:lnTo>
                <a:cubicBezTo>
                  <a:pt x="392" y="396"/>
                  <a:pt x="386" y="402"/>
                  <a:pt x="379" y="402"/>
                </a:cubicBezTo>
                <a:lnTo>
                  <a:pt x="357" y="402"/>
                </a:lnTo>
                <a:cubicBezTo>
                  <a:pt x="356" y="393"/>
                  <a:pt x="347" y="386"/>
                  <a:pt x="338" y="386"/>
                </a:cubicBezTo>
                <a:lnTo>
                  <a:pt x="284" y="386"/>
                </a:lnTo>
                <a:lnTo>
                  <a:pt x="284" y="354"/>
                </a:lnTo>
                <a:lnTo>
                  <a:pt x="295" y="354"/>
                </a:lnTo>
                <a:cubicBezTo>
                  <a:pt x="312" y="354"/>
                  <a:pt x="331" y="347"/>
                  <a:pt x="341" y="332"/>
                </a:cubicBezTo>
                <a:cubicBezTo>
                  <a:pt x="354" y="321"/>
                  <a:pt x="360" y="302"/>
                  <a:pt x="357" y="285"/>
                </a:cubicBezTo>
                <a:lnTo>
                  <a:pt x="353" y="227"/>
                </a:lnTo>
                <a:cubicBezTo>
                  <a:pt x="353" y="222"/>
                  <a:pt x="348" y="217"/>
                  <a:pt x="343" y="217"/>
                </a:cubicBezTo>
                <a:cubicBezTo>
                  <a:pt x="343" y="217"/>
                  <a:pt x="342" y="217"/>
                  <a:pt x="341" y="217"/>
                </a:cubicBezTo>
                <a:cubicBezTo>
                  <a:pt x="336" y="217"/>
                  <a:pt x="331" y="223"/>
                  <a:pt x="333" y="228"/>
                </a:cubicBezTo>
                <a:lnTo>
                  <a:pt x="338" y="286"/>
                </a:lnTo>
                <a:cubicBezTo>
                  <a:pt x="340" y="299"/>
                  <a:pt x="334" y="309"/>
                  <a:pt x="327" y="318"/>
                </a:cubicBezTo>
                <a:cubicBezTo>
                  <a:pt x="318" y="328"/>
                  <a:pt x="307" y="332"/>
                  <a:pt x="295" y="332"/>
                </a:cubicBezTo>
                <a:lnTo>
                  <a:pt x="156" y="332"/>
                </a:lnTo>
                <a:cubicBezTo>
                  <a:pt x="145" y="332"/>
                  <a:pt x="133" y="328"/>
                  <a:pt x="125" y="318"/>
                </a:cubicBezTo>
                <a:cubicBezTo>
                  <a:pt x="116" y="309"/>
                  <a:pt x="112" y="299"/>
                  <a:pt x="113" y="286"/>
                </a:cubicBezTo>
                <a:lnTo>
                  <a:pt x="132" y="90"/>
                </a:lnTo>
                <a:cubicBezTo>
                  <a:pt x="133" y="72"/>
                  <a:pt x="142" y="61"/>
                  <a:pt x="155" y="55"/>
                </a:cubicBezTo>
                <a:lnTo>
                  <a:pt x="155" y="62"/>
                </a:lnTo>
                <a:cubicBezTo>
                  <a:pt x="155" y="80"/>
                  <a:pt x="169" y="94"/>
                  <a:pt x="188" y="94"/>
                </a:cubicBezTo>
                <a:lnTo>
                  <a:pt x="263" y="94"/>
                </a:lnTo>
                <a:cubicBezTo>
                  <a:pt x="282" y="94"/>
                  <a:pt x="297" y="80"/>
                  <a:pt x="297" y="62"/>
                </a:cubicBezTo>
                <a:lnTo>
                  <a:pt x="297" y="55"/>
                </a:lnTo>
                <a:cubicBezTo>
                  <a:pt x="308" y="62"/>
                  <a:pt x="320" y="75"/>
                  <a:pt x="320" y="90"/>
                </a:cubicBezTo>
                <a:lnTo>
                  <a:pt x="328" y="186"/>
                </a:lnTo>
                <a:cubicBezTo>
                  <a:pt x="328" y="191"/>
                  <a:pt x="332" y="196"/>
                  <a:pt x="337" y="196"/>
                </a:cubicBezTo>
                <a:cubicBezTo>
                  <a:pt x="338" y="196"/>
                  <a:pt x="339" y="196"/>
                  <a:pt x="340" y="195"/>
                </a:cubicBezTo>
                <a:cubicBezTo>
                  <a:pt x="346" y="195"/>
                  <a:pt x="350" y="191"/>
                  <a:pt x="349" y="185"/>
                </a:cubicBezTo>
                <a:lnTo>
                  <a:pt x="340" y="87"/>
                </a:lnTo>
                <a:cubicBezTo>
                  <a:pt x="337" y="61"/>
                  <a:pt x="320" y="39"/>
                  <a:pt x="295" y="32"/>
                </a:cubicBezTo>
                <a:cubicBezTo>
                  <a:pt x="295" y="15"/>
                  <a:pt x="279" y="0"/>
                  <a:pt x="262" y="0"/>
                </a:cubicBezTo>
                <a:lnTo>
                  <a:pt x="246" y="0"/>
                </a:lnTo>
                <a:cubicBezTo>
                  <a:pt x="240" y="0"/>
                  <a:pt x="234" y="6"/>
                  <a:pt x="234" y="12"/>
                </a:cubicBezTo>
                <a:cubicBezTo>
                  <a:pt x="234" y="17"/>
                  <a:pt x="240" y="22"/>
                  <a:pt x="246" y="22"/>
                </a:cubicBezTo>
                <a:lnTo>
                  <a:pt x="262" y="22"/>
                </a:lnTo>
                <a:cubicBezTo>
                  <a:pt x="268" y="22"/>
                  <a:pt x="273" y="28"/>
                  <a:pt x="273" y="33"/>
                </a:cubicBezTo>
                <a:lnTo>
                  <a:pt x="273" y="62"/>
                </a:lnTo>
                <a:cubicBezTo>
                  <a:pt x="273" y="68"/>
                  <a:pt x="268" y="72"/>
                  <a:pt x="262" y="72"/>
                </a:cubicBezTo>
                <a:lnTo>
                  <a:pt x="187" y="72"/>
                </a:lnTo>
                <a:cubicBezTo>
                  <a:pt x="181" y="72"/>
                  <a:pt x="175" y="68"/>
                  <a:pt x="175" y="62"/>
                </a:cubicBezTo>
                <a:lnTo>
                  <a:pt x="175" y="33"/>
                </a:lnTo>
                <a:cubicBezTo>
                  <a:pt x="175" y="28"/>
                  <a:pt x="181" y="22"/>
                  <a:pt x="187" y="22"/>
                </a:cubicBezTo>
                <a:lnTo>
                  <a:pt x="203" y="22"/>
                </a:lnTo>
                <a:cubicBezTo>
                  <a:pt x="207" y="22"/>
                  <a:pt x="213" y="17"/>
                  <a:pt x="213" y="12"/>
                </a:cubicBezTo>
                <a:cubicBezTo>
                  <a:pt x="213" y="6"/>
                  <a:pt x="207"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3" name="Google Shape;2893;p49"/>
          <p:cNvGrpSpPr/>
          <p:nvPr/>
        </p:nvGrpSpPr>
        <p:grpSpPr>
          <a:xfrm>
            <a:off x="4699808" y="2052380"/>
            <a:ext cx="407918" cy="409619"/>
            <a:chOff x="4699808" y="2052380"/>
            <a:chExt cx="407918" cy="409619"/>
          </a:xfrm>
        </p:grpSpPr>
        <p:sp>
          <p:nvSpPr>
            <p:cNvPr id="2894" name="Google Shape;2894;p49"/>
            <p:cNvSpPr/>
            <p:nvPr/>
          </p:nvSpPr>
          <p:spPr>
            <a:xfrm>
              <a:off x="4959856" y="2111302"/>
              <a:ext cx="105379" cy="92348"/>
            </a:xfrm>
            <a:custGeom>
              <a:rect b="b" l="l" r="r" t="t"/>
              <a:pathLst>
                <a:path extrusionOk="0" h="163" w="186">
                  <a:moveTo>
                    <a:pt x="76" y="25"/>
                  </a:moveTo>
                  <a:lnTo>
                    <a:pt x="86" y="74"/>
                  </a:lnTo>
                  <a:lnTo>
                    <a:pt x="35" y="89"/>
                  </a:lnTo>
                  <a:cubicBezTo>
                    <a:pt x="33" y="77"/>
                    <a:pt x="34" y="67"/>
                    <a:pt x="40" y="56"/>
                  </a:cubicBezTo>
                  <a:cubicBezTo>
                    <a:pt x="47" y="41"/>
                    <a:pt x="59" y="31"/>
                    <a:pt x="76" y="25"/>
                  </a:cubicBezTo>
                  <a:close/>
                  <a:moveTo>
                    <a:pt x="95" y="24"/>
                  </a:moveTo>
                  <a:cubicBezTo>
                    <a:pt x="105" y="24"/>
                    <a:pt x="112" y="25"/>
                    <a:pt x="119" y="30"/>
                  </a:cubicBezTo>
                  <a:cubicBezTo>
                    <a:pt x="148" y="44"/>
                    <a:pt x="160" y="80"/>
                    <a:pt x="145" y="108"/>
                  </a:cubicBezTo>
                  <a:cubicBezTo>
                    <a:pt x="141" y="121"/>
                    <a:pt x="131" y="129"/>
                    <a:pt x="119" y="135"/>
                  </a:cubicBezTo>
                  <a:cubicBezTo>
                    <a:pt x="115" y="115"/>
                    <a:pt x="113" y="112"/>
                    <a:pt x="95" y="24"/>
                  </a:cubicBezTo>
                  <a:close/>
                  <a:moveTo>
                    <a:pt x="90" y="96"/>
                  </a:moveTo>
                  <a:lnTo>
                    <a:pt x="99" y="141"/>
                  </a:lnTo>
                  <a:cubicBezTo>
                    <a:pt x="87" y="141"/>
                    <a:pt x="77" y="139"/>
                    <a:pt x="66" y="135"/>
                  </a:cubicBezTo>
                  <a:cubicBezTo>
                    <a:pt x="56" y="131"/>
                    <a:pt x="47" y="121"/>
                    <a:pt x="41" y="110"/>
                  </a:cubicBezTo>
                  <a:cubicBezTo>
                    <a:pt x="44" y="109"/>
                    <a:pt x="33" y="112"/>
                    <a:pt x="90" y="96"/>
                  </a:cubicBezTo>
                  <a:close/>
                  <a:moveTo>
                    <a:pt x="93" y="1"/>
                  </a:moveTo>
                  <a:cubicBezTo>
                    <a:pt x="64" y="1"/>
                    <a:pt x="36" y="17"/>
                    <a:pt x="22" y="45"/>
                  </a:cubicBezTo>
                  <a:cubicBezTo>
                    <a:pt x="1" y="84"/>
                    <a:pt x="18" y="134"/>
                    <a:pt x="57" y="154"/>
                  </a:cubicBezTo>
                  <a:cubicBezTo>
                    <a:pt x="69" y="160"/>
                    <a:pt x="81" y="162"/>
                    <a:pt x="93" y="162"/>
                  </a:cubicBezTo>
                  <a:cubicBezTo>
                    <a:pt x="123" y="162"/>
                    <a:pt x="151" y="145"/>
                    <a:pt x="165" y="118"/>
                  </a:cubicBezTo>
                  <a:cubicBezTo>
                    <a:pt x="186" y="77"/>
                    <a:pt x="170" y="30"/>
                    <a:pt x="129" y="9"/>
                  </a:cubicBezTo>
                  <a:cubicBezTo>
                    <a:pt x="118" y="3"/>
                    <a:pt x="106" y="1"/>
                    <a:pt x="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9"/>
            <p:cNvSpPr/>
            <p:nvPr/>
          </p:nvSpPr>
          <p:spPr>
            <a:xfrm>
              <a:off x="4897535" y="2129431"/>
              <a:ext cx="54956" cy="13031"/>
            </a:xfrm>
            <a:custGeom>
              <a:rect b="b" l="l" r="r" t="t"/>
              <a:pathLst>
                <a:path extrusionOk="0" h="23" w="97">
                  <a:moveTo>
                    <a:pt x="13" y="0"/>
                  </a:moveTo>
                  <a:cubicBezTo>
                    <a:pt x="7" y="0"/>
                    <a:pt x="1" y="6"/>
                    <a:pt x="1" y="12"/>
                  </a:cubicBezTo>
                  <a:cubicBezTo>
                    <a:pt x="1" y="18"/>
                    <a:pt x="7" y="22"/>
                    <a:pt x="13" y="22"/>
                  </a:cubicBezTo>
                  <a:lnTo>
                    <a:pt x="86" y="22"/>
                  </a:lnTo>
                  <a:cubicBezTo>
                    <a:pt x="92" y="22"/>
                    <a:pt x="96" y="16"/>
                    <a:pt x="96" y="12"/>
                  </a:cubicBezTo>
                  <a:cubicBezTo>
                    <a:pt x="96" y="6"/>
                    <a:pt x="92"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9"/>
            <p:cNvSpPr/>
            <p:nvPr/>
          </p:nvSpPr>
          <p:spPr>
            <a:xfrm>
              <a:off x="4897535" y="2149827"/>
              <a:ext cx="54956" cy="13031"/>
            </a:xfrm>
            <a:custGeom>
              <a:rect b="b" l="l" r="r" t="t"/>
              <a:pathLst>
                <a:path extrusionOk="0" h="23" w="97">
                  <a:moveTo>
                    <a:pt x="13" y="1"/>
                  </a:moveTo>
                  <a:cubicBezTo>
                    <a:pt x="7" y="1"/>
                    <a:pt x="1" y="6"/>
                    <a:pt x="1" y="12"/>
                  </a:cubicBezTo>
                  <a:cubicBezTo>
                    <a:pt x="1" y="16"/>
                    <a:pt x="7" y="22"/>
                    <a:pt x="13" y="22"/>
                  </a:cubicBezTo>
                  <a:lnTo>
                    <a:pt x="86" y="22"/>
                  </a:lnTo>
                  <a:cubicBezTo>
                    <a:pt x="92" y="22"/>
                    <a:pt x="96" y="16"/>
                    <a:pt x="96" y="12"/>
                  </a:cubicBezTo>
                  <a:cubicBezTo>
                    <a:pt x="96" y="6"/>
                    <a:pt x="92" y="1"/>
                    <a:pt x="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9"/>
            <p:cNvSpPr/>
            <p:nvPr/>
          </p:nvSpPr>
          <p:spPr>
            <a:xfrm>
              <a:off x="4897535" y="2169657"/>
              <a:ext cx="54956" cy="12464"/>
            </a:xfrm>
            <a:custGeom>
              <a:rect b="b" l="l" r="r" t="t"/>
              <a:pathLst>
                <a:path extrusionOk="0" h="22" w="97">
                  <a:moveTo>
                    <a:pt x="13" y="0"/>
                  </a:moveTo>
                  <a:cubicBezTo>
                    <a:pt x="7" y="0"/>
                    <a:pt x="1" y="5"/>
                    <a:pt x="1" y="10"/>
                  </a:cubicBezTo>
                  <a:cubicBezTo>
                    <a:pt x="1" y="16"/>
                    <a:pt x="7" y="22"/>
                    <a:pt x="13" y="22"/>
                  </a:cubicBezTo>
                  <a:lnTo>
                    <a:pt x="86" y="22"/>
                  </a:lnTo>
                  <a:cubicBezTo>
                    <a:pt x="92" y="22"/>
                    <a:pt x="96" y="16"/>
                    <a:pt x="96" y="10"/>
                  </a:cubicBezTo>
                  <a:cubicBezTo>
                    <a:pt x="96" y="5"/>
                    <a:pt x="92"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9"/>
            <p:cNvSpPr/>
            <p:nvPr/>
          </p:nvSpPr>
          <p:spPr>
            <a:xfrm>
              <a:off x="4699808" y="2052380"/>
              <a:ext cx="407918" cy="409619"/>
            </a:xfrm>
            <a:custGeom>
              <a:rect b="b" l="l" r="r" t="t"/>
              <a:pathLst>
                <a:path extrusionOk="0" h="723" w="720">
                  <a:moveTo>
                    <a:pt x="672" y="63"/>
                  </a:moveTo>
                  <a:lnTo>
                    <a:pt x="672" y="323"/>
                  </a:lnTo>
                  <a:lnTo>
                    <a:pt x="337" y="323"/>
                  </a:lnTo>
                  <a:lnTo>
                    <a:pt x="337" y="308"/>
                  </a:lnTo>
                  <a:cubicBezTo>
                    <a:pt x="337" y="281"/>
                    <a:pt x="328" y="253"/>
                    <a:pt x="312" y="233"/>
                  </a:cubicBezTo>
                  <a:lnTo>
                    <a:pt x="312" y="63"/>
                  </a:lnTo>
                  <a:close/>
                  <a:moveTo>
                    <a:pt x="697" y="343"/>
                  </a:moveTo>
                  <a:lnTo>
                    <a:pt x="697" y="359"/>
                  </a:lnTo>
                  <a:lnTo>
                    <a:pt x="340" y="359"/>
                  </a:lnTo>
                  <a:cubicBezTo>
                    <a:pt x="340" y="353"/>
                    <a:pt x="337" y="347"/>
                    <a:pt x="337" y="343"/>
                  </a:cubicBezTo>
                  <a:close/>
                  <a:moveTo>
                    <a:pt x="234" y="323"/>
                  </a:moveTo>
                  <a:cubicBezTo>
                    <a:pt x="246" y="331"/>
                    <a:pt x="260" y="339"/>
                    <a:pt x="282" y="339"/>
                  </a:cubicBezTo>
                  <a:lnTo>
                    <a:pt x="282" y="401"/>
                  </a:lnTo>
                  <a:cubicBezTo>
                    <a:pt x="282" y="438"/>
                    <a:pt x="250" y="470"/>
                    <a:pt x="212" y="470"/>
                  </a:cubicBezTo>
                  <a:cubicBezTo>
                    <a:pt x="210" y="470"/>
                    <a:pt x="209" y="470"/>
                    <a:pt x="207" y="470"/>
                  </a:cubicBezTo>
                  <a:cubicBezTo>
                    <a:pt x="211" y="464"/>
                    <a:pt x="213" y="460"/>
                    <a:pt x="213" y="454"/>
                  </a:cubicBezTo>
                  <a:cubicBezTo>
                    <a:pt x="213" y="448"/>
                    <a:pt x="211" y="446"/>
                    <a:pt x="210" y="440"/>
                  </a:cubicBezTo>
                  <a:cubicBezTo>
                    <a:pt x="219" y="440"/>
                    <a:pt x="226" y="438"/>
                    <a:pt x="232" y="433"/>
                  </a:cubicBezTo>
                  <a:cubicBezTo>
                    <a:pt x="236" y="430"/>
                    <a:pt x="236" y="422"/>
                    <a:pt x="233" y="418"/>
                  </a:cubicBezTo>
                  <a:cubicBezTo>
                    <a:pt x="231" y="415"/>
                    <a:pt x="228" y="414"/>
                    <a:pt x="225" y="414"/>
                  </a:cubicBezTo>
                  <a:cubicBezTo>
                    <a:pt x="222" y="414"/>
                    <a:pt x="220" y="415"/>
                    <a:pt x="219" y="417"/>
                  </a:cubicBezTo>
                  <a:cubicBezTo>
                    <a:pt x="215" y="418"/>
                    <a:pt x="213" y="420"/>
                    <a:pt x="210" y="420"/>
                  </a:cubicBezTo>
                  <a:cubicBezTo>
                    <a:pt x="208" y="420"/>
                    <a:pt x="206" y="419"/>
                    <a:pt x="203" y="417"/>
                  </a:cubicBezTo>
                  <a:cubicBezTo>
                    <a:pt x="201" y="415"/>
                    <a:pt x="199" y="415"/>
                    <a:pt x="197" y="415"/>
                  </a:cubicBezTo>
                  <a:cubicBezTo>
                    <a:pt x="190" y="415"/>
                    <a:pt x="184" y="420"/>
                    <a:pt x="185" y="427"/>
                  </a:cubicBezTo>
                  <a:cubicBezTo>
                    <a:pt x="178" y="427"/>
                    <a:pt x="169" y="430"/>
                    <a:pt x="164" y="437"/>
                  </a:cubicBezTo>
                  <a:lnTo>
                    <a:pt x="155" y="446"/>
                  </a:lnTo>
                  <a:cubicBezTo>
                    <a:pt x="145" y="433"/>
                    <a:pt x="139" y="417"/>
                    <a:pt x="139" y="401"/>
                  </a:cubicBezTo>
                  <a:lnTo>
                    <a:pt x="139" y="339"/>
                  </a:lnTo>
                  <a:cubicBezTo>
                    <a:pt x="143" y="339"/>
                    <a:pt x="146" y="339"/>
                    <a:pt x="149" y="339"/>
                  </a:cubicBezTo>
                  <a:cubicBezTo>
                    <a:pt x="196" y="339"/>
                    <a:pt x="222" y="330"/>
                    <a:pt x="234" y="323"/>
                  </a:cubicBezTo>
                  <a:close/>
                  <a:moveTo>
                    <a:pt x="186" y="446"/>
                  </a:moveTo>
                  <a:cubicBezTo>
                    <a:pt x="188" y="446"/>
                    <a:pt x="190" y="447"/>
                    <a:pt x="191" y="448"/>
                  </a:cubicBezTo>
                  <a:cubicBezTo>
                    <a:pt x="195" y="453"/>
                    <a:pt x="195" y="456"/>
                    <a:pt x="191" y="460"/>
                  </a:cubicBezTo>
                  <a:lnTo>
                    <a:pt x="168" y="483"/>
                  </a:lnTo>
                  <a:cubicBezTo>
                    <a:pt x="166" y="485"/>
                    <a:pt x="164" y="486"/>
                    <a:pt x="162" y="486"/>
                  </a:cubicBezTo>
                  <a:cubicBezTo>
                    <a:pt x="160" y="486"/>
                    <a:pt x="158" y="485"/>
                    <a:pt x="156" y="483"/>
                  </a:cubicBezTo>
                  <a:cubicBezTo>
                    <a:pt x="154" y="480"/>
                    <a:pt x="154" y="476"/>
                    <a:pt x="156" y="473"/>
                  </a:cubicBezTo>
                  <a:lnTo>
                    <a:pt x="181" y="448"/>
                  </a:lnTo>
                  <a:cubicBezTo>
                    <a:pt x="182" y="447"/>
                    <a:pt x="184" y="446"/>
                    <a:pt x="186" y="446"/>
                  </a:cubicBezTo>
                  <a:close/>
                  <a:moveTo>
                    <a:pt x="133" y="479"/>
                  </a:moveTo>
                  <a:cubicBezTo>
                    <a:pt x="133" y="483"/>
                    <a:pt x="133" y="485"/>
                    <a:pt x="135" y="489"/>
                  </a:cubicBezTo>
                  <a:lnTo>
                    <a:pt x="109" y="513"/>
                  </a:lnTo>
                  <a:cubicBezTo>
                    <a:pt x="113" y="499"/>
                    <a:pt x="123" y="489"/>
                    <a:pt x="133" y="479"/>
                  </a:cubicBezTo>
                  <a:close/>
                  <a:moveTo>
                    <a:pt x="226" y="490"/>
                  </a:moveTo>
                  <a:lnTo>
                    <a:pt x="226" y="506"/>
                  </a:lnTo>
                  <a:cubicBezTo>
                    <a:pt x="226" y="515"/>
                    <a:pt x="219" y="521"/>
                    <a:pt x="211" y="521"/>
                  </a:cubicBezTo>
                  <a:cubicBezTo>
                    <a:pt x="203" y="521"/>
                    <a:pt x="197" y="513"/>
                    <a:pt x="197" y="506"/>
                  </a:cubicBezTo>
                  <a:lnTo>
                    <a:pt x="197" y="490"/>
                  </a:lnTo>
                  <a:cubicBezTo>
                    <a:pt x="203" y="490"/>
                    <a:pt x="206" y="492"/>
                    <a:pt x="211" y="492"/>
                  </a:cubicBezTo>
                  <a:cubicBezTo>
                    <a:pt x="217" y="492"/>
                    <a:pt x="221" y="492"/>
                    <a:pt x="226" y="490"/>
                  </a:cubicBezTo>
                  <a:close/>
                  <a:moveTo>
                    <a:pt x="275" y="473"/>
                  </a:moveTo>
                  <a:cubicBezTo>
                    <a:pt x="299" y="482"/>
                    <a:pt x="320" y="511"/>
                    <a:pt x="320" y="541"/>
                  </a:cubicBezTo>
                  <a:lnTo>
                    <a:pt x="320" y="591"/>
                  </a:lnTo>
                  <a:cubicBezTo>
                    <a:pt x="311" y="590"/>
                    <a:pt x="301" y="586"/>
                    <a:pt x="294" y="578"/>
                  </a:cubicBezTo>
                  <a:cubicBezTo>
                    <a:pt x="279" y="567"/>
                    <a:pt x="262" y="557"/>
                    <a:pt x="242" y="557"/>
                  </a:cubicBezTo>
                  <a:lnTo>
                    <a:pt x="178" y="557"/>
                  </a:lnTo>
                  <a:cubicBezTo>
                    <a:pt x="159" y="557"/>
                    <a:pt x="141" y="564"/>
                    <a:pt x="126" y="578"/>
                  </a:cubicBezTo>
                  <a:cubicBezTo>
                    <a:pt x="119" y="584"/>
                    <a:pt x="112" y="590"/>
                    <a:pt x="104" y="591"/>
                  </a:cubicBezTo>
                  <a:lnTo>
                    <a:pt x="104" y="547"/>
                  </a:lnTo>
                  <a:lnTo>
                    <a:pt x="152" y="505"/>
                  </a:lnTo>
                  <a:cubicBezTo>
                    <a:pt x="156" y="507"/>
                    <a:pt x="161" y="508"/>
                    <a:pt x="165" y="508"/>
                  </a:cubicBezTo>
                  <a:cubicBezTo>
                    <a:pt x="169" y="508"/>
                    <a:pt x="173" y="507"/>
                    <a:pt x="177" y="505"/>
                  </a:cubicBezTo>
                  <a:lnTo>
                    <a:pt x="177" y="511"/>
                  </a:lnTo>
                  <a:cubicBezTo>
                    <a:pt x="177" y="531"/>
                    <a:pt x="193" y="547"/>
                    <a:pt x="213" y="547"/>
                  </a:cubicBezTo>
                  <a:cubicBezTo>
                    <a:pt x="233" y="547"/>
                    <a:pt x="249" y="531"/>
                    <a:pt x="249" y="511"/>
                  </a:cubicBezTo>
                  <a:lnTo>
                    <a:pt x="249" y="487"/>
                  </a:lnTo>
                  <a:cubicBezTo>
                    <a:pt x="258" y="483"/>
                    <a:pt x="268" y="477"/>
                    <a:pt x="275" y="473"/>
                  </a:cubicBezTo>
                  <a:close/>
                  <a:moveTo>
                    <a:pt x="81" y="567"/>
                  </a:moveTo>
                  <a:lnTo>
                    <a:pt x="81" y="593"/>
                  </a:lnTo>
                  <a:lnTo>
                    <a:pt x="61" y="593"/>
                  </a:lnTo>
                  <a:lnTo>
                    <a:pt x="61" y="586"/>
                  </a:lnTo>
                  <a:cubicBezTo>
                    <a:pt x="61" y="584"/>
                    <a:pt x="61" y="583"/>
                    <a:pt x="63" y="583"/>
                  </a:cubicBezTo>
                  <a:lnTo>
                    <a:pt x="81" y="567"/>
                  </a:lnTo>
                  <a:close/>
                  <a:moveTo>
                    <a:pt x="240" y="581"/>
                  </a:moveTo>
                  <a:cubicBezTo>
                    <a:pt x="255" y="581"/>
                    <a:pt x="268" y="586"/>
                    <a:pt x="278" y="596"/>
                  </a:cubicBezTo>
                  <a:cubicBezTo>
                    <a:pt x="291" y="607"/>
                    <a:pt x="308" y="615"/>
                    <a:pt x="325" y="615"/>
                  </a:cubicBezTo>
                  <a:lnTo>
                    <a:pt x="398" y="615"/>
                  </a:lnTo>
                  <a:lnTo>
                    <a:pt x="398" y="655"/>
                  </a:lnTo>
                  <a:lnTo>
                    <a:pt x="19" y="655"/>
                  </a:lnTo>
                  <a:lnTo>
                    <a:pt x="19" y="615"/>
                  </a:lnTo>
                  <a:lnTo>
                    <a:pt x="91" y="615"/>
                  </a:lnTo>
                  <a:cubicBezTo>
                    <a:pt x="110" y="615"/>
                    <a:pt x="126" y="607"/>
                    <a:pt x="139" y="596"/>
                  </a:cubicBezTo>
                  <a:cubicBezTo>
                    <a:pt x="149" y="586"/>
                    <a:pt x="162" y="581"/>
                    <a:pt x="177" y="581"/>
                  </a:cubicBezTo>
                  <a:close/>
                  <a:moveTo>
                    <a:pt x="282" y="1"/>
                  </a:moveTo>
                  <a:cubicBezTo>
                    <a:pt x="272" y="1"/>
                    <a:pt x="263" y="8"/>
                    <a:pt x="263" y="19"/>
                  </a:cubicBezTo>
                  <a:lnTo>
                    <a:pt x="263" y="43"/>
                  </a:lnTo>
                  <a:cubicBezTo>
                    <a:pt x="263" y="51"/>
                    <a:pt x="271" y="61"/>
                    <a:pt x="282" y="61"/>
                  </a:cubicBezTo>
                  <a:lnTo>
                    <a:pt x="291" y="61"/>
                  </a:lnTo>
                  <a:lnTo>
                    <a:pt x="291" y="214"/>
                  </a:lnTo>
                  <a:cubicBezTo>
                    <a:pt x="276" y="206"/>
                    <a:pt x="260" y="200"/>
                    <a:pt x="243" y="200"/>
                  </a:cubicBezTo>
                  <a:lnTo>
                    <a:pt x="178" y="200"/>
                  </a:lnTo>
                  <a:cubicBezTo>
                    <a:pt x="164" y="200"/>
                    <a:pt x="149" y="203"/>
                    <a:pt x="136" y="210"/>
                  </a:cubicBezTo>
                  <a:cubicBezTo>
                    <a:pt x="132" y="214"/>
                    <a:pt x="129" y="220"/>
                    <a:pt x="133" y="225"/>
                  </a:cubicBezTo>
                  <a:cubicBezTo>
                    <a:pt x="135" y="228"/>
                    <a:pt x="138" y="230"/>
                    <a:pt x="142" y="230"/>
                  </a:cubicBezTo>
                  <a:cubicBezTo>
                    <a:pt x="144" y="230"/>
                    <a:pt x="146" y="230"/>
                    <a:pt x="148" y="229"/>
                  </a:cubicBezTo>
                  <a:cubicBezTo>
                    <a:pt x="156" y="223"/>
                    <a:pt x="168" y="220"/>
                    <a:pt x="180" y="220"/>
                  </a:cubicBezTo>
                  <a:lnTo>
                    <a:pt x="246" y="220"/>
                  </a:lnTo>
                  <a:cubicBezTo>
                    <a:pt x="285" y="220"/>
                    <a:pt x="318" y="259"/>
                    <a:pt x="320" y="308"/>
                  </a:cubicBezTo>
                  <a:cubicBezTo>
                    <a:pt x="320" y="362"/>
                    <a:pt x="327" y="402"/>
                    <a:pt x="340" y="428"/>
                  </a:cubicBezTo>
                  <a:cubicBezTo>
                    <a:pt x="327" y="433"/>
                    <a:pt x="312" y="435"/>
                    <a:pt x="298" y="440"/>
                  </a:cubicBezTo>
                  <a:cubicBezTo>
                    <a:pt x="304" y="427"/>
                    <a:pt x="307" y="415"/>
                    <a:pt x="307" y="401"/>
                  </a:cubicBezTo>
                  <a:lnTo>
                    <a:pt x="307" y="331"/>
                  </a:lnTo>
                  <a:cubicBezTo>
                    <a:pt x="307" y="329"/>
                    <a:pt x="305" y="324"/>
                    <a:pt x="301" y="320"/>
                  </a:cubicBezTo>
                  <a:cubicBezTo>
                    <a:pt x="298" y="317"/>
                    <a:pt x="294" y="317"/>
                    <a:pt x="291" y="317"/>
                  </a:cubicBezTo>
                  <a:cubicBezTo>
                    <a:pt x="288" y="317"/>
                    <a:pt x="286" y="317"/>
                    <a:pt x="284" y="317"/>
                  </a:cubicBezTo>
                  <a:cubicBezTo>
                    <a:pt x="271" y="317"/>
                    <a:pt x="260" y="314"/>
                    <a:pt x="247" y="303"/>
                  </a:cubicBezTo>
                  <a:cubicBezTo>
                    <a:pt x="244" y="300"/>
                    <a:pt x="241" y="299"/>
                    <a:pt x="237" y="299"/>
                  </a:cubicBezTo>
                  <a:cubicBezTo>
                    <a:pt x="234" y="299"/>
                    <a:pt x="231" y="300"/>
                    <a:pt x="229" y="303"/>
                  </a:cubicBezTo>
                  <a:cubicBezTo>
                    <a:pt x="216" y="313"/>
                    <a:pt x="189" y="318"/>
                    <a:pt x="158" y="318"/>
                  </a:cubicBezTo>
                  <a:cubicBezTo>
                    <a:pt x="151" y="318"/>
                    <a:pt x="143" y="318"/>
                    <a:pt x="135" y="317"/>
                  </a:cubicBezTo>
                  <a:cubicBezTo>
                    <a:pt x="132" y="317"/>
                    <a:pt x="128" y="318"/>
                    <a:pt x="125" y="320"/>
                  </a:cubicBezTo>
                  <a:cubicBezTo>
                    <a:pt x="120" y="323"/>
                    <a:pt x="119" y="327"/>
                    <a:pt x="119" y="331"/>
                  </a:cubicBezTo>
                  <a:lnTo>
                    <a:pt x="119" y="401"/>
                  </a:lnTo>
                  <a:cubicBezTo>
                    <a:pt x="119" y="415"/>
                    <a:pt x="122" y="427"/>
                    <a:pt x="128" y="440"/>
                  </a:cubicBezTo>
                  <a:cubicBezTo>
                    <a:pt x="113" y="437"/>
                    <a:pt x="99" y="434"/>
                    <a:pt x="86" y="428"/>
                  </a:cubicBezTo>
                  <a:cubicBezTo>
                    <a:pt x="99" y="402"/>
                    <a:pt x="104" y="362"/>
                    <a:pt x="106" y="308"/>
                  </a:cubicBezTo>
                  <a:cubicBezTo>
                    <a:pt x="106" y="288"/>
                    <a:pt x="112" y="269"/>
                    <a:pt x="120" y="256"/>
                  </a:cubicBezTo>
                  <a:cubicBezTo>
                    <a:pt x="125" y="251"/>
                    <a:pt x="123" y="245"/>
                    <a:pt x="117" y="242"/>
                  </a:cubicBezTo>
                  <a:cubicBezTo>
                    <a:pt x="115" y="240"/>
                    <a:pt x="113" y="239"/>
                    <a:pt x="111" y="239"/>
                  </a:cubicBezTo>
                  <a:cubicBezTo>
                    <a:pt x="108" y="239"/>
                    <a:pt x="105" y="241"/>
                    <a:pt x="103" y="245"/>
                  </a:cubicBezTo>
                  <a:cubicBezTo>
                    <a:pt x="90" y="262"/>
                    <a:pt x="84" y="287"/>
                    <a:pt x="84" y="308"/>
                  </a:cubicBezTo>
                  <a:cubicBezTo>
                    <a:pt x="84" y="366"/>
                    <a:pt x="77" y="407"/>
                    <a:pt x="63" y="431"/>
                  </a:cubicBezTo>
                  <a:cubicBezTo>
                    <a:pt x="61" y="433"/>
                    <a:pt x="61" y="437"/>
                    <a:pt x="61" y="440"/>
                  </a:cubicBezTo>
                  <a:cubicBezTo>
                    <a:pt x="63" y="443"/>
                    <a:pt x="65" y="446"/>
                    <a:pt x="68" y="447"/>
                  </a:cubicBezTo>
                  <a:cubicBezTo>
                    <a:pt x="86" y="454"/>
                    <a:pt x="104" y="459"/>
                    <a:pt x="125" y="461"/>
                  </a:cubicBezTo>
                  <a:cubicBezTo>
                    <a:pt x="99" y="479"/>
                    <a:pt x="83" y="506"/>
                    <a:pt x="83" y="537"/>
                  </a:cubicBezTo>
                  <a:lnTo>
                    <a:pt x="50" y="567"/>
                  </a:lnTo>
                  <a:cubicBezTo>
                    <a:pt x="45" y="571"/>
                    <a:pt x="41" y="578"/>
                    <a:pt x="41" y="586"/>
                  </a:cubicBezTo>
                  <a:lnTo>
                    <a:pt x="41" y="593"/>
                  </a:lnTo>
                  <a:lnTo>
                    <a:pt x="16" y="593"/>
                  </a:lnTo>
                  <a:cubicBezTo>
                    <a:pt x="8" y="593"/>
                    <a:pt x="0" y="600"/>
                    <a:pt x="0" y="609"/>
                  </a:cubicBezTo>
                  <a:lnTo>
                    <a:pt x="0" y="658"/>
                  </a:lnTo>
                  <a:cubicBezTo>
                    <a:pt x="0" y="667"/>
                    <a:pt x="8" y="674"/>
                    <a:pt x="15" y="674"/>
                  </a:cubicBezTo>
                  <a:lnTo>
                    <a:pt x="15" y="708"/>
                  </a:lnTo>
                  <a:cubicBezTo>
                    <a:pt x="15" y="717"/>
                    <a:pt x="22" y="723"/>
                    <a:pt x="29" y="723"/>
                  </a:cubicBezTo>
                  <a:lnTo>
                    <a:pt x="279" y="723"/>
                  </a:lnTo>
                  <a:cubicBezTo>
                    <a:pt x="285" y="723"/>
                    <a:pt x="291" y="717"/>
                    <a:pt x="291" y="713"/>
                  </a:cubicBezTo>
                  <a:cubicBezTo>
                    <a:pt x="291" y="707"/>
                    <a:pt x="285" y="701"/>
                    <a:pt x="279" y="701"/>
                  </a:cubicBezTo>
                  <a:lnTo>
                    <a:pt x="34" y="701"/>
                  </a:lnTo>
                  <a:lnTo>
                    <a:pt x="34" y="672"/>
                  </a:lnTo>
                  <a:lnTo>
                    <a:pt x="383" y="672"/>
                  </a:lnTo>
                  <a:lnTo>
                    <a:pt x="383" y="701"/>
                  </a:lnTo>
                  <a:lnTo>
                    <a:pt x="321" y="701"/>
                  </a:lnTo>
                  <a:cubicBezTo>
                    <a:pt x="315" y="701"/>
                    <a:pt x="311" y="707"/>
                    <a:pt x="311" y="713"/>
                  </a:cubicBezTo>
                  <a:cubicBezTo>
                    <a:pt x="311" y="717"/>
                    <a:pt x="315" y="723"/>
                    <a:pt x="321" y="723"/>
                  </a:cubicBezTo>
                  <a:lnTo>
                    <a:pt x="390" y="723"/>
                  </a:lnTo>
                  <a:cubicBezTo>
                    <a:pt x="399" y="723"/>
                    <a:pt x="405" y="716"/>
                    <a:pt x="405" y="708"/>
                  </a:cubicBezTo>
                  <a:lnTo>
                    <a:pt x="405" y="674"/>
                  </a:lnTo>
                  <a:cubicBezTo>
                    <a:pt x="414" y="672"/>
                    <a:pt x="419" y="665"/>
                    <a:pt x="419" y="658"/>
                  </a:cubicBezTo>
                  <a:lnTo>
                    <a:pt x="419" y="609"/>
                  </a:lnTo>
                  <a:cubicBezTo>
                    <a:pt x="419" y="600"/>
                    <a:pt x="412" y="593"/>
                    <a:pt x="402" y="593"/>
                  </a:cubicBezTo>
                  <a:lnTo>
                    <a:pt x="340" y="593"/>
                  </a:lnTo>
                  <a:lnTo>
                    <a:pt x="340" y="541"/>
                  </a:lnTo>
                  <a:cubicBezTo>
                    <a:pt x="340" y="509"/>
                    <a:pt x="323" y="477"/>
                    <a:pt x="298" y="460"/>
                  </a:cubicBezTo>
                  <a:cubicBezTo>
                    <a:pt x="318" y="456"/>
                    <a:pt x="337" y="451"/>
                    <a:pt x="354" y="446"/>
                  </a:cubicBezTo>
                  <a:cubicBezTo>
                    <a:pt x="357" y="443"/>
                    <a:pt x="359" y="441"/>
                    <a:pt x="362" y="438"/>
                  </a:cubicBezTo>
                  <a:cubicBezTo>
                    <a:pt x="363" y="434"/>
                    <a:pt x="362" y="433"/>
                    <a:pt x="359" y="430"/>
                  </a:cubicBezTo>
                  <a:cubicBezTo>
                    <a:pt x="351" y="417"/>
                    <a:pt x="347" y="401"/>
                    <a:pt x="343" y="379"/>
                  </a:cubicBezTo>
                  <a:lnTo>
                    <a:pt x="702" y="379"/>
                  </a:lnTo>
                  <a:cubicBezTo>
                    <a:pt x="711" y="379"/>
                    <a:pt x="720" y="372"/>
                    <a:pt x="720" y="360"/>
                  </a:cubicBezTo>
                  <a:lnTo>
                    <a:pt x="720" y="337"/>
                  </a:lnTo>
                  <a:cubicBezTo>
                    <a:pt x="720" y="329"/>
                    <a:pt x="713" y="318"/>
                    <a:pt x="702" y="318"/>
                  </a:cubicBezTo>
                  <a:lnTo>
                    <a:pt x="694" y="318"/>
                  </a:lnTo>
                  <a:lnTo>
                    <a:pt x="694" y="58"/>
                  </a:lnTo>
                  <a:lnTo>
                    <a:pt x="702" y="58"/>
                  </a:lnTo>
                  <a:lnTo>
                    <a:pt x="702" y="61"/>
                  </a:lnTo>
                  <a:cubicBezTo>
                    <a:pt x="711" y="61"/>
                    <a:pt x="720" y="54"/>
                    <a:pt x="720" y="43"/>
                  </a:cubicBezTo>
                  <a:lnTo>
                    <a:pt x="720" y="19"/>
                  </a:lnTo>
                  <a:cubicBezTo>
                    <a:pt x="720" y="9"/>
                    <a:pt x="713" y="1"/>
                    <a:pt x="702" y="1"/>
                  </a:cubicBezTo>
                  <a:lnTo>
                    <a:pt x="388" y="1"/>
                  </a:lnTo>
                  <a:cubicBezTo>
                    <a:pt x="383" y="1"/>
                    <a:pt x="377" y="6"/>
                    <a:pt x="377" y="12"/>
                  </a:cubicBezTo>
                  <a:cubicBezTo>
                    <a:pt x="377" y="18"/>
                    <a:pt x="383" y="22"/>
                    <a:pt x="388" y="22"/>
                  </a:cubicBezTo>
                  <a:lnTo>
                    <a:pt x="698" y="22"/>
                  </a:lnTo>
                  <a:lnTo>
                    <a:pt x="698" y="40"/>
                  </a:lnTo>
                  <a:lnTo>
                    <a:pt x="285" y="40"/>
                  </a:lnTo>
                  <a:lnTo>
                    <a:pt x="285" y="22"/>
                  </a:lnTo>
                  <a:lnTo>
                    <a:pt x="347" y="22"/>
                  </a:lnTo>
                  <a:cubicBezTo>
                    <a:pt x="351" y="22"/>
                    <a:pt x="357" y="18"/>
                    <a:pt x="357" y="12"/>
                  </a:cubicBezTo>
                  <a:cubicBezTo>
                    <a:pt x="357" y="6"/>
                    <a:pt x="351" y="1"/>
                    <a:pt x="3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9"/>
            <p:cNvSpPr/>
            <p:nvPr/>
          </p:nvSpPr>
          <p:spPr>
            <a:xfrm>
              <a:off x="4793856" y="2261439"/>
              <a:ext cx="13031" cy="15864"/>
            </a:xfrm>
            <a:custGeom>
              <a:rect b="b" l="l" r="r" t="t"/>
              <a:pathLst>
                <a:path extrusionOk="0" h="28" w="23">
                  <a:moveTo>
                    <a:pt x="11" y="0"/>
                  </a:moveTo>
                  <a:cubicBezTo>
                    <a:pt x="5" y="0"/>
                    <a:pt x="1" y="6"/>
                    <a:pt x="1" y="12"/>
                  </a:cubicBezTo>
                  <a:lnTo>
                    <a:pt x="1" y="17"/>
                  </a:lnTo>
                  <a:cubicBezTo>
                    <a:pt x="1" y="22"/>
                    <a:pt x="3" y="27"/>
                    <a:pt x="11" y="27"/>
                  </a:cubicBezTo>
                  <a:cubicBezTo>
                    <a:pt x="16" y="27"/>
                    <a:pt x="22" y="22"/>
                    <a:pt x="22" y="17"/>
                  </a:cubicBezTo>
                  <a:lnTo>
                    <a:pt x="22" y="12"/>
                  </a:lnTo>
                  <a:cubicBezTo>
                    <a:pt x="22" y="6"/>
                    <a:pt x="16"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9"/>
            <p:cNvSpPr/>
            <p:nvPr/>
          </p:nvSpPr>
          <p:spPr>
            <a:xfrm>
              <a:off x="4832382" y="2261439"/>
              <a:ext cx="13031" cy="15864"/>
            </a:xfrm>
            <a:custGeom>
              <a:rect b="b" l="l" r="r" t="t"/>
              <a:pathLst>
                <a:path extrusionOk="0" h="28" w="23">
                  <a:moveTo>
                    <a:pt x="12" y="0"/>
                  </a:moveTo>
                  <a:cubicBezTo>
                    <a:pt x="6" y="0"/>
                    <a:pt x="0" y="6"/>
                    <a:pt x="0" y="12"/>
                  </a:cubicBezTo>
                  <a:lnTo>
                    <a:pt x="0" y="17"/>
                  </a:lnTo>
                  <a:cubicBezTo>
                    <a:pt x="0" y="22"/>
                    <a:pt x="6" y="27"/>
                    <a:pt x="12" y="27"/>
                  </a:cubicBezTo>
                  <a:cubicBezTo>
                    <a:pt x="16" y="27"/>
                    <a:pt x="22" y="22"/>
                    <a:pt x="22" y="17"/>
                  </a:cubicBezTo>
                  <a:lnTo>
                    <a:pt x="22" y="12"/>
                  </a:lnTo>
                  <a:cubicBezTo>
                    <a:pt x="22" y="6"/>
                    <a:pt x="16"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9"/>
            <p:cNvSpPr/>
            <p:nvPr/>
          </p:nvSpPr>
          <p:spPr>
            <a:xfrm>
              <a:off x="4811986" y="2392313"/>
              <a:ext cx="12464" cy="19263"/>
            </a:xfrm>
            <a:custGeom>
              <a:rect b="b" l="l" r="r" t="t"/>
              <a:pathLst>
                <a:path extrusionOk="0" h="34" w="22">
                  <a:moveTo>
                    <a:pt x="12" y="0"/>
                  </a:moveTo>
                  <a:cubicBezTo>
                    <a:pt x="6" y="0"/>
                    <a:pt x="0" y="6"/>
                    <a:pt x="0" y="12"/>
                  </a:cubicBezTo>
                  <a:lnTo>
                    <a:pt x="0" y="22"/>
                  </a:lnTo>
                  <a:cubicBezTo>
                    <a:pt x="0" y="28"/>
                    <a:pt x="6" y="33"/>
                    <a:pt x="12" y="33"/>
                  </a:cubicBezTo>
                  <a:cubicBezTo>
                    <a:pt x="16" y="33"/>
                    <a:pt x="22" y="28"/>
                    <a:pt x="22" y="22"/>
                  </a:cubicBezTo>
                  <a:lnTo>
                    <a:pt x="22" y="12"/>
                  </a:lnTo>
                  <a:cubicBezTo>
                    <a:pt x="22" y="6"/>
                    <a:pt x="16"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49"/>
          <p:cNvGrpSpPr/>
          <p:nvPr/>
        </p:nvGrpSpPr>
        <p:grpSpPr>
          <a:xfrm>
            <a:off x="3898703" y="2052380"/>
            <a:ext cx="410184" cy="413019"/>
            <a:chOff x="3898703" y="2052380"/>
            <a:chExt cx="410184" cy="413019"/>
          </a:xfrm>
        </p:grpSpPr>
        <p:sp>
          <p:nvSpPr>
            <p:cNvPr id="2903" name="Google Shape;2903;p49"/>
            <p:cNvSpPr/>
            <p:nvPr/>
          </p:nvSpPr>
          <p:spPr>
            <a:xfrm>
              <a:off x="4160450" y="2111868"/>
              <a:ext cx="104246" cy="91782"/>
            </a:xfrm>
            <a:custGeom>
              <a:rect b="b" l="l" r="r" t="t"/>
              <a:pathLst>
                <a:path extrusionOk="0" h="162" w="184">
                  <a:moveTo>
                    <a:pt x="74" y="24"/>
                  </a:moveTo>
                  <a:lnTo>
                    <a:pt x="86" y="73"/>
                  </a:lnTo>
                  <a:lnTo>
                    <a:pt x="35" y="88"/>
                  </a:lnTo>
                  <a:cubicBezTo>
                    <a:pt x="31" y="76"/>
                    <a:pt x="32" y="66"/>
                    <a:pt x="38" y="55"/>
                  </a:cubicBezTo>
                  <a:cubicBezTo>
                    <a:pt x="45" y="40"/>
                    <a:pt x="58" y="30"/>
                    <a:pt x="74" y="24"/>
                  </a:cubicBezTo>
                  <a:close/>
                  <a:moveTo>
                    <a:pt x="94" y="23"/>
                  </a:moveTo>
                  <a:cubicBezTo>
                    <a:pt x="102" y="23"/>
                    <a:pt x="109" y="24"/>
                    <a:pt x="116" y="29"/>
                  </a:cubicBezTo>
                  <a:cubicBezTo>
                    <a:pt x="146" y="43"/>
                    <a:pt x="159" y="76"/>
                    <a:pt x="145" y="108"/>
                  </a:cubicBezTo>
                  <a:cubicBezTo>
                    <a:pt x="139" y="120"/>
                    <a:pt x="130" y="130"/>
                    <a:pt x="117" y="134"/>
                  </a:cubicBezTo>
                  <a:cubicBezTo>
                    <a:pt x="115" y="122"/>
                    <a:pt x="97" y="36"/>
                    <a:pt x="94" y="23"/>
                  </a:cubicBezTo>
                  <a:close/>
                  <a:moveTo>
                    <a:pt x="89" y="95"/>
                  </a:moveTo>
                  <a:lnTo>
                    <a:pt x="97" y="140"/>
                  </a:lnTo>
                  <a:cubicBezTo>
                    <a:pt x="87" y="140"/>
                    <a:pt x="76" y="138"/>
                    <a:pt x="65" y="134"/>
                  </a:cubicBezTo>
                  <a:cubicBezTo>
                    <a:pt x="54" y="130"/>
                    <a:pt x="45" y="120"/>
                    <a:pt x="39" y="109"/>
                  </a:cubicBezTo>
                  <a:cubicBezTo>
                    <a:pt x="67" y="102"/>
                    <a:pt x="61" y="104"/>
                    <a:pt x="89" y="95"/>
                  </a:cubicBezTo>
                  <a:close/>
                  <a:moveTo>
                    <a:pt x="94" y="0"/>
                  </a:moveTo>
                  <a:cubicBezTo>
                    <a:pt x="63" y="0"/>
                    <a:pt x="34" y="17"/>
                    <a:pt x="21" y="44"/>
                  </a:cubicBezTo>
                  <a:cubicBezTo>
                    <a:pt x="0" y="83"/>
                    <a:pt x="16" y="133"/>
                    <a:pt x="57" y="153"/>
                  </a:cubicBezTo>
                  <a:cubicBezTo>
                    <a:pt x="68" y="158"/>
                    <a:pt x="79" y="161"/>
                    <a:pt x="91" y="161"/>
                  </a:cubicBezTo>
                  <a:cubicBezTo>
                    <a:pt x="121" y="161"/>
                    <a:pt x="151" y="144"/>
                    <a:pt x="165" y="117"/>
                  </a:cubicBezTo>
                  <a:cubicBezTo>
                    <a:pt x="184" y="76"/>
                    <a:pt x="168" y="29"/>
                    <a:pt x="129" y="8"/>
                  </a:cubicBezTo>
                  <a:cubicBezTo>
                    <a:pt x="118" y="3"/>
                    <a:pt x="106"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9"/>
            <p:cNvSpPr/>
            <p:nvPr/>
          </p:nvSpPr>
          <p:spPr>
            <a:xfrm>
              <a:off x="4098130" y="2129431"/>
              <a:ext cx="54956" cy="13031"/>
            </a:xfrm>
            <a:custGeom>
              <a:rect b="b" l="l" r="r" t="t"/>
              <a:pathLst>
                <a:path extrusionOk="0" h="23" w="97">
                  <a:moveTo>
                    <a:pt x="11" y="0"/>
                  </a:moveTo>
                  <a:cubicBezTo>
                    <a:pt x="5" y="0"/>
                    <a:pt x="1" y="6"/>
                    <a:pt x="1" y="12"/>
                  </a:cubicBezTo>
                  <a:cubicBezTo>
                    <a:pt x="1" y="18"/>
                    <a:pt x="5" y="22"/>
                    <a:pt x="11" y="22"/>
                  </a:cubicBezTo>
                  <a:lnTo>
                    <a:pt x="84" y="22"/>
                  </a:lnTo>
                  <a:cubicBezTo>
                    <a:pt x="90" y="22"/>
                    <a:pt x="96" y="16"/>
                    <a:pt x="96" y="12"/>
                  </a:cubicBezTo>
                  <a:cubicBezTo>
                    <a:pt x="96" y="6"/>
                    <a:pt x="90"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9"/>
            <p:cNvSpPr/>
            <p:nvPr/>
          </p:nvSpPr>
          <p:spPr>
            <a:xfrm>
              <a:off x="4098130" y="2149827"/>
              <a:ext cx="54956" cy="13031"/>
            </a:xfrm>
            <a:custGeom>
              <a:rect b="b" l="l" r="r" t="t"/>
              <a:pathLst>
                <a:path extrusionOk="0" h="23" w="97">
                  <a:moveTo>
                    <a:pt x="11" y="1"/>
                  </a:moveTo>
                  <a:cubicBezTo>
                    <a:pt x="5" y="1"/>
                    <a:pt x="1" y="6"/>
                    <a:pt x="1" y="12"/>
                  </a:cubicBezTo>
                  <a:cubicBezTo>
                    <a:pt x="1" y="16"/>
                    <a:pt x="5" y="22"/>
                    <a:pt x="11" y="22"/>
                  </a:cubicBezTo>
                  <a:lnTo>
                    <a:pt x="84" y="22"/>
                  </a:lnTo>
                  <a:cubicBezTo>
                    <a:pt x="90" y="22"/>
                    <a:pt x="96" y="16"/>
                    <a:pt x="96" y="12"/>
                  </a:cubicBezTo>
                  <a:cubicBezTo>
                    <a:pt x="96" y="6"/>
                    <a:pt x="90" y="1"/>
                    <a:pt x="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9"/>
            <p:cNvSpPr/>
            <p:nvPr/>
          </p:nvSpPr>
          <p:spPr>
            <a:xfrm>
              <a:off x="4098130" y="2169657"/>
              <a:ext cx="54956" cy="12464"/>
            </a:xfrm>
            <a:custGeom>
              <a:rect b="b" l="l" r="r" t="t"/>
              <a:pathLst>
                <a:path extrusionOk="0" h="22" w="97">
                  <a:moveTo>
                    <a:pt x="11" y="0"/>
                  </a:moveTo>
                  <a:cubicBezTo>
                    <a:pt x="5" y="0"/>
                    <a:pt x="1" y="5"/>
                    <a:pt x="1" y="10"/>
                  </a:cubicBezTo>
                  <a:cubicBezTo>
                    <a:pt x="1" y="18"/>
                    <a:pt x="5" y="22"/>
                    <a:pt x="11" y="22"/>
                  </a:cubicBezTo>
                  <a:lnTo>
                    <a:pt x="84" y="22"/>
                  </a:lnTo>
                  <a:cubicBezTo>
                    <a:pt x="90" y="22"/>
                    <a:pt x="96" y="16"/>
                    <a:pt x="96" y="10"/>
                  </a:cubicBezTo>
                  <a:cubicBezTo>
                    <a:pt x="96" y="5"/>
                    <a:pt x="90"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9"/>
            <p:cNvSpPr/>
            <p:nvPr/>
          </p:nvSpPr>
          <p:spPr>
            <a:xfrm>
              <a:off x="4049406" y="2052380"/>
              <a:ext cx="259481" cy="215857"/>
            </a:xfrm>
            <a:custGeom>
              <a:rect b="b" l="l" r="r" t="t"/>
              <a:pathLst>
                <a:path extrusionOk="0" h="381" w="458">
                  <a:moveTo>
                    <a:pt x="407" y="63"/>
                  </a:moveTo>
                  <a:lnTo>
                    <a:pt x="407" y="323"/>
                  </a:lnTo>
                  <a:lnTo>
                    <a:pt x="48" y="323"/>
                  </a:lnTo>
                  <a:lnTo>
                    <a:pt x="48" y="63"/>
                  </a:lnTo>
                  <a:close/>
                  <a:moveTo>
                    <a:pt x="435" y="343"/>
                  </a:moveTo>
                  <a:lnTo>
                    <a:pt x="435" y="359"/>
                  </a:lnTo>
                  <a:lnTo>
                    <a:pt x="22" y="359"/>
                  </a:lnTo>
                  <a:lnTo>
                    <a:pt x="22" y="343"/>
                  </a:lnTo>
                  <a:close/>
                  <a:moveTo>
                    <a:pt x="17" y="1"/>
                  </a:moveTo>
                  <a:cubicBezTo>
                    <a:pt x="9" y="1"/>
                    <a:pt x="0" y="8"/>
                    <a:pt x="0" y="19"/>
                  </a:cubicBezTo>
                  <a:lnTo>
                    <a:pt x="0" y="43"/>
                  </a:lnTo>
                  <a:cubicBezTo>
                    <a:pt x="0" y="51"/>
                    <a:pt x="6" y="61"/>
                    <a:pt x="17" y="61"/>
                  </a:cubicBezTo>
                  <a:lnTo>
                    <a:pt x="26" y="61"/>
                  </a:lnTo>
                  <a:lnTo>
                    <a:pt x="26" y="320"/>
                  </a:lnTo>
                  <a:lnTo>
                    <a:pt x="17" y="320"/>
                  </a:lnTo>
                  <a:cubicBezTo>
                    <a:pt x="9" y="320"/>
                    <a:pt x="0" y="327"/>
                    <a:pt x="0" y="339"/>
                  </a:cubicBezTo>
                  <a:lnTo>
                    <a:pt x="0" y="362"/>
                  </a:lnTo>
                  <a:cubicBezTo>
                    <a:pt x="0" y="370"/>
                    <a:pt x="6" y="381"/>
                    <a:pt x="17" y="381"/>
                  </a:cubicBezTo>
                  <a:lnTo>
                    <a:pt x="439" y="381"/>
                  </a:lnTo>
                  <a:cubicBezTo>
                    <a:pt x="449" y="381"/>
                    <a:pt x="458" y="373"/>
                    <a:pt x="458" y="362"/>
                  </a:cubicBezTo>
                  <a:lnTo>
                    <a:pt x="458" y="339"/>
                  </a:lnTo>
                  <a:cubicBezTo>
                    <a:pt x="458" y="330"/>
                    <a:pt x="451" y="320"/>
                    <a:pt x="439" y="320"/>
                  </a:cubicBezTo>
                  <a:lnTo>
                    <a:pt x="430" y="320"/>
                  </a:lnTo>
                  <a:lnTo>
                    <a:pt x="430" y="61"/>
                  </a:lnTo>
                  <a:lnTo>
                    <a:pt x="438" y="61"/>
                  </a:lnTo>
                  <a:cubicBezTo>
                    <a:pt x="448" y="61"/>
                    <a:pt x="456" y="54"/>
                    <a:pt x="456" y="43"/>
                  </a:cubicBezTo>
                  <a:lnTo>
                    <a:pt x="456" y="19"/>
                  </a:lnTo>
                  <a:cubicBezTo>
                    <a:pt x="456" y="9"/>
                    <a:pt x="449" y="1"/>
                    <a:pt x="438" y="1"/>
                  </a:cubicBezTo>
                  <a:lnTo>
                    <a:pt x="124" y="1"/>
                  </a:lnTo>
                  <a:cubicBezTo>
                    <a:pt x="118" y="1"/>
                    <a:pt x="113" y="6"/>
                    <a:pt x="113" y="12"/>
                  </a:cubicBezTo>
                  <a:cubicBezTo>
                    <a:pt x="113" y="18"/>
                    <a:pt x="118" y="22"/>
                    <a:pt x="124" y="22"/>
                  </a:cubicBezTo>
                  <a:lnTo>
                    <a:pt x="435" y="22"/>
                  </a:lnTo>
                  <a:lnTo>
                    <a:pt x="435" y="40"/>
                  </a:lnTo>
                  <a:lnTo>
                    <a:pt x="22" y="40"/>
                  </a:lnTo>
                  <a:lnTo>
                    <a:pt x="22" y="22"/>
                  </a:lnTo>
                  <a:lnTo>
                    <a:pt x="82" y="22"/>
                  </a:lnTo>
                  <a:cubicBezTo>
                    <a:pt x="88" y="22"/>
                    <a:pt x="94" y="18"/>
                    <a:pt x="94" y="12"/>
                  </a:cubicBezTo>
                  <a:cubicBezTo>
                    <a:pt x="94" y="6"/>
                    <a:pt x="88" y="1"/>
                    <a:pt x="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9"/>
            <p:cNvSpPr/>
            <p:nvPr/>
          </p:nvSpPr>
          <p:spPr>
            <a:xfrm>
              <a:off x="3898703" y="2252940"/>
              <a:ext cx="213024" cy="212458"/>
            </a:xfrm>
            <a:custGeom>
              <a:rect b="b" l="l" r="r" t="t"/>
              <a:pathLst>
                <a:path extrusionOk="0" h="375" w="376">
                  <a:moveTo>
                    <a:pt x="240" y="70"/>
                  </a:moveTo>
                  <a:lnTo>
                    <a:pt x="240" y="99"/>
                  </a:lnTo>
                  <a:lnTo>
                    <a:pt x="226" y="99"/>
                  </a:lnTo>
                  <a:lnTo>
                    <a:pt x="226" y="70"/>
                  </a:lnTo>
                  <a:close/>
                  <a:moveTo>
                    <a:pt x="241" y="120"/>
                  </a:moveTo>
                  <a:lnTo>
                    <a:pt x="241" y="149"/>
                  </a:lnTo>
                  <a:lnTo>
                    <a:pt x="227" y="149"/>
                  </a:lnTo>
                  <a:lnTo>
                    <a:pt x="227" y="120"/>
                  </a:lnTo>
                  <a:close/>
                  <a:moveTo>
                    <a:pt x="52" y="1"/>
                  </a:moveTo>
                  <a:cubicBezTo>
                    <a:pt x="46" y="1"/>
                    <a:pt x="41" y="6"/>
                    <a:pt x="41" y="12"/>
                  </a:cubicBezTo>
                  <a:lnTo>
                    <a:pt x="41" y="246"/>
                  </a:lnTo>
                  <a:lnTo>
                    <a:pt x="10" y="246"/>
                  </a:lnTo>
                  <a:cubicBezTo>
                    <a:pt x="5" y="246"/>
                    <a:pt x="0" y="252"/>
                    <a:pt x="0" y="258"/>
                  </a:cubicBezTo>
                  <a:cubicBezTo>
                    <a:pt x="0" y="263"/>
                    <a:pt x="5" y="268"/>
                    <a:pt x="10" y="268"/>
                  </a:cubicBezTo>
                  <a:lnTo>
                    <a:pt x="354" y="268"/>
                  </a:lnTo>
                  <a:lnTo>
                    <a:pt x="354" y="311"/>
                  </a:lnTo>
                  <a:lnTo>
                    <a:pt x="10" y="311"/>
                  </a:lnTo>
                  <a:cubicBezTo>
                    <a:pt x="5" y="311"/>
                    <a:pt x="0" y="317"/>
                    <a:pt x="0" y="323"/>
                  </a:cubicBezTo>
                  <a:cubicBezTo>
                    <a:pt x="0" y="328"/>
                    <a:pt x="5" y="333"/>
                    <a:pt x="10" y="333"/>
                  </a:cubicBezTo>
                  <a:lnTo>
                    <a:pt x="291" y="333"/>
                  </a:lnTo>
                  <a:lnTo>
                    <a:pt x="291" y="353"/>
                  </a:lnTo>
                  <a:lnTo>
                    <a:pt x="230" y="353"/>
                  </a:lnTo>
                  <a:cubicBezTo>
                    <a:pt x="224" y="353"/>
                    <a:pt x="218" y="359"/>
                    <a:pt x="218" y="365"/>
                  </a:cubicBezTo>
                  <a:cubicBezTo>
                    <a:pt x="218" y="369"/>
                    <a:pt x="224" y="375"/>
                    <a:pt x="230" y="375"/>
                  </a:cubicBezTo>
                  <a:lnTo>
                    <a:pt x="302" y="375"/>
                  </a:lnTo>
                  <a:cubicBezTo>
                    <a:pt x="306" y="375"/>
                    <a:pt x="312" y="369"/>
                    <a:pt x="312" y="365"/>
                  </a:cubicBezTo>
                  <a:lnTo>
                    <a:pt x="312" y="333"/>
                  </a:lnTo>
                  <a:lnTo>
                    <a:pt x="364" y="333"/>
                  </a:lnTo>
                  <a:cubicBezTo>
                    <a:pt x="370" y="333"/>
                    <a:pt x="376" y="328"/>
                    <a:pt x="376" y="323"/>
                  </a:cubicBezTo>
                  <a:lnTo>
                    <a:pt x="376" y="259"/>
                  </a:lnTo>
                  <a:cubicBezTo>
                    <a:pt x="374" y="250"/>
                    <a:pt x="369" y="245"/>
                    <a:pt x="363" y="245"/>
                  </a:cubicBezTo>
                  <a:lnTo>
                    <a:pt x="227" y="245"/>
                  </a:lnTo>
                  <a:lnTo>
                    <a:pt x="227" y="171"/>
                  </a:lnTo>
                  <a:lnTo>
                    <a:pt x="240" y="171"/>
                  </a:lnTo>
                  <a:cubicBezTo>
                    <a:pt x="253" y="171"/>
                    <a:pt x="262" y="161"/>
                    <a:pt x="262" y="149"/>
                  </a:cubicBezTo>
                  <a:lnTo>
                    <a:pt x="262" y="71"/>
                  </a:lnTo>
                  <a:cubicBezTo>
                    <a:pt x="262" y="58"/>
                    <a:pt x="253" y="50"/>
                    <a:pt x="240" y="50"/>
                  </a:cubicBezTo>
                  <a:lnTo>
                    <a:pt x="227" y="50"/>
                  </a:lnTo>
                  <a:lnTo>
                    <a:pt x="227" y="12"/>
                  </a:lnTo>
                  <a:cubicBezTo>
                    <a:pt x="227" y="6"/>
                    <a:pt x="223" y="1"/>
                    <a:pt x="217" y="1"/>
                  </a:cubicBezTo>
                  <a:lnTo>
                    <a:pt x="132" y="1"/>
                  </a:lnTo>
                  <a:cubicBezTo>
                    <a:pt x="126" y="1"/>
                    <a:pt x="122" y="6"/>
                    <a:pt x="122" y="12"/>
                  </a:cubicBezTo>
                  <a:cubicBezTo>
                    <a:pt x="122" y="16"/>
                    <a:pt x="126" y="22"/>
                    <a:pt x="132" y="22"/>
                  </a:cubicBezTo>
                  <a:lnTo>
                    <a:pt x="208" y="22"/>
                  </a:lnTo>
                  <a:lnTo>
                    <a:pt x="208" y="246"/>
                  </a:lnTo>
                  <a:lnTo>
                    <a:pt x="64" y="246"/>
                  </a:lnTo>
                  <a:lnTo>
                    <a:pt x="64" y="22"/>
                  </a:lnTo>
                  <a:lnTo>
                    <a:pt x="90" y="22"/>
                  </a:lnTo>
                  <a:cubicBezTo>
                    <a:pt x="96" y="22"/>
                    <a:pt x="101" y="16"/>
                    <a:pt x="101" y="12"/>
                  </a:cubicBezTo>
                  <a:cubicBezTo>
                    <a:pt x="101" y="6"/>
                    <a:pt x="96" y="1"/>
                    <a:pt x="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9"/>
            <p:cNvSpPr/>
            <p:nvPr/>
          </p:nvSpPr>
          <p:spPr>
            <a:xfrm>
              <a:off x="3898703" y="2451235"/>
              <a:ext cx="111611" cy="12464"/>
            </a:xfrm>
            <a:custGeom>
              <a:rect b="b" l="l" r="r" t="t"/>
              <a:pathLst>
                <a:path extrusionOk="0" h="22" w="197">
                  <a:moveTo>
                    <a:pt x="10" y="0"/>
                  </a:moveTo>
                  <a:cubicBezTo>
                    <a:pt x="6" y="0"/>
                    <a:pt x="0" y="4"/>
                    <a:pt x="0" y="10"/>
                  </a:cubicBezTo>
                  <a:cubicBezTo>
                    <a:pt x="0" y="16"/>
                    <a:pt x="6" y="22"/>
                    <a:pt x="10" y="22"/>
                  </a:cubicBezTo>
                  <a:lnTo>
                    <a:pt x="187" y="22"/>
                  </a:lnTo>
                  <a:cubicBezTo>
                    <a:pt x="191" y="22"/>
                    <a:pt x="197" y="16"/>
                    <a:pt x="197" y="10"/>
                  </a:cubicBezTo>
                  <a:cubicBezTo>
                    <a:pt x="197" y="4"/>
                    <a:pt x="191"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9"/>
            <p:cNvSpPr/>
            <p:nvPr/>
          </p:nvSpPr>
          <p:spPr>
            <a:xfrm>
              <a:off x="3943461" y="2281835"/>
              <a:ext cx="63454" cy="93482"/>
            </a:xfrm>
            <a:custGeom>
              <a:rect b="b" l="l" r="r" t="t"/>
              <a:pathLst>
                <a:path extrusionOk="0" h="165" w="112">
                  <a:moveTo>
                    <a:pt x="89" y="22"/>
                  </a:moveTo>
                  <a:lnTo>
                    <a:pt x="89" y="143"/>
                  </a:lnTo>
                  <a:lnTo>
                    <a:pt x="21" y="143"/>
                  </a:lnTo>
                  <a:lnTo>
                    <a:pt x="21" y="22"/>
                  </a:lnTo>
                  <a:close/>
                  <a:moveTo>
                    <a:pt x="11" y="0"/>
                  </a:moveTo>
                  <a:cubicBezTo>
                    <a:pt x="4" y="0"/>
                    <a:pt x="1" y="4"/>
                    <a:pt x="1" y="12"/>
                  </a:cubicBezTo>
                  <a:lnTo>
                    <a:pt x="1" y="153"/>
                  </a:lnTo>
                  <a:cubicBezTo>
                    <a:pt x="1" y="159"/>
                    <a:pt x="6" y="165"/>
                    <a:pt x="11" y="165"/>
                  </a:cubicBezTo>
                  <a:lnTo>
                    <a:pt x="102" y="165"/>
                  </a:lnTo>
                  <a:cubicBezTo>
                    <a:pt x="108" y="165"/>
                    <a:pt x="112" y="159"/>
                    <a:pt x="112" y="153"/>
                  </a:cubicBezTo>
                  <a:lnTo>
                    <a:pt x="112" y="12"/>
                  </a:lnTo>
                  <a:cubicBezTo>
                    <a:pt x="112" y="6"/>
                    <a:pt x="108" y="0"/>
                    <a:pt x="1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9"/>
            <p:cNvSpPr/>
            <p:nvPr/>
          </p:nvSpPr>
          <p:spPr>
            <a:xfrm>
              <a:off x="3968389" y="2304497"/>
              <a:ext cx="12464" cy="18696"/>
            </a:xfrm>
            <a:custGeom>
              <a:rect b="b" l="l" r="r" t="t"/>
              <a:pathLst>
                <a:path extrusionOk="0" h="33" w="22">
                  <a:moveTo>
                    <a:pt x="10" y="1"/>
                  </a:moveTo>
                  <a:cubicBezTo>
                    <a:pt x="6" y="1"/>
                    <a:pt x="0" y="6"/>
                    <a:pt x="0" y="11"/>
                  </a:cubicBezTo>
                  <a:lnTo>
                    <a:pt x="0" y="22"/>
                  </a:lnTo>
                  <a:cubicBezTo>
                    <a:pt x="0" y="28"/>
                    <a:pt x="6" y="32"/>
                    <a:pt x="10" y="32"/>
                  </a:cubicBezTo>
                  <a:cubicBezTo>
                    <a:pt x="16" y="32"/>
                    <a:pt x="22" y="28"/>
                    <a:pt x="22" y="22"/>
                  </a:cubicBezTo>
                  <a:lnTo>
                    <a:pt x="22" y="11"/>
                  </a:lnTo>
                  <a:cubicBezTo>
                    <a:pt x="22" y="6"/>
                    <a:pt x="16" y="1"/>
                    <a:pt x="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9"/>
            <p:cNvSpPr/>
            <p:nvPr/>
          </p:nvSpPr>
          <p:spPr>
            <a:xfrm>
              <a:off x="3968389" y="2333958"/>
              <a:ext cx="12464" cy="19263"/>
            </a:xfrm>
            <a:custGeom>
              <a:rect b="b" l="l" r="r" t="t"/>
              <a:pathLst>
                <a:path extrusionOk="0" h="34" w="22">
                  <a:moveTo>
                    <a:pt x="10" y="1"/>
                  </a:moveTo>
                  <a:cubicBezTo>
                    <a:pt x="6" y="1"/>
                    <a:pt x="0" y="6"/>
                    <a:pt x="0" y="12"/>
                  </a:cubicBezTo>
                  <a:lnTo>
                    <a:pt x="0" y="22"/>
                  </a:lnTo>
                  <a:cubicBezTo>
                    <a:pt x="0" y="28"/>
                    <a:pt x="6" y="34"/>
                    <a:pt x="10" y="34"/>
                  </a:cubicBezTo>
                  <a:cubicBezTo>
                    <a:pt x="16" y="34"/>
                    <a:pt x="22" y="28"/>
                    <a:pt x="22" y="22"/>
                  </a:cubicBezTo>
                  <a:lnTo>
                    <a:pt x="22" y="12"/>
                  </a:lnTo>
                  <a:cubicBezTo>
                    <a:pt x="22" y="5"/>
                    <a:pt x="16" y="1"/>
                    <a:pt x="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49"/>
          <p:cNvGrpSpPr/>
          <p:nvPr/>
        </p:nvGrpSpPr>
        <p:grpSpPr>
          <a:xfrm>
            <a:off x="868214" y="3333361"/>
            <a:ext cx="333699" cy="409053"/>
            <a:chOff x="868214" y="3333361"/>
            <a:chExt cx="333699" cy="409053"/>
          </a:xfrm>
        </p:grpSpPr>
        <p:sp>
          <p:nvSpPr>
            <p:cNvPr id="2914" name="Google Shape;2914;p49"/>
            <p:cNvSpPr/>
            <p:nvPr/>
          </p:nvSpPr>
          <p:spPr>
            <a:xfrm>
              <a:off x="868214" y="3333361"/>
              <a:ext cx="333699" cy="409053"/>
            </a:xfrm>
            <a:custGeom>
              <a:rect b="b" l="l" r="r" t="t"/>
              <a:pathLst>
                <a:path extrusionOk="0" h="722" w="589">
                  <a:moveTo>
                    <a:pt x="357" y="75"/>
                  </a:moveTo>
                  <a:lnTo>
                    <a:pt x="295" y="148"/>
                  </a:lnTo>
                  <a:lnTo>
                    <a:pt x="236" y="75"/>
                  </a:lnTo>
                  <a:close/>
                  <a:moveTo>
                    <a:pt x="169" y="29"/>
                  </a:moveTo>
                  <a:cubicBezTo>
                    <a:pt x="194" y="58"/>
                    <a:pt x="257" y="135"/>
                    <a:pt x="279" y="162"/>
                  </a:cubicBezTo>
                  <a:lnTo>
                    <a:pt x="244" y="185"/>
                  </a:lnTo>
                  <a:lnTo>
                    <a:pt x="145" y="75"/>
                  </a:lnTo>
                  <a:lnTo>
                    <a:pt x="169" y="29"/>
                  </a:lnTo>
                  <a:close/>
                  <a:moveTo>
                    <a:pt x="419" y="29"/>
                  </a:moveTo>
                  <a:lnTo>
                    <a:pt x="441" y="77"/>
                  </a:lnTo>
                  <a:lnTo>
                    <a:pt x="344" y="185"/>
                  </a:lnTo>
                  <a:lnTo>
                    <a:pt x="309" y="162"/>
                  </a:lnTo>
                  <a:lnTo>
                    <a:pt x="419" y="29"/>
                  </a:lnTo>
                  <a:close/>
                  <a:moveTo>
                    <a:pt x="158" y="122"/>
                  </a:moveTo>
                  <a:lnTo>
                    <a:pt x="236" y="207"/>
                  </a:lnTo>
                  <a:cubicBezTo>
                    <a:pt x="237" y="209"/>
                    <a:pt x="240" y="211"/>
                    <a:pt x="244" y="211"/>
                  </a:cubicBezTo>
                  <a:cubicBezTo>
                    <a:pt x="246" y="211"/>
                    <a:pt x="248" y="210"/>
                    <a:pt x="250" y="208"/>
                  </a:cubicBezTo>
                  <a:lnTo>
                    <a:pt x="250" y="208"/>
                  </a:lnTo>
                  <a:lnTo>
                    <a:pt x="236" y="366"/>
                  </a:lnTo>
                  <a:lnTo>
                    <a:pt x="158" y="122"/>
                  </a:lnTo>
                  <a:close/>
                  <a:moveTo>
                    <a:pt x="431" y="122"/>
                  </a:moveTo>
                  <a:lnTo>
                    <a:pt x="353" y="366"/>
                  </a:lnTo>
                  <a:lnTo>
                    <a:pt x="338" y="208"/>
                  </a:lnTo>
                  <a:lnTo>
                    <a:pt x="338" y="208"/>
                  </a:lnTo>
                  <a:cubicBezTo>
                    <a:pt x="340" y="210"/>
                    <a:pt x="342" y="211"/>
                    <a:pt x="344" y="211"/>
                  </a:cubicBezTo>
                  <a:cubicBezTo>
                    <a:pt x="347" y="211"/>
                    <a:pt x="351" y="209"/>
                    <a:pt x="353" y="207"/>
                  </a:cubicBezTo>
                  <a:lnTo>
                    <a:pt x="431" y="122"/>
                  </a:lnTo>
                  <a:close/>
                  <a:moveTo>
                    <a:pt x="133" y="103"/>
                  </a:moveTo>
                  <a:lnTo>
                    <a:pt x="266" y="526"/>
                  </a:lnTo>
                  <a:lnTo>
                    <a:pt x="266" y="526"/>
                  </a:lnTo>
                  <a:lnTo>
                    <a:pt x="114" y="311"/>
                  </a:lnTo>
                  <a:lnTo>
                    <a:pt x="145" y="229"/>
                  </a:lnTo>
                  <a:cubicBezTo>
                    <a:pt x="147" y="223"/>
                    <a:pt x="145" y="217"/>
                    <a:pt x="140" y="216"/>
                  </a:cubicBezTo>
                  <a:lnTo>
                    <a:pt x="78" y="187"/>
                  </a:lnTo>
                  <a:lnTo>
                    <a:pt x="133" y="103"/>
                  </a:lnTo>
                  <a:close/>
                  <a:moveTo>
                    <a:pt x="295" y="177"/>
                  </a:moveTo>
                  <a:lnTo>
                    <a:pt x="316" y="191"/>
                  </a:lnTo>
                  <a:lnTo>
                    <a:pt x="338" y="416"/>
                  </a:lnTo>
                  <a:lnTo>
                    <a:pt x="296" y="549"/>
                  </a:lnTo>
                  <a:lnTo>
                    <a:pt x="256" y="416"/>
                  </a:lnTo>
                  <a:lnTo>
                    <a:pt x="276" y="191"/>
                  </a:lnTo>
                  <a:lnTo>
                    <a:pt x="295" y="177"/>
                  </a:lnTo>
                  <a:close/>
                  <a:moveTo>
                    <a:pt x="165" y="0"/>
                  </a:moveTo>
                  <a:cubicBezTo>
                    <a:pt x="160" y="0"/>
                    <a:pt x="158" y="3"/>
                    <a:pt x="156" y="6"/>
                  </a:cubicBezTo>
                  <a:lnTo>
                    <a:pt x="123" y="75"/>
                  </a:lnTo>
                  <a:lnTo>
                    <a:pt x="87" y="129"/>
                  </a:lnTo>
                  <a:lnTo>
                    <a:pt x="67" y="129"/>
                  </a:lnTo>
                  <a:cubicBezTo>
                    <a:pt x="30" y="129"/>
                    <a:pt x="0" y="159"/>
                    <a:pt x="0" y="195"/>
                  </a:cubicBezTo>
                  <a:lnTo>
                    <a:pt x="0" y="655"/>
                  </a:lnTo>
                  <a:cubicBezTo>
                    <a:pt x="0" y="691"/>
                    <a:pt x="30" y="721"/>
                    <a:pt x="67" y="721"/>
                  </a:cubicBezTo>
                  <a:lnTo>
                    <a:pt x="113" y="721"/>
                  </a:lnTo>
                  <a:cubicBezTo>
                    <a:pt x="117" y="721"/>
                    <a:pt x="123" y="715"/>
                    <a:pt x="123" y="710"/>
                  </a:cubicBezTo>
                  <a:cubicBezTo>
                    <a:pt x="123" y="705"/>
                    <a:pt x="117" y="699"/>
                    <a:pt x="113" y="699"/>
                  </a:cubicBezTo>
                  <a:lnTo>
                    <a:pt x="67" y="699"/>
                  </a:lnTo>
                  <a:cubicBezTo>
                    <a:pt x="42" y="699"/>
                    <a:pt x="22" y="679"/>
                    <a:pt x="22" y="655"/>
                  </a:cubicBezTo>
                  <a:lnTo>
                    <a:pt x="22" y="195"/>
                  </a:lnTo>
                  <a:cubicBezTo>
                    <a:pt x="22" y="171"/>
                    <a:pt x="42" y="151"/>
                    <a:pt x="67" y="151"/>
                  </a:cubicBezTo>
                  <a:lnTo>
                    <a:pt x="74" y="151"/>
                  </a:lnTo>
                  <a:lnTo>
                    <a:pt x="51" y="187"/>
                  </a:lnTo>
                  <a:cubicBezTo>
                    <a:pt x="49" y="188"/>
                    <a:pt x="49" y="192"/>
                    <a:pt x="49" y="195"/>
                  </a:cubicBezTo>
                  <a:cubicBezTo>
                    <a:pt x="49" y="200"/>
                    <a:pt x="52" y="201"/>
                    <a:pt x="55" y="203"/>
                  </a:cubicBezTo>
                  <a:lnTo>
                    <a:pt x="117" y="231"/>
                  </a:lnTo>
                  <a:lnTo>
                    <a:pt x="88" y="311"/>
                  </a:lnTo>
                  <a:cubicBezTo>
                    <a:pt x="87" y="315"/>
                    <a:pt x="88" y="318"/>
                    <a:pt x="91" y="320"/>
                  </a:cubicBezTo>
                  <a:lnTo>
                    <a:pt x="283" y="594"/>
                  </a:lnTo>
                  <a:cubicBezTo>
                    <a:pt x="285" y="597"/>
                    <a:pt x="289" y="598"/>
                    <a:pt x="292" y="598"/>
                  </a:cubicBezTo>
                  <a:cubicBezTo>
                    <a:pt x="296" y="598"/>
                    <a:pt x="299" y="597"/>
                    <a:pt x="302" y="594"/>
                  </a:cubicBezTo>
                  <a:lnTo>
                    <a:pt x="449" y="385"/>
                  </a:lnTo>
                  <a:cubicBezTo>
                    <a:pt x="454" y="380"/>
                    <a:pt x="452" y="374"/>
                    <a:pt x="448" y="370"/>
                  </a:cubicBezTo>
                  <a:cubicBezTo>
                    <a:pt x="447" y="369"/>
                    <a:pt x="445" y="369"/>
                    <a:pt x="444" y="369"/>
                  </a:cubicBezTo>
                  <a:cubicBezTo>
                    <a:pt x="440" y="369"/>
                    <a:pt x="436" y="370"/>
                    <a:pt x="433" y="373"/>
                  </a:cubicBezTo>
                  <a:lnTo>
                    <a:pt x="325" y="526"/>
                  </a:lnTo>
                  <a:lnTo>
                    <a:pt x="459" y="103"/>
                  </a:lnTo>
                  <a:lnTo>
                    <a:pt x="513" y="187"/>
                  </a:lnTo>
                  <a:lnTo>
                    <a:pt x="452" y="216"/>
                  </a:lnTo>
                  <a:cubicBezTo>
                    <a:pt x="446" y="217"/>
                    <a:pt x="445" y="223"/>
                    <a:pt x="446" y="229"/>
                  </a:cubicBezTo>
                  <a:lnTo>
                    <a:pt x="477" y="311"/>
                  </a:lnTo>
                  <a:lnTo>
                    <a:pt x="459" y="337"/>
                  </a:lnTo>
                  <a:cubicBezTo>
                    <a:pt x="455" y="341"/>
                    <a:pt x="457" y="347"/>
                    <a:pt x="461" y="351"/>
                  </a:cubicBezTo>
                  <a:cubicBezTo>
                    <a:pt x="462" y="352"/>
                    <a:pt x="464" y="353"/>
                    <a:pt x="465" y="353"/>
                  </a:cubicBezTo>
                  <a:cubicBezTo>
                    <a:pt x="469" y="353"/>
                    <a:pt x="473" y="351"/>
                    <a:pt x="475" y="348"/>
                  </a:cubicBezTo>
                  <a:lnTo>
                    <a:pt x="496" y="320"/>
                  </a:lnTo>
                  <a:cubicBezTo>
                    <a:pt x="497" y="317"/>
                    <a:pt x="497" y="312"/>
                    <a:pt x="497" y="311"/>
                  </a:cubicBezTo>
                  <a:lnTo>
                    <a:pt x="468" y="231"/>
                  </a:lnTo>
                  <a:lnTo>
                    <a:pt x="532" y="203"/>
                  </a:lnTo>
                  <a:cubicBezTo>
                    <a:pt x="535" y="201"/>
                    <a:pt x="536" y="200"/>
                    <a:pt x="536" y="195"/>
                  </a:cubicBezTo>
                  <a:cubicBezTo>
                    <a:pt x="536" y="192"/>
                    <a:pt x="536" y="190"/>
                    <a:pt x="535" y="187"/>
                  </a:cubicBezTo>
                  <a:lnTo>
                    <a:pt x="511" y="151"/>
                  </a:lnTo>
                  <a:lnTo>
                    <a:pt x="519" y="151"/>
                  </a:lnTo>
                  <a:cubicBezTo>
                    <a:pt x="543" y="151"/>
                    <a:pt x="563" y="171"/>
                    <a:pt x="563" y="195"/>
                  </a:cubicBezTo>
                  <a:lnTo>
                    <a:pt x="563" y="655"/>
                  </a:lnTo>
                  <a:cubicBezTo>
                    <a:pt x="563" y="679"/>
                    <a:pt x="543" y="699"/>
                    <a:pt x="519" y="699"/>
                  </a:cubicBezTo>
                  <a:lnTo>
                    <a:pt x="153" y="699"/>
                  </a:lnTo>
                  <a:cubicBezTo>
                    <a:pt x="149" y="699"/>
                    <a:pt x="143" y="705"/>
                    <a:pt x="143" y="710"/>
                  </a:cubicBezTo>
                  <a:cubicBezTo>
                    <a:pt x="143" y="715"/>
                    <a:pt x="149" y="721"/>
                    <a:pt x="153" y="721"/>
                  </a:cubicBezTo>
                  <a:lnTo>
                    <a:pt x="519" y="721"/>
                  </a:lnTo>
                  <a:cubicBezTo>
                    <a:pt x="555" y="721"/>
                    <a:pt x="585" y="691"/>
                    <a:pt x="585" y="655"/>
                  </a:cubicBezTo>
                  <a:lnTo>
                    <a:pt x="585" y="195"/>
                  </a:lnTo>
                  <a:cubicBezTo>
                    <a:pt x="588" y="158"/>
                    <a:pt x="556" y="129"/>
                    <a:pt x="520" y="129"/>
                  </a:cubicBezTo>
                  <a:lnTo>
                    <a:pt x="501" y="129"/>
                  </a:lnTo>
                  <a:lnTo>
                    <a:pt x="465" y="75"/>
                  </a:lnTo>
                  <a:lnTo>
                    <a:pt x="432" y="6"/>
                  </a:lnTo>
                  <a:cubicBezTo>
                    <a:pt x="431" y="3"/>
                    <a:pt x="426" y="0"/>
                    <a:pt x="423" y="0"/>
                  </a:cubicBezTo>
                  <a:lnTo>
                    <a:pt x="267" y="0"/>
                  </a:lnTo>
                  <a:cubicBezTo>
                    <a:pt x="262" y="0"/>
                    <a:pt x="257" y="6"/>
                    <a:pt x="257" y="12"/>
                  </a:cubicBezTo>
                  <a:cubicBezTo>
                    <a:pt x="257" y="18"/>
                    <a:pt x="262" y="22"/>
                    <a:pt x="267" y="22"/>
                  </a:cubicBezTo>
                  <a:lnTo>
                    <a:pt x="402" y="22"/>
                  </a:lnTo>
                  <a:lnTo>
                    <a:pt x="373" y="57"/>
                  </a:lnTo>
                  <a:lnTo>
                    <a:pt x="217" y="57"/>
                  </a:lnTo>
                  <a:lnTo>
                    <a:pt x="188" y="22"/>
                  </a:lnTo>
                  <a:lnTo>
                    <a:pt x="224" y="22"/>
                  </a:lnTo>
                  <a:cubicBezTo>
                    <a:pt x="230" y="22"/>
                    <a:pt x="236" y="18"/>
                    <a:pt x="236" y="12"/>
                  </a:cubicBezTo>
                  <a:cubicBezTo>
                    <a:pt x="236" y="6"/>
                    <a:pt x="230" y="0"/>
                    <a:pt x="2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9"/>
            <p:cNvSpPr/>
            <p:nvPr/>
          </p:nvSpPr>
          <p:spPr>
            <a:xfrm>
              <a:off x="1067074" y="3651765"/>
              <a:ext cx="106512" cy="35693"/>
            </a:xfrm>
            <a:custGeom>
              <a:rect b="b" l="l" r="r" t="t"/>
              <a:pathLst>
                <a:path extrusionOk="0" h="63" w="188">
                  <a:moveTo>
                    <a:pt x="166" y="22"/>
                  </a:moveTo>
                  <a:lnTo>
                    <a:pt x="166" y="39"/>
                  </a:lnTo>
                  <a:lnTo>
                    <a:pt x="22" y="39"/>
                  </a:lnTo>
                  <a:lnTo>
                    <a:pt x="22" y="22"/>
                  </a:lnTo>
                  <a:close/>
                  <a:moveTo>
                    <a:pt x="20" y="0"/>
                  </a:moveTo>
                  <a:cubicBezTo>
                    <a:pt x="9" y="0"/>
                    <a:pt x="0" y="9"/>
                    <a:pt x="0" y="20"/>
                  </a:cubicBezTo>
                  <a:lnTo>
                    <a:pt x="0" y="42"/>
                  </a:lnTo>
                  <a:cubicBezTo>
                    <a:pt x="0" y="52"/>
                    <a:pt x="9" y="62"/>
                    <a:pt x="20" y="62"/>
                  </a:cubicBezTo>
                  <a:lnTo>
                    <a:pt x="168" y="62"/>
                  </a:lnTo>
                  <a:cubicBezTo>
                    <a:pt x="179" y="62"/>
                    <a:pt x="188" y="52"/>
                    <a:pt x="188" y="42"/>
                  </a:cubicBezTo>
                  <a:lnTo>
                    <a:pt x="188" y="20"/>
                  </a:lnTo>
                  <a:cubicBezTo>
                    <a:pt x="188" y="9"/>
                    <a:pt x="179"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9"/>
            <p:cNvSpPr/>
            <p:nvPr/>
          </p:nvSpPr>
          <p:spPr>
            <a:xfrm>
              <a:off x="1028548" y="3693123"/>
              <a:ext cx="13597" cy="23795"/>
            </a:xfrm>
            <a:custGeom>
              <a:rect b="b" l="l" r="r" t="t"/>
              <a:pathLst>
                <a:path extrusionOk="0" h="42" w="24">
                  <a:moveTo>
                    <a:pt x="12" y="1"/>
                  </a:moveTo>
                  <a:cubicBezTo>
                    <a:pt x="6" y="1"/>
                    <a:pt x="0" y="7"/>
                    <a:pt x="0" y="12"/>
                  </a:cubicBezTo>
                  <a:lnTo>
                    <a:pt x="0" y="30"/>
                  </a:lnTo>
                  <a:cubicBezTo>
                    <a:pt x="0" y="36"/>
                    <a:pt x="6" y="41"/>
                    <a:pt x="12" y="41"/>
                  </a:cubicBezTo>
                  <a:cubicBezTo>
                    <a:pt x="18" y="41"/>
                    <a:pt x="23" y="36"/>
                    <a:pt x="23" y="30"/>
                  </a:cubicBezTo>
                  <a:lnTo>
                    <a:pt x="23" y="12"/>
                  </a:lnTo>
                  <a:cubicBezTo>
                    <a:pt x="23" y="7"/>
                    <a:pt x="18"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49"/>
          <p:cNvGrpSpPr/>
          <p:nvPr/>
        </p:nvGrpSpPr>
        <p:grpSpPr>
          <a:xfrm>
            <a:off x="3135557" y="2054646"/>
            <a:ext cx="407351" cy="410752"/>
            <a:chOff x="3135557" y="2054646"/>
            <a:chExt cx="407351" cy="410752"/>
          </a:xfrm>
        </p:grpSpPr>
        <p:sp>
          <p:nvSpPr>
            <p:cNvPr id="2918" name="Google Shape;2918;p49"/>
            <p:cNvSpPr/>
            <p:nvPr/>
          </p:nvSpPr>
          <p:spPr>
            <a:xfrm>
              <a:off x="3264164" y="2400245"/>
              <a:ext cx="13031" cy="22662"/>
            </a:xfrm>
            <a:custGeom>
              <a:rect b="b" l="l" r="r" t="t"/>
              <a:pathLst>
                <a:path extrusionOk="0" h="40" w="23">
                  <a:moveTo>
                    <a:pt x="11" y="1"/>
                  </a:moveTo>
                  <a:cubicBezTo>
                    <a:pt x="4" y="1"/>
                    <a:pt x="1" y="6"/>
                    <a:pt x="1" y="12"/>
                  </a:cubicBezTo>
                  <a:lnTo>
                    <a:pt x="1" y="28"/>
                  </a:lnTo>
                  <a:cubicBezTo>
                    <a:pt x="1" y="34"/>
                    <a:pt x="6" y="40"/>
                    <a:pt x="11" y="40"/>
                  </a:cubicBezTo>
                  <a:cubicBezTo>
                    <a:pt x="17" y="40"/>
                    <a:pt x="22" y="34"/>
                    <a:pt x="22" y="28"/>
                  </a:cubicBezTo>
                  <a:lnTo>
                    <a:pt x="22" y="12"/>
                  </a:lnTo>
                  <a:cubicBezTo>
                    <a:pt x="22" y="6"/>
                    <a:pt x="17"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9"/>
            <p:cNvSpPr/>
            <p:nvPr/>
          </p:nvSpPr>
          <p:spPr>
            <a:xfrm>
              <a:off x="3298724" y="2400245"/>
              <a:ext cx="13031" cy="22662"/>
            </a:xfrm>
            <a:custGeom>
              <a:rect b="b" l="l" r="r" t="t"/>
              <a:pathLst>
                <a:path extrusionOk="0" h="40" w="23">
                  <a:moveTo>
                    <a:pt x="12" y="1"/>
                  </a:moveTo>
                  <a:cubicBezTo>
                    <a:pt x="6" y="1"/>
                    <a:pt x="0" y="6"/>
                    <a:pt x="0" y="12"/>
                  </a:cubicBezTo>
                  <a:lnTo>
                    <a:pt x="0" y="28"/>
                  </a:lnTo>
                  <a:cubicBezTo>
                    <a:pt x="0" y="34"/>
                    <a:pt x="6" y="40"/>
                    <a:pt x="12" y="40"/>
                  </a:cubicBezTo>
                  <a:cubicBezTo>
                    <a:pt x="18" y="40"/>
                    <a:pt x="22" y="34"/>
                    <a:pt x="22" y="28"/>
                  </a:cubicBezTo>
                  <a:lnTo>
                    <a:pt x="22" y="12"/>
                  </a:lnTo>
                  <a:cubicBezTo>
                    <a:pt x="22" y="6"/>
                    <a:pt x="18"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9"/>
            <p:cNvSpPr/>
            <p:nvPr/>
          </p:nvSpPr>
          <p:spPr>
            <a:xfrm>
              <a:off x="3333850" y="2400245"/>
              <a:ext cx="13031" cy="22662"/>
            </a:xfrm>
            <a:custGeom>
              <a:rect b="b" l="l" r="r" t="t"/>
              <a:pathLst>
                <a:path extrusionOk="0" h="40" w="23">
                  <a:moveTo>
                    <a:pt x="11" y="1"/>
                  </a:moveTo>
                  <a:cubicBezTo>
                    <a:pt x="5" y="1"/>
                    <a:pt x="0" y="6"/>
                    <a:pt x="0" y="12"/>
                  </a:cubicBezTo>
                  <a:lnTo>
                    <a:pt x="0" y="28"/>
                  </a:lnTo>
                  <a:cubicBezTo>
                    <a:pt x="0" y="34"/>
                    <a:pt x="5" y="40"/>
                    <a:pt x="11" y="40"/>
                  </a:cubicBezTo>
                  <a:cubicBezTo>
                    <a:pt x="16" y="40"/>
                    <a:pt x="22" y="34"/>
                    <a:pt x="22" y="28"/>
                  </a:cubicBezTo>
                  <a:lnTo>
                    <a:pt x="22" y="12"/>
                  </a:lnTo>
                  <a:cubicBezTo>
                    <a:pt x="22" y="6"/>
                    <a:pt x="16"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9"/>
            <p:cNvSpPr/>
            <p:nvPr/>
          </p:nvSpPr>
          <p:spPr>
            <a:xfrm>
              <a:off x="3230738" y="2361152"/>
              <a:ext cx="170532" cy="103680"/>
            </a:xfrm>
            <a:custGeom>
              <a:rect b="b" l="l" r="r" t="t"/>
              <a:pathLst>
                <a:path extrusionOk="0" h="183" w="301">
                  <a:moveTo>
                    <a:pt x="16" y="0"/>
                  </a:moveTo>
                  <a:cubicBezTo>
                    <a:pt x="8" y="0"/>
                    <a:pt x="0" y="6"/>
                    <a:pt x="0" y="16"/>
                  </a:cubicBezTo>
                  <a:lnTo>
                    <a:pt x="0" y="163"/>
                  </a:lnTo>
                  <a:cubicBezTo>
                    <a:pt x="0" y="172"/>
                    <a:pt x="8" y="179"/>
                    <a:pt x="16" y="179"/>
                  </a:cubicBezTo>
                  <a:lnTo>
                    <a:pt x="132" y="179"/>
                  </a:lnTo>
                  <a:cubicBezTo>
                    <a:pt x="138" y="179"/>
                    <a:pt x="142" y="175"/>
                    <a:pt x="142" y="169"/>
                  </a:cubicBezTo>
                  <a:cubicBezTo>
                    <a:pt x="142" y="163"/>
                    <a:pt x="138" y="158"/>
                    <a:pt x="132" y="158"/>
                  </a:cubicBezTo>
                  <a:lnTo>
                    <a:pt x="22" y="158"/>
                  </a:lnTo>
                  <a:lnTo>
                    <a:pt x="22" y="18"/>
                  </a:lnTo>
                  <a:lnTo>
                    <a:pt x="242" y="18"/>
                  </a:lnTo>
                  <a:lnTo>
                    <a:pt x="242" y="35"/>
                  </a:lnTo>
                  <a:cubicBezTo>
                    <a:pt x="242" y="41"/>
                    <a:pt x="245" y="48"/>
                    <a:pt x="250" y="49"/>
                  </a:cubicBezTo>
                  <a:lnTo>
                    <a:pt x="278" y="67"/>
                  </a:lnTo>
                  <a:lnTo>
                    <a:pt x="250" y="83"/>
                  </a:lnTo>
                  <a:cubicBezTo>
                    <a:pt x="245" y="85"/>
                    <a:pt x="242" y="91"/>
                    <a:pt x="242" y="97"/>
                  </a:cubicBezTo>
                  <a:lnTo>
                    <a:pt x="242" y="161"/>
                  </a:lnTo>
                  <a:lnTo>
                    <a:pt x="175" y="161"/>
                  </a:lnTo>
                  <a:cubicBezTo>
                    <a:pt x="169" y="161"/>
                    <a:pt x="164" y="165"/>
                    <a:pt x="164" y="171"/>
                  </a:cubicBezTo>
                  <a:cubicBezTo>
                    <a:pt x="164" y="176"/>
                    <a:pt x="169" y="182"/>
                    <a:pt x="175" y="182"/>
                  </a:cubicBezTo>
                  <a:lnTo>
                    <a:pt x="245" y="182"/>
                  </a:lnTo>
                  <a:cubicBezTo>
                    <a:pt x="255" y="182"/>
                    <a:pt x="262" y="175"/>
                    <a:pt x="262" y="165"/>
                  </a:cubicBezTo>
                  <a:lnTo>
                    <a:pt x="262" y="100"/>
                  </a:lnTo>
                  <a:lnTo>
                    <a:pt x="292" y="83"/>
                  </a:lnTo>
                  <a:cubicBezTo>
                    <a:pt x="298" y="78"/>
                    <a:pt x="301" y="74"/>
                    <a:pt x="301" y="68"/>
                  </a:cubicBezTo>
                  <a:cubicBezTo>
                    <a:pt x="301" y="62"/>
                    <a:pt x="297" y="54"/>
                    <a:pt x="291" y="52"/>
                  </a:cubicBezTo>
                  <a:lnTo>
                    <a:pt x="260" y="33"/>
                  </a:lnTo>
                  <a:lnTo>
                    <a:pt x="260" y="16"/>
                  </a:lnTo>
                  <a:cubicBezTo>
                    <a:pt x="260" y="6"/>
                    <a:pt x="253" y="0"/>
                    <a:pt x="2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9"/>
            <p:cNvSpPr/>
            <p:nvPr/>
          </p:nvSpPr>
          <p:spPr>
            <a:xfrm>
              <a:off x="3427898" y="2142462"/>
              <a:ext cx="13031" cy="22662"/>
            </a:xfrm>
            <a:custGeom>
              <a:rect b="b" l="l" r="r" t="t"/>
              <a:pathLst>
                <a:path extrusionOk="0" h="40" w="23">
                  <a:moveTo>
                    <a:pt x="11" y="1"/>
                  </a:moveTo>
                  <a:cubicBezTo>
                    <a:pt x="4" y="1"/>
                    <a:pt x="1" y="6"/>
                    <a:pt x="1" y="12"/>
                  </a:cubicBezTo>
                  <a:lnTo>
                    <a:pt x="1" y="28"/>
                  </a:lnTo>
                  <a:cubicBezTo>
                    <a:pt x="1" y="34"/>
                    <a:pt x="6" y="40"/>
                    <a:pt x="11" y="40"/>
                  </a:cubicBezTo>
                  <a:cubicBezTo>
                    <a:pt x="17" y="40"/>
                    <a:pt x="22" y="34"/>
                    <a:pt x="22" y="28"/>
                  </a:cubicBezTo>
                  <a:lnTo>
                    <a:pt x="22" y="12"/>
                  </a:lnTo>
                  <a:cubicBezTo>
                    <a:pt x="22" y="6"/>
                    <a:pt x="17"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9"/>
            <p:cNvSpPr/>
            <p:nvPr/>
          </p:nvSpPr>
          <p:spPr>
            <a:xfrm>
              <a:off x="3462458" y="2142462"/>
              <a:ext cx="12464" cy="22662"/>
            </a:xfrm>
            <a:custGeom>
              <a:rect b="b" l="l" r="r" t="t"/>
              <a:pathLst>
                <a:path extrusionOk="0" h="40" w="22">
                  <a:moveTo>
                    <a:pt x="12" y="1"/>
                  </a:moveTo>
                  <a:cubicBezTo>
                    <a:pt x="6" y="1"/>
                    <a:pt x="0" y="6"/>
                    <a:pt x="0" y="12"/>
                  </a:cubicBezTo>
                  <a:lnTo>
                    <a:pt x="0" y="28"/>
                  </a:lnTo>
                  <a:cubicBezTo>
                    <a:pt x="0" y="34"/>
                    <a:pt x="6" y="40"/>
                    <a:pt x="12" y="40"/>
                  </a:cubicBezTo>
                  <a:cubicBezTo>
                    <a:pt x="18" y="40"/>
                    <a:pt x="22" y="34"/>
                    <a:pt x="22" y="28"/>
                  </a:cubicBezTo>
                  <a:lnTo>
                    <a:pt x="22" y="12"/>
                  </a:lnTo>
                  <a:cubicBezTo>
                    <a:pt x="22" y="6"/>
                    <a:pt x="18"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9"/>
            <p:cNvSpPr/>
            <p:nvPr/>
          </p:nvSpPr>
          <p:spPr>
            <a:xfrm>
              <a:off x="3497584" y="2142462"/>
              <a:ext cx="13031" cy="22662"/>
            </a:xfrm>
            <a:custGeom>
              <a:rect b="b" l="l" r="r" t="t"/>
              <a:pathLst>
                <a:path extrusionOk="0" h="40" w="23">
                  <a:moveTo>
                    <a:pt x="11" y="1"/>
                  </a:moveTo>
                  <a:cubicBezTo>
                    <a:pt x="6" y="1"/>
                    <a:pt x="0" y="6"/>
                    <a:pt x="0" y="12"/>
                  </a:cubicBezTo>
                  <a:lnTo>
                    <a:pt x="0" y="28"/>
                  </a:lnTo>
                  <a:cubicBezTo>
                    <a:pt x="0" y="34"/>
                    <a:pt x="6" y="40"/>
                    <a:pt x="11" y="40"/>
                  </a:cubicBezTo>
                  <a:cubicBezTo>
                    <a:pt x="16" y="40"/>
                    <a:pt x="22" y="34"/>
                    <a:pt x="22" y="28"/>
                  </a:cubicBezTo>
                  <a:lnTo>
                    <a:pt x="22" y="12"/>
                  </a:lnTo>
                  <a:cubicBezTo>
                    <a:pt x="22" y="6"/>
                    <a:pt x="16" y="1"/>
                    <a:pt x="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9"/>
            <p:cNvSpPr/>
            <p:nvPr/>
          </p:nvSpPr>
          <p:spPr>
            <a:xfrm>
              <a:off x="3135557" y="2054646"/>
              <a:ext cx="407351" cy="410752"/>
            </a:xfrm>
            <a:custGeom>
              <a:rect b="b" l="l" r="r" t="t"/>
              <a:pathLst>
                <a:path extrusionOk="0" h="725" w="719">
                  <a:moveTo>
                    <a:pt x="301" y="114"/>
                  </a:moveTo>
                  <a:cubicBezTo>
                    <a:pt x="332" y="114"/>
                    <a:pt x="355" y="138"/>
                    <a:pt x="355" y="169"/>
                  </a:cubicBezTo>
                  <a:lnTo>
                    <a:pt x="355" y="232"/>
                  </a:lnTo>
                  <a:cubicBezTo>
                    <a:pt x="355" y="234"/>
                    <a:pt x="353" y="238"/>
                    <a:pt x="352" y="238"/>
                  </a:cubicBezTo>
                  <a:lnTo>
                    <a:pt x="352" y="190"/>
                  </a:lnTo>
                  <a:cubicBezTo>
                    <a:pt x="352" y="186"/>
                    <a:pt x="350" y="184"/>
                    <a:pt x="349" y="183"/>
                  </a:cubicBezTo>
                  <a:cubicBezTo>
                    <a:pt x="346" y="182"/>
                    <a:pt x="343" y="180"/>
                    <a:pt x="342" y="180"/>
                  </a:cubicBezTo>
                  <a:cubicBezTo>
                    <a:pt x="340" y="180"/>
                    <a:pt x="339" y="180"/>
                    <a:pt x="337" y="180"/>
                  </a:cubicBezTo>
                  <a:cubicBezTo>
                    <a:pt x="325" y="180"/>
                    <a:pt x="313" y="175"/>
                    <a:pt x="303" y="166"/>
                  </a:cubicBezTo>
                  <a:cubicBezTo>
                    <a:pt x="301" y="164"/>
                    <a:pt x="299" y="162"/>
                    <a:pt x="296" y="162"/>
                  </a:cubicBezTo>
                  <a:cubicBezTo>
                    <a:pt x="293" y="162"/>
                    <a:pt x="291" y="164"/>
                    <a:pt x="288" y="166"/>
                  </a:cubicBezTo>
                  <a:cubicBezTo>
                    <a:pt x="277" y="174"/>
                    <a:pt x="257" y="180"/>
                    <a:pt x="228" y="182"/>
                  </a:cubicBezTo>
                  <a:cubicBezTo>
                    <a:pt x="222" y="182"/>
                    <a:pt x="216" y="186"/>
                    <a:pt x="216" y="192"/>
                  </a:cubicBezTo>
                  <a:lnTo>
                    <a:pt x="216" y="239"/>
                  </a:lnTo>
                  <a:cubicBezTo>
                    <a:pt x="213" y="238"/>
                    <a:pt x="213" y="235"/>
                    <a:pt x="213" y="232"/>
                  </a:cubicBezTo>
                  <a:lnTo>
                    <a:pt x="213" y="169"/>
                  </a:lnTo>
                  <a:cubicBezTo>
                    <a:pt x="213" y="138"/>
                    <a:pt x="236" y="114"/>
                    <a:pt x="267" y="114"/>
                  </a:cubicBezTo>
                  <a:close/>
                  <a:moveTo>
                    <a:pt x="294" y="189"/>
                  </a:moveTo>
                  <a:cubicBezTo>
                    <a:pt x="306" y="197"/>
                    <a:pt x="317" y="200"/>
                    <a:pt x="330" y="203"/>
                  </a:cubicBezTo>
                  <a:lnTo>
                    <a:pt x="330" y="241"/>
                  </a:lnTo>
                  <a:cubicBezTo>
                    <a:pt x="330" y="265"/>
                    <a:pt x="309" y="288"/>
                    <a:pt x="283" y="288"/>
                  </a:cubicBezTo>
                  <a:cubicBezTo>
                    <a:pt x="258" y="288"/>
                    <a:pt x="236" y="267"/>
                    <a:pt x="236" y="241"/>
                  </a:cubicBezTo>
                  <a:lnTo>
                    <a:pt x="236" y="203"/>
                  </a:lnTo>
                  <a:cubicBezTo>
                    <a:pt x="262" y="200"/>
                    <a:pt x="280" y="197"/>
                    <a:pt x="294" y="189"/>
                  </a:cubicBezTo>
                  <a:close/>
                  <a:moveTo>
                    <a:pt x="598" y="267"/>
                  </a:moveTo>
                  <a:lnTo>
                    <a:pt x="598" y="307"/>
                  </a:lnTo>
                  <a:lnTo>
                    <a:pt x="577" y="307"/>
                  </a:lnTo>
                  <a:lnTo>
                    <a:pt x="577" y="267"/>
                  </a:lnTo>
                  <a:close/>
                  <a:moveTo>
                    <a:pt x="329" y="291"/>
                  </a:moveTo>
                  <a:cubicBezTo>
                    <a:pt x="346" y="303"/>
                    <a:pt x="359" y="320"/>
                    <a:pt x="359" y="342"/>
                  </a:cubicBezTo>
                  <a:lnTo>
                    <a:pt x="359" y="394"/>
                  </a:lnTo>
                  <a:lnTo>
                    <a:pt x="207" y="394"/>
                  </a:lnTo>
                  <a:lnTo>
                    <a:pt x="207" y="342"/>
                  </a:lnTo>
                  <a:cubicBezTo>
                    <a:pt x="207" y="320"/>
                    <a:pt x="220" y="300"/>
                    <a:pt x="238" y="291"/>
                  </a:cubicBezTo>
                  <a:cubicBezTo>
                    <a:pt x="251" y="303"/>
                    <a:pt x="265" y="310"/>
                    <a:pt x="284" y="310"/>
                  </a:cubicBezTo>
                  <a:cubicBezTo>
                    <a:pt x="301" y="310"/>
                    <a:pt x="316" y="303"/>
                    <a:pt x="329" y="291"/>
                  </a:cubicBezTo>
                  <a:close/>
                  <a:moveTo>
                    <a:pt x="557" y="62"/>
                  </a:moveTo>
                  <a:lnTo>
                    <a:pt x="557" y="86"/>
                  </a:lnTo>
                  <a:lnTo>
                    <a:pt x="473" y="86"/>
                  </a:lnTo>
                  <a:cubicBezTo>
                    <a:pt x="463" y="86"/>
                    <a:pt x="457" y="93"/>
                    <a:pt x="457" y="102"/>
                  </a:cubicBezTo>
                  <a:lnTo>
                    <a:pt x="457" y="163"/>
                  </a:lnTo>
                  <a:lnTo>
                    <a:pt x="426" y="182"/>
                  </a:lnTo>
                  <a:cubicBezTo>
                    <a:pt x="421" y="184"/>
                    <a:pt x="417" y="190"/>
                    <a:pt x="417" y="196"/>
                  </a:cubicBezTo>
                  <a:cubicBezTo>
                    <a:pt x="417" y="202"/>
                    <a:pt x="421" y="208"/>
                    <a:pt x="426" y="210"/>
                  </a:cubicBezTo>
                  <a:lnTo>
                    <a:pt x="457" y="228"/>
                  </a:lnTo>
                  <a:lnTo>
                    <a:pt x="457" y="249"/>
                  </a:lnTo>
                  <a:cubicBezTo>
                    <a:pt x="457" y="258"/>
                    <a:pt x="463" y="265"/>
                    <a:pt x="473" y="265"/>
                  </a:cubicBezTo>
                  <a:lnTo>
                    <a:pt x="557" y="265"/>
                  </a:lnTo>
                  <a:lnTo>
                    <a:pt x="557" y="313"/>
                  </a:lnTo>
                  <a:cubicBezTo>
                    <a:pt x="527" y="326"/>
                    <a:pt x="504" y="356"/>
                    <a:pt x="504" y="391"/>
                  </a:cubicBezTo>
                  <a:lnTo>
                    <a:pt x="504" y="392"/>
                  </a:lnTo>
                  <a:lnTo>
                    <a:pt x="381" y="392"/>
                  </a:lnTo>
                  <a:lnTo>
                    <a:pt x="381" y="342"/>
                  </a:lnTo>
                  <a:cubicBezTo>
                    <a:pt x="381" y="313"/>
                    <a:pt x="366" y="288"/>
                    <a:pt x="343" y="274"/>
                  </a:cubicBezTo>
                  <a:cubicBezTo>
                    <a:pt x="345" y="270"/>
                    <a:pt x="346" y="264"/>
                    <a:pt x="349" y="261"/>
                  </a:cubicBezTo>
                  <a:cubicBezTo>
                    <a:pt x="363" y="261"/>
                    <a:pt x="375" y="247"/>
                    <a:pt x="375" y="232"/>
                  </a:cubicBezTo>
                  <a:lnTo>
                    <a:pt x="375" y="169"/>
                  </a:lnTo>
                  <a:cubicBezTo>
                    <a:pt x="375" y="127"/>
                    <a:pt x="342" y="93"/>
                    <a:pt x="300" y="93"/>
                  </a:cubicBezTo>
                  <a:lnTo>
                    <a:pt x="288" y="93"/>
                  </a:lnTo>
                  <a:cubicBezTo>
                    <a:pt x="291" y="89"/>
                    <a:pt x="291" y="82"/>
                    <a:pt x="287" y="80"/>
                  </a:cubicBezTo>
                  <a:cubicBezTo>
                    <a:pt x="285" y="78"/>
                    <a:pt x="282" y="77"/>
                    <a:pt x="280" y="77"/>
                  </a:cubicBezTo>
                  <a:cubicBezTo>
                    <a:pt x="277" y="77"/>
                    <a:pt x="274" y="79"/>
                    <a:pt x="272" y="82"/>
                  </a:cubicBezTo>
                  <a:lnTo>
                    <a:pt x="267" y="89"/>
                  </a:lnTo>
                  <a:lnTo>
                    <a:pt x="264" y="86"/>
                  </a:lnTo>
                  <a:cubicBezTo>
                    <a:pt x="262" y="84"/>
                    <a:pt x="259" y="83"/>
                    <a:pt x="256" y="83"/>
                  </a:cubicBezTo>
                  <a:cubicBezTo>
                    <a:pt x="253" y="83"/>
                    <a:pt x="251" y="84"/>
                    <a:pt x="249" y="86"/>
                  </a:cubicBezTo>
                  <a:cubicBezTo>
                    <a:pt x="246" y="88"/>
                    <a:pt x="245" y="91"/>
                    <a:pt x="245" y="93"/>
                  </a:cubicBezTo>
                  <a:cubicBezTo>
                    <a:pt x="245" y="95"/>
                    <a:pt x="245" y="96"/>
                    <a:pt x="246" y="98"/>
                  </a:cubicBezTo>
                  <a:cubicBezTo>
                    <a:pt x="216" y="108"/>
                    <a:pt x="193" y="137"/>
                    <a:pt x="193" y="170"/>
                  </a:cubicBezTo>
                  <a:lnTo>
                    <a:pt x="193" y="234"/>
                  </a:lnTo>
                  <a:cubicBezTo>
                    <a:pt x="193" y="249"/>
                    <a:pt x="206" y="262"/>
                    <a:pt x="220" y="262"/>
                  </a:cubicBezTo>
                  <a:cubicBezTo>
                    <a:pt x="222" y="267"/>
                    <a:pt x="223" y="271"/>
                    <a:pt x="226" y="275"/>
                  </a:cubicBezTo>
                  <a:cubicBezTo>
                    <a:pt x="202" y="290"/>
                    <a:pt x="187" y="314"/>
                    <a:pt x="187" y="343"/>
                  </a:cubicBezTo>
                  <a:lnTo>
                    <a:pt x="187" y="397"/>
                  </a:lnTo>
                  <a:lnTo>
                    <a:pt x="95" y="397"/>
                  </a:lnTo>
                  <a:lnTo>
                    <a:pt x="95" y="62"/>
                  </a:lnTo>
                  <a:close/>
                  <a:moveTo>
                    <a:pt x="626" y="329"/>
                  </a:moveTo>
                  <a:cubicBezTo>
                    <a:pt x="661" y="329"/>
                    <a:pt x="690" y="356"/>
                    <a:pt x="690" y="392"/>
                  </a:cubicBezTo>
                  <a:lnTo>
                    <a:pt x="690" y="429"/>
                  </a:lnTo>
                  <a:cubicBezTo>
                    <a:pt x="690" y="440"/>
                    <a:pt x="684" y="449"/>
                    <a:pt x="674" y="452"/>
                  </a:cubicBezTo>
                  <a:cubicBezTo>
                    <a:pt x="651" y="461"/>
                    <a:pt x="629" y="466"/>
                    <a:pt x="606" y="466"/>
                  </a:cubicBezTo>
                  <a:cubicBezTo>
                    <a:pt x="584" y="466"/>
                    <a:pt x="562" y="461"/>
                    <a:pt x="540" y="452"/>
                  </a:cubicBezTo>
                  <a:cubicBezTo>
                    <a:pt x="531" y="449"/>
                    <a:pt x="524" y="440"/>
                    <a:pt x="524" y="429"/>
                  </a:cubicBezTo>
                  <a:lnTo>
                    <a:pt x="524" y="392"/>
                  </a:lnTo>
                  <a:cubicBezTo>
                    <a:pt x="524" y="358"/>
                    <a:pt x="553" y="329"/>
                    <a:pt x="587" y="329"/>
                  </a:cubicBezTo>
                  <a:close/>
                  <a:moveTo>
                    <a:pt x="512" y="456"/>
                  </a:moveTo>
                  <a:cubicBezTo>
                    <a:pt x="518" y="465"/>
                    <a:pt x="525" y="468"/>
                    <a:pt x="534" y="472"/>
                  </a:cubicBezTo>
                  <a:lnTo>
                    <a:pt x="534" y="486"/>
                  </a:lnTo>
                  <a:lnTo>
                    <a:pt x="24" y="486"/>
                  </a:lnTo>
                  <a:lnTo>
                    <a:pt x="21" y="457"/>
                  </a:lnTo>
                  <a:cubicBezTo>
                    <a:pt x="21" y="457"/>
                    <a:pt x="21" y="456"/>
                    <a:pt x="24" y="456"/>
                  </a:cubicBezTo>
                  <a:close/>
                  <a:moveTo>
                    <a:pt x="554" y="479"/>
                  </a:moveTo>
                  <a:cubicBezTo>
                    <a:pt x="571" y="483"/>
                    <a:pt x="588" y="486"/>
                    <a:pt x="605" y="486"/>
                  </a:cubicBezTo>
                  <a:cubicBezTo>
                    <a:pt x="623" y="486"/>
                    <a:pt x="640" y="483"/>
                    <a:pt x="657" y="479"/>
                  </a:cubicBezTo>
                  <a:lnTo>
                    <a:pt x="657" y="479"/>
                  </a:lnTo>
                  <a:cubicBezTo>
                    <a:pt x="657" y="481"/>
                    <a:pt x="661" y="501"/>
                    <a:pt x="645" y="517"/>
                  </a:cubicBezTo>
                  <a:lnTo>
                    <a:pt x="569" y="517"/>
                  </a:lnTo>
                  <a:cubicBezTo>
                    <a:pt x="553" y="501"/>
                    <a:pt x="554" y="479"/>
                    <a:pt x="554" y="479"/>
                  </a:cubicBezTo>
                  <a:close/>
                  <a:moveTo>
                    <a:pt x="639" y="538"/>
                  </a:moveTo>
                  <a:cubicBezTo>
                    <a:pt x="670" y="538"/>
                    <a:pt x="697" y="564"/>
                    <a:pt x="697" y="596"/>
                  </a:cubicBezTo>
                  <a:lnTo>
                    <a:pt x="697" y="694"/>
                  </a:lnTo>
                  <a:cubicBezTo>
                    <a:pt x="697" y="697"/>
                    <a:pt x="696" y="700"/>
                    <a:pt x="691" y="700"/>
                  </a:cubicBezTo>
                  <a:lnTo>
                    <a:pt x="525" y="700"/>
                  </a:lnTo>
                  <a:cubicBezTo>
                    <a:pt x="522" y="700"/>
                    <a:pt x="520" y="696"/>
                    <a:pt x="520" y="694"/>
                  </a:cubicBezTo>
                  <a:lnTo>
                    <a:pt x="520" y="596"/>
                  </a:lnTo>
                  <a:cubicBezTo>
                    <a:pt x="520" y="564"/>
                    <a:pt x="547" y="538"/>
                    <a:pt x="577" y="538"/>
                  </a:cubicBezTo>
                  <a:close/>
                  <a:moveTo>
                    <a:pt x="76" y="1"/>
                  </a:moveTo>
                  <a:cubicBezTo>
                    <a:pt x="53" y="1"/>
                    <a:pt x="34" y="18"/>
                    <a:pt x="34" y="43"/>
                  </a:cubicBezTo>
                  <a:lnTo>
                    <a:pt x="34" y="223"/>
                  </a:lnTo>
                  <a:cubicBezTo>
                    <a:pt x="34" y="228"/>
                    <a:pt x="40" y="234"/>
                    <a:pt x="46" y="234"/>
                  </a:cubicBezTo>
                  <a:cubicBezTo>
                    <a:pt x="50" y="234"/>
                    <a:pt x="56" y="228"/>
                    <a:pt x="56" y="223"/>
                  </a:cubicBezTo>
                  <a:lnTo>
                    <a:pt x="56" y="43"/>
                  </a:lnTo>
                  <a:cubicBezTo>
                    <a:pt x="56" y="31"/>
                    <a:pt x="64" y="21"/>
                    <a:pt x="77" y="21"/>
                  </a:cubicBezTo>
                  <a:lnTo>
                    <a:pt x="580" y="21"/>
                  </a:lnTo>
                  <a:cubicBezTo>
                    <a:pt x="590" y="21"/>
                    <a:pt x="602" y="30"/>
                    <a:pt x="602" y="43"/>
                  </a:cubicBezTo>
                  <a:lnTo>
                    <a:pt x="602" y="86"/>
                  </a:lnTo>
                  <a:lnTo>
                    <a:pt x="582" y="86"/>
                  </a:lnTo>
                  <a:lnTo>
                    <a:pt x="582" y="52"/>
                  </a:lnTo>
                  <a:cubicBezTo>
                    <a:pt x="582" y="46"/>
                    <a:pt x="576" y="40"/>
                    <a:pt x="570" y="40"/>
                  </a:cubicBezTo>
                  <a:lnTo>
                    <a:pt x="86" y="40"/>
                  </a:lnTo>
                  <a:cubicBezTo>
                    <a:pt x="82" y="40"/>
                    <a:pt x="76" y="46"/>
                    <a:pt x="76" y="52"/>
                  </a:cubicBezTo>
                  <a:lnTo>
                    <a:pt x="76" y="405"/>
                  </a:lnTo>
                  <a:cubicBezTo>
                    <a:pt x="76" y="411"/>
                    <a:pt x="82" y="416"/>
                    <a:pt x="86" y="416"/>
                  </a:cubicBezTo>
                  <a:lnTo>
                    <a:pt x="505" y="416"/>
                  </a:lnTo>
                  <a:lnTo>
                    <a:pt x="505" y="436"/>
                  </a:lnTo>
                  <a:lnTo>
                    <a:pt x="56" y="436"/>
                  </a:lnTo>
                  <a:lnTo>
                    <a:pt x="56" y="264"/>
                  </a:lnTo>
                  <a:cubicBezTo>
                    <a:pt x="56" y="260"/>
                    <a:pt x="50" y="254"/>
                    <a:pt x="46" y="254"/>
                  </a:cubicBezTo>
                  <a:cubicBezTo>
                    <a:pt x="40" y="254"/>
                    <a:pt x="34" y="260"/>
                    <a:pt x="34" y="264"/>
                  </a:cubicBezTo>
                  <a:lnTo>
                    <a:pt x="34" y="436"/>
                  </a:lnTo>
                  <a:lnTo>
                    <a:pt x="25" y="436"/>
                  </a:lnTo>
                  <a:cubicBezTo>
                    <a:pt x="12" y="436"/>
                    <a:pt x="1" y="447"/>
                    <a:pt x="1" y="459"/>
                  </a:cubicBezTo>
                  <a:lnTo>
                    <a:pt x="1" y="488"/>
                  </a:lnTo>
                  <a:cubicBezTo>
                    <a:pt x="1" y="501"/>
                    <a:pt x="12" y="512"/>
                    <a:pt x="25" y="512"/>
                  </a:cubicBezTo>
                  <a:lnTo>
                    <a:pt x="541" y="512"/>
                  </a:lnTo>
                  <a:cubicBezTo>
                    <a:pt x="544" y="517"/>
                    <a:pt x="547" y="522"/>
                    <a:pt x="548" y="527"/>
                  </a:cubicBezTo>
                  <a:cubicBezTo>
                    <a:pt x="520" y="538"/>
                    <a:pt x="498" y="566"/>
                    <a:pt x="498" y="600"/>
                  </a:cubicBezTo>
                  <a:lnTo>
                    <a:pt x="498" y="697"/>
                  </a:lnTo>
                  <a:cubicBezTo>
                    <a:pt x="498" y="712"/>
                    <a:pt x="511" y="725"/>
                    <a:pt x="525" y="725"/>
                  </a:cubicBezTo>
                  <a:lnTo>
                    <a:pt x="691" y="725"/>
                  </a:lnTo>
                  <a:cubicBezTo>
                    <a:pt x="706" y="725"/>
                    <a:pt x="719" y="712"/>
                    <a:pt x="719" y="697"/>
                  </a:cubicBezTo>
                  <a:lnTo>
                    <a:pt x="719" y="600"/>
                  </a:lnTo>
                  <a:cubicBezTo>
                    <a:pt x="719" y="566"/>
                    <a:pt x="697" y="538"/>
                    <a:pt x="668" y="527"/>
                  </a:cubicBezTo>
                  <a:cubicBezTo>
                    <a:pt x="684" y="502"/>
                    <a:pt x="678" y="481"/>
                    <a:pt x="680" y="476"/>
                  </a:cubicBezTo>
                  <a:cubicBezTo>
                    <a:pt x="702" y="466"/>
                    <a:pt x="712" y="450"/>
                    <a:pt x="712" y="433"/>
                  </a:cubicBezTo>
                  <a:lnTo>
                    <a:pt x="712" y="397"/>
                  </a:lnTo>
                  <a:cubicBezTo>
                    <a:pt x="712" y="349"/>
                    <a:pt x="673" y="312"/>
                    <a:pt x="626" y="312"/>
                  </a:cubicBezTo>
                  <a:lnTo>
                    <a:pt x="619" y="312"/>
                  </a:lnTo>
                  <a:lnTo>
                    <a:pt x="619" y="270"/>
                  </a:lnTo>
                  <a:lnTo>
                    <a:pt x="700" y="270"/>
                  </a:lnTo>
                  <a:lnTo>
                    <a:pt x="700" y="267"/>
                  </a:lnTo>
                  <a:cubicBezTo>
                    <a:pt x="710" y="267"/>
                    <a:pt x="716" y="260"/>
                    <a:pt x="716" y="249"/>
                  </a:cubicBezTo>
                  <a:lnTo>
                    <a:pt x="716" y="102"/>
                  </a:lnTo>
                  <a:cubicBezTo>
                    <a:pt x="716" y="93"/>
                    <a:pt x="710" y="86"/>
                    <a:pt x="700" y="86"/>
                  </a:cubicBezTo>
                  <a:lnTo>
                    <a:pt x="677" y="86"/>
                  </a:lnTo>
                  <a:cubicBezTo>
                    <a:pt x="671" y="86"/>
                    <a:pt x="665" y="91"/>
                    <a:pt x="665" y="96"/>
                  </a:cubicBezTo>
                  <a:cubicBezTo>
                    <a:pt x="665" y="102"/>
                    <a:pt x="671" y="108"/>
                    <a:pt x="677" y="108"/>
                  </a:cubicBezTo>
                  <a:lnTo>
                    <a:pt x="697" y="108"/>
                  </a:lnTo>
                  <a:lnTo>
                    <a:pt x="697" y="248"/>
                  </a:lnTo>
                  <a:lnTo>
                    <a:pt x="476" y="248"/>
                  </a:lnTo>
                  <a:lnTo>
                    <a:pt x="476" y="228"/>
                  </a:lnTo>
                  <a:cubicBezTo>
                    <a:pt x="476" y="223"/>
                    <a:pt x="473" y="216"/>
                    <a:pt x="467" y="213"/>
                  </a:cubicBezTo>
                  <a:lnTo>
                    <a:pt x="440" y="197"/>
                  </a:lnTo>
                  <a:lnTo>
                    <a:pt x="467" y="182"/>
                  </a:lnTo>
                  <a:cubicBezTo>
                    <a:pt x="473" y="177"/>
                    <a:pt x="476" y="173"/>
                    <a:pt x="476" y="167"/>
                  </a:cubicBezTo>
                  <a:lnTo>
                    <a:pt x="476" y="108"/>
                  </a:lnTo>
                  <a:lnTo>
                    <a:pt x="635" y="108"/>
                  </a:lnTo>
                  <a:cubicBezTo>
                    <a:pt x="641" y="108"/>
                    <a:pt x="647" y="102"/>
                    <a:pt x="647" y="96"/>
                  </a:cubicBezTo>
                  <a:cubicBezTo>
                    <a:pt x="647" y="91"/>
                    <a:pt x="641" y="86"/>
                    <a:pt x="635" y="86"/>
                  </a:cubicBezTo>
                  <a:lnTo>
                    <a:pt x="619" y="86"/>
                  </a:lnTo>
                  <a:lnTo>
                    <a:pt x="619" y="43"/>
                  </a:lnTo>
                  <a:cubicBezTo>
                    <a:pt x="619" y="18"/>
                    <a:pt x="602" y="1"/>
                    <a:pt x="5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6" name="Google Shape;2926;p49"/>
          <p:cNvGrpSpPr/>
          <p:nvPr/>
        </p:nvGrpSpPr>
        <p:grpSpPr>
          <a:xfrm>
            <a:off x="6298053" y="1413306"/>
            <a:ext cx="412450" cy="412452"/>
            <a:chOff x="6298053" y="1413306"/>
            <a:chExt cx="412450" cy="412452"/>
          </a:xfrm>
        </p:grpSpPr>
        <p:sp>
          <p:nvSpPr>
            <p:cNvPr id="2927" name="Google Shape;2927;p49"/>
            <p:cNvSpPr/>
            <p:nvPr/>
          </p:nvSpPr>
          <p:spPr>
            <a:xfrm>
              <a:off x="6561500" y="1472228"/>
              <a:ext cx="104812" cy="91782"/>
            </a:xfrm>
            <a:custGeom>
              <a:rect b="b" l="l" r="r" t="t"/>
              <a:pathLst>
                <a:path extrusionOk="0" h="162" w="185">
                  <a:moveTo>
                    <a:pt x="74" y="25"/>
                  </a:moveTo>
                  <a:lnTo>
                    <a:pt x="85" y="74"/>
                  </a:lnTo>
                  <a:lnTo>
                    <a:pt x="34" y="89"/>
                  </a:lnTo>
                  <a:cubicBezTo>
                    <a:pt x="31" y="77"/>
                    <a:pt x="33" y="67"/>
                    <a:pt x="38" y="55"/>
                  </a:cubicBezTo>
                  <a:cubicBezTo>
                    <a:pt x="46" y="41"/>
                    <a:pt x="59" y="31"/>
                    <a:pt x="74" y="25"/>
                  </a:cubicBezTo>
                  <a:close/>
                  <a:moveTo>
                    <a:pt x="95" y="24"/>
                  </a:moveTo>
                  <a:cubicBezTo>
                    <a:pt x="102" y="24"/>
                    <a:pt x="109" y="25"/>
                    <a:pt x="116" y="28"/>
                  </a:cubicBezTo>
                  <a:cubicBezTo>
                    <a:pt x="147" y="42"/>
                    <a:pt x="158" y="77"/>
                    <a:pt x="145" y="107"/>
                  </a:cubicBezTo>
                  <a:cubicBezTo>
                    <a:pt x="139" y="120"/>
                    <a:pt x="131" y="129"/>
                    <a:pt x="118" y="135"/>
                  </a:cubicBezTo>
                  <a:cubicBezTo>
                    <a:pt x="116" y="129"/>
                    <a:pt x="96" y="28"/>
                    <a:pt x="95" y="24"/>
                  </a:cubicBezTo>
                  <a:close/>
                  <a:moveTo>
                    <a:pt x="89" y="96"/>
                  </a:moveTo>
                  <a:lnTo>
                    <a:pt x="98" y="141"/>
                  </a:lnTo>
                  <a:cubicBezTo>
                    <a:pt x="86" y="141"/>
                    <a:pt x="76" y="139"/>
                    <a:pt x="66" y="135"/>
                  </a:cubicBezTo>
                  <a:cubicBezTo>
                    <a:pt x="54" y="129"/>
                    <a:pt x="46" y="120"/>
                    <a:pt x="40" y="110"/>
                  </a:cubicBezTo>
                  <a:cubicBezTo>
                    <a:pt x="47" y="107"/>
                    <a:pt x="33" y="112"/>
                    <a:pt x="89" y="96"/>
                  </a:cubicBezTo>
                  <a:close/>
                  <a:moveTo>
                    <a:pt x="92" y="0"/>
                  </a:moveTo>
                  <a:cubicBezTo>
                    <a:pt x="62" y="0"/>
                    <a:pt x="34" y="17"/>
                    <a:pt x="20" y="45"/>
                  </a:cubicBezTo>
                  <a:cubicBezTo>
                    <a:pt x="1" y="84"/>
                    <a:pt x="14" y="133"/>
                    <a:pt x="56" y="154"/>
                  </a:cubicBezTo>
                  <a:cubicBezTo>
                    <a:pt x="67" y="159"/>
                    <a:pt x="79" y="161"/>
                    <a:pt x="90" y="161"/>
                  </a:cubicBezTo>
                  <a:cubicBezTo>
                    <a:pt x="121" y="161"/>
                    <a:pt x="150" y="145"/>
                    <a:pt x="164" y="118"/>
                  </a:cubicBezTo>
                  <a:cubicBezTo>
                    <a:pt x="184" y="77"/>
                    <a:pt x="168" y="28"/>
                    <a:pt x="128" y="9"/>
                  </a:cubicBezTo>
                  <a:cubicBezTo>
                    <a:pt x="116" y="3"/>
                    <a:pt x="104" y="0"/>
                    <a:pt x="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9"/>
            <p:cNvSpPr/>
            <p:nvPr/>
          </p:nvSpPr>
          <p:spPr>
            <a:xfrm>
              <a:off x="6498613" y="1490357"/>
              <a:ext cx="55522" cy="12464"/>
            </a:xfrm>
            <a:custGeom>
              <a:rect b="b" l="l" r="r" t="t"/>
              <a:pathLst>
                <a:path extrusionOk="0" h="22" w="98">
                  <a:moveTo>
                    <a:pt x="12" y="0"/>
                  </a:moveTo>
                  <a:cubicBezTo>
                    <a:pt x="6" y="0"/>
                    <a:pt x="0" y="6"/>
                    <a:pt x="0" y="10"/>
                  </a:cubicBezTo>
                  <a:cubicBezTo>
                    <a:pt x="0" y="18"/>
                    <a:pt x="6" y="22"/>
                    <a:pt x="12" y="22"/>
                  </a:cubicBezTo>
                  <a:lnTo>
                    <a:pt x="86" y="22"/>
                  </a:lnTo>
                  <a:cubicBezTo>
                    <a:pt x="92" y="22"/>
                    <a:pt x="97" y="16"/>
                    <a:pt x="97" y="10"/>
                  </a:cubicBezTo>
                  <a:cubicBezTo>
                    <a:pt x="97" y="6"/>
                    <a:pt x="92"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9"/>
            <p:cNvSpPr/>
            <p:nvPr/>
          </p:nvSpPr>
          <p:spPr>
            <a:xfrm>
              <a:off x="6498613" y="1510753"/>
              <a:ext cx="55522" cy="13031"/>
            </a:xfrm>
            <a:custGeom>
              <a:rect b="b" l="l" r="r" t="t"/>
              <a:pathLst>
                <a:path extrusionOk="0" h="23" w="98">
                  <a:moveTo>
                    <a:pt x="12" y="0"/>
                  </a:moveTo>
                  <a:cubicBezTo>
                    <a:pt x="6" y="0"/>
                    <a:pt x="0" y="6"/>
                    <a:pt x="0" y="10"/>
                  </a:cubicBezTo>
                  <a:cubicBezTo>
                    <a:pt x="0" y="16"/>
                    <a:pt x="6" y="22"/>
                    <a:pt x="12" y="22"/>
                  </a:cubicBezTo>
                  <a:lnTo>
                    <a:pt x="86" y="22"/>
                  </a:lnTo>
                  <a:cubicBezTo>
                    <a:pt x="92" y="22"/>
                    <a:pt x="97" y="16"/>
                    <a:pt x="97" y="10"/>
                  </a:cubicBezTo>
                  <a:cubicBezTo>
                    <a:pt x="97" y="6"/>
                    <a:pt x="92"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9"/>
            <p:cNvSpPr/>
            <p:nvPr/>
          </p:nvSpPr>
          <p:spPr>
            <a:xfrm>
              <a:off x="6498613" y="1531149"/>
              <a:ext cx="55522" cy="13031"/>
            </a:xfrm>
            <a:custGeom>
              <a:rect b="b" l="l" r="r" t="t"/>
              <a:pathLst>
                <a:path extrusionOk="0" h="23" w="98">
                  <a:moveTo>
                    <a:pt x="12" y="1"/>
                  </a:moveTo>
                  <a:cubicBezTo>
                    <a:pt x="6" y="1"/>
                    <a:pt x="0" y="6"/>
                    <a:pt x="0" y="11"/>
                  </a:cubicBezTo>
                  <a:cubicBezTo>
                    <a:pt x="0" y="16"/>
                    <a:pt x="6" y="22"/>
                    <a:pt x="12" y="22"/>
                  </a:cubicBezTo>
                  <a:lnTo>
                    <a:pt x="86" y="22"/>
                  </a:lnTo>
                  <a:cubicBezTo>
                    <a:pt x="92" y="22"/>
                    <a:pt x="97" y="16"/>
                    <a:pt x="97" y="11"/>
                  </a:cubicBezTo>
                  <a:cubicBezTo>
                    <a:pt x="97" y="3"/>
                    <a:pt x="92" y="1"/>
                    <a:pt x="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9"/>
            <p:cNvSpPr/>
            <p:nvPr/>
          </p:nvSpPr>
          <p:spPr>
            <a:xfrm>
              <a:off x="6449323" y="1413306"/>
              <a:ext cx="261181" cy="214724"/>
            </a:xfrm>
            <a:custGeom>
              <a:rect b="b" l="l" r="r" t="t"/>
              <a:pathLst>
                <a:path extrusionOk="0" h="379" w="461">
                  <a:moveTo>
                    <a:pt x="410" y="63"/>
                  </a:moveTo>
                  <a:lnTo>
                    <a:pt x="410" y="323"/>
                  </a:lnTo>
                  <a:lnTo>
                    <a:pt x="50" y="323"/>
                  </a:lnTo>
                  <a:lnTo>
                    <a:pt x="50" y="63"/>
                  </a:lnTo>
                  <a:close/>
                  <a:moveTo>
                    <a:pt x="437" y="341"/>
                  </a:moveTo>
                  <a:lnTo>
                    <a:pt x="437" y="359"/>
                  </a:lnTo>
                  <a:lnTo>
                    <a:pt x="22" y="359"/>
                  </a:lnTo>
                  <a:lnTo>
                    <a:pt x="22" y="341"/>
                  </a:lnTo>
                  <a:close/>
                  <a:moveTo>
                    <a:pt x="20" y="0"/>
                  </a:moveTo>
                  <a:cubicBezTo>
                    <a:pt x="11" y="0"/>
                    <a:pt x="1" y="8"/>
                    <a:pt x="1" y="18"/>
                  </a:cubicBezTo>
                  <a:lnTo>
                    <a:pt x="1" y="42"/>
                  </a:lnTo>
                  <a:cubicBezTo>
                    <a:pt x="1" y="51"/>
                    <a:pt x="8" y="60"/>
                    <a:pt x="20" y="60"/>
                  </a:cubicBezTo>
                  <a:lnTo>
                    <a:pt x="28" y="60"/>
                  </a:lnTo>
                  <a:lnTo>
                    <a:pt x="28" y="320"/>
                  </a:lnTo>
                  <a:lnTo>
                    <a:pt x="20" y="320"/>
                  </a:lnTo>
                  <a:cubicBezTo>
                    <a:pt x="11" y="320"/>
                    <a:pt x="1" y="327"/>
                    <a:pt x="1" y="339"/>
                  </a:cubicBezTo>
                  <a:lnTo>
                    <a:pt x="1" y="362"/>
                  </a:lnTo>
                  <a:cubicBezTo>
                    <a:pt x="1" y="370"/>
                    <a:pt x="8" y="379"/>
                    <a:pt x="20" y="379"/>
                  </a:cubicBezTo>
                  <a:lnTo>
                    <a:pt x="441" y="379"/>
                  </a:lnTo>
                  <a:cubicBezTo>
                    <a:pt x="452" y="379"/>
                    <a:pt x="460" y="373"/>
                    <a:pt x="460" y="362"/>
                  </a:cubicBezTo>
                  <a:lnTo>
                    <a:pt x="460" y="339"/>
                  </a:lnTo>
                  <a:cubicBezTo>
                    <a:pt x="460" y="328"/>
                    <a:pt x="453" y="320"/>
                    <a:pt x="441" y="320"/>
                  </a:cubicBezTo>
                  <a:lnTo>
                    <a:pt x="433" y="320"/>
                  </a:lnTo>
                  <a:lnTo>
                    <a:pt x="433" y="60"/>
                  </a:lnTo>
                  <a:lnTo>
                    <a:pt x="440" y="60"/>
                  </a:lnTo>
                  <a:cubicBezTo>
                    <a:pt x="449" y="60"/>
                    <a:pt x="459" y="52"/>
                    <a:pt x="459" y="42"/>
                  </a:cubicBezTo>
                  <a:lnTo>
                    <a:pt x="459" y="18"/>
                  </a:lnTo>
                  <a:cubicBezTo>
                    <a:pt x="459" y="9"/>
                    <a:pt x="452" y="0"/>
                    <a:pt x="440" y="0"/>
                  </a:cubicBezTo>
                  <a:lnTo>
                    <a:pt x="126" y="0"/>
                  </a:lnTo>
                  <a:cubicBezTo>
                    <a:pt x="121" y="0"/>
                    <a:pt x="115" y="6"/>
                    <a:pt x="115" y="12"/>
                  </a:cubicBezTo>
                  <a:cubicBezTo>
                    <a:pt x="115" y="16"/>
                    <a:pt x="121" y="22"/>
                    <a:pt x="126" y="22"/>
                  </a:cubicBezTo>
                  <a:lnTo>
                    <a:pt x="437" y="22"/>
                  </a:lnTo>
                  <a:lnTo>
                    <a:pt x="437" y="38"/>
                  </a:lnTo>
                  <a:lnTo>
                    <a:pt x="22" y="38"/>
                  </a:lnTo>
                  <a:lnTo>
                    <a:pt x="22" y="22"/>
                  </a:lnTo>
                  <a:lnTo>
                    <a:pt x="85" y="22"/>
                  </a:lnTo>
                  <a:cubicBezTo>
                    <a:pt x="90" y="22"/>
                    <a:pt x="95" y="16"/>
                    <a:pt x="95" y="12"/>
                  </a:cubicBezTo>
                  <a:cubicBezTo>
                    <a:pt x="95" y="6"/>
                    <a:pt x="90"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9"/>
            <p:cNvSpPr/>
            <p:nvPr/>
          </p:nvSpPr>
          <p:spPr>
            <a:xfrm>
              <a:off x="6298053" y="1597436"/>
              <a:ext cx="213590" cy="228322"/>
            </a:xfrm>
            <a:custGeom>
              <a:rect b="b" l="l" r="r" t="t"/>
              <a:pathLst>
                <a:path extrusionOk="0" h="403" w="377">
                  <a:moveTo>
                    <a:pt x="145" y="22"/>
                  </a:moveTo>
                  <a:cubicBezTo>
                    <a:pt x="149" y="22"/>
                    <a:pt x="152" y="27"/>
                    <a:pt x="152" y="29"/>
                  </a:cubicBezTo>
                  <a:lnTo>
                    <a:pt x="152" y="54"/>
                  </a:lnTo>
                  <a:lnTo>
                    <a:pt x="116" y="54"/>
                  </a:lnTo>
                  <a:lnTo>
                    <a:pt x="116" y="29"/>
                  </a:lnTo>
                  <a:cubicBezTo>
                    <a:pt x="116" y="27"/>
                    <a:pt x="120" y="22"/>
                    <a:pt x="123" y="22"/>
                  </a:cubicBezTo>
                  <a:close/>
                  <a:moveTo>
                    <a:pt x="165" y="77"/>
                  </a:moveTo>
                  <a:cubicBezTo>
                    <a:pt x="181" y="77"/>
                    <a:pt x="196" y="92"/>
                    <a:pt x="196" y="107"/>
                  </a:cubicBezTo>
                  <a:lnTo>
                    <a:pt x="196" y="116"/>
                  </a:lnTo>
                  <a:lnTo>
                    <a:pt x="77" y="116"/>
                  </a:lnTo>
                  <a:lnTo>
                    <a:pt x="77" y="107"/>
                  </a:lnTo>
                  <a:cubicBezTo>
                    <a:pt x="77" y="89"/>
                    <a:pt x="90" y="77"/>
                    <a:pt x="107" y="77"/>
                  </a:cubicBezTo>
                  <a:close/>
                  <a:moveTo>
                    <a:pt x="194" y="138"/>
                  </a:moveTo>
                  <a:lnTo>
                    <a:pt x="194" y="165"/>
                  </a:lnTo>
                  <a:lnTo>
                    <a:pt x="76" y="165"/>
                  </a:lnTo>
                  <a:lnTo>
                    <a:pt x="76" y="138"/>
                  </a:lnTo>
                  <a:close/>
                  <a:moveTo>
                    <a:pt x="196" y="185"/>
                  </a:moveTo>
                  <a:lnTo>
                    <a:pt x="196" y="211"/>
                  </a:lnTo>
                  <a:lnTo>
                    <a:pt x="77" y="211"/>
                  </a:lnTo>
                  <a:lnTo>
                    <a:pt x="77" y="185"/>
                  </a:lnTo>
                  <a:close/>
                  <a:moveTo>
                    <a:pt x="196" y="233"/>
                  </a:moveTo>
                  <a:lnTo>
                    <a:pt x="196" y="259"/>
                  </a:lnTo>
                  <a:cubicBezTo>
                    <a:pt x="196" y="266"/>
                    <a:pt x="188" y="274"/>
                    <a:pt x="181" y="274"/>
                  </a:cubicBezTo>
                  <a:lnTo>
                    <a:pt x="92" y="274"/>
                  </a:lnTo>
                  <a:cubicBezTo>
                    <a:pt x="84" y="274"/>
                    <a:pt x="77" y="266"/>
                    <a:pt x="77" y="259"/>
                  </a:cubicBezTo>
                  <a:lnTo>
                    <a:pt x="77" y="233"/>
                  </a:lnTo>
                  <a:close/>
                  <a:moveTo>
                    <a:pt x="123" y="1"/>
                  </a:moveTo>
                  <a:cubicBezTo>
                    <a:pt x="107" y="1"/>
                    <a:pt x="94" y="14"/>
                    <a:pt x="94" y="29"/>
                  </a:cubicBezTo>
                  <a:lnTo>
                    <a:pt x="94" y="57"/>
                  </a:lnTo>
                  <a:cubicBezTo>
                    <a:pt x="71" y="63"/>
                    <a:pt x="54" y="81"/>
                    <a:pt x="54" y="107"/>
                  </a:cubicBezTo>
                  <a:lnTo>
                    <a:pt x="54" y="259"/>
                  </a:lnTo>
                  <a:cubicBezTo>
                    <a:pt x="54" y="265"/>
                    <a:pt x="55" y="269"/>
                    <a:pt x="57" y="274"/>
                  </a:cubicBezTo>
                  <a:lnTo>
                    <a:pt x="12" y="274"/>
                  </a:lnTo>
                  <a:cubicBezTo>
                    <a:pt x="6" y="274"/>
                    <a:pt x="1" y="279"/>
                    <a:pt x="1" y="284"/>
                  </a:cubicBezTo>
                  <a:cubicBezTo>
                    <a:pt x="1" y="289"/>
                    <a:pt x="6" y="295"/>
                    <a:pt x="12" y="295"/>
                  </a:cubicBezTo>
                  <a:lnTo>
                    <a:pt x="354" y="295"/>
                  </a:lnTo>
                  <a:lnTo>
                    <a:pt x="354" y="339"/>
                  </a:lnTo>
                  <a:lnTo>
                    <a:pt x="12" y="339"/>
                  </a:lnTo>
                  <a:cubicBezTo>
                    <a:pt x="6" y="339"/>
                    <a:pt x="1" y="344"/>
                    <a:pt x="1" y="349"/>
                  </a:cubicBezTo>
                  <a:cubicBezTo>
                    <a:pt x="1" y="354"/>
                    <a:pt x="6" y="360"/>
                    <a:pt x="12" y="360"/>
                  </a:cubicBezTo>
                  <a:lnTo>
                    <a:pt x="292" y="360"/>
                  </a:lnTo>
                  <a:lnTo>
                    <a:pt x="292" y="380"/>
                  </a:lnTo>
                  <a:lnTo>
                    <a:pt x="230" y="380"/>
                  </a:lnTo>
                  <a:cubicBezTo>
                    <a:pt x="224" y="380"/>
                    <a:pt x="220" y="385"/>
                    <a:pt x="220" y="391"/>
                  </a:cubicBezTo>
                  <a:cubicBezTo>
                    <a:pt x="220" y="396"/>
                    <a:pt x="224" y="402"/>
                    <a:pt x="230" y="402"/>
                  </a:cubicBezTo>
                  <a:lnTo>
                    <a:pt x="302" y="402"/>
                  </a:lnTo>
                  <a:cubicBezTo>
                    <a:pt x="308" y="402"/>
                    <a:pt x="314" y="396"/>
                    <a:pt x="314" y="391"/>
                  </a:cubicBezTo>
                  <a:lnTo>
                    <a:pt x="314" y="360"/>
                  </a:lnTo>
                  <a:lnTo>
                    <a:pt x="366" y="360"/>
                  </a:lnTo>
                  <a:cubicBezTo>
                    <a:pt x="372" y="360"/>
                    <a:pt x="376" y="354"/>
                    <a:pt x="376" y="349"/>
                  </a:cubicBezTo>
                  <a:lnTo>
                    <a:pt x="376" y="287"/>
                  </a:lnTo>
                  <a:cubicBezTo>
                    <a:pt x="376" y="279"/>
                    <a:pt x="370" y="274"/>
                    <a:pt x="366" y="274"/>
                  </a:cubicBezTo>
                  <a:lnTo>
                    <a:pt x="213" y="274"/>
                  </a:lnTo>
                  <a:cubicBezTo>
                    <a:pt x="214" y="269"/>
                    <a:pt x="216" y="265"/>
                    <a:pt x="216" y="259"/>
                  </a:cubicBezTo>
                  <a:lnTo>
                    <a:pt x="216" y="107"/>
                  </a:lnTo>
                  <a:cubicBezTo>
                    <a:pt x="216" y="81"/>
                    <a:pt x="198" y="63"/>
                    <a:pt x="174" y="57"/>
                  </a:cubicBezTo>
                  <a:lnTo>
                    <a:pt x="174" y="29"/>
                  </a:lnTo>
                  <a:cubicBezTo>
                    <a:pt x="174" y="14"/>
                    <a:pt x="162" y="1"/>
                    <a:pt x="1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9"/>
            <p:cNvSpPr/>
            <p:nvPr/>
          </p:nvSpPr>
          <p:spPr>
            <a:xfrm>
              <a:off x="6299753" y="1811027"/>
              <a:ext cx="111611" cy="13031"/>
            </a:xfrm>
            <a:custGeom>
              <a:rect b="b" l="l" r="r" t="t"/>
              <a:pathLst>
                <a:path extrusionOk="0" h="23" w="197">
                  <a:moveTo>
                    <a:pt x="11" y="1"/>
                  </a:moveTo>
                  <a:cubicBezTo>
                    <a:pt x="5" y="1"/>
                    <a:pt x="0" y="6"/>
                    <a:pt x="0" y="12"/>
                  </a:cubicBezTo>
                  <a:cubicBezTo>
                    <a:pt x="0" y="18"/>
                    <a:pt x="5" y="22"/>
                    <a:pt x="11" y="22"/>
                  </a:cubicBezTo>
                  <a:lnTo>
                    <a:pt x="185" y="22"/>
                  </a:lnTo>
                  <a:cubicBezTo>
                    <a:pt x="191" y="22"/>
                    <a:pt x="197" y="18"/>
                    <a:pt x="197" y="12"/>
                  </a:cubicBezTo>
                  <a:cubicBezTo>
                    <a:pt x="197" y="6"/>
                    <a:pt x="191"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4" name="Google Shape;2934;p49"/>
          <p:cNvGrpSpPr/>
          <p:nvPr/>
        </p:nvGrpSpPr>
        <p:grpSpPr>
          <a:xfrm>
            <a:off x="5498647" y="1413306"/>
            <a:ext cx="410184" cy="412452"/>
            <a:chOff x="5498647" y="1413306"/>
            <a:chExt cx="410184" cy="412452"/>
          </a:xfrm>
        </p:grpSpPr>
        <p:sp>
          <p:nvSpPr>
            <p:cNvPr id="2935" name="Google Shape;2935;p49"/>
            <p:cNvSpPr/>
            <p:nvPr/>
          </p:nvSpPr>
          <p:spPr>
            <a:xfrm>
              <a:off x="5760961" y="1472228"/>
              <a:ext cx="105379" cy="91782"/>
            </a:xfrm>
            <a:custGeom>
              <a:rect b="b" l="l" r="r" t="t"/>
              <a:pathLst>
                <a:path extrusionOk="0" h="162" w="186">
                  <a:moveTo>
                    <a:pt x="75" y="25"/>
                  </a:moveTo>
                  <a:cubicBezTo>
                    <a:pt x="78" y="32"/>
                    <a:pt x="82" y="63"/>
                    <a:pt x="86" y="74"/>
                  </a:cubicBezTo>
                  <a:lnTo>
                    <a:pt x="36" y="89"/>
                  </a:lnTo>
                  <a:cubicBezTo>
                    <a:pt x="31" y="77"/>
                    <a:pt x="34" y="67"/>
                    <a:pt x="39" y="55"/>
                  </a:cubicBezTo>
                  <a:cubicBezTo>
                    <a:pt x="46" y="41"/>
                    <a:pt x="59" y="31"/>
                    <a:pt x="75" y="25"/>
                  </a:cubicBezTo>
                  <a:close/>
                  <a:moveTo>
                    <a:pt x="95" y="24"/>
                  </a:moveTo>
                  <a:cubicBezTo>
                    <a:pt x="102" y="24"/>
                    <a:pt x="109" y="25"/>
                    <a:pt x="117" y="28"/>
                  </a:cubicBezTo>
                  <a:cubicBezTo>
                    <a:pt x="147" y="42"/>
                    <a:pt x="160" y="77"/>
                    <a:pt x="145" y="107"/>
                  </a:cubicBezTo>
                  <a:cubicBezTo>
                    <a:pt x="140" y="120"/>
                    <a:pt x="131" y="129"/>
                    <a:pt x="118" y="135"/>
                  </a:cubicBezTo>
                  <a:cubicBezTo>
                    <a:pt x="117" y="129"/>
                    <a:pt x="96" y="28"/>
                    <a:pt x="95" y="24"/>
                  </a:cubicBezTo>
                  <a:close/>
                  <a:moveTo>
                    <a:pt x="89" y="96"/>
                  </a:moveTo>
                  <a:lnTo>
                    <a:pt x="99" y="141"/>
                  </a:lnTo>
                  <a:cubicBezTo>
                    <a:pt x="86" y="141"/>
                    <a:pt x="75" y="139"/>
                    <a:pt x="66" y="135"/>
                  </a:cubicBezTo>
                  <a:cubicBezTo>
                    <a:pt x="54" y="129"/>
                    <a:pt x="46" y="120"/>
                    <a:pt x="41" y="110"/>
                  </a:cubicBezTo>
                  <a:cubicBezTo>
                    <a:pt x="45" y="109"/>
                    <a:pt x="46" y="109"/>
                    <a:pt x="45" y="109"/>
                  </a:cubicBezTo>
                  <a:lnTo>
                    <a:pt x="45" y="109"/>
                  </a:lnTo>
                  <a:cubicBezTo>
                    <a:pt x="45" y="109"/>
                    <a:pt x="43" y="109"/>
                    <a:pt x="43" y="109"/>
                  </a:cubicBezTo>
                  <a:cubicBezTo>
                    <a:pt x="43" y="109"/>
                    <a:pt x="50" y="107"/>
                    <a:pt x="89" y="96"/>
                  </a:cubicBezTo>
                  <a:close/>
                  <a:moveTo>
                    <a:pt x="94" y="1"/>
                  </a:moveTo>
                  <a:cubicBezTo>
                    <a:pt x="64" y="1"/>
                    <a:pt x="36" y="17"/>
                    <a:pt x="23" y="45"/>
                  </a:cubicBezTo>
                  <a:cubicBezTo>
                    <a:pt x="1" y="84"/>
                    <a:pt x="15" y="133"/>
                    <a:pt x="57" y="154"/>
                  </a:cubicBezTo>
                  <a:cubicBezTo>
                    <a:pt x="68" y="159"/>
                    <a:pt x="80" y="161"/>
                    <a:pt x="92" y="161"/>
                  </a:cubicBezTo>
                  <a:cubicBezTo>
                    <a:pt x="122" y="161"/>
                    <a:pt x="151" y="145"/>
                    <a:pt x="166" y="118"/>
                  </a:cubicBezTo>
                  <a:cubicBezTo>
                    <a:pt x="186" y="77"/>
                    <a:pt x="169" y="28"/>
                    <a:pt x="130" y="9"/>
                  </a:cubicBezTo>
                  <a:cubicBezTo>
                    <a:pt x="118" y="3"/>
                    <a:pt x="106" y="1"/>
                    <a:pt x="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9"/>
            <p:cNvSpPr/>
            <p:nvPr/>
          </p:nvSpPr>
          <p:spPr>
            <a:xfrm>
              <a:off x="5699207" y="1490357"/>
              <a:ext cx="54389" cy="12464"/>
            </a:xfrm>
            <a:custGeom>
              <a:rect b="b" l="l" r="r" t="t"/>
              <a:pathLst>
                <a:path extrusionOk="0" h="22" w="96">
                  <a:moveTo>
                    <a:pt x="10" y="0"/>
                  </a:moveTo>
                  <a:cubicBezTo>
                    <a:pt x="6" y="0"/>
                    <a:pt x="0" y="6"/>
                    <a:pt x="0" y="10"/>
                  </a:cubicBezTo>
                  <a:cubicBezTo>
                    <a:pt x="0" y="18"/>
                    <a:pt x="3" y="22"/>
                    <a:pt x="10" y="22"/>
                  </a:cubicBezTo>
                  <a:lnTo>
                    <a:pt x="85" y="22"/>
                  </a:lnTo>
                  <a:cubicBezTo>
                    <a:pt x="90" y="22"/>
                    <a:pt x="96" y="16"/>
                    <a:pt x="96" y="10"/>
                  </a:cubicBezTo>
                  <a:cubicBezTo>
                    <a:pt x="96" y="6"/>
                    <a:pt x="90"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9"/>
            <p:cNvSpPr/>
            <p:nvPr/>
          </p:nvSpPr>
          <p:spPr>
            <a:xfrm>
              <a:off x="5699207" y="1510753"/>
              <a:ext cx="54389" cy="13031"/>
            </a:xfrm>
            <a:custGeom>
              <a:rect b="b" l="l" r="r" t="t"/>
              <a:pathLst>
                <a:path extrusionOk="0" h="23" w="96">
                  <a:moveTo>
                    <a:pt x="10" y="0"/>
                  </a:moveTo>
                  <a:cubicBezTo>
                    <a:pt x="6" y="0"/>
                    <a:pt x="0" y="6"/>
                    <a:pt x="0" y="10"/>
                  </a:cubicBezTo>
                  <a:cubicBezTo>
                    <a:pt x="0" y="16"/>
                    <a:pt x="3" y="22"/>
                    <a:pt x="10" y="22"/>
                  </a:cubicBezTo>
                  <a:lnTo>
                    <a:pt x="85" y="22"/>
                  </a:lnTo>
                  <a:cubicBezTo>
                    <a:pt x="90" y="22"/>
                    <a:pt x="96" y="16"/>
                    <a:pt x="96" y="10"/>
                  </a:cubicBezTo>
                  <a:cubicBezTo>
                    <a:pt x="96" y="6"/>
                    <a:pt x="90"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9"/>
            <p:cNvSpPr/>
            <p:nvPr/>
          </p:nvSpPr>
          <p:spPr>
            <a:xfrm>
              <a:off x="5699207" y="1529450"/>
              <a:ext cx="54389" cy="13597"/>
            </a:xfrm>
            <a:custGeom>
              <a:rect b="b" l="l" r="r" t="t"/>
              <a:pathLst>
                <a:path extrusionOk="0" h="24" w="96">
                  <a:moveTo>
                    <a:pt x="10" y="1"/>
                  </a:moveTo>
                  <a:cubicBezTo>
                    <a:pt x="6" y="1"/>
                    <a:pt x="0" y="6"/>
                    <a:pt x="0" y="12"/>
                  </a:cubicBezTo>
                  <a:cubicBezTo>
                    <a:pt x="0" y="19"/>
                    <a:pt x="3" y="24"/>
                    <a:pt x="10" y="24"/>
                  </a:cubicBezTo>
                  <a:lnTo>
                    <a:pt x="85" y="24"/>
                  </a:lnTo>
                  <a:cubicBezTo>
                    <a:pt x="90" y="24"/>
                    <a:pt x="96" y="18"/>
                    <a:pt x="96" y="12"/>
                  </a:cubicBezTo>
                  <a:cubicBezTo>
                    <a:pt x="96" y="6"/>
                    <a:pt x="90"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9"/>
            <p:cNvSpPr/>
            <p:nvPr/>
          </p:nvSpPr>
          <p:spPr>
            <a:xfrm>
              <a:off x="5648217" y="1413306"/>
              <a:ext cx="260614" cy="214724"/>
            </a:xfrm>
            <a:custGeom>
              <a:rect b="b" l="l" r="r" t="t"/>
              <a:pathLst>
                <a:path extrusionOk="0" h="379" w="460">
                  <a:moveTo>
                    <a:pt x="409" y="63"/>
                  </a:moveTo>
                  <a:lnTo>
                    <a:pt x="409" y="323"/>
                  </a:lnTo>
                  <a:lnTo>
                    <a:pt x="50" y="323"/>
                  </a:lnTo>
                  <a:lnTo>
                    <a:pt x="50" y="63"/>
                  </a:lnTo>
                  <a:close/>
                  <a:moveTo>
                    <a:pt x="437" y="341"/>
                  </a:moveTo>
                  <a:lnTo>
                    <a:pt x="437" y="359"/>
                  </a:lnTo>
                  <a:lnTo>
                    <a:pt x="24" y="359"/>
                  </a:lnTo>
                  <a:lnTo>
                    <a:pt x="24" y="341"/>
                  </a:lnTo>
                  <a:close/>
                  <a:moveTo>
                    <a:pt x="19" y="0"/>
                  </a:moveTo>
                  <a:cubicBezTo>
                    <a:pt x="11" y="0"/>
                    <a:pt x="1" y="8"/>
                    <a:pt x="1" y="18"/>
                  </a:cubicBezTo>
                  <a:lnTo>
                    <a:pt x="1" y="42"/>
                  </a:lnTo>
                  <a:cubicBezTo>
                    <a:pt x="1" y="51"/>
                    <a:pt x="8" y="60"/>
                    <a:pt x="19" y="60"/>
                  </a:cubicBezTo>
                  <a:lnTo>
                    <a:pt x="28" y="60"/>
                  </a:lnTo>
                  <a:lnTo>
                    <a:pt x="28" y="320"/>
                  </a:lnTo>
                  <a:lnTo>
                    <a:pt x="19" y="320"/>
                  </a:lnTo>
                  <a:cubicBezTo>
                    <a:pt x="11" y="320"/>
                    <a:pt x="1" y="327"/>
                    <a:pt x="1" y="339"/>
                  </a:cubicBezTo>
                  <a:lnTo>
                    <a:pt x="1" y="362"/>
                  </a:lnTo>
                  <a:cubicBezTo>
                    <a:pt x="1" y="370"/>
                    <a:pt x="8" y="379"/>
                    <a:pt x="19" y="379"/>
                  </a:cubicBezTo>
                  <a:lnTo>
                    <a:pt x="441" y="379"/>
                  </a:lnTo>
                  <a:cubicBezTo>
                    <a:pt x="451" y="379"/>
                    <a:pt x="460" y="373"/>
                    <a:pt x="460" y="362"/>
                  </a:cubicBezTo>
                  <a:lnTo>
                    <a:pt x="460" y="339"/>
                  </a:lnTo>
                  <a:cubicBezTo>
                    <a:pt x="460" y="328"/>
                    <a:pt x="453" y="320"/>
                    <a:pt x="441" y="320"/>
                  </a:cubicBezTo>
                  <a:lnTo>
                    <a:pt x="433" y="320"/>
                  </a:lnTo>
                  <a:lnTo>
                    <a:pt x="433" y="60"/>
                  </a:lnTo>
                  <a:lnTo>
                    <a:pt x="443" y="60"/>
                  </a:lnTo>
                  <a:cubicBezTo>
                    <a:pt x="451" y="60"/>
                    <a:pt x="460" y="52"/>
                    <a:pt x="460" y="42"/>
                  </a:cubicBezTo>
                  <a:lnTo>
                    <a:pt x="460" y="18"/>
                  </a:lnTo>
                  <a:cubicBezTo>
                    <a:pt x="460" y="9"/>
                    <a:pt x="453" y="0"/>
                    <a:pt x="443" y="0"/>
                  </a:cubicBezTo>
                  <a:lnTo>
                    <a:pt x="128" y="0"/>
                  </a:lnTo>
                  <a:cubicBezTo>
                    <a:pt x="122" y="0"/>
                    <a:pt x="118" y="6"/>
                    <a:pt x="118" y="12"/>
                  </a:cubicBezTo>
                  <a:cubicBezTo>
                    <a:pt x="118" y="16"/>
                    <a:pt x="122" y="22"/>
                    <a:pt x="128" y="22"/>
                  </a:cubicBezTo>
                  <a:lnTo>
                    <a:pt x="438" y="22"/>
                  </a:lnTo>
                  <a:lnTo>
                    <a:pt x="438" y="38"/>
                  </a:lnTo>
                  <a:lnTo>
                    <a:pt x="24" y="38"/>
                  </a:lnTo>
                  <a:lnTo>
                    <a:pt x="24" y="22"/>
                  </a:lnTo>
                  <a:lnTo>
                    <a:pt x="84" y="22"/>
                  </a:lnTo>
                  <a:cubicBezTo>
                    <a:pt x="90" y="22"/>
                    <a:pt x="96" y="16"/>
                    <a:pt x="96" y="12"/>
                  </a:cubicBezTo>
                  <a:cubicBezTo>
                    <a:pt x="96" y="6"/>
                    <a:pt x="90"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9"/>
            <p:cNvSpPr/>
            <p:nvPr/>
          </p:nvSpPr>
          <p:spPr>
            <a:xfrm>
              <a:off x="5500347" y="1519818"/>
              <a:ext cx="213024" cy="305940"/>
            </a:xfrm>
            <a:custGeom>
              <a:rect b="b" l="l" r="r" t="t"/>
              <a:pathLst>
                <a:path extrusionOk="0" h="540" w="376">
                  <a:moveTo>
                    <a:pt x="130" y="22"/>
                  </a:moveTo>
                  <a:lnTo>
                    <a:pt x="130" y="47"/>
                  </a:lnTo>
                  <a:lnTo>
                    <a:pt x="87" y="47"/>
                  </a:lnTo>
                  <a:lnTo>
                    <a:pt x="87" y="22"/>
                  </a:lnTo>
                  <a:close/>
                  <a:moveTo>
                    <a:pt x="217" y="165"/>
                  </a:moveTo>
                  <a:cubicBezTo>
                    <a:pt x="217" y="165"/>
                    <a:pt x="220" y="165"/>
                    <a:pt x="220" y="166"/>
                  </a:cubicBezTo>
                  <a:lnTo>
                    <a:pt x="220" y="227"/>
                  </a:lnTo>
                  <a:lnTo>
                    <a:pt x="155" y="227"/>
                  </a:lnTo>
                  <a:lnTo>
                    <a:pt x="155" y="166"/>
                  </a:lnTo>
                  <a:lnTo>
                    <a:pt x="152" y="166"/>
                  </a:lnTo>
                  <a:lnTo>
                    <a:pt x="217" y="165"/>
                  </a:lnTo>
                  <a:close/>
                  <a:moveTo>
                    <a:pt x="241" y="247"/>
                  </a:moveTo>
                  <a:lnTo>
                    <a:pt x="227" y="399"/>
                  </a:lnTo>
                  <a:cubicBezTo>
                    <a:pt x="227" y="405"/>
                    <a:pt x="221" y="411"/>
                    <a:pt x="215" y="411"/>
                  </a:cubicBezTo>
                  <a:lnTo>
                    <a:pt x="87" y="411"/>
                  </a:lnTo>
                  <a:cubicBezTo>
                    <a:pt x="83" y="411"/>
                    <a:pt x="77" y="406"/>
                    <a:pt x="77" y="399"/>
                  </a:cubicBezTo>
                  <a:lnTo>
                    <a:pt x="62" y="247"/>
                  </a:lnTo>
                  <a:close/>
                  <a:moveTo>
                    <a:pt x="87" y="0"/>
                  </a:moveTo>
                  <a:cubicBezTo>
                    <a:pt x="74" y="0"/>
                    <a:pt x="65" y="9"/>
                    <a:pt x="65" y="22"/>
                  </a:cubicBezTo>
                  <a:lnTo>
                    <a:pt x="65" y="123"/>
                  </a:lnTo>
                  <a:cubicBezTo>
                    <a:pt x="65" y="129"/>
                    <a:pt x="71" y="135"/>
                    <a:pt x="77" y="135"/>
                  </a:cubicBezTo>
                  <a:cubicBezTo>
                    <a:pt x="81" y="135"/>
                    <a:pt x="87" y="129"/>
                    <a:pt x="87" y="123"/>
                  </a:cubicBezTo>
                  <a:lnTo>
                    <a:pt x="87" y="70"/>
                  </a:lnTo>
                  <a:lnTo>
                    <a:pt x="130" y="70"/>
                  </a:lnTo>
                  <a:lnTo>
                    <a:pt x="130" y="229"/>
                  </a:lnTo>
                  <a:lnTo>
                    <a:pt x="87" y="229"/>
                  </a:lnTo>
                  <a:lnTo>
                    <a:pt x="87" y="166"/>
                  </a:lnTo>
                  <a:cubicBezTo>
                    <a:pt x="87" y="161"/>
                    <a:pt x="81" y="156"/>
                    <a:pt x="77" y="156"/>
                  </a:cubicBezTo>
                  <a:cubicBezTo>
                    <a:pt x="71" y="156"/>
                    <a:pt x="65" y="161"/>
                    <a:pt x="65" y="166"/>
                  </a:cubicBezTo>
                  <a:lnTo>
                    <a:pt x="65" y="229"/>
                  </a:lnTo>
                  <a:lnTo>
                    <a:pt x="51" y="229"/>
                  </a:lnTo>
                  <a:cubicBezTo>
                    <a:pt x="48" y="229"/>
                    <a:pt x="45" y="230"/>
                    <a:pt x="44" y="231"/>
                  </a:cubicBezTo>
                  <a:cubicBezTo>
                    <a:pt x="42" y="233"/>
                    <a:pt x="41" y="237"/>
                    <a:pt x="42" y="239"/>
                  </a:cubicBezTo>
                  <a:lnTo>
                    <a:pt x="58" y="403"/>
                  </a:lnTo>
                  <a:cubicBezTo>
                    <a:pt x="58" y="406"/>
                    <a:pt x="58" y="409"/>
                    <a:pt x="59" y="411"/>
                  </a:cubicBezTo>
                  <a:lnTo>
                    <a:pt x="12" y="411"/>
                  </a:lnTo>
                  <a:cubicBezTo>
                    <a:pt x="6" y="411"/>
                    <a:pt x="0" y="416"/>
                    <a:pt x="0" y="421"/>
                  </a:cubicBezTo>
                  <a:cubicBezTo>
                    <a:pt x="0" y="426"/>
                    <a:pt x="6" y="432"/>
                    <a:pt x="12" y="432"/>
                  </a:cubicBezTo>
                  <a:lnTo>
                    <a:pt x="354" y="432"/>
                  </a:lnTo>
                  <a:lnTo>
                    <a:pt x="354" y="476"/>
                  </a:lnTo>
                  <a:lnTo>
                    <a:pt x="12" y="476"/>
                  </a:lnTo>
                  <a:cubicBezTo>
                    <a:pt x="6" y="476"/>
                    <a:pt x="0" y="481"/>
                    <a:pt x="0" y="486"/>
                  </a:cubicBezTo>
                  <a:cubicBezTo>
                    <a:pt x="0" y="491"/>
                    <a:pt x="6" y="497"/>
                    <a:pt x="12" y="497"/>
                  </a:cubicBezTo>
                  <a:lnTo>
                    <a:pt x="291" y="497"/>
                  </a:lnTo>
                  <a:lnTo>
                    <a:pt x="291" y="517"/>
                  </a:lnTo>
                  <a:lnTo>
                    <a:pt x="230" y="517"/>
                  </a:lnTo>
                  <a:cubicBezTo>
                    <a:pt x="224" y="517"/>
                    <a:pt x="218" y="522"/>
                    <a:pt x="218" y="528"/>
                  </a:cubicBezTo>
                  <a:cubicBezTo>
                    <a:pt x="218" y="533"/>
                    <a:pt x="224" y="539"/>
                    <a:pt x="230" y="539"/>
                  </a:cubicBezTo>
                  <a:lnTo>
                    <a:pt x="302" y="539"/>
                  </a:lnTo>
                  <a:cubicBezTo>
                    <a:pt x="308" y="539"/>
                    <a:pt x="312" y="533"/>
                    <a:pt x="312" y="528"/>
                  </a:cubicBezTo>
                  <a:lnTo>
                    <a:pt x="312" y="497"/>
                  </a:lnTo>
                  <a:lnTo>
                    <a:pt x="366" y="497"/>
                  </a:lnTo>
                  <a:cubicBezTo>
                    <a:pt x="370" y="497"/>
                    <a:pt x="376" y="491"/>
                    <a:pt x="376" y="486"/>
                  </a:cubicBezTo>
                  <a:lnTo>
                    <a:pt x="376" y="424"/>
                  </a:lnTo>
                  <a:cubicBezTo>
                    <a:pt x="373" y="416"/>
                    <a:pt x="367" y="411"/>
                    <a:pt x="361" y="411"/>
                  </a:cubicBezTo>
                  <a:lnTo>
                    <a:pt x="246" y="411"/>
                  </a:lnTo>
                  <a:cubicBezTo>
                    <a:pt x="249" y="408"/>
                    <a:pt x="249" y="405"/>
                    <a:pt x="249" y="403"/>
                  </a:cubicBezTo>
                  <a:lnTo>
                    <a:pt x="265" y="239"/>
                  </a:lnTo>
                  <a:cubicBezTo>
                    <a:pt x="265" y="236"/>
                    <a:pt x="265" y="233"/>
                    <a:pt x="260" y="231"/>
                  </a:cubicBezTo>
                  <a:cubicBezTo>
                    <a:pt x="259" y="230"/>
                    <a:pt x="256" y="229"/>
                    <a:pt x="253" y="229"/>
                  </a:cubicBezTo>
                  <a:lnTo>
                    <a:pt x="239" y="229"/>
                  </a:lnTo>
                  <a:lnTo>
                    <a:pt x="239" y="166"/>
                  </a:lnTo>
                  <a:cubicBezTo>
                    <a:pt x="239" y="153"/>
                    <a:pt x="228" y="145"/>
                    <a:pt x="217" y="145"/>
                  </a:cubicBezTo>
                  <a:lnTo>
                    <a:pt x="152" y="145"/>
                  </a:lnTo>
                  <a:lnTo>
                    <a:pt x="152" y="22"/>
                  </a:lnTo>
                  <a:cubicBezTo>
                    <a:pt x="152" y="9"/>
                    <a:pt x="143" y="0"/>
                    <a:pt x="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9"/>
            <p:cNvSpPr/>
            <p:nvPr/>
          </p:nvSpPr>
          <p:spPr>
            <a:xfrm>
              <a:off x="5498647" y="1811027"/>
              <a:ext cx="111611" cy="13031"/>
            </a:xfrm>
            <a:custGeom>
              <a:rect b="b" l="l" r="r" t="t"/>
              <a:pathLst>
                <a:path extrusionOk="0" h="23" w="197">
                  <a:moveTo>
                    <a:pt x="10" y="1"/>
                  </a:moveTo>
                  <a:cubicBezTo>
                    <a:pt x="6" y="1"/>
                    <a:pt x="0" y="6"/>
                    <a:pt x="0" y="12"/>
                  </a:cubicBezTo>
                  <a:cubicBezTo>
                    <a:pt x="0" y="18"/>
                    <a:pt x="5" y="22"/>
                    <a:pt x="10" y="22"/>
                  </a:cubicBezTo>
                  <a:lnTo>
                    <a:pt x="187" y="22"/>
                  </a:lnTo>
                  <a:cubicBezTo>
                    <a:pt x="191" y="22"/>
                    <a:pt x="197" y="18"/>
                    <a:pt x="197" y="12"/>
                  </a:cubicBezTo>
                  <a:cubicBezTo>
                    <a:pt x="197" y="6"/>
                    <a:pt x="192"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2" name="Google Shape;2942;p49"/>
          <p:cNvGrpSpPr/>
          <p:nvPr/>
        </p:nvGrpSpPr>
        <p:grpSpPr>
          <a:xfrm>
            <a:off x="4697542" y="1472794"/>
            <a:ext cx="410184" cy="294042"/>
            <a:chOff x="4697542" y="1472794"/>
            <a:chExt cx="410184" cy="294042"/>
          </a:xfrm>
        </p:grpSpPr>
        <p:sp>
          <p:nvSpPr>
            <p:cNvPr id="2943" name="Google Shape;2943;p49"/>
            <p:cNvSpPr/>
            <p:nvPr/>
          </p:nvSpPr>
          <p:spPr>
            <a:xfrm>
              <a:off x="4753631" y="1526050"/>
              <a:ext cx="74218" cy="84983"/>
            </a:xfrm>
            <a:custGeom>
              <a:rect b="b" l="l" r="r" t="t"/>
              <a:pathLst>
                <a:path extrusionOk="0" h="150" w="131">
                  <a:moveTo>
                    <a:pt x="109" y="20"/>
                  </a:moveTo>
                  <a:cubicBezTo>
                    <a:pt x="109" y="20"/>
                    <a:pt x="111" y="20"/>
                    <a:pt x="111" y="23"/>
                  </a:cubicBezTo>
                  <a:lnTo>
                    <a:pt x="111" y="128"/>
                  </a:lnTo>
                  <a:cubicBezTo>
                    <a:pt x="111" y="128"/>
                    <a:pt x="111" y="131"/>
                    <a:pt x="109" y="131"/>
                  </a:cubicBezTo>
                  <a:lnTo>
                    <a:pt x="21" y="128"/>
                  </a:lnTo>
                  <a:lnTo>
                    <a:pt x="21" y="23"/>
                  </a:lnTo>
                  <a:cubicBezTo>
                    <a:pt x="21" y="23"/>
                    <a:pt x="21" y="20"/>
                    <a:pt x="22" y="20"/>
                  </a:cubicBezTo>
                  <a:close/>
                  <a:moveTo>
                    <a:pt x="22" y="1"/>
                  </a:moveTo>
                  <a:cubicBezTo>
                    <a:pt x="9" y="1"/>
                    <a:pt x="1" y="11"/>
                    <a:pt x="1" y="23"/>
                  </a:cubicBezTo>
                  <a:lnTo>
                    <a:pt x="1" y="128"/>
                  </a:lnTo>
                  <a:cubicBezTo>
                    <a:pt x="1" y="141"/>
                    <a:pt x="11" y="150"/>
                    <a:pt x="22" y="150"/>
                  </a:cubicBezTo>
                  <a:lnTo>
                    <a:pt x="109" y="150"/>
                  </a:lnTo>
                  <a:cubicBezTo>
                    <a:pt x="119" y="150"/>
                    <a:pt x="131" y="140"/>
                    <a:pt x="131" y="128"/>
                  </a:cubicBezTo>
                  <a:lnTo>
                    <a:pt x="131" y="23"/>
                  </a:lnTo>
                  <a:cubicBezTo>
                    <a:pt x="131" y="10"/>
                    <a:pt x="119" y="1"/>
                    <a:pt x="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9"/>
            <p:cNvSpPr/>
            <p:nvPr/>
          </p:nvSpPr>
          <p:spPr>
            <a:xfrm>
              <a:off x="4775727" y="1551545"/>
              <a:ext cx="29461" cy="13031"/>
            </a:xfrm>
            <a:custGeom>
              <a:rect b="b" l="l" r="r" t="t"/>
              <a:pathLst>
                <a:path extrusionOk="0" h="23" w="52">
                  <a:moveTo>
                    <a:pt x="12" y="1"/>
                  </a:moveTo>
                  <a:cubicBezTo>
                    <a:pt x="7" y="1"/>
                    <a:pt x="1" y="6"/>
                    <a:pt x="1" y="11"/>
                  </a:cubicBezTo>
                  <a:cubicBezTo>
                    <a:pt x="1" y="17"/>
                    <a:pt x="7" y="22"/>
                    <a:pt x="12" y="22"/>
                  </a:cubicBezTo>
                  <a:lnTo>
                    <a:pt x="41" y="22"/>
                  </a:lnTo>
                  <a:cubicBezTo>
                    <a:pt x="47" y="22"/>
                    <a:pt x="51" y="17"/>
                    <a:pt x="51" y="11"/>
                  </a:cubicBezTo>
                  <a:cubicBezTo>
                    <a:pt x="50" y="4"/>
                    <a:pt x="47" y="1"/>
                    <a:pt x="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9"/>
            <p:cNvSpPr/>
            <p:nvPr/>
          </p:nvSpPr>
          <p:spPr>
            <a:xfrm>
              <a:off x="4775727" y="1573074"/>
              <a:ext cx="29461" cy="12464"/>
            </a:xfrm>
            <a:custGeom>
              <a:rect b="b" l="l" r="r" t="t"/>
              <a:pathLst>
                <a:path extrusionOk="0" h="22" w="52">
                  <a:moveTo>
                    <a:pt x="12" y="0"/>
                  </a:moveTo>
                  <a:cubicBezTo>
                    <a:pt x="7" y="0"/>
                    <a:pt x="1" y="6"/>
                    <a:pt x="1" y="12"/>
                  </a:cubicBezTo>
                  <a:cubicBezTo>
                    <a:pt x="1" y="16"/>
                    <a:pt x="7" y="22"/>
                    <a:pt x="12" y="22"/>
                  </a:cubicBezTo>
                  <a:lnTo>
                    <a:pt x="41" y="22"/>
                  </a:lnTo>
                  <a:cubicBezTo>
                    <a:pt x="47" y="22"/>
                    <a:pt x="51" y="16"/>
                    <a:pt x="51" y="12"/>
                  </a:cubicBezTo>
                  <a:cubicBezTo>
                    <a:pt x="51" y="6"/>
                    <a:pt x="47" y="0"/>
                    <a:pt x="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9"/>
            <p:cNvSpPr/>
            <p:nvPr/>
          </p:nvSpPr>
          <p:spPr>
            <a:xfrm>
              <a:off x="4877139" y="1577040"/>
              <a:ext cx="29461" cy="13031"/>
            </a:xfrm>
            <a:custGeom>
              <a:rect b="b" l="l" r="r" t="t"/>
              <a:pathLst>
                <a:path extrusionOk="0" h="23" w="52">
                  <a:moveTo>
                    <a:pt x="12" y="0"/>
                  </a:moveTo>
                  <a:cubicBezTo>
                    <a:pt x="7" y="0"/>
                    <a:pt x="1" y="6"/>
                    <a:pt x="1" y="12"/>
                  </a:cubicBezTo>
                  <a:cubicBezTo>
                    <a:pt x="1" y="16"/>
                    <a:pt x="7" y="22"/>
                    <a:pt x="12" y="22"/>
                  </a:cubicBezTo>
                  <a:lnTo>
                    <a:pt x="41" y="22"/>
                  </a:lnTo>
                  <a:cubicBezTo>
                    <a:pt x="46" y="22"/>
                    <a:pt x="51" y="16"/>
                    <a:pt x="51" y="12"/>
                  </a:cubicBezTo>
                  <a:cubicBezTo>
                    <a:pt x="51" y="6"/>
                    <a:pt x="46" y="0"/>
                    <a:pt x="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9"/>
            <p:cNvSpPr/>
            <p:nvPr/>
          </p:nvSpPr>
          <p:spPr>
            <a:xfrm>
              <a:off x="4877139" y="1598003"/>
              <a:ext cx="29461" cy="13031"/>
            </a:xfrm>
            <a:custGeom>
              <a:rect b="b" l="l" r="r" t="t"/>
              <a:pathLst>
                <a:path extrusionOk="0" h="23" w="52">
                  <a:moveTo>
                    <a:pt x="12" y="1"/>
                  </a:moveTo>
                  <a:cubicBezTo>
                    <a:pt x="7" y="1"/>
                    <a:pt x="1" y="7"/>
                    <a:pt x="1" y="13"/>
                  </a:cubicBezTo>
                  <a:cubicBezTo>
                    <a:pt x="1" y="17"/>
                    <a:pt x="7" y="23"/>
                    <a:pt x="12" y="23"/>
                  </a:cubicBezTo>
                  <a:lnTo>
                    <a:pt x="41" y="23"/>
                  </a:lnTo>
                  <a:cubicBezTo>
                    <a:pt x="46" y="23"/>
                    <a:pt x="51" y="17"/>
                    <a:pt x="51" y="13"/>
                  </a:cubicBezTo>
                  <a:cubicBezTo>
                    <a:pt x="51" y="7"/>
                    <a:pt x="46" y="1"/>
                    <a:pt x="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9"/>
            <p:cNvSpPr/>
            <p:nvPr/>
          </p:nvSpPr>
          <p:spPr>
            <a:xfrm>
              <a:off x="4766662" y="1628597"/>
              <a:ext cx="75351" cy="84983"/>
            </a:xfrm>
            <a:custGeom>
              <a:rect b="b" l="l" r="r" t="t"/>
              <a:pathLst>
                <a:path extrusionOk="0" h="150" w="133">
                  <a:moveTo>
                    <a:pt x="111" y="19"/>
                  </a:moveTo>
                  <a:cubicBezTo>
                    <a:pt x="111" y="19"/>
                    <a:pt x="114" y="19"/>
                    <a:pt x="114" y="22"/>
                  </a:cubicBezTo>
                  <a:lnTo>
                    <a:pt x="114" y="128"/>
                  </a:lnTo>
                  <a:cubicBezTo>
                    <a:pt x="114" y="128"/>
                    <a:pt x="114" y="130"/>
                    <a:pt x="111" y="130"/>
                  </a:cubicBezTo>
                  <a:lnTo>
                    <a:pt x="24" y="130"/>
                  </a:lnTo>
                  <a:cubicBezTo>
                    <a:pt x="24" y="130"/>
                    <a:pt x="23" y="130"/>
                    <a:pt x="23" y="128"/>
                  </a:cubicBezTo>
                  <a:lnTo>
                    <a:pt x="23" y="22"/>
                  </a:lnTo>
                  <a:lnTo>
                    <a:pt x="111" y="19"/>
                  </a:lnTo>
                  <a:close/>
                  <a:moveTo>
                    <a:pt x="24" y="0"/>
                  </a:moveTo>
                  <a:cubicBezTo>
                    <a:pt x="12" y="0"/>
                    <a:pt x="2" y="11"/>
                    <a:pt x="2" y="22"/>
                  </a:cubicBezTo>
                  <a:lnTo>
                    <a:pt x="2" y="128"/>
                  </a:lnTo>
                  <a:cubicBezTo>
                    <a:pt x="1" y="141"/>
                    <a:pt x="12" y="149"/>
                    <a:pt x="24" y="149"/>
                  </a:cubicBezTo>
                  <a:lnTo>
                    <a:pt x="111" y="149"/>
                  </a:lnTo>
                  <a:cubicBezTo>
                    <a:pt x="124" y="149"/>
                    <a:pt x="132" y="139"/>
                    <a:pt x="132" y="128"/>
                  </a:cubicBezTo>
                  <a:lnTo>
                    <a:pt x="132" y="22"/>
                  </a:lnTo>
                  <a:cubicBezTo>
                    <a:pt x="132" y="9"/>
                    <a:pt x="122" y="0"/>
                    <a:pt x="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9"/>
            <p:cNvSpPr/>
            <p:nvPr/>
          </p:nvSpPr>
          <p:spPr>
            <a:xfrm>
              <a:off x="4790457" y="1654092"/>
              <a:ext cx="29461" cy="12464"/>
            </a:xfrm>
            <a:custGeom>
              <a:rect b="b" l="l" r="r" t="t"/>
              <a:pathLst>
                <a:path extrusionOk="0" h="22" w="52">
                  <a:moveTo>
                    <a:pt x="11" y="0"/>
                  </a:moveTo>
                  <a:cubicBezTo>
                    <a:pt x="7" y="0"/>
                    <a:pt x="1" y="6"/>
                    <a:pt x="1" y="10"/>
                  </a:cubicBezTo>
                  <a:cubicBezTo>
                    <a:pt x="1" y="16"/>
                    <a:pt x="4" y="22"/>
                    <a:pt x="11" y="22"/>
                  </a:cubicBezTo>
                  <a:lnTo>
                    <a:pt x="40" y="22"/>
                  </a:lnTo>
                  <a:cubicBezTo>
                    <a:pt x="46" y="22"/>
                    <a:pt x="51" y="16"/>
                    <a:pt x="51" y="10"/>
                  </a:cubicBezTo>
                  <a:cubicBezTo>
                    <a:pt x="51" y="6"/>
                    <a:pt x="46" y="0"/>
                    <a:pt x="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9"/>
            <p:cNvSpPr/>
            <p:nvPr/>
          </p:nvSpPr>
          <p:spPr>
            <a:xfrm>
              <a:off x="4790457" y="1675054"/>
              <a:ext cx="29461" cy="13031"/>
            </a:xfrm>
            <a:custGeom>
              <a:rect b="b" l="l" r="r" t="t"/>
              <a:pathLst>
                <a:path extrusionOk="0" h="23" w="52">
                  <a:moveTo>
                    <a:pt x="11" y="1"/>
                  </a:moveTo>
                  <a:cubicBezTo>
                    <a:pt x="7" y="1"/>
                    <a:pt x="1" y="7"/>
                    <a:pt x="1" y="11"/>
                  </a:cubicBezTo>
                  <a:cubicBezTo>
                    <a:pt x="1" y="17"/>
                    <a:pt x="4" y="22"/>
                    <a:pt x="11" y="22"/>
                  </a:cubicBezTo>
                  <a:lnTo>
                    <a:pt x="40" y="22"/>
                  </a:lnTo>
                  <a:cubicBezTo>
                    <a:pt x="46" y="22"/>
                    <a:pt x="51" y="17"/>
                    <a:pt x="51" y="11"/>
                  </a:cubicBezTo>
                  <a:cubicBezTo>
                    <a:pt x="51" y="7"/>
                    <a:pt x="46" y="1"/>
                    <a:pt x="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9"/>
            <p:cNvSpPr/>
            <p:nvPr/>
          </p:nvSpPr>
          <p:spPr>
            <a:xfrm>
              <a:off x="4939460" y="1627464"/>
              <a:ext cx="74218" cy="86116"/>
            </a:xfrm>
            <a:custGeom>
              <a:rect b="b" l="l" r="r" t="t"/>
              <a:pathLst>
                <a:path extrusionOk="0" h="152" w="131">
                  <a:moveTo>
                    <a:pt x="22" y="21"/>
                  </a:moveTo>
                  <a:lnTo>
                    <a:pt x="112" y="24"/>
                  </a:lnTo>
                  <a:lnTo>
                    <a:pt x="112" y="130"/>
                  </a:lnTo>
                  <a:cubicBezTo>
                    <a:pt x="112" y="130"/>
                    <a:pt x="112" y="132"/>
                    <a:pt x="109" y="132"/>
                  </a:cubicBezTo>
                  <a:lnTo>
                    <a:pt x="22" y="132"/>
                  </a:lnTo>
                  <a:cubicBezTo>
                    <a:pt x="22" y="132"/>
                    <a:pt x="21" y="132"/>
                    <a:pt x="21" y="130"/>
                  </a:cubicBezTo>
                  <a:lnTo>
                    <a:pt x="21" y="24"/>
                  </a:lnTo>
                  <a:cubicBezTo>
                    <a:pt x="21" y="24"/>
                    <a:pt x="21" y="21"/>
                    <a:pt x="22" y="21"/>
                  </a:cubicBezTo>
                  <a:close/>
                  <a:moveTo>
                    <a:pt x="22" y="1"/>
                  </a:moveTo>
                  <a:cubicBezTo>
                    <a:pt x="11" y="1"/>
                    <a:pt x="1" y="13"/>
                    <a:pt x="1" y="23"/>
                  </a:cubicBezTo>
                  <a:lnTo>
                    <a:pt x="1" y="130"/>
                  </a:lnTo>
                  <a:cubicBezTo>
                    <a:pt x="1" y="143"/>
                    <a:pt x="12" y="151"/>
                    <a:pt x="22" y="151"/>
                  </a:cubicBezTo>
                  <a:lnTo>
                    <a:pt x="109" y="151"/>
                  </a:lnTo>
                  <a:cubicBezTo>
                    <a:pt x="122" y="151"/>
                    <a:pt x="131" y="141"/>
                    <a:pt x="131" y="130"/>
                  </a:cubicBezTo>
                  <a:lnTo>
                    <a:pt x="131" y="23"/>
                  </a:lnTo>
                  <a:cubicBezTo>
                    <a:pt x="131" y="11"/>
                    <a:pt x="121" y="1"/>
                    <a:pt x="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9"/>
            <p:cNvSpPr/>
            <p:nvPr/>
          </p:nvSpPr>
          <p:spPr>
            <a:xfrm>
              <a:off x="4962689" y="1654092"/>
              <a:ext cx="28894" cy="12464"/>
            </a:xfrm>
            <a:custGeom>
              <a:rect b="b" l="l" r="r" t="t"/>
              <a:pathLst>
                <a:path extrusionOk="0" h="22" w="51">
                  <a:moveTo>
                    <a:pt x="10" y="0"/>
                  </a:moveTo>
                  <a:cubicBezTo>
                    <a:pt x="4" y="0"/>
                    <a:pt x="0" y="6"/>
                    <a:pt x="0" y="10"/>
                  </a:cubicBezTo>
                  <a:cubicBezTo>
                    <a:pt x="0" y="16"/>
                    <a:pt x="4" y="22"/>
                    <a:pt x="10" y="22"/>
                  </a:cubicBezTo>
                  <a:lnTo>
                    <a:pt x="39" y="22"/>
                  </a:lnTo>
                  <a:cubicBezTo>
                    <a:pt x="45" y="22"/>
                    <a:pt x="51" y="16"/>
                    <a:pt x="51" y="10"/>
                  </a:cubicBezTo>
                  <a:cubicBezTo>
                    <a:pt x="51" y="6"/>
                    <a:pt x="46"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9"/>
            <p:cNvSpPr/>
            <p:nvPr/>
          </p:nvSpPr>
          <p:spPr>
            <a:xfrm>
              <a:off x="4962689" y="1675054"/>
              <a:ext cx="28894" cy="13031"/>
            </a:xfrm>
            <a:custGeom>
              <a:rect b="b" l="l" r="r" t="t"/>
              <a:pathLst>
                <a:path extrusionOk="0" h="23" w="51">
                  <a:moveTo>
                    <a:pt x="10" y="1"/>
                  </a:moveTo>
                  <a:cubicBezTo>
                    <a:pt x="4" y="1"/>
                    <a:pt x="0" y="7"/>
                    <a:pt x="0" y="12"/>
                  </a:cubicBezTo>
                  <a:cubicBezTo>
                    <a:pt x="0" y="17"/>
                    <a:pt x="4" y="22"/>
                    <a:pt x="10" y="22"/>
                  </a:cubicBezTo>
                  <a:lnTo>
                    <a:pt x="39" y="22"/>
                  </a:lnTo>
                  <a:cubicBezTo>
                    <a:pt x="45" y="22"/>
                    <a:pt x="51" y="17"/>
                    <a:pt x="51" y="12"/>
                  </a:cubicBezTo>
                  <a:cubicBezTo>
                    <a:pt x="51" y="7"/>
                    <a:pt x="46"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9"/>
            <p:cNvSpPr/>
            <p:nvPr/>
          </p:nvSpPr>
          <p:spPr>
            <a:xfrm>
              <a:off x="4968354" y="1528883"/>
              <a:ext cx="74218" cy="85550"/>
            </a:xfrm>
            <a:custGeom>
              <a:rect b="b" l="l" r="r" t="t"/>
              <a:pathLst>
                <a:path extrusionOk="0" h="151" w="131">
                  <a:moveTo>
                    <a:pt x="109" y="20"/>
                  </a:moveTo>
                  <a:cubicBezTo>
                    <a:pt x="109" y="20"/>
                    <a:pt x="111" y="20"/>
                    <a:pt x="111" y="22"/>
                  </a:cubicBezTo>
                  <a:lnTo>
                    <a:pt x="111" y="129"/>
                  </a:lnTo>
                  <a:cubicBezTo>
                    <a:pt x="111" y="129"/>
                    <a:pt x="111" y="130"/>
                    <a:pt x="109" y="130"/>
                  </a:cubicBezTo>
                  <a:lnTo>
                    <a:pt x="20" y="129"/>
                  </a:lnTo>
                  <a:lnTo>
                    <a:pt x="20" y="22"/>
                  </a:lnTo>
                  <a:cubicBezTo>
                    <a:pt x="20" y="22"/>
                    <a:pt x="20" y="20"/>
                    <a:pt x="22" y="20"/>
                  </a:cubicBezTo>
                  <a:close/>
                  <a:moveTo>
                    <a:pt x="22" y="0"/>
                  </a:moveTo>
                  <a:cubicBezTo>
                    <a:pt x="10" y="0"/>
                    <a:pt x="0" y="12"/>
                    <a:pt x="0" y="22"/>
                  </a:cubicBezTo>
                  <a:lnTo>
                    <a:pt x="0" y="129"/>
                  </a:lnTo>
                  <a:cubicBezTo>
                    <a:pt x="0" y="142"/>
                    <a:pt x="12" y="150"/>
                    <a:pt x="22" y="150"/>
                  </a:cubicBezTo>
                  <a:lnTo>
                    <a:pt x="109" y="150"/>
                  </a:lnTo>
                  <a:cubicBezTo>
                    <a:pt x="120" y="150"/>
                    <a:pt x="130" y="142"/>
                    <a:pt x="130" y="129"/>
                  </a:cubicBezTo>
                  <a:lnTo>
                    <a:pt x="130" y="22"/>
                  </a:lnTo>
                  <a:cubicBezTo>
                    <a:pt x="130" y="10"/>
                    <a:pt x="120" y="0"/>
                    <a:pt x="1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9"/>
            <p:cNvSpPr/>
            <p:nvPr/>
          </p:nvSpPr>
          <p:spPr>
            <a:xfrm>
              <a:off x="4990450" y="1554945"/>
              <a:ext cx="28894" cy="13031"/>
            </a:xfrm>
            <a:custGeom>
              <a:rect b="b" l="l" r="r" t="t"/>
              <a:pathLst>
                <a:path extrusionOk="0" h="23" w="51">
                  <a:moveTo>
                    <a:pt x="10" y="0"/>
                  </a:moveTo>
                  <a:cubicBezTo>
                    <a:pt x="5" y="0"/>
                    <a:pt x="0" y="5"/>
                    <a:pt x="0" y="11"/>
                  </a:cubicBezTo>
                  <a:cubicBezTo>
                    <a:pt x="0" y="16"/>
                    <a:pt x="5" y="22"/>
                    <a:pt x="10" y="22"/>
                  </a:cubicBezTo>
                  <a:lnTo>
                    <a:pt x="39" y="22"/>
                  </a:lnTo>
                  <a:cubicBezTo>
                    <a:pt x="45" y="22"/>
                    <a:pt x="51" y="16"/>
                    <a:pt x="51" y="11"/>
                  </a:cubicBezTo>
                  <a:cubicBezTo>
                    <a:pt x="51" y="5"/>
                    <a:pt x="45" y="0"/>
                    <a:pt x="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9"/>
            <p:cNvSpPr/>
            <p:nvPr/>
          </p:nvSpPr>
          <p:spPr>
            <a:xfrm>
              <a:off x="4990450" y="1575907"/>
              <a:ext cx="28894" cy="13031"/>
            </a:xfrm>
            <a:custGeom>
              <a:rect b="b" l="l" r="r" t="t"/>
              <a:pathLst>
                <a:path extrusionOk="0" h="23" w="51">
                  <a:moveTo>
                    <a:pt x="10" y="1"/>
                  </a:moveTo>
                  <a:cubicBezTo>
                    <a:pt x="5" y="1"/>
                    <a:pt x="0" y="7"/>
                    <a:pt x="0" y="11"/>
                  </a:cubicBezTo>
                  <a:cubicBezTo>
                    <a:pt x="0" y="17"/>
                    <a:pt x="5" y="23"/>
                    <a:pt x="10" y="23"/>
                  </a:cubicBezTo>
                  <a:lnTo>
                    <a:pt x="39" y="23"/>
                  </a:lnTo>
                  <a:cubicBezTo>
                    <a:pt x="45" y="23"/>
                    <a:pt x="51" y="17"/>
                    <a:pt x="51" y="11"/>
                  </a:cubicBezTo>
                  <a:cubicBezTo>
                    <a:pt x="51" y="7"/>
                    <a:pt x="45"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9"/>
            <p:cNvSpPr/>
            <p:nvPr/>
          </p:nvSpPr>
          <p:spPr>
            <a:xfrm>
              <a:off x="4725870" y="1499989"/>
              <a:ext cx="355228" cy="237953"/>
            </a:xfrm>
            <a:custGeom>
              <a:rect b="b" l="l" r="r" t="t"/>
              <a:pathLst>
                <a:path extrusionOk="0" h="420" w="627">
                  <a:moveTo>
                    <a:pt x="12" y="1"/>
                  </a:moveTo>
                  <a:cubicBezTo>
                    <a:pt x="6" y="1"/>
                    <a:pt x="1" y="6"/>
                    <a:pt x="1" y="12"/>
                  </a:cubicBezTo>
                  <a:lnTo>
                    <a:pt x="1" y="409"/>
                  </a:lnTo>
                  <a:cubicBezTo>
                    <a:pt x="1" y="414"/>
                    <a:pt x="6" y="420"/>
                    <a:pt x="12" y="420"/>
                  </a:cubicBezTo>
                  <a:lnTo>
                    <a:pt x="615" y="420"/>
                  </a:lnTo>
                  <a:cubicBezTo>
                    <a:pt x="620" y="420"/>
                    <a:pt x="626" y="414"/>
                    <a:pt x="626" y="409"/>
                  </a:cubicBezTo>
                  <a:lnTo>
                    <a:pt x="626" y="349"/>
                  </a:lnTo>
                  <a:cubicBezTo>
                    <a:pt x="626" y="344"/>
                    <a:pt x="620" y="339"/>
                    <a:pt x="615" y="339"/>
                  </a:cubicBezTo>
                  <a:cubicBezTo>
                    <a:pt x="609" y="339"/>
                    <a:pt x="604" y="344"/>
                    <a:pt x="604" y="349"/>
                  </a:cubicBezTo>
                  <a:lnTo>
                    <a:pt x="604" y="398"/>
                  </a:lnTo>
                  <a:lnTo>
                    <a:pt x="22" y="398"/>
                  </a:lnTo>
                  <a:lnTo>
                    <a:pt x="22" y="22"/>
                  </a:lnTo>
                  <a:lnTo>
                    <a:pt x="604" y="22"/>
                  </a:lnTo>
                  <a:lnTo>
                    <a:pt x="604" y="305"/>
                  </a:lnTo>
                  <a:cubicBezTo>
                    <a:pt x="604" y="314"/>
                    <a:pt x="607" y="317"/>
                    <a:pt x="615" y="317"/>
                  </a:cubicBezTo>
                  <a:cubicBezTo>
                    <a:pt x="620" y="317"/>
                    <a:pt x="626" y="311"/>
                    <a:pt x="626" y="305"/>
                  </a:cubicBezTo>
                  <a:lnTo>
                    <a:pt x="626" y="12"/>
                  </a:lnTo>
                  <a:cubicBezTo>
                    <a:pt x="626" y="6"/>
                    <a:pt x="620" y="1"/>
                    <a:pt x="6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9"/>
            <p:cNvSpPr/>
            <p:nvPr/>
          </p:nvSpPr>
          <p:spPr>
            <a:xfrm>
              <a:off x="4855044" y="1551545"/>
              <a:ext cx="74218" cy="85550"/>
            </a:xfrm>
            <a:custGeom>
              <a:rect b="b" l="l" r="r" t="t"/>
              <a:pathLst>
                <a:path extrusionOk="0" h="151" w="131">
                  <a:moveTo>
                    <a:pt x="23" y="1"/>
                  </a:moveTo>
                  <a:cubicBezTo>
                    <a:pt x="10" y="1"/>
                    <a:pt x="1" y="11"/>
                    <a:pt x="1" y="22"/>
                  </a:cubicBezTo>
                  <a:lnTo>
                    <a:pt x="1" y="54"/>
                  </a:lnTo>
                  <a:cubicBezTo>
                    <a:pt x="1" y="60"/>
                    <a:pt x="5" y="66"/>
                    <a:pt x="11" y="66"/>
                  </a:cubicBezTo>
                  <a:cubicBezTo>
                    <a:pt x="17" y="66"/>
                    <a:pt x="23" y="60"/>
                    <a:pt x="23" y="54"/>
                  </a:cubicBezTo>
                  <a:lnTo>
                    <a:pt x="23" y="22"/>
                  </a:lnTo>
                  <a:cubicBezTo>
                    <a:pt x="23" y="22"/>
                    <a:pt x="23" y="21"/>
                    <a:pt x="24" y="21"/>
                  </a:cubicBezTo>
                  <a:lnTo>
                    <a:pt x="111" y="21"/>
                  </a:lnTo>
                  <a:cubicBezTo>
                    <a:pt x="111" y="21"/>
                    <a:pt x="112" y="21"/>
                    <a:pt x="112" y="22"/>
                  </a:cubicBezTo>
                  <a:lnTo>
                    <a:pt x="112" y="129"/>
                  </a:lnTo>
                  <a:cubicBezTo>
                    <a:pt x="112" y="129"/>
                    <a:pt x="112" y="131"/>
                    <a:pt x="111" y="131"/>
                  </a:cubicBezTo>
                  <a:lnTo>
                    <a:pt x="24" y="131"/>
                  </a:lnTo>
                  <a:cubicBezTo>
                    <a:pt x="24" y="131"/>
                    <a:pt x="23" y="131"/>
                    <a:pt x="23" y="129"/>
                  </a:cubicBezTo>
                  <a:lnTo>
                    <a:pt x="23" y="96"/>
                  </a:lnTo>
                  <a:cubicBezTo>
                    <a:pt x="23" y="90"/>
                    <a:pt x="17" y="86"/>
                    <a:pt x="11" y="86"/>
                  </a:cubicBezTo>
                  <a:cubicBezTo>
                    <a:pt x="5" y="86"/>
                    <a:pt x="1" y="90"/>
                    <a:pt x="1" y="96"/>
                  </a:cubicBezTo>
                  <a:lnTo>
                    <a:pt x="1" y="129"/>
                  </a:lnTo>
                  <a:cubicBezTo>
                    <a:pt x="1" y="141"/>
                    <a:pt x="11" y="151"/>
                    <a:pt x="23" y="151"/>
                  </a:cubicBezTo>
                  <a:lnTo>
                    <a:pt x="109" y="151"/>
                  </a:lnTo>
                  <a:cubicBezTo>
                    <a:pt x="121" y="151"/>
                    <a:pt x="131" y="139"/>
                    <a:pt x="131" y="129"/>
                  </a:cubicBezTo>
                  <a:lnTo>
                    <a:pt x="131" y="22"/>
                  </a:lnTo>
                  <a:cubicBezTo>
                    <a:pt x="131" y="9"/>
                    <a:pt x="119" y="1"/>
                    <a:pt x="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9"/>
            <p:cNvSpPr/>
            <p:nvPr/>
          </p:nvSpPr>
          <p:spPr>
            <a:xfrm>
              <a:off x="4697542" y="1472794"/>
              <a:ext cx="410184" cy="294042"/>
            </a:xfrm>
            <a:custGeom>
              <a:rect b="b" l="l" r="r" t="t"/>
              <a:pathLst>
                <a:path extrusionOk="0" h="519" w="724">
                  <a:moveTo>
                    <a:pt x="41" y="1"/>
                  </a:moveTo>
                  <a:cubicBezTo>
                    <a:pt x="19" y="1"/>
                    <a:pt x="0" y="18"/>
                    <a:pt x="0" y="40"/>
                  </a:cubicBezTo>
                  <a:lnTo>
                    <a:pt x="0" y="479"/>
                  </a:lnTo>
                  <a:cubicBezTo>
                    <a:pt x="0" y="501"/>
                    <a:pt x="19" y="518"/>
                    <a:pt x="41" y="518"/>
                  </a:cubicBezTo>
                  <a:lnTo>
                    <a:pt x="685" y="518"/>
                  </a:lnTo>
                  <a:cubicBezTo>
                    <a:pt x="706" y="518"/>
                    <a:pt x="724" y="501"/>
                    <a:pt x="724" y="479"/>
                  </a:cubicBezTo>
                  <a:lnTo>
                    <a:pt x="724" y="40"/>
                  </a:lnTo>
                  <a:cubicBezTo>
                    <a:pt x="724" y="18"/>
                    <a:pt x="706" y="1"/>
                    <a:pt x="685" y="1"/>
                  </a:cubicBezTo>
                  <a:lnTo>
                    <a:pt x="123" y="1"/>
                  </a:lnTo>
                  <a:cubicBezTo>
                    <a:pt x="117" y="1"/>
                    <a:pt x="111" y="5"/>
                    <a:pt x="111" y="11"/>
                  </a:cubicBezTo>
                  <a:cubicBezTo>
                    <a:pt x="111" y="17"/>
                    <a:pt x="117" y="23"/>
                    <a:pt x="123" y="23"/>
                  </a:cubicBezTo>
                  <a:lnTo>
                    <a:pt x="685" y="23"/>
                  </a:lnTo>
                  <a:cubicBezTo>
                    <a:pt x="693" y="23"/>
                    <a:pt x="702" y="30"/>
                    <a:pt x="702" y="40"/>
                  </a:cubicBezTo>
                  <a:lnTo>
                    <a:pt x="702" y="479"/>
                  </a:lnTo>
                  <a:cubicBezTo>
                    <a:pt x="702" y="488"/>
                    <a:pt x="695" y="496"/>
                    <a:pt x="685" y="496"/>
                  </a:cubicBezTo>
                  <a:lnTo>
                    <a:pt x="41" y="496"/>
                  </a:lnTo>
                  <a:cubicBezTo>
                    <a:pt x="30" y="496"/>
                    <a:pt x="22" y="489"/>
                    <a:pt x="22" y="479"/>
                  </a:cubicBezTo>
                  <a:lnTo>
                    <a:pt x="22" y="40"/>
                  </a:lnTo>
                  <a:cubicBezTo>
                    <a:pt x="22" y="31"/>
                    <a:pt x="29" y="23"/>
                    <a:pt x="41" y="23"/>
                  </a:cubicBezTo>
                  <a:lnTo>
                    <a:pt x="81" y="23"/>
                  </a:lnTo>
                  <a:cubicBezTo>
                    <a:pt x="87" y="23"/>
                    <a:pt x="93" y="17"/>
                    <a:pt x="93" y="11"/>
                  </a:cubicBezTo>
                  <a:cubicBezTo>
                    <a:pt x="93" y="5"/>
                    <a:pt x="87" y="1"/>
                    <a:pt x="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49"/>
          <p:cNvGrpSpPr/>
          <p:nvPr/>
        </p:nvGrpSpPr>
        <p:grpSpPr>
          <a:xfrm>
            <a:off x="3898703" y="1437668"/>
            <a:ext cx="409617" cy="362595"/>
            <a:chOff x="3898703" y="1437668"/>
            <a:chExt cx="409617" cy="362595"/>
          </a:xfrm>
        </p:grpSpPr>
        <p:sp>
          <p:nvSpPr>
            <p:cNvPr id="2961" name="Google Shape;2961;p49"/>
            <p:cNvSpPr/>
            <p:nvPr/>
          </p:nvSpPr>
          <p:spPr>
            <a:xfrm>
              <a:off x="3987652" y="1658624"/>
              <a:ext cx="26628" cy="13031"/>
            </a:xfrm>
            <a:custGeom>
              <a:rect b="b" l="l" r="r" t="t"/>
              <a:pathLst>
                <a:path extrusionOk="0" h="23" w="47">
                  <a:moveTo>
                    <a:pt x="11" y="1"/>
                  </a:moveTo>
                  <a:cubicBezTo>
                    <a:pt x="5" y="1"/>
                    <a:pt x="1" y="7"/>
                    <a:pt x="1" y="12"/>
                  </a:cubicBezTo>
                  <a:cubicBezTo>
                    <a:pt x="1" y="17"/>
                    <a:pt x="5" y="23"/>
                    <a:pt x="11" y="23"/>
                  </a:cubicBezTo>
                  <a:lnTo>
                    <a:pt x="37" y="23"/>
                  </a:lnTo>
                  <a:cubicBezTo>
                    <a:pt x="41" y="23"/>
                    <a:pt x="47" y="17"/>
                    <a:pt x="47" y="12"/>
                  </a:cubicBezTo>
                  <a:cubicBezTo>
                    <a:pt x="47" y="7"/>
                    <a:pt x="41" y="1"/>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9"/>
            <p:cNvSpPr/>
            <p:nvPr/>
          </p:nvSpPr>
          <p:spPr>
            <a:xfrm>
              <a:off x="4081700" y="1677887"/>
              <a:ext cx="43058" cy="50423"/>
            </a:xfrm>
            <a:custGeom>
              <a:rect b="b" l="l" r="r" t="t"/>
              <a:pathLst>
                <a:path extrusionOk="0" h="89" w="76">
                  <a:moveTo>
                    <a:pt x="38" y="25"/>
                  </a:moveTo>
                  <a:lnTo>
                    <a:pt x="54" y="45"/>
                  </a:lnTo>
                  <a:lnTo>
                    <a:pt x="38" y="65"/>
                  </a:lnTo>
                  <a:lnTo>
                    <a:pt x="22" y="45"/>
                  </a:lnTo>
                  <a:lnTo>
                    <a:pt x="38" y="25"/>
                  </a:lnTo>
                  <a:close/>
                  <a:moveTo>
                    <a:pt x="38" y="0"/>
                  </a:moveTo>
                  <a:cubicBezTo>
                    <a:pt x="33" y="0"/>
                    <a:pt x="27" y="2"/>
                    <a:pt x="25" y="7"/>
                  </a:cubicBezTo>
                  <a:lnTo>
                    <a:pt x="4" y="33"/>
                  </a:lnTo>
                  <a:cubicBezTo>
                    <a:pt x="1" y="39"/>
                    <a:pt x="1" y="48"/>
                    <a:pt x="4" y="54"/>
                  </a:cubicBezTo>
                  <a:lnTo>
                    <a:pt x="25" y="81"/>
                  </a:lnTo>
                  <a:cubicBezTo>
                    <a:pt x="30" y="84"/>
                    <a:pt x="33" y="88"/>
                    <a:pt x="38" y="88"/>
                  </a:cubicBezTo>
                  <a:cubicBezTo>
                    <a:pt x="44" y="88"/>
                    <a:pt x="48" y="87"/>
                    <a:pt x="51" y="81"/>
                  </a:cubicBezTo>
                  <a:lnTo>
                    <a:pt x="73" y="54"/>
                  </a:lnTo>
                  <a:cubicBezTo>
                    <a:pt x="76" y="48"/>
                    <a:pt x="76" y="39"/>
                    <a:pt x="73" y="33"/>
                  </a:cubicBezTo>
                  <a:lnTo>
                    <a:pt x="51" y="7"/>
                  </a:lnTo>
                  <a:cubicBezTo>
                    <a:pt x="47" y="3"/>
                    <a:pt x="44" y="0"/>
                    <a:pt x="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9"/>
            <p:cNvSpPr/>
            <p:nvPr/>
          </p:nvSpPr>
          <p:spPr>
            <a:xfrm>
              <a:off x="3898703" y="1437668"/>
              <a:ext cx="409617" cy="362595"/>
            </a:xfrm>
            <a:custGeom>
              <a:rect b="b" l="l" r="r" t="t"/>
              <a:pathLst>
                <a:path extrusionOk="0" h="640" w="723">
                  <a:moveTo>
                    <a:pt x="435" y="24"/>
                  </a:moveTo>
                  <a:cubicBezTo>
                    <a:pt x="445" y="24"/>
                    <a:pt x="454" y="29"/>
                    <a:pt x="461" y="38"/>
                  </a:cubicBezTo>
                  <a:cubicBezTo>
                    <a:pt x="470" y="53"/>
                    <a:pt x="464" y="72"/>
                    <a:pt x="449" y="80"/>
                  </a:cubicBezTo>
                  <a:lnTo>
                    <a:pt x="439" y="87"/>
                  </a:lnTo>
                  <a:lnTo>
                    <a:pt x="408" y="35"/>
                  </a:lnTo>
                  <a:lnTo>
                    <a:pt x="419" y="28"/>
                  </a:lnTo>
                  <a:cubicBezTo>
                    <a:pt x="424" y="25"/>
                    <a:pt x="429" y="24"/>
                    <a:pt x="435" y="24"/>
                  </a:cubicBezTo>
                  <a:close/>
                  <a:moveTo>
                    <a:pt x="269" y="151"/>
                  </a:moveTo>
                  <a:cubicBezTo>
                    <a:pt x="270" y="154"/>
                    <a:pt x="275" y="158"/>
                    <a:pt x="278" y="161"/>
                  </a:cubicBezTo>
                  <a:lnTo>
                    <a:pt x="201" y="218"/>
                  </a:lnTo>
                  <a:cubicBezTo>
                    <a:pt x="194" y="223"/>
                    <a:pt x="188" y="232"/>
                    <a:pt x="188" y="244"/>
                  </a:cubicBezTo>
                  <a:lnTo>
                    <a:pt x="188" y="304"/>
                  </a:lnTo>
                  <a:lnTo>
                    <a:pt x="174" y="304"/>
                  </a:lnTo>
                  <a:lnTo>
                    <a:pt x="174" y="244"/>
                  </a:lnTo>
                  <a:cubicBezTo>
                    <a:pt x="174" y="228"/>
                    <a:pt x="181" y="213"/>
                    <a:pt x="191" y="207"/>
                  </a:cubicBezTo>
                  <a:lnTo>
                    <a:pt x="269" y="151"/>
                  </a:lnTo>
                  <a:close/>
                  <a:moveTo>
                    <a:pt x="240" y="326"/>
                  </a:moveTo>
                  <a:cubicBezTo>
                    <a:pt x="241" y="326"/>
                    <a:pt x="241" y="326"/>
                    <a:pt x="244" y="327"/>
                  </a:cubicBezTo>
                  <a:lnTo>
                    <a:pt x="295" y="371"/>
                  </a:lnTo>
                  <a:cubicBezTo>
                    <a:pt x="296" y="374"/>
                    <a:pt x="296" y="375"/>
                    <a:pt x="296" y="375"/>
                  </a:cubicBezTo>
                  <a:cubicBezTo>
                    <a:pt x="273" y="381"/>
                    <a:pt x="252" y="391"/>
                    <a:pt x="234" y="407"/>
                  </a:cubicBezTo>
                  <a:cubicBezTo>
                    <a:pt x="215" y="426"/>
                    <a:pt x="191" y="434"/>
                    <a:pt x="166" y="434"/>
                  </a:cubicBezTo>
                  <a:lnTo>
                    <a:pt x="67" y="434"/>
                  </a:lnTo>
                  <a:lnTo>
                    <a:pt x="67" y="375"/>
                  </a:lnTo>
                  <a:lnTo>
                    <a:pt x="65" y="375"/>
                  </a:lnTo>
                  <a:cubicBezTo>
                    <a:pt x="65" y="372"/>
                    <a:pt x="65" y="371"/>
                    <a:pt x="67" y="371"/>
                  </a:cubicBezTo>
                  <a:lnTo>
                    <a:pt x="117" y="327"/>
                  </a:lnTo>
                  <a:cubicBezTo>
                    <a:pt x="119" y="327"/>
                    <a:pt x="119" y="326"/>
                    <a:pt x="122" y="326"/>
                  </a:cubicBezTo>
                  <a:close/>
                  <a:moveTo>
                    <a:pt x="434" y="1"/>
                  </a:moveTo>
                  <a:cubicBezTo>
                    <a:pt x="425" y="1"/>
                    <a:pt x="416" y="3"/>
                    <a:pt x="408" y="8"/>
                  </a:cubicBezTo>
                  <a:lnTo>
                    <a:pt x="397" y="15"/>
                  </a:lnTo>
                  <a:cubicBezTo>
                    <a:pt x="395" y="13"/>
                    <a:pt x="392" y="12"/>
                    <a:pt x="389" y="12"/>
                  </a:cubicBezTo>
                  <a:cubicBezTo>
                    <a:pt x="387" y="12"/>
                    <a:pt x="385" y="12"/>
                    <a:pt x="383" y="14"/>
                  </a:cubicBezTo>
                  <a:cubicBezTo>
                    <a:pt x="377" y="17"/>
                    <a:pt x="377" y="22"/>
                    <a:pt x="379" y="27"/>
                  </a:cubicBezTo>
                  <a:lnTo>
                    <a:pt x="350" y="44"/>
                  </a:lnTo>
                  <a:cubicBezTo>
                    <a:pt x="345" y="47"/>
                    <a:pt x="343" y="53"/>
                    <a:pt x="347" y="59"/>
                  </a:cubicBezTo>
                  <a:cubicBezTo>
                    <a:pt x="349" y="62"/>
                    <a:pt x="352" y="64"/>
                    <a:pt x="356" y="64"/>
                  </a:cubicBezTo>
                  <a:cubicBezTo>
                    <a:pt x="357" y="64"/>
                    <a:pt x="359" y="64"/>
                    <a:pt x="361" y="63"/>
                  </a:cubicBezTo>
                  <a:lnTo>
                    <a:pt x="390" y="44"/>
                  </a:lnTo>
                  <a:lnTo>
                    <a:pt x="422" y="96"/>
                  </a:lnTo>
                  <a:lnTo>
                    <a:pt x="332" y="151"/>
                  </a:lnTo>
                  <a:cubicBezTo>
                    <a:pt x="328" y="154"/>
                    <a:pt x="323" y="155"/>
                    <a:pt x="318" y="155"/>
                  </a:cubicBezTo>
                  <a:cubicBezTo>
                    <a:pt x="307" y="155"/>
                    <a:pt x="296" y="149"/>
                    <a:pt x="291" y="139"/>
                  </a:cubicBezTo>
                  <a:cubicBezTo>
                    <a:pt x="282" y="125"/>
                    <a:pt x="288" y="108"/>
                    <a:pt x="302" y="98"/>
                  </a:cubicBezTo>
                  <a:lnTo>
                    <a:pt x="327" y="83"/>
                  </a:lnTo>
                  <a:cubicBezTo>
                    <a:pt x="332" y="80"/>
                    <a:pt x="334" y="74"/>
                    <a:pt x="331" y="69"/>
                  </a:cubicBezTo>
                  <a:cubicBezTo>
                    <a:pt x="328" y="66"/>
                    <a:pt x="325" y="64"/>
                    <a:pt x="322" y="64"/>
                  </a:cubicBezTo>
                  <a:cubicBezTo>
                    <a:pt x="320" y="64"/>
                    <a:pt x="318" y="64"/>
                    <a:pt x="317" y="66"/>
                  </a:cubicBezTo>
                  <a:lnTo>
                    <a:pt x="291" y="80"/>
                  </a:lnTo>
                  <a:cubicBezTo>
                    <a:pt x="275" y="90"/>
                    <a:pt x="266" y="108"/>
                    <a:pt x="266" y="126"/>
                  </a:cubicBezTo>
                  <a:lnTo>
                    <a:pt x="181" y="189"/>
                  </a:lnTo>
                  <a:cubicBezTo>
                    <a:pt x="162" y="202"/>
                    <a:pt x="153" y="220"/>
                    <a:pt x="153" y="242"/>
                  </a:cubicBezTo>
                  <a:lnTo>
                    <a:pt x="153" y="304"/>
                  </a:lnTo>
                  <a:lnTo>
                    <a:pt x="123" y="304"/>
                  </a:lnTo>
                  <a:cubicBezTo>
                    <a:pt x="117" y="304"/>
                    <a:pt x="110" y="306"/>
                    <a:pt x="104" y="311"/>
                  </a:cubicBezTo>
                  <a:lnTo>
                    <a:pt x="54" y="355"/>
                  </a:lnTo>
                  <a:cubicBezTo>
                    <a:pt x="49" y="361"/>
                    <a:pt x="45" y="368"/>
                    <a:pt x="45" y="375"/>
                  </a:cubicBezTo>
                  <a:lnTo>
                    <a:pt x="45" y="436"/>
                  </a:lnTo>
                  <a:lnTo>
                    <a:pt x="23" y="436"/>
                  </a:lnTo>
                  <a:cubicBezTo>
                    <a:pt x="10" y="436"/>
                    <a:pt x="0" y="447"/>
                    <a:pt x="0" y="459"/>
                  </a:cubicBezTo>
                  <a:lnTo>
                    <a:pt x="0" y="543"/>
                  </a:lnTo>
                  <a:cubicBezTo>
                    <a:pt x="0" y="556"/>
                    <a:pt x="10" y="566"/>
                    <a:pt x="23" y="566"/>
                  </a:cubicBezTo>
                  <a:lnTo>
                    <a:pt x="29" y="566"/>
                  </a:lnTo>
                  <a:lnTo>
                    <a:pt x="29" y="622"/>
                  </a:lnTo>
                  <a:cubicBezTo>
                    <a:pt x="29" y="632"/>
                    <a:pt x="38" y="639"/>
                    <a:pt x="46" y="639"/>
                  </a:cubicBezTo>
                  <a:lnTo>
                    <a:pt x="111" y="639"/>
                  </a:lnTo>
                  <a:cubicBezTo>
                    <a:pt x="117" y="639"/>
                    <a:pt x="123" y="635"/>
                    <a:pt x="123" y="629"/>
                  </a:cubicBezTo>
                  <a:cubicBezTo>
                    <a:pt x="123" y="623"/>
                    <a:pt x="117" y="618"/>
                    <a:pt x="111" y="618"/>
                  </a:cubicBezTo>
                  <a:lnTo>
                    <a:pt x="49" y="618"/>
                  </a:lnTo>
                  <a:lnTo>
                    <a:pt x="49" y="566"/>
                  </a:lnTo>
                  <a:lnTo>
                    <a:pt x="672" y="566"/>
                  </a:lnTo>
                  <a:lnTo>
                    <a:pt x="672" y="618"/>
                  </a:lnTo>
                  <a:lnTo>
                    <a:pt x="153" y="618"/>
                  </a:lnTo>
                  <a:cubicBezTo>
                    <a:pt x="148" y="618"/>
                    <a:pt x="143" y="623"/>
                    <a:pt x="143" y="629"/>
                  </a:cubicBezTo>
                  <a:cubicBezTo>
                    <a:pt x="143" y="635"/>
                    <a:pt x="148" y="639"/>
                    <a:pt x="153" y="639"/>
                  </a:cubicBezTo>
                  <a:lnTo>
                    <a:pt x="675" y="639"/>
                  </a:lnTo>
                  <a:cubicBezTo>
                    <a:pt x="686" y="639"/>
                    <a:pt x="694" y="631"/>
                    <a:pt x="694" y="622"/>
                  </a:cubicBezTo>
                  <a:lnTo>
                    <a:pt x="694" y="566"/>
                  </a:lnTo>
                  <a:lnTo>
                    <a:pt x="699" y="566"/>
                  </a:lnTo>
                  <a:cubicBezTo>
                    <a:pt x="711" y="566"/>
                    <a:pt x="722" y="556"/>
                    <a:pt x="722" y="543"/>
                  </a:cubicBezTo>
                  <a:lnTo>
                    <a:pt x="722" y="459"/>
                  </a:lnTo>
                  <a:cubicBezTo>
                    <a:pt x="722" y="444"/>
                    <a:pt x="711" y="436"/>
                    <a:pt x="699" y="436"/>
                  </a:cubicBezTo>
                  <a:lnTo>
                    <a:pt x="556" y="436"/>
                  </a:lnTo>
                  <a:cubicBezTo>
                    <a:pt x="530" y="436"/>
                    <a:pt x="507" y="427"/>
                    <a:pt x="487" y="408"/>
                  </a:cubicBezTo>
                  <a:cubicBezTo>
                    <a:pt x="473" y="394"/>
                    <a:pt x="455" y="384"/>
                    <a:pt x="435" y="378"/>
                  </a:cubicBezTo>
                  <a:cubicBezTo>
                    <a:pt x="434" y="378"/>
                    <a:pt x="433" y="378"/>
                    <a:pt x="433" y="378"/>
                  </a:cubicBezTo>
                  <a:cubicBezTo>
                    <a:pt x="428" y="378"/>
                    <a:pt x="425" y="381"/>
                    <a:pt x="422" y="385"/>
                  </a:cubicBezTo>
                  <a:cubicBezTo>
                    <a:pt x="421" y="391"/>
                    <a:pt x="425" y="397"/>
                    <a:pt x="429" y="398"/>
                  </a:cubicBezTo>
                  <a:cubicBezTo>
                    <a:pt x="447" y="404"/>
                    <a:pt x="461" y="413"/>
                    <a:pt x="473" y="423"/>
                  </a:cubicBezTo>
                  <a:cubicBezTo>
                    <a:pt x="497" y="444"/>
                    <a:pt x="525" y="457"/>
                    <a:pt x="556" y="457"/>
                  </a:cubicBezTo>
                  <a:lnTo>
                    <a:pt x="699" y="457"/>
                  </a:lnTo>
                  <a:cubicBezTo>
                    <a:pt x="701" y="457"/>
                    <a:pt x="701" y="457"/>
                    <a:pt x="701" y="459"/>
                  </a:cubicBezTo>
                  <a:lnTo>
                    <a:pt x="701" y="543"/>
                  </a:lnTo>
                  <a:cubicBezTo>
                    <a:pt x="701" y="544"/>
                    <a:pt x="701" y="544"/>
                    <a:pt x="699" y="544"/>
                  </a:cubicBezTo>
                  <a:lnTo>
                    <a:pt x="22" y="544"/>
                  </a:lnTo>
                  <a:cubicBezTo>
                    <a:pt x="19" y="544"/>
                    <a:pt x="19" y="544"/>
                    <a:pt x="19" y="543"/>
                  </a:cubicBezTo>
                  <a:lnTo>
                    <a:pt x="19" y="459"/>
                  </a:lnTo>
                  <a:cubicBezTo>
                    <a:pt x="19" y="457"/>
                    <a:pt x="19" y="457"/>
                    <a:pt x="22" y="457"/>
                  </a:cubicBezTo>
                  <a:lnTo>
                    <a:pt x="163" y="457"/>
                  </a:lnTo>
                  <a:cubicBezTo>
                    <a:pt x="195" y="457"/>
                    <a:pt x="224" y="444"/>
                    <a:pt x="247" y="423"/>
                  </a:cubicBezTo>
                  <a:cubicBezTo>
                    <a:pt x="269" y="404"/>
                    <a:pt x="296" y="392"/>
                    <a:pt x="325" y="392"/>
                  </a:cubicBezTo>
                  <a:lnTo>
                    <a:pt x="390" y="392"/>
                  </a:lnTo>
                  <a:cubicBezTo>
                    <a:pt x="396" y="392"/>
                    <a:pt x="400" y="387"/>
                    <a:pt x="400" y="382"/>
                  </a:cubicBezTo>
                  <a:cubicBezTo>
                    <a:pt x="400" y="376"/>
                    <a:pt x="396" y="371"/>
                    <a:pt x="390" y="371"/>
                  </a:cubicBezTo>
                  <a:lnTo>
                    <a:pt x="317" y="371"/>
                  </a:lnTo>
                  <a:cubicBezTo>
                    <a:pt x="317" y="363"/>
                    <a:pt x="312" y="358"/>
                    <a:pt x="306" y="353"/>
                  </a:cubicBezTo>
                  <a:lnTo>
                    <a:pt x="256" y="310"/>
                  </a:lnTo>
                  <a:cubicBezTo>
                    <a:pt x="252" y="306"/>
                    <a:pt x="246" y="303"/>
                    <a:pt x="239" y="303"/>
                  </a:cubicBezTo>
                  <a:lnTo>
                    <a:pt x="208" y="303"/>
                  </a:lnTo>
                  <a:lnTo>
                    <a:pt x="208" y="241"/>
                  </a:lnTo>
                  <a:cubicBezTo>
                    <a:pt x="208" y="238"/>
                    <a:pt x="210" y="235"/>
                    <a:pt x="211" y="233"/>
                  </a:cubicBezTo>
                  <a:lnTo>
                    <a:pt x="295" y="173"/>
                  </a:lnTo>
                  <a:cubicBezTo>
                    <a:pt x="299" y="174"/>
                    <a:pt x="306" y="176"/>
                    <a:pt x="314" y="176"/>
                  </a:cubicBezTo>
                  <a:cubicBezTo>
                    <a:pt x="324" y="176"/>
                    <a:pt x="332" y="174"/>
                    <a:pt x="341" y="168"/>
                  </a:cubicBezTo>
                  <a:lnTo>
                    <a:pt x="432" y="115"/>
                  </a:lnTo>
                  <a:cubicBezTo>
                    <a:pt x="434" y="116"/>
                    <a:pt x="436" y="117"/>
                    <a:pt x="438" y="117"/>
                  </a:cubicBezTo>
                  <a:cubicBezTo>
                    <a:pt x="440" y="117"/>
                    <a:pt x="442" y="116"/>
                    <a:pt x="444" y="115"/>
                  </a:cubicBezTo>
                  <a:cubicBezTo>
                    <a:pt x="448" y="113"/>
                    <a:pt x="449" y="108"/>
                    <a:pt x="449" y="103"/>
                  </a:cubicBezTo>
                  <a:lnTo>
                    <a:pt x="461" y="96"/>
                  </a:lnTo>
                  <a:cubicBezTo>
                    <a:pt x="486" y="82"/>
                    <a:pt x="493" y="50"/>
                    <a:pt x="478" y="27"/>
                  </a:cubicBezTo>
                  <a:cubicBezTo>
                    <a:pt x="469" y="10"/>
                    <a:pt x="452" y="1"/>
                    <a:pt x="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4" name="Google Shape;2964;p49"/>
          <p:cNvGrpSpPr/>
          <p:nvPr/>
        </p:nvGrpSpPr>
        <p:grpSpPr>
          <a:xfrm>
            <a:off x="2430199" y="2054080"/>
            <a:ext cx="298573" cy="412452"/>
            <a:chOff x="2430199" y="2054080"/>
            <a:chExt cx="298573" cy="412452"/>
          </a:xfrm>
        </p:grpSpPr>
        <p:sp>
          <p:nvSpPr>
            <p:cNvPr id="2965" name="Google Shape;2965;p49"/>
            <p:cNvSpPr/>
            <p:nvPr/>
          </p:nvSpPr>
          <p:spPr>
            <a:xfrm>
              <a:off x="2511216" y="2204783"/>
              <a:ext cx="13031" cy="16997"/>
            </a:xfrm>
            <a:custGeom>
              <a:rect b="b" l="l" r="r" t="t"/>
              <a:pathLst>
                <a:path extrusionOk="0" h="30" w="23">
                  <a:moveTo>
                    <a:pt x="11" y="0"/>
                  </a:moveTo>
                  <a:cubicBezTo>
                    <a:pt x="7" y="0"/>
                    <a:pt x="1" y="6"/>
                    <a:pt x="1" y="12"/>
                  </a:cubicBezTo>
                  <a:lnTo>
                    <a:pt x="1" y="19"/>
                  </a:lnTo>
                  <a:cubicBezTo>
                    <a:pt x="1" y="26"/>
                    <a:pt x="4" y="29"/>
                    <a:pt x="11" y="29"/>
                  </a:cubicBezTo>
                  <a:cubicBezTo>
                    <a:pt x="17" y="29"/>
                    <a:pt x="22" y="25"/>
                    <a:pt x="22" y="19"/>
                  </a:cubicBezTo>
                  <a:lnTo>
                    <a:pt x="22" y="12"/>
                  </a:lnTo>
                  <a:cubicBezTo>
                    <a:pt x="22" y="6"/>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9"/>
            <p:cNvSpPr/>
            <p:nvPr/>
          </p:nvSpPr>
          <p:spPr>
            <a:xfrm>
              <a:off x="2568438" y="2204783"/>
              <a:ext cx="13031" cy="16997"/>
            </a:xfrm>
            <a:custGeom>
              <a:rect b="b" l="l" r="r" t="t"/>
              <a:pathLst>
                <a:path extrusionOk="0" h="30" w="23">
                  <a:moveTo>
                    <a:pt x="11" y="0"/>
                  </a:moveTo>
                  <a:cubicBezTo>
                    <a:pt x="7" y="0"/>
                    <a:pt x="1" y="6"/>
                    <a:pt x="1" y="12"/>
                  </a:cubicBezTo>
                  <a:lnTo>
                    <a:pt x="1" y="19"/>
                  </a:lnTo>
                  <a:cubicBezTo>
                    <a:pt x="1" y="26"/>
                    <a:pt x="4" y="29"/>
                    <a:pt x="11" y="29"/>
                  </a:cubicBezTo>
                  <a:cubicBezTo>
                    <a:pt x="17" y="29"/>
                    <a:pt x="23" y="25"/>
                    <a:pt x="23" y="19"/>
                  </a:cubicBezTo>
                  <a:lnTo>
                    <a:pt x="23" y="12"/>
                  </a:lnTo>
                  <a:cubicBezTo>
                    <a:pt x="23" y="6"/>
                    <a:pt x="17"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9"/>
            <p:cNvSpPr/>
            <p:nvPr/>
          </p:nvSpPr>
          <p:spPr>
            <a:xfrm>
              <a:off x="2527080" y="2242176"/>
              <a:ext cx="37959" cy="16997"/>
            </a:xfrm>
            <a:custGeom>
              <a:rect b="b" l="l" r="r" t="t"/>
              <a:pathLst>
                <a:path extrusionOk="0" h="30" w="67">
                  <a:moveTo>
                    <a:pt x="55" y="1"/>
                  </a:moveTo>
                  <a:cubicBezTo>
                    <a:pt x="52" y="1"/>
                    <a:pt x="50" y="2"/>
                    <a:pt x="48" y="4"/>
                  </a:cubicBezTo>
                  <a:cubicBezTo>
                    <a:pt x="44" y="7"/>
                    <a:pt x="39" y="9"/>
                    <a:pt x="34" y="9"/>
                  </a:cubicBezTo>
                  <a:cubicBezTo>
                    <a:pt x="30" y="9"/>
                    <a:pt x="25" y="7"/>
                    <a:pt x="19" y="4"/>
                  </a:cubicBezTo>
                  <a:cubicBezTo>
                    <a:pt x="17" y="2"/>
                    <a:pt x="16" y="1"/>
                    <a:pt x="14" y="1"/>
                  </a:cubicBezTo>
                  <a:cubicBezTo>
                    <a:pt x="11" y="1"/>
                    <a:pt x="7" y="3"/>
                    <a:pt x="5" y="5"/>
                  </a:cubicBezTo>
                  <a:cubicBezTo>
                    <a:pt x="0" y="11"/>
                    <a:pt x="2" y="17"/>
                    <a:pt x="7" y="20"/>
                  </a:cubicBezTo>
                  <a:cubicBezTo>
                    <a:pt x="16" y="27"/>
                    <a:pt x="25" y="30"/>
                    <a:pt x="33" y="30"/>
                  </a:cubicBezTo>
                  <a:cubicBezTo>
                    <a:pt x="44" y="30"/>
                    <a:pt x="52" y="25"/>
                    <a:pt x="61" y="20"/>
                  </a:cubicBezTo>
                  <a:cubicBezTo>
                    <a:pt x="67" y="17"/>
                    <a:pt x="67" y="9"/>
                    <a:pt x="62" y="5"/>
                  </a:cubicBezTo>
                  <a:cubicBezTo>
                    <a:pt x="61" y="2"/>
                    <a:pt x="58" y="1"/>
                    <a:pt x="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9"/>
            <p:cNvSpPr/>
            <p:nvPr/>
          </p:nvSpPr>
          <p:spPr>
            <a:xfrm>
              <a:off x="2430199" y="2054080"/>
              <a:ext cx="298573" cy="412452"/>
            </a:xfrm>
            <a:custGeom>
              <a:rect b="b" l="l" r="r" t="t"/>
              <a:pathLst>
                <a:path extrusionOk="0" h="728" w="527">
                  <a:moveTo>
                    <a:pt x="239" y="183"/>
                  </a:moveTo>
                  <a:cubicBezTo>
                    <a:pt x="254" y="194"/>
                    <a:pt x="273" y="207"/>
                    <a:pt x="304" y="207"/>
                  </a:cubicBezTo>
                  <a:cubicBezTo>
                    <a:pt x="307" y="207"/>
                    <a:pt x="310" y="207"/>
                    <a:pt x="313" y="207"/>
                  </a:cubicBezTo>
                  <a:lnTo>
                    <a:pt x="313" y="304"/>
                  </a:lnTo>
                  <a:cubicBezTo>
                    <a:pt x="313" y="365"/>
                    <a:pt x="265" y="414"/>
                    <a:pt x="203" y="414"/>
                  </a:cubicBezTo>
                  <a:cubicBezTo>
                    <a:pt x="142" y="414"/>
                    <a:pt x="93" y="365"/>
                    <a:pt x="93" y="304"/>
                  </a:cubicBezTo>
                  <a:lnTo>
                    <a:pt x="93" y="207"/>
                  </a:lnTo>
                  <a:cubicBezTo>
                    <a:pt x="103" y="208"/>
                    <a:pt x="113" y="208"/>
                    <a:pt x="123" y="208"/>
                  </a:cubicBezTo>
                  <a:cubicBezTo>
                    <a:pt x="172" y="208"/>
                    <a:pt x="214" y="199"/>
                    <a:pt x="239" y="183"/>
                  </a:cubicBezTo>
                  <a:close/>
                  <a:moveTo>
                    <a:pt x="243" y="430"/>
                  </a:moveTo>
                  <a:lnTo>
                    <a:pt x="204" y="531"/>
                  </a:lnTo>
                  <a:lnTo>
                    <a:pt x="200" y="515"/>
                  </a:lnTo>
                  <a:lnTo>
                    <a:pt x="167" y="430"/>
                  </a:lnTo>
                  <a:lnTo>
                    <a:pt x="167" y="430"/>
                  </a:lnTo>
                  <a:cubicBezTo>
                    <a:pt x="180" y="434"/>
                    <a:pt x="190" y="435"/>
                    <a:pt x="204" y="435"/>
                  </a:cubicBezTo>
                  <a:cubicBezTo>
                    <a:pt x="219" y="435"/>
                    <a:pt x="230" y="434"/>
                    <a:pt x="243" y="430"/>
                  </a:cubicBezTo>
                  <a:close/>
                  <a:moveTo>
                    <a:pt x="124" y="406"/>
                  </a:moveTo>
                  <a:cubicBezTo>
                    <a:pt x="129" y="409"/>
                    <a:pt x="135" y="415"/>
                    <a:pt x="142" y="417"/>
                  </a:cubicBezTo>
                  <a:lnTo>
                    <a:pt x="187" y="544"/>
                  </a:lnTo>
                  <a:lnTo>
                    <a:pt x="125" y="522"/>
                  </a:lnTo>
                  <a:lnTo>
                    <a:pt x="144" y="474"/>
                  </a:lnTo>
                  <a:cubicBezTo>
                    <a:pt x="145" y="469"/>
                    <a:pt x="144" y="464"/>
                    <a:pt x="139" y="461"/>
                  </a:cubicBezTo>
                  <a:lnTo>
                    <a:pt x="109" y="444"/>
                  </a:lnTo>
                  <a:lnTo>
                    <a:pt x="124" y="406"/>
                  </a:lnTo>
                  <a:close/>
                  <a:moveTo>
                    <a:pt x="287" y="408"/>
                  </a:moveTo>
                  <a:lnTo>
                    <a:pt x="301" y="445"/>
                  </a:lnTo>
                  <a:lnTo>
                    <a:pt x="269" y="464"/>
                  </a:lnTo>
                  <a:cubicBezTo>
                    <a:pt x="265" y="464"/>
                    <a:pt x="262" y="470"/>
                    <a:pt x="265" y="474"/>
                  </a:cubicBezTo>
                  <a:lnTo>
                    <a:pt x="282" y="522"/>
                  </a:lnTo>
                  <a:lnTo>
                    <a:pt x="223" y="545"/>
                  </a:lnTo>
                  <a:lnTo>
                    <a:pt x="268" y="419"/>
                  </a:lnTo>
                  <a:cubicBezTo>
                    <a:pt x="274" y="415"/>
                    <a:pt x="281" y="412"/>
                    <a:pt x="287" y="408"/>
                  </a:cubicBezTo>
                  <a:close/>
                  <a:moveTo>
                    <a:pt x="306" y="406"/>
                  </a:moveTo>
                  <a:lnTo>
                    <a:pt x="306" y="406"/>
                  </a:lnTo>
                  <a:cubicBezTo>
                    <a:pt x="342" y="427"/>
                    <a:pt x="366" y="466"/>
                    <a:pt x="366" y="509"/>
                  </a:cubicBezTo>
                  <a:lnTo>
                    <a:pt x="366" y="587"/>
                  </a:lnTo>
                  <a:lnTo>
                    <a:pt x="320" y="587"/>
                  </a:lnTo>
                  <a:cubicBezTo>
                    <a:pt x="304" y="587"/>
                    <a:pt x="290" y="600"/>
                    <a:pt x="290" y="617"/>
                  </a:cubicBezTo>
                  <a:lnTo>
                    <a:pt x="290" y="633"/>
                  </a:lnTo>
                  <a:cubicBezTo>
                    <a:pt x="290" y="640"/>
                    <a:pt x="294" y="648"/>
                    <a:pt x="297" y="653"/>
                  </a:cubicBezTo>
                  <a:cubicBezTo>
                    <a:pt x="294" y="659"/>
                    <a:pt x="290" y="666"/>
                    <a:pt x="290" y="674"/>
                  </a:cubicBezTo>
                  <a:lnTo>
                    <a:pt x="290" y="690"/>
                  </a:lnTo>
                  <a:cubicBezTo>
                    <a:pt x="290" y="692"/>
                    <a:pt x="290" y="695"/>
                    <a:pt x="291" y="698"/>
                  </a:cubicBezTo>
                  <a:lnTo>
                    <a:pt x="210" y="698"/>
                  </a:lnTo>
                  <a:lnTo>
                    <a:pt x="210" y="568"/>
                  </a:lnTo>
                  <a:lnTo>
                    <a:pt x="215" y="568"/>
                  </a:lnTo>
                  <a:lnTo>
                    <a:pt x="298" y="536"/>
                  </a:lnTo>
                  <a:cubicBezTo>
                    <a:pt x="301" y="534"/>
                    <a:pt x="304" y="532"/>
                    <a:pt x="304" y="531"/>
                  </a:cubicBezTo>
                  <a:cubicBezTo>
                    <a:pt x="304" y="529"/>
                    <a:pt x="306" y="525"/>
                    <a:pt x="304" y="522"/>
                  </a:cubicBezTo>
                  <a:lnTo>
                    <a:pt x="284" y="473"/>
                  </a:lnTo>
                  <a:lnTo>
                    <a:pt x="316" y="456"/>
                  </a:lnTo>
                  <a:cubicBezTo>
                    <a:pt x="319" y="453"/>
                    <a:pt x="320" y="448"/>
                    <a:pt x="319" y="443"/>
                  </a:cubicBezTo>
                  <a:lnTo>
                    <a:pt x="306" y="406"/>
                  </a:lnTo>
                  <a:close/>
                  <a:moveTo>
                    <a:pt x="498" y="666"/>
                  </a:moveTo>
                  <a:cubicBezTo>
                    <a:pt x="503" y="666"/>
                    <a:pt x="506" y="669"/>
                    <a:pt x="506" y="675"/>
                  </a:cubicBezTo>
                  <a:lnTo>
                    <a:pt x="506" y="691"/>
                  </a:lnTo>
                  <a:cubicBezTo>
                    <a:pt x="506" y="697"/>
                    <a:pt x="503" y="701"/>
                    <a:pt x="498" y="701"/>
                  </a:cubicBezTo>
                  <a:lnTo>
                    <a:pt x="324" y="701"/>
                  </a:lnTo>
                  <a:cubicBezTo>
                    <a:pt x="319" y="701"/>
                    <a:pt x="316" y="697"/>
                    <a:pt x="316" y="691"/>
                  </a:cubicBezTo>
                  <a:lnTo>
                    <a:pt x="316" y="675"/>
                  </a:lnTo>
                  <a:cubicBezTo>
                    <a:pt x="316" y="669"/>
                    <a:pt x="319" y="666"/>
                    <a:pt x="324" y="666"/>
                  </a:cubicBezTo>
                  <a:close/>
                  <a:moveTo>
                    <a:pt x="202" y="1"/>
                  </a:moveTo>
                  <a:cubicBezTo>
                    <a:pt x="167" y="1"/>
                    <a:pt x="132" y="9"/>
                    <a:pt x="102" y="27"/>
                  </a:cubicBezTo>
                  <a:cubicBezTo>
                    <a:pt x="96" y="31"/>
                    <a:pt x="95" y="37"/>
                    <a:pt x="99" y="41"/>
                  </a:cubicBezTo>
                  <a:cubicBezTo>
                    <a:pt x="101" y="45"/>
                    <a:pt x="104" y="47"/>
                    <a:pt x="108" y="47"/>
                  </a:cubicBezTo>
                  <a:cubicBezTo>
                    <a:pt x="110" y="47"/>
                    <a:pt x="111" y="46"/>
                    <a:pt x="113" y="45"/>
                  </a:cubicBezTo>
                  <a:cubicBezTo>
                    <a:pt x="139" y="29"/>
                    <a:pt x="171" y="22"/>
                    <a:pt x="202" y="22"/>
                  </a:cubicBezTo>
                  <a:lnTo>
                    <a:pt x="203" y="22"/>
                  </a:lnTo>
                  <a:cubicBezTo>
                    <a:pt x="300" y="22"/>
                    <a:pt x="381" y="100"/>
                    <a:pt x="381" y="198"/>
                  </a:cubicBezTo>
                  <a:cubicBezTo>
                    <a:pt x="381" y="242"/>
                    <a:pt x="373" y="287"/>
                    <a:pt x="360" y="334"/>
                  </a:cubicBezTo>
                  <a:cubicBezTo>
                    <a:pt x="352" y="330"/>
                    <a:pt x="340" y="328"/>
                    <a:pt x="332" y="326"/>
                  </a:cubicBezTo>
                  <a:cubicBezTo>
                    <a:pt x="333" y="318"/>
                    <a:pt x="333" y="311"/>
                    <a:pt x="333" y="301"/>
                  </a:cubicBezTo>
                  <a:lnTo>
                    <a:pt x="333" y="203"/>
                  </a:lnTo>
                  <a:cubicBezTo>
                    <a:pt x="333" y="198"/>
                    <a:pt x="332" y="193"/>
                    <a:pt x="327" y="190"/>
                  </a:cubicBezTo>
                  <a:cubicBezTo>
                    <a:pt x="325" y="187"/>
                    <a:pt x="322" y="185"/>
                    <a:pt x="319" y="185"/>
                  </a:cubicBezTo>
                  <a:cubicBezTo>
                    <a:pt x="318" y="185"/>
                    <a:pt x="317" y="185"/>
                    <a:pt x="316" y="185"/>
                  </a:cubicBezTo>
                  <a:cubicBezTo>
                    <a:pt x="312" y="186"/>
                    <a:pt x="308" y="186"/>
                    <a:pt x="304" y="186"/>
                  </a:cubicBezTo>
                  <a:cubicBezTo>
                    <a:pt x="287" y="186"/>
                    <a:pt x="268" y="181"/>
                    <a:pt x="248" y="164"/>
                  </a:cubicBezTo>
                  <a:cubicBezTo>
                    <a:pt x="245" y="161"/>
                    <a:pt x="241" y="160"/>
                    <a:pt x="237" y="160"/>
                  </a:cubicBezTo>
                  <a:cubicBezTo>
                    <a:pt x="234" y="160"/>
                    <a:pt x="230" y="161"/>
                    <a:pt x="228" y="162"/>
                  </a:cubicBezTo>
                  <a:cubicBezTo>
                    <a:pt x="206" y="178"/>
                    <a:pt x="164" y="187"/>
                    <a:pt x="117" y="187"/>
                  </a:cubicBezTo>
                  <a:cubicBezTo>
                    <a:pt x="107" y="187"/>
                    <a:pt x="97" y="186"/>
                    <a:pt x="87" y="185"/>
                  </a:cubicBezTo>
                  <a:cubicBezTo>
                    <a:pt x="83" y="185"/>
                    <a:pt x="79" y="188"/>
                    <a:pt x="74" y="190"/>
                  </a:cubicBezTo>
                  <a:cubicBezTo>
                    <a:pt x="72" y="193"/>
                    <a:pt x="69" y="197"/>
                    <a:pt x="69" y="203"/>
                  </a:cubicBezTo>
                  <a:lnTo>
                    <a:pt x="69" y="304"/>
                  </a:lnTo>
                  <a:cubicBezTo>
                    <a:pt x="69" y="311"/>
                    <a:pt x="69" y="320"/>
                    <a:pt x="72" y="327"/>
                  </a:cubicBezTo>
                  <a:cubicBezTo>
                    <a:pt x="63" y="328"/>
                    <a:pt x="51" y="333"/>
                    <a:pt x="43" y="336"/>
                  </a:cubicBezTo>
                  <a:cubicBezTo>
                    <a:pt x="30" y="289"/>
                    <a:pt x="22" y="243"/>
                    <a:pt x="22" y="200"/>
                  </a:cubicBezTo>
                  <a:cubicBezTo>
                    <a:pt x="22" y="152"/>
                    <a:pt x="43" y="105"/>
                    <a:pt x="79" y="70"/>
                  </a:cubicBezTo>
                  <a:cubicBezTo>
                    <a:pt x="82" y="67"/>
                    <a:pt x="83" y="60"/>
                    <a:pt x="79" y="55"/>
                  </a:cubicBezTo>
                  <a:cubicBezTo>
                    <a:pt x="76" y="54"/>
                    <a:pt x="73" y="53"/>
                    <a:pt x="70" y="53"/>
                  </a:cubicBezTo>
                  <a:cubicBezTo>
                    <a:pt x="68" y="53"/>
                    <a:pt x="66" y="54"/>
                    <a:pt x="64" y="55"/>
                  </a:cubicBezTo>
                  <a:cubicBezTo>
                    <a:pt x="24" y="94"/>
                    <a:pt x="1" y="146"/>
                    <a:pt x="1" y="203"/>
                  </a:cubicBezTo>
                  <a:cubicBezTo>
                    <a:pt x="1" y="248"/>
                    <a:pt x="8" y="294"/>
                    <a:pt x="22" y="344"/>
                  </a:cubicBezTo>
                  <a:cubicBezTo>
                    <a:pt x="25" y="353"/>
                    <a:pt x="32" y="359"/>
                    <a:pt x="40" y="359"/>
                  </a:cubicBezTo>
                  <a:cubicBezTo>
                    <a:pt x="42" y="359"/>
                    <a:pt x="45" y="358"/>
                    <a:pt x="47" y="357"/>
                  </a:cubicBezTo>
                  <a:cubicBezTo>
                    <a:pt x="57" y="354"/>
                    <a:pt x="67" y="352"/>
                    <a:pt x="76" y="349"/>
                  </a:cubicBezTo>
                  <a:cubicBezTo>
                    <a:pt x="82" y="363"/>
                    <a:pt x="89" y="376"/>
                    <a:pt x="96" y="386"/>
                  </a:cubicBezTo>
                  <a:cubicBezTo>
                    <a:pt x="46" y="408"/>
                    <a:pt x="14" y="458"/>
                    <a:pt x="14" y="515"/>
                  </a:cubicBezTo>
                  <a:lnTo>
                    <a:pt x="14" y="610"/>
                  </a:lnTo>
                  <a:cubicBezTo>
                    <a:pt x="14" y="616"/>
                    <a:pt x="18" y="622"/>
                    <a:pt x="24" y="622"/>
                  </a:cubicBezTo>
                  <a:cubicBezTo>
                    <a:pt x="30" y="622"/>
                    <a:pt x="35" y="616"/>
                    <a:pt x="35" y="610"/>
                  </a:cubicBezTo>
                  <a:lnTo>
                    <a:pt x="35" y="515"/>
                  </a:lnTo>
                  <a:cubicBezTo>
                    <a:pt x="35" y="471"/>
                    <a:pt x="59" y="431"/>
                    <a:pt x="95" y="412"/>
                  </a:cubicBezTo>
                  <a:lnTo>
                    <a:pt x="95" y="412"/>
                  </a:lnTo>
                  <a:lnTo>
                    <a:pt x="82" y="448"/>
                  </a:lnTo>
                  <a:cubicBezTo>
                    <a:pt x="80" y="453"/>
                    <a:pt x="82" y="458"/>
                    <a:pt x="86" y="460"/>
                  </a:cubicBezTo>
                  <a:lnTo>
                    <a:pt x="116" y="479"/>
                  </a:lnTo>
                  <a:lnTo>
                    <a:pt x="96" y="528"/>
                  </a:lnTo>
                  <a:cubicBezTo>
                    <a:pt x="95" y="529"/>
                    <a:pt x="95" y="532"/>
                    <a:pt x="96" y="536"/>
                  </a:cubicBezTo>
                  <a:cubicBezTo>
                    <a:pt x="99" y="538"/>
                    <a:pt x="100" y="542"/>
                    <a:pt x="102" y="542"/>
                  </a:cubicBezTo>
                  <a:lnTo>
                    <a:pt x="187" y="574"/>
                  </a:lnTo>
                  <a:lnTo>
                    <a:pt x="187" y="705"/>
                  </a:lnTo>
                  <a:lnTo>
                    <a:pt x="33" y="705"/>
                  </a:lnTo>
                  <a:lnTo>
                    <a:pt x="33" y="653"/>
                  </a:lnTo>
                  <a:cubicBezTo>
                    <a:pt x="33" y="648"/>
                    <a:pt x="28" y="643"/>
                    <a:pt x="22" y="643"/>
                  </a:cubicBezTo>
                  <a:cubicBezTo>
                    <a:pt x="17" y="643"/>
                    <a:pt x="11" y="648"/>
                    <a:pt x="11" y="653"/>
                  </a:cubicBezTo>
                  <a:lnTo>
                    <a:pt x="11" y="717"/>
                  </a:lnTo>
                  <a:cubicBezTo>
                    <a:pt x="11" y="723"/>
                    <a:pt x="17" y="727"/>
                    <a:pt x="22" y="727"/>
                  </a:cubicBezTo>
                  <a:lnTo>
                    <a:pt x="490" y="727"/>
                  </a:lnTo>
                  <a:cubicBezTo>
                    <a:pt x="506" y="727"/>
                    <a:pt x="521" y="716"/>
                    <a:pt x="521" y="697"/>
                  </a:cubicBezTo>
                  <a:lnTo>
                    <a:pt x="521" y="681"/>
                  </a:lnTo>
                  <a:cubicBezTo>
                    <a:pt x="521" y="674"/>
                    <a:pt x="516" y="666"/>
                    <a:pt x="514" y="661"/>
                  </a:cubicBezTo>
                  <a:cubicBezTo>
                    <a:pt x="516" y="655"/>
                    <a:pt x="521" y="648"/>
                    <a:pt x="521" y="640"/>
                  </a:cubicBezTo>
                  <a:lnTo>
                    <a:pt x="521" y="619"/>
                  </a:lnTo>
                  <a:lnTo>
                    <a:pt x="527" y="619"/>
                  </a:lnTo>
                  <a:cubicBezTo>
                    <a:pt x="527" y="603"/>
                    <a:pt x="514" y="588"/>
                    <a:pt x="496" y="588"/>
                  </a:cubicBezTo>
                  <a:lnTo>
                    <a:pt x="462" y="588"/>
                  </a:lnTo>
                  <a:cubicBezTo>
                    <a:pt x="456" y="588"/>
                    <a:pt x="450" y="594"/>
                    <a:pt x="450" y="600"/>
                  </a:cubicBezTo>
                  <a:cubicBezTo>
                    <a:pt x="450" y="604"/>
                    <a:pt x="456" y="610"/>
                    <a:pt x="462" y="610"/>
                  </a:cubicBezTo>
                  <a:lnTo>
                    <a:pt x="496" y="610"/>
                  </a:lnTo>
                  <a:cubicBezTo>
                    <a:pt x="501" y="610"/>
                    <a:pt x="505" y="614"/>
                    <a:pt x="505" y="619"/>
                  </a:cubicBezTo>
                  <a:lnTo>
                    <a:pt x="505" y="636"/>
                  </a:lnTo>
                  <a:cubicBezTo>
                    <a:pt x="505" y="640"/>
                    <a:pt x="501" y="645"/>
                    <a:pt x="496" y="645"/>
                  </a:cubicBezTo>
                  <a:lnTo>
                    <a:pt x="323" y="645"/>
                  </a:lnTo>
                  <a:cubicBezTo>
                    <a:pt x="317" y="645"/>
                    <a:pt x="313" y="640"/>
                    <a:pt x="313" y="636"/>
                  </a:cubicBezTo>
                  <a:lnTo>
                    <a:pt x="313" y="619"/>
                  </a:lnTo>
                  <a:cubicBezTo>
                    <a:pt x="313" y="614"/>
                    <a:pt x="317" y="610"/>
                    <a:pt x="323" y="610"/>
                  </a:cubicBezTo>
                  <a:lnTo>
                    <a:pt x="418" y="610"/>
                  </a:lnTo>
                  <a:cubicBezTo>
                    <a:pt x="424" y="610"/>
                    <a:pt x="428" y="604"/>
                    <a:pt x="428" y="600"/>
                  </a:cubicBezTo>
                  <a:cubicBezTo>
                    <a:pt x="428" y="594"/>
                    <a:pt x="424" y="588"/>
                    <a:pt x="418" y="588"/>
                  </a:cubicBezTo>
                  <a:lnTo>
                    <a:pt x="389" y="588"/>
                  </a:lnTo>
                  <a:lnTo>
                    <a:pt x="389" y="510"/>
                  </a:lnTo>
                  <a:cubicBezTo>
                    <a:pt x="389" y="456"/>
                    <a:pt x="356" y="406"/>
                    <a:pt x="306" y="383"/>
                  </a:cubicBezTo>
                  <a:cubicBezTo>
                    <a:pt x="316" y="372"/>
                    <a:pt x="321" y="359"/>
                    <a:pt x="326" y="344"/>
                  </a:cubicBezTo>
                  <a:cubicBezTo>
                    <a:pt x="334" y="347"/>
                    <a:pt x="346" y="350"/>
                    <a:pt x="355" y="353"/>
                  </a:cubicBezTo>
                  <a:cubicBezTo>
                    <a:pt x="357" y="354"/>
                    <a:pt x="360" y="354"/>
                    <a:pt x="362" y="354"/>
                  </a:cubicBezTo>
                  <a:cubicBezTo>
                    <a:pt x="371" y="354"/>
                    <a:pt x="377" y="349"/>
                    <a:pt x="381" y="341"/>
                  </a:cubicBezTo>
                  <a:cubicBezTo>
                    <a:pt x="395" y="292"/>
                    <a:pt x="402" y="243"/>
                    <a:pt x="402" y="198"/>
                  </a:cubicBezTo>
                  <a:cubicBezTo>
                    <a:pt x="402" y="89"/>
                    <a:pt x="313"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9" name="Google Shape;2969;p49"/>
          <p:cNvGrpSpPr/>
          <p:nvPr/>
        </p:nvGrpSpPr>
        <p:grpSpPr>
          <a:xfrm>
            <a:off x="829688" y="2692587"/>
            <a:ext cx="411317" cy="409619"/>
            <a:chOff x="829688" y="2692587"/>
            <a:chExt cx="411317" cy="409619"/>
          </a:xfrm>
        </p:grpSpPr>
        <p:sp>
          <p:nvSpPr>
            <p:cNvPr id="2970" name="Google Shape;2970;p49"/>
            <p:cNvSpPr/>
            <p:nvPr/>
          </p:nvSpPr>
          <p:spPr>
            <a:xfrm>
              <a:off x="829688" y="2692587"/>
              <a:ext cx="411317" cy="409619"/>
            </a:xfrm>
            <a:custGeom>
              <a:rect b="b" l="l" r="r" t="t"/>
              <a:pathLst>
                <a:path extrusionOk="0" h="723" w="726">
                  <a:moveTo>
                    <a:pt x="68" y="23"/>
                  </a:moveTo>
                  <a:cubicBezTo>
                    <a:pt x="94" y="23"/>
                    <a:pt x="114" y="44"/>
                    <a:pt x="114" y="68"/>
                  </a:cubicBezTo>
                  <a:lnTo>
                    <a:pt x="114" y="140"/>
                  </a:lnTo>
                  <a:lnTo>
                    <a:pt x="23" y="140"/>
                  </a:lnTo>
                  <a:lnTo>
                    <a:pt x="23" y="68"/>
                  </a:lnTo>
                  <a:cubicBezTo>
                    <a:pt x="23" y="44"/>
                    <a:pt x="44" y="23"/>
                    <a:pt x="68" y="23"/>
                  </a:cubicBezTo>
                  <a:close/>
                  <a:moveTo>
                    <a:pt x="689" y="224"/>
                  </a:moveTo>
                  <a:lnTo>
                    <a:pt x="702" y="236"/>
                  </a:lnTo>
                  <a:lnTo>
                    <a:pt x="688" y="250"/>
                  </a:lnTo>
                  <a:lnTo>
                    <a:pt x="675" y="239"/>
                  </a:lnTo>
                  <a:lnTo>
                    <a:pt x="689" y="224"/>
                  </a:lnTo>
                  <a:close/>
                  <a:moveTo>
                    <a:pt x="435" y="478"/>
                  </a:moveTo>
                  <a:lnTo>
                    <a:pt x="449" y="493"/>
                  </a:lnTo>
                  <a:lnTo>
                    <a:pt x="429" y="499"/>
                  </a:lnTo>
                  <a:lnTo>
                    <a:pt x="435" y="478"/>
                  </a:lnTo>
                  <a:close/>
                  <a:moveTo>
                    <a:pt x="67" y="0"/>
                  </a:moveTo>
                  <a:cubicBezTo>
                    <a:pt x="31" y="0"/>
                    <a:pt x="0" y="29"/>
                    <a:pt x="0" y="67"/>
                  </a:cubicBezTo>
                  <a:lnTo>
                    <a:pt x="0" y="140"/>
                  </a:lnTo>
                  <a:cubicBezTo>
                    <a:pt x="0" y="152"/>
                    <a:pt x="9" y="161"/>
                    <a:pt x="19" y="161"/>
                  </a:cubicBezTo>
                  <a:lnTo>
                    <a:pt x="110" y="161"/>
                  </a:lnTo>
                  <a:lnTo>
                    <a:pt x="110" y="659"/>
                  </a:lnTo>
                  <a:cubicBezTo>
                    <a:pt x="110" y="694"/>
                    <a:pt x="139" y="723"/>
                    <a:pt x="174" y="723"/>
                  </a:cubicBezTo>
                  <a:lnTo>
                    <a:pt x="293" y="723"/>
                  </a:lnTo>
                  <a:cubicBezTo>
                    <a:pt x="299" y="723"/>
                    <a:pt x="305" y="717"/>
                    <a:pt x="305" y="711"/>
                  </a:cubicBezTo>
                  <a:cubicBezTo>
                    <a:pt x="305" y="705"/>
                    <a:pt x="299" y="701"/>
                    <a:pt x="293" y="701"/>
                  </a:cubicBezTo>
                  <a:lnTo>
                    <a:pt x="220" y="701"/>
                  </a:lnTo>
                  <a:cubicBezTo>
                    <a:pt x="231" y="689"/>
                    <a:pt x="236" y="675"/>
                    <a:pt x="236" y="659"/>
                  </a:cubicBezTo>
                  <a:lnTo>
                    <a:pt x="236" y="623"/>
                  </a:lnTo>
                  <a:lnTo>
                    <a:pt x="618" y="623"/>
                  </a:lnTo>
                  <a:lnTo>
                    <a:pt x="618" y="632"/>
                  </a:lnTo>
                  <a:cubicBezTo>
                    <a:pt x="618" y="669"/>
                    <a:pt x="588" y="701"/>
                    <a:pt x="551" y="701"/>
                  </a:cubicBezTo>
                  <a:lnTo>
                    <a:pt x="340" y="701"/>
                  </a:lnTo>
                  <a:cubicBezTo>
                    <a:pt x="334" y="701"/>
                    <a:pt x="328" y="705"/>
                    <a:pt x="328" y="711"/>
                  </a:cubicBezTo>
                  <a:cubicBezTo>
                    <a:pt x="328" y="717"/>
                    <a:pt x="334" y="723"/>
                    <a:pt x="340" y="723"/>
                  </a:cubicBezTo>
                  <a:lnTo>
                    <a:pt x="551" y="723"/>
                  </a:lnTo>
                  <a:cubicBezTo>
                    <a:pt x="600" y="723"/>
                    <a:pt x="639" y="682"/>
                    <a:pt x="639" y="633"/>
                  </a:cubicBezTo>
                  <a:lnTo>
                    <a:pt x="639" y="614"/>
                  </a:lnTo>
                  <a:cubicBezTo>
                    <a:pt x="639" y="608"/>
                    <a:pt x="633" y="603"/>
                    <a:pt x="629" y="603"/>
                  </a:cubicBezTo>
                  <a:lnTo>
                    <a:pt x="551" y="603"/>
                  </a:lnTo>
                  <a:lnTo>
                    <a:pt x="551" y="438"/>
                  </a:lnTo>
                  <a:lnTo>
                    <a:pt x="600" y="390"/>
                  </a:lnTo>
                  <a:cubicBezTo>
                    <a:pt x="603" y="386"/>
                    <a:pt x="603" y="379"/>
                    <a:pt x="600" y="376"/>
                  </a:cubicBezTo>
                  <a:cubicBezTo>
                    <a:pt x="598" y="374"/>
                    <a:pt x="595" y="373"/>
                    <a:pt x="592" y="373"/>
                  </a:cubicBezTo>
                  <a:cubicBezTo>
                    <a:pt x="589" y="373"/>
                    <a:pt x="587" y="374"/>
                    <a:pt x="585" y="376"/>
                  </a:cubicBezTo>
                  <a:lnTo>
                    <a:pt x="473" y="487"/>
                  </a:lnTo>
                  <a:lnTo>
                    <a:pt x="436" y="451"/>
                  </a:lnTo>
                  <a:lnTo>
                    <a:pt x="643" y="246"/>
                  </a:lnTo>
                  <a:cubicBezTo>
                    <a:pt x="644" y="243"/>
                    <a:pt x="644" y="243"/>
                    <a:pt x="646" y="243"/>
                  </a:cubicBezTo>
                  <a:cubicBezTo>
                    <a:pt x="647" y="243"/>
                    <a:pt x="650" y="243"/>
                    <a:pt x="650" y="246"/>
                  </a:cubicBezTo>
                  <a:lnTo>
                    <a:pt x="676" y="272"/>
                  </a:lnTo>
                  <a:cubicBezTo>
                    <a:pt x="679" y="275"/>
                    <a:pt x="679" y="275"/>
                    <a:pt x="679" y="276"/>
                  </a:cubicBezTo>
                  <a:cubicBezTo>
                    <a:pt x="679" y="278"/>
                    <a:pt x="679" y="279"/>
                    <a:pt x="676" y="279"/>
                  </a:cubicBezTo>
                  <a:lnTo>
                    <a:pt x="614" y="343"/>
                  </a:lnTo>
                  <a:cubicBezTo>
                    <a:pt x="610" y="347"/>
                    <a:pt x="610" y="354"/>
                    <a:pt x="614" y="357"/>
                  </a:cubicBezTo>
                  <a:cubicBezTo>
                    <a:pt x="616" y="359"/>
                    <a:pt x="618" y="360"/>
                    <a:pt x="621" y="360"/>
                  </a:cubicBezTo>
                  <a:cubicBezTo>
                    <a:pt x="624" y="360"/>
                    <a:pt x="626" y="359"/>
                    <a:pt x="629" y="357"/>
                  </a:cubicBezTo>
                  <a:lnTo>
                    <a:pt x="668" y="318"/>
                  </a:lnTo>
                  <a:lnTo>
                    <a:pt x="675" y="325"/>
                  </a:lnTo>
                  <a:lnTo>
                    <a:pt x="675" y="327"/>
                  </a:lnTo>
                  <a:lnTo>
                    <a:pt x="675" y="328"/>
                  </a:lnTo>
                  <a:lnTo>
                    <a:pt x="579" y="424"/>
                  </a:lnTo>
                  <a:cubicBezTo>
                    <a:pt x="575" y="428"/>
                    <a:pt x="575" y="435"/>
                    <a:pt x="579" y="438"/>
                  </a:cubicBezTo>
                  <a:cubicBezTo>
                    <a:pt x="581" y="440"/>
                    <a:pt x="583" y="441"/>
                    <a:pt x="586" y="441"/>
                  </a:cubicBezTo>
                  <a:cubicBezTo>
                    <a:pt x="589" y="441"/>
                    <a:pt x="592" y="440"/>
                    <a:pt x="594" y="438"/>
                  </a:cubicBezTo>
                  <a:lnTo>
                    <a:pt x="689" y="343"/>
                  </a:lnTo>
                  <a:cubicBezTo>
                    <a:pt x="698" y="334"/>
                    <a:pt x="698" y="320"/>
                    <a:pt x="689" y="311"/>
                  </a:cubicBezTo>
                  <a:lnTo>
                    <a:pt x="682" y="304"/>
                  </a:lnTo>
                  <a:lnTo>
                    <a:pt x="691" y="294"/>
                  </a:lnTo>
                  <a:cubicBezTo>
                    <a:pt x="696" y="289"/>
                    <a:pt x="698" y="282"/>
                    <a:pt x="698" y="275"/>
                  </a:cubicBezTo>
                  <a:cubicBezTo>
                    <a:pt x="698" y="270"/>
                    <a:pt x="698" y="268"/>
                    <a:pt x="696" y="263"/>
                  </a:cubicBezTo>
                  <a:lnTo>
                    <a:pt x="712" y="247"/>
                  </a:lnTo>
                  <a:cubicBezTo>
                    <a:pt x="725" y="243"/>
                    <a:pt x="725" y="231"/>
                    <a:pt x="718" y="224"/>
                  </a:cubicBezTo>
                  <a:lnTo>
                    <a:pt x="704" y="210"/>
                  </a:lnTo>
                  <a:cubicBezTo>
                    <a:pt x="701" y="205"/>
                    <a:pt x="695" y="204"/>
                    <a:pt x="689" y="204"/>
                  </a:cubicBezTo>
                  <a:cubicBezTo>
                    <a:pt x="685" y="204"/>
                    <a:pt x="679" y="205"/>
                    <a:pt x="675" y="210"/>
                  </a:cubicBezTo>
                  <a:lnTo>
                    <a:pt x="659" y="226"/>
                  </a:lnTo>
                  <a:cubicBezTo>
                    <a:pt x="656" y="223"/>
                    <a:pt x="652" y="223"/>
                    <a:pt x="649" y="223"/>
                  </a:cubicBezTo>
                  <a:cubicBezTo>
                    <a:pt x="642" y="223"/>
                    <a:pt x="633" y="227"/>
                    <a:pt x="629" y="230"/>
                  </a:cubicBezTo>
                  <a:lnTo>
                    <a:pt x="551" y="308"/>
                  </a:lnTo>
                  <a:lnTo>
                    <a:pt x="551" y="55"/>
                  </a:lnTo>
                  <a:cubicBezTo>
                    <a:pt x="551" y="25"/>
                    <a:pt x="525" y="2"/>
                    <a:pt x="496" y="2"/>
                  </a:cubicBezTo>
                  <a:lnTo>
                    <a:pt x="207" y="2"/>
                  </a:lnTo>
                  <a:cubicBezTo>
                    <a:pt x="202" y="2"/>
                    <a:pt x="197" y="6"/>
                    <a:pt x="197" y="12"/>
                  </a:cubicBezTo>
                  <a:cubicBezTo>
                    <a:pt x="197" y="18"/>
                    <a:pt x="202" y="23"/>
                    <a:pt x="207" y="23"/>
                  </a:cubicBezTo>
                  <a:lnTo>
                    <a:pt x="496" y="23"/>
                  </a:lnTo>
                  <a:cubicBezTo>
                    <a:pt x="514" y="23"/>
                    <a:pt x="530" y="38"/>
                    <a:pt x="530" y="57"/>
                  </a:cubicBezTo>
                  <a:lnTo>
                    <a:pt x="530" y="330"/>
                  </a:lnTo>
                  <a:lnTo>
                    <a:pt x="419" y="442"/>
                  </a:lnTo>
                  <a:cubicBezTo>
                    <a:pt x="413" y="448"/>
                    <a:pt x="413" y="454"/>
                    <a:pt x="416" y="460"/>
                  </a:cubicBezTo>
                  <a:lnTo>
                    <a:pt x="406" y="502"/>
                  </a:lnTo>
                  <a:cubicBezTo>
                    <a:pt x="393" y="503"/>
                    <a:pt x="386" y="513"/>
                    <a:pt x="380" y="517"/>
                  </a:cubicBezTo>
                  <a:cubicBezTo>
                    <a:pt x="373" y="525"/>
                    <a:pt x="370" y="529"/>
                    <a:pt x="363" y="529"/>
                  </a:cubicBezTo>
                  <a:cubicBezTo>
                    <a:pt x="357" y="529"/>
                    <a:pt x="351" y="517"/>
                    <a:pt x="347" y="507"/>
                  </a:cubicBezTo>
                  <a:cubicBezTo>
                    <a:pt x="340" y="493"/>
                    <a:pt x="330" y="473"/>
                    <a:pt x="311" y="473"/>
                  </a:cubicBezTo>
                  <a:cubicBezTo>
                    <a:pt x="291" y="473"/>
                    <a:pt x="282" y="494"/>
                    <a:pt x="275" y="515"/>
                  </a:cubicBezTo>
                  <a:cubicBezTo>
                    <a:pt x="270" y="525"/>
                    <a:pt x="263" y="543"/>
                    <a:pt x="257" y="543"/>
                  </a:cubicBezTo>
                  <a:cubicBezTo>
                    <a:pt x="253" y="543"/>
                    <a:pt x="249" y="538"/>
                    <a:pt x="241" y="528"/>
                  </a:cubicBezTo>
                  <a:cubicBezTo>
                    <a:pt x="234" y="516"/>
                    <a:pt x="226" y="500"/>
                    <a:pt x="208" y="500"/>
                  </a:cubicBezTo>
                  <a:cubicBezTo>
                    <a:pt x="202" y="500"/>
                    <a:pt x="197" y="506"/>
                    <a:pt x="197" y="510"/>
                  </a:cubicBezTo>
                  <a:cubicBezTo>
                    <a:pt x="197" y="516"/>
                    <a:pt x="202" y="522"/>
                    <a:pt x="208" y="522"/>
                  </a:cubicBezTo>
                  <a:cubicBezTo>
                    <a:pt x="213" y="522"/>
                    <a:pt x="217" y="528"/>
                    <a:pt x="224" y="538"/>
                  </a:cubicBezTo>
                  <a:cubicBezTo>
                    <a:pt x="231" y="549"/>
                    <a:pt x="240" y="565"/>
                    <a:pt x="257" y="565"/>
                  </a:cubicBezTo>
                  <a:cubicBezTo>
                    <a:pt x="278" y="565"/>
                    <a:pt x="288" y="543"/>
                    <a:pt x="293" y="523"/>
                  </a:cubicBezTo>
                  <a:cubicBezTo>
                    <a:pt x="298" y="513"/>
                    <a:pt x="305" y="494"/>
                    <a:pt x="311" y="494"/>
                  </a:cubicBezTo>
                  <a:cubicBezTo>
                    <a:pt x="315" y="494"/>
                    <a:pt x="321" y="506"/>
                    <a:pt x="327" y="516"/>
                  </a:cubicBezTo>
                  <a:cubicBezTo>
                    <a:pt x="334" y="530"/>
                    <a:pt x="343" y="551"/>
                    <a:pt x="363" y="551"/>
                  </a:cubicBezTo>
                  <a:cubicBezTo>
                    <a:pt x="380" y="551"/>
                    <a:pt x="390" y="539"/>
                    <a:pt x="397" y="532"/>
                  </a:cubicBezTo>
                  <a:cubicBezTo>
                    <a:pt x="404" y="523"/>
                    <a:pt x="407" y="522"/>
                    <a:pt x="410" y="522"/>
                  </a:cubicBezTo>
                  <a:cubicBezTo>
                    <a:pt x="411" y="522"/>
                    <a:pt x="412" y="522"/>
                    <a:pt x="414" y="522"/>
                  </a:cubicBezTo>
                  <a:cubicBezTo>
                    <a:pt x="414" y="522"/>
                    <a:pt x="415" y="522"/>
                    <a:pt x="416" y="522"/>
                  </a:cubicBezTo>
                  <a:lnTo>
                    <a:pt x="465" y="509"/>
                  </a:lnTo>
                  <a:cubicBezTo>
                    <a:pt x="467" y="510"/>
                    <a:pt x="471" y="510"/>
                    <a:pt x="474" y="510"/>
                  </a:cubicBezTo>
                  <a:cubicBezTo>
                    <a:pt x="478" y="510"/>
                    <a:pt x="481" y="509"/>
                    <a:pt x="486" y="507"/>
                  </a:cubicBezTo>
                  <a:lnTo>
                    <a:pt x="532" y="460"/>
                  </a:lnTo>
                  <a:lnTo>
                    <a:pt x="532" y="603"/>
                  </a:lnTo>
                  <a:lnTo>
                    <a:pt x="228" y="603"/>
                  </a:lnTo>
                  <a:cubicBezTo>
                    <a:pt x="224" y="603"/>
                    <a:pt x="218" y="608"/>
                    <a:pt x="218" y="614"/>
                  </a:cubicBezTo>
                  <a:lnTo>
                    <a:pt x="218" y="660"/>
                  </a:lnTo>
                  <a:cubicBezTo>
                    <a:pt x="218" y="682"/>
                    <a:pt x="200" y="701"/>
                    <a:pt x="178" y="702"/>
                  </a:cubicBezTo>
                  <a:cubicBezTo>
                    <a:pt x="153" y="701"/>
                    <a:pt x="133" y="681"/>
                    <a:pt x="133" y="653"/>
                  </a:cubicBezTo>
                  <a:lnTo>
                    <a:pt x="133" y="67"/>
                  </a:lnTo>
                  <a:cubicBezTo>
                    <a:pt x="133" y="51"/>
                    <a:pt x="126" y="34"/>
                    <a:pt x="116" y="22"/>
                  </a:cubicBezTo>
                  <a:lnTo>
                    <a:pt x="166" y="22"/>
                  </a:lnTo>
                  <a:cubicBezTo>
                    <a:pt x="171" y="22"/>
                    <a:pt x="176" y="16"/>
                    <a:pt x="176" y="10"/>
                  </a:cubicBezTo>
                  <a:cubicBezTo>
                    <a:pt x="176" y="5"/>
                    <a:pt x="171"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9"/>
            <p:cNvSpPr/>
            <p:nvPr/>
          </p:nvSpPr>
          <p:spPr>
            <a:xfrm>
              <a:off x="941866" y="2809297"/>
              <a:ext cx="155235" cy="43058"/>
            </a:xfrm>
            <a:custGeom>
              <a:rect b="b" l="l" r="r" t="t"/>
              <a:pathLst>
                <a:path extrusionOk="0" h="76" w="274">
                  <a:moveTo>
                    <a:pt x="250" y="23"/>
                  </a:moveTo>
                  <a:cubicBezTo>
                    <a:pt x="251" y="23"/>
                    <a:pt x="251" y="25"/>
                    <a:pt x="251" y="25"/>
                  </a:cubicBezTo>
                  <a:lnTo>
                    <a:pt x="251" y="51"/>
                  </a:lnTo>
                  <a:cubicBezTo>
                    <a:pt x="251" y="54"/>
                    <a:pt x="250" y="54"/>
                    <a:pt x="250" y="54"/>
                  </a:cubicBezTo>
                  <a:lnTo>
                    <a:pt x="25" y="54"/>
                  </a:lnTo>
                  <a:cubicBezTo>
                    <a:pt x="22" y="54"/>
                    <a:pt x="22" y="54"/>
                    <a:pt x="22" y="51"/>
                  </a:cubicBezTo>
                  <a:lnTo>
                    <a:pt x="22" y="25"/>
                  </a:lnTo>
                  <a:cubicBezTo>
                    <a:pt x="22" y="23"/>
                    <a:pt x="25" y="23"/>
                    <a:pt x="25" y="23"/>
                  </a:cubicBezTo>
                  <a:close/>
                  <a:moveTo>
                    <a:pt x="25" y="1"/>
                  </a:moveTo>
                  <a:cubicBezTo>
                    <a:pt x="12" y="1"/>
                    <a:pt x="0" y="12"/>
                    <a:pt x="0" y="25"/>
                  </a:cubicBezTo>
                  <a:lnTo>
                    <a:pt x="0" y="51"/>
                  </a:lnTo>
                  <a:cubicBezTo>
                    <a:pt x="0" y="64"/>
                    <a:pt x="12" y="76"/>
                    <a:pt x="25" y="76"/>
                  </a:cubicBezTo>
                  <a:lnTo>
                    <a:pt x="250" y="76"/>
                  </a:lnTo>
                  <a:cubicBezTo>
                    <a:pt x="263" y="76"/>
                    <a:pt x="273" y="64"/>
                    <a:pt x="273" y="51"/>
                  </a:cubicBezTo>
                  <a:lnTo>
                    <a:pt x="273" y="25"/>
                  </a:lnTo>
                  <a:cubicBezTo>
                    <a:pt x="273" y="12"/>
                    <a:pt x="263"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9"/>
            <p:cNvSpPr/>
            <p:nvPr/>
          </p:nvSpPr>
          <p:spPr>
            <a:xfrm>
              <a:off x="919770" y="2719215"/>
              <a:ext cx="66853" cy="13031"/>
            </a:xfrm>
            <a:custGeom>
              <a:rect b="b" l="l" r="r" t="t"/>
              <a:pathLst>
                <a:path extrusionOk="0" h="23" w="118">
                  <a:moveTo>
                    <a:pt x="10" y="1"/>
                  </a:moveTo>
                  <a:cubicBezTo>
                    <a:pt x="4" y="1"/>
                    <a:pt x="0" y="7"/>
                    <a:pt x="0" y="13"/>
                  </a:cubicBezTo>
                  <a:cubicBezTo>
                    <a:pt x="0" y="18"/>
                    <a:pt x="4" y="23"/>
                    <a:pt x="10" y="23"/>
                  </a:cubicBezTo>
                  <a:lnTo>
                    <a:pt x="107" y="23"/>
                  </a:lnTo>
                  <a:cubicBezTo>
                    <a:pt x="111" y="23"/>
                    <a:pt x="117" y="18"/>
                    <a:pt x="117" y="13"/>
                  </a:cubicBezTo>
                  <a:cubicBezTo>
                    <a:pt x="117" y="7"/>
                    <a:pt x="111" y="1"/>
                    <a:pt x="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9"/>
            <p:cNvSpPr/>
            <p:nvPr/>
          </p:nvSpPr>
          <p:spPr>
            <a:xfrm>
              <a:off x="920337" y="2746410"/>
              <a:ext cx="98014" cy="13031"/>
            </a:xfrm>
            <a:custGeom>
              <a:rect b="b" l="l" r="r" t="t"/>
              <a:pathLst>
                <a:path extrusionOk="0" h="23" w="173">
                  <a:moveTo>
                    <a:pt x="12" y="1"/>
                  </a:moveTo>
                  <a:cubicBezTo>
                    <a:pt x="6" y="1"/>
                    <a:pt x="1" y="6"/>
                    <a:pt x="1" y="11"/>
                  </a:cubicBezTo>
                  <a:cubicBezTo>
                    <a:pt x="1" y="17"/>
                    <a:pt x="6" y="22"/>
                    <a:pt x="12" y="22"/>
                  </a:cubicBezTo>
                  <a:lnTo>
                    <a:pt x="161" y="22"/>
                  </a:lnTo>
                  <a:cubicBezTo>
                    <a:pt x="167" y="22"/>
                    <a:pt x="172" y="17"/>
                    <a:pt x="172" y="11"/>
                  </a:cubicBezTo>
                  <a:cubicBezTo>
                    <a:pt x="172" y="6"/>
                    <a:pt x="167"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9"/>
            <p:cNvSpPr/>
            <p:nvPr/>
          </p:nvSpPr>
          <p:spPr>
            <a:xfrm>
              <a:off x="920337" y="2771905"/>
              <a:ext cx="98014" cy="13031"/>
            </a:xfrm>
            <a:custGeom>
              <a:rect b="b" l="l" r="r" t="t"/>
              <a:pathLst>
                <a:path extrusionOk="0" h="23" w="173">
                  <a:moveTo>
                    <a:pt x="12" y="0"/>
                  </a:moveTo>
                  <a:cubicBezTo>
                    <a:pt x="6" y="0"/>
                    <a:pt x="1" y="6"/>
                    <a:pt x="1" y="12"/>
                  </a:cubicBezTo>
                  <a:cubicBezTo>
                    <a:pt x="1" y="16"/>
                    <a:pt x="6" y="22"/>
                    <a:pt x="12" y="22"/>
                  </a:cubicBezTo>
                  <a:lnTo>
                    <a:pt x="161" y="22"/>
                  </a:lnTo>
                  <a:cubicBezTo>
                    <a:pt x="167" y="22"/>
                    <a:pt x="172" y="16"/>
                    <a:pt x="172" y="12"/>
                  </a:cubicBezTo>
                  <a:cubicBezTo>
                    <a:pt x="172" y="6"/>
                    <a:pt x="167"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9"/>
            <p:cNvSpPr/>
            <p:nvPr/>
          </p:nvSpPr>
          <p:spPr>
            <a:xfrm>
              <a:off x="971893" y="2872752"/>
              <a:ext cx="96314" cy="12464"/>
            </a:xfrm>
            <a:custGeom>
              <a:rect b="b" l="l" r="r" t="t"/>
              <a:pathLst>
                <a:path extrusionOk="0" h="22" w="170">
                  <a:moveTo>
                    <a:pt x="11" y="0"/>
                  </a:moveTo>
                  <a:cubicBezTo>
                    <a:pt x="5" y="0"/>
                    <a:pt x="1" y="4"/>
                    <a:pt x="1" y="10"/>
                  </a:cubicBezTo>
                  <a:cubicBezTo>
                    <a:pt x="1" y="16"/>
                    <a:pt x="5" y="22"/>
                    <a:pt x="11" y="22"/>
                  </a:cubicBezTo>
                  <a:lnTo>
                    <a:pt x="159" y="22"/>
                  </a:lnTo>
                  <a:cubicBezTo>
                    <a:pt x="164" y="22"/>
                    <a:pt x="170" y="16"/>
                    <a:pt x="170" y="10"/>
                  </a:cubicBezTo>
                  <a:cubicBezTo>
                    <a:pt x="170" y="4"/>
                    <a:pt x="164"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9"/>
            <p:cNvSpPr/>
            <p:nvPr/>
          </p:nvSpPr>
          <p:spPr>
            <a:xfrm>
              <a:off x="971893" y="2899380"/>
              <a:ext cx="96314" cy="13031"/>
            </a:xfrm>
            <a:custGeom>
              <a:rect b="b" l="l" r="r" t="t"/>
              <a:pathLst>
                <a:path extrusionOk="0" h="23" w="170">
                  <a:moveTo>
                    <a:pt x="11" y="1"/>
                  </a:moveTo>
                  <a:cubicBezTo>
                    <a:pt x="5" y="1"/>
                    <a:pt x="1" y="7"/>
                    <a:pt x="1" y="12"/>
                  </a:cubicBezTo>
                  <a:cubicBezTo>
                    <a:pt x="1" y="18"/>
                    <a:pt x="5" y="22"/>
                    <a:pt x="11" y="22"/>
                  </a:cubicBezTo>
                  <a:lnTo>
                    <a:pt x="159" y="22"/>
                  </a:lnTo>
                  <a:cubicBezTo>
                    <a:pt x="164" y="22"/>
                    <a:pt x="170" y="18"/>
                    <a:pt x="170" y="12"/>
                  </a:cubicBezTo>
                  <a:cubicBezTo>
                    <a:pt x="168" y="7"/>
                    <a:pt x="164" y="1"/>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9"/>
            <p:cNvSpPr/>
            <p:nvPr/>
          </p:nvSpPr>
          <p:spPr>
            <a:xfrm>
              <a:off x="971893" y="2928274"/>
              <a:ext cx="96314" cy="12464"/>
            </a:xfrm>
            <a:custGeom>
              <a:rect b="b" l="l" r="r" t="t"/>
              <a:pathLst>
                <a:path extrusionOk="0" h="22" w="170">
                  <a:moveTo>
                    <a:pt x="11" y="0"/>
                  </a:moveTo>
                  <a:cubicBezTo>
                    <a:pt x="5" y="0"/>
                    <a:pt x="1" y="6"/>
                    <a:pt x="1" y="12"/>
                  </a:cubicBezTo>
                  <a:cubicBezTo>
                    <a:pt x="1" y="18"/>
                    <a:pt x="5" y="22"/>
                    <a:pt x="11" y="22"/>
                  </a:cubicBezTo>
                  <a:lnTo>
                    <a:pt x="159" y="22"/>
                  </a:lnTo>
                  <a:cubicBezTo>
                    <a:pt x="164" y="22"/>
                    <a:pt x="170" y="18"/>
                    <a:pt x="170" y="12"/>
                  </a:cubicBezTo>
                  <a:cubicBezTo>
                    <a:pt x="168" y="6"/>
                    <a:pt x="164" y="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8" name="Google Shape;2978;p49"/>
          <p:cNvGrpSpPr/>
          <p:nvPr/>
        </p:nvGrpSpPr>
        <p:grpSpPr>
          <a:xfrm>
            <a:off x="2382042" y="1413306"/>
            <a:ext cx="399986" cy="410752"/>
            <a:chOff x="2382042" y="1413306"/>
            <a:chExt cx="399986" cy="410752"/>
          </a:xfrm>
        </p:grpSpPr>
        <p:sp>
          <p:nvSpPr>
            <p:cNvPr id="2979" name="Google Shape;2979;p49"/>
            <p:cNvSpPr/>
            <p:nvPr/>
          </p:nvSpPr>
          <p:spPr>
            <a:xfrm>
              <a:off x="2386008" y="1639361"/>
              <a:ext cx="101413" cy="184697"/>
            </a:xfrm>
            <a:custGeom>
              <a:rect b="b" l="l" r="r" t="t"/>
              <a:pathLst>
                <a:path extrusionOk="0" h="326" w="179">
                  <a:moveTo>
                    <a:pt x="105" y="20"/>
                  </a:moveTo>
                  <a:cubicBezTo>
                    <a:pt x="129" y="20"/>
                    <a:pt x="151" y="41"/>
                    <a:pt x="151" y="68"/>
                  </a:cubicBezTo>
                  <a:lnTo>
                    <a:pt x="151" y="97"/>
                  </a:lnTo>
                  <a:cubicBezTo>
                    <a:pt x="151" y="104"/>
                    <a:pt x="148" y="109"/>
                    <a:pt x="141" y="113"/>
                  </a:cubicBezTo>
                  <a:cubicBezTo>
                    <a:pt x="124" y="120"/>
                    <a:pt x="107" y="124"/>
                    <a:pt x="90" y="124"/>
                  </a:cubicBezTo>
                  <a:cubicBezTo>
                    <a:pt x="73" y="124"/>
                    <a:pt x="56" y="120"/>
                    <a:pt x="40" y="113"/>
                  </a:cubicBezTo>
                  <a:cubicBezTo>
                    <a:pt x="33" y="109"/>
                    <a:pt x="27" y="104"/>
                    <a:pt x="27" y="97"/>
                  </a:cubicBezTo>
                  <a:lnTo>
                    <a:pt x="27" y="68"/>
                  </a:lnTo>
                  <a:cubicBezTo>
                    <a:pt x="27" y="42"/>
                    <a:pt x="47" y="20"/>
                    <a:pt x="73" y="20"/>
                  </a:cubicBezTo>
                  <a:close/>
                  <a:moveTo>
                    <a:pt x="51" y="140"/>
                  </a:moveTo>
                  <a:cubicBezTo>
                    <a:pt x="64" y="143"/>
                    <a:pt x="78" y="144"/>
                    <a:pt x="91" y="144"/>
                  </a:cubicBezTo>
                  <a:cubicBezTo>
                    <a:pt x="103" y="144"/>
                    <a:pt x="114" y="143"/>
                    <a:pt x="126" y="140"/>
                  </a:cubicBezTo>
                  <a:lnTo>
                    <a:pt x="126" y="140"/>
                  </a:lnTo>
                  <a:cubicBezTo>
                    <a:pt x="126" y="149"/>
                    <a:pt x="122" y="158"/>
                    <a:pt x="116" y="163"/>
                  </a:cubicBezTo>
                  <a:lnTo>
                    <a:pt x="61" y="163"/>
                  </a:lnTo>
                  <a:cubicBezTo>
                    <a:pt x="56" y="156"/>
                    <a:pt x="51" y="149"/>
                    <a:pt x="51" y="140"/>
                  </a:cubicBezTo>
                  <a:close/>
                  <a:moveTo>
                    <a:pt x="73" y="0"/>
                  </a:moveTo>
                  <a:cubicBezTo>
                    <a:pt x="35" y="0"/>
                    <a:pt x="7" y="32"/>
                    <a:pt x="7" y="68"/>
                  </a:cubicBezTo>
                  <a:lnTo>
                    <a:pt x="7" y="97"/>
                  </a:lnTo>
                  <a:cubicBezTo>
                    <a:pt x="7" y="113"/>
                    <a:pt x="15" y="126"/>
                    <a:pt x="30" y="130"/>
                  </a:cubicBezTo>
                  <a:lnTo>
                    <a:pt x="30" y="137"/>
                  </a:lnTo>
                  <a:cubicBezTo>
                    <a:pt x="30" y="149"/>
                    <a:pt x="34" y="159"/>
                    <a:pt x="40" y="169"/>
                  </a:cubicBezTo>
                  <a:cubicBezTo>
                    <a:pt x="18" y="179"/>
                    <a:pt x="1" y="201"/>
                    <a:pt x="1" y="227"/>
                  </a:cubicBezTo>
                  <a:lnTo>
                    <a:pt x="1" y="237"/>
                  </a:lnTo>
                  <a:cubicBezTo>
                    <a:pt x="1" y="243"/>
                    <a:pt x="7" y="249"/>
                    <a:pt x="12" y="249"/>
                  </a:cubicBezTo>
                  <a:cubicBezTo>
                    <a:pt x="18" y="249"/>
                    <a:pt x="22" y="243"/>
                    <a:pt x="22" y="237"/>
                  </a:cubicBezTo>
                  <a:lnTo>
                    <a:pt x="22" y="227"/>
                  </a:lnTo>
                  <a:cubicBezTo>
                    <a:pt x="22" y="202"/>
                    <a:pt x="43" y="184"/>
                    <a:pt x="66" y="184"/>
                  </a:cubicBezTo>
                  <a:lnTo>
                    <a:pt x="113" y="184"/>
                  </a:lnTo>
                  <a:cubicBezTo>
                    <a:pt x="137" y="184"/>
                    <a:pt x="157" y="202"/>
                    <a:pt x="157" y="227"/>
                  </a:cubicBezTo>
                  <a:lnTo>
                    <a:pt x="157" y="302"/>
                  </a:lnTo>
                  <a:cubicBezTo>
                    <a:pt x="157" y="302"/>
                    <a:pt x="157" y="304"/>
                    <a:pt x="155" y="304"/>
                  </a:cubicBezTo>
                  <a:lnTo>
                    <a:pt x="27" y="304"/>
                  </a:lnTo>
                  <a:cubicBezTo>
                    <a:pt x="25" y="304"/>
                    <a:pt x="25" y="302"/>
                    <a:pt x="25" y="302"/>
                  </a:cubicBezTo>
                  <a:lnTo>
                    <a:pt x="25" y="280"/>
                  </a:lnTo>
                  <a:cubicBezTo>
                    <a:pt x="25" y="275"/>
                    <a:pt x="20" y="269"/>
                    <a:pt x="14" y="269"/>
                  </a:cubicBezTo>
                  <a:cubicBezTo>
                    <a:pt x="8" y="269"/>
                    <a:pt x="2" y="275"/>
                    <a:pt x="2" y="280"/>
                  </a:cubicBezTo>
                  <a:lnTo>
                    <a:pt x="2" y="302"/>
                  </a:lnTo>
                  <a:cubicBezTo>
                    <a:pt x="2" y="315"/>
                    <a:pt x="14" y="325"/>
                    <a:pt x="27" y="325"/>
                  </a:cubicBezTo>
                  <a:lnTo>
                    <a:pt x="155" y="325"/>
                  </a:lnTo>
                  <a:cubicBezTo>
                    <a:pt x="167" y="325"/>
                    <a:pt x="178" y="315"/>
                    <a:pt x="178" y="302"/>
                  </a:cubicBezTo>
                  <a:lnTo>
                    <a:pt x="178" y="227"/>
                  </a:lnTo>
                  <a:cubicBezTo>
                    <a:pt x="177" y="201"/>
                    <a:pt x="160" y="179"/>
                    <a:pt x="138" y="169"/>
                  </a:cubicBezTo>
                  <a:cubicBezTo>
                    <a:pt x="144" y="159"/>
                    <a:pt x="148" y="149"/>
                    <a:pt x="148" y="137"/>
                  </a:cubicBezTo>
                  <a:lnTo>
                    <a:pt x="148" y="130"/>
                  </a:lnTo>
                  <a:cubicBezTo>
                    <a:pt x="163" y="126"/>
                    <a:pt x="171" y="111"/>
                    <a:pt x="171" y="97"/>
                  </a:cubicBezTo>
                  <a:lnTo>
                    <a:pt x="171" y="68"/>
                  </a:lnTo>
                  <a:cubicBezTo>
                    <a:pt x="171" y="29"/>
                    <a:pt x="141" y="0"/>
                    <a:pt x="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9"/>
            <p:cNvSpPr/>
            <p:nvPr/>
          </p:nvSpPr>
          <p:spPr>
            <a:xfrm>
              <a:off x="2531045" y="1639361"/>
              <a:ext cx="99713" cy="183564"/>
            </a:xfrm>
            <a:custGeom>
              <a:rect b="b" l="l" r="r" t="t"/>
              <a:pathLst>
                <a:path extrusionOk="0" h="324" w="176">
                  <a:moveTo>
                    <a:pt x="103" y="20"/>
                  </a:moveTo>
                  <a:cubicBezTo>
                    <a:pt x="128" y="20"/>
                    <a:pt x="149" y="41"/>
                    <a:pt x="149" y="68"/>
                  </a:cubicBezTo>
                  <a:lnTo>
                    <a:pt x="149" y="97"/>
                  </a:lnTo>
                  <a:cubicBezTo>
                    <a:pt x="149" y="104"/>
                    <a:pt x="146" y="109"/>
                    <a:pt x="139" y="113"/>
                  </a:cubicBezTo>
                  <a:cubicBezTo>
                    <a:pt x="122" y="120"/>
                    <a:pt x="105" y="124"/>
                    <a:pt x="89" y="124"/>
                  </a:cubicBezTo>
                  <a:cubicBezTo>
                    <a:pt x="72" y="124"/>
                    <a:pt x="55" y="120"/>
                    <a:pt x="38" y="113"/>
                  </a:cubicBezTo>
                  <a:cubicBezTo>
                    <a:pt x="29" y="109"/>
                    <a:pt x="25" y="104"/>
                    <a:pt x="25" y="97"/>
                  </a:cubicBezTo>
                  <a:lnTo>
                    <a:pt x="25" y="68"/>
                  </a:lnTo>
                  <a:cubicBezTo>
                    <a:pt x="25" y="42"/>
                    <a:pt x="45" y="20"/>
                    <a:pt x="73" y="20"/>
                  </a:cubicBezTo>
                  <a:close/>
                  <a:moveTo>
                    <a:pt x="48" y="140"/>
                  </a:moveTo>
                  <a:lnTo>
                    <a:pt x="48" y="140"/>
                  </a:lnTo>
                  <a:cubicBezTo>
                    <a:pt x="61" y="143"/>
                    <a:pt x="73" y="145"/>
                    <a:pt x="86" y="145"/>
                  </a:cubicBezTo>
                  <a:cubicBezTo>
                    <a:pt x="98" y="145"/>
                    <a:pt x="110" y="143"/>
                    <a:pt x="123" y="140"/>
                  </a:cubicBezTo>
                  <a:lnTo>
                    <a:pt x="123" y="140"/>
                  </a:lnTo>
                  <a:cubicBezTo>
                    <a:pt x="123" y="149"/>
                    <a:pt x="119" y="158"/>
                    <a:pt x="113" y="163"/>
                  </a:cubicBezTo>
                  <a:lnTo>
                    <a:pt x="58" y="163"/>
                  </a:lnTo>
                  <a:cubicBezTo>
                    <a:pt x="52" y="156"/>
                    <a:pt x="48" y="149"/>
                    <a:pt x="48" y="140"/>
                  </a:cubicBezTo>
                  <a:close/>
                  <a:moveTo>
                    <a:pt x="154" y="302"/>
                  </a:moveTo>
                  <a:cubicBezTo>
                    <a:pt x="154" y="303"/>
                    <a:pt x="153" y="303"/>
                    <a:pt x="153" y="303"/>
                  </a:cubicBezTo>
                  <a:cubicBezTo>
                    <a:pt x="153" y="303"/>
                    <a:pt x="153" y="303"/>
                    <a:pt x="154" y="302"/>
                  </a:cubicBezTo>
                  <a:close/>
                  <a:moveTo>
                    <a:pt x="112" y="185"/>
                  </a:moveTo>
                  <a:cubicBezTo>
                    <a:pt x="135" y="185"/>
                    <a:pt x="155" y="205"/>
                    <a:pt x="155" y="228"/>
                  </a:cubicBezTo>
                  <a:lnTo>
                    <a:pt x="155" y="302"/>
                  </a:lnTo>
                  <a:lnTo>
                    <a:pt x="154" y="302"/>
                  </a:lnTo>
                  <a:lnTo>
                    <a:pt x="24" y="304"/>
                  </a:lnTo>
                  <a:cubicBezTo>
                    <a:pt x="22" y="304"/>
                    <a:pt x="22" y="302"/>
                    <a:pt x="22" y="302"/>
                  </a:cubicBezTo>
                  <a:lnTo>
                    <a:pt x="22" y="228"/>
                  </a:lnTo>
                  <a:cubicBezTo>
                    <a:pt x="22" y="204"/>
                    <a:pt x="41" y="185"/>
                    <a:pt x="65" y="185"/>
                  </a:cubicBezTo>
                  <a:close/>
                  <a:moveTo>
                    <a:pt x="73" y="0"/>
                  </a:moveTo>
                  <a:cubicBezTo>
                    <a:pt x="34" y="0"/>
                    <a:pt x="5" y="32"/>
                    <a:pt x="5" y="68"/>
                  </a:cubicBezTo>
                  <a:lnTo>
                    <a:pt x="5" y="97"/>
                  </a:lnTo>
                  <a:cubicBezTo>
                    <a:pt x="5" y="113"/>
                    <a:pt x="15" y="126"/>
                    <a:pt x="29" y="130"/>
                  </a:cubicBezTo>
                  <a:lnTo>
                    <a:pt x="29" y="137"/>
                  </a:lnTo>
                  <a:cubicBezTo>
                    <a:pt x="29" y="149"/>
                    <a:pt x="32" y="159"/>
                    <a:pt x="38" y="169"/>
                  </a:cubicBezTo>
                  <a:cubicBezTo>
                    <a:pt x="16" y="179"/>
                    <a:pt x="0" y="201"/>
                    <a:pt x="0" y="227"/>
                  </a:cubicBezTo>
                  <a:lnTo>
                    <a:pt x="0" y="301"/>
                  </a:lnTo>
                  <a:cubicBezTo>
                    <a:pt x="0" y="314"/>
                    <a:pt x="11" y="324"/>
                    <a:pt x="24" y="324"/>
                  </a:cubicBezTo>
                  <a:lnTo>
                    <a:pt x="152" y="324"/>
                  </a:lnTo>
                  <a:cubicBezTo>
                    <a:pt x="164" y="324"/>
                    <a:pt x="175" y="314"/>
                    <a:pt x="175" y="301"/>
                  </a:cubicBezTo>
                  <a:lnTo>
                    <a:pt x="175" y="224"/>
                  </a:lnTo>
                  <a:cubicBezTo>
                    <a:pt x="174" y="201"/>
                    <a:pt x="159" y="179"/>
                    <a:pt x="138" y="169"/>
                  </a:cubicBezTo>
                  <a:cubicBezTo>
                    <a:pt x="142" y="159"/>
                    <a:pt x="146" y="149"/>
                    <a:pt x="146" y="137"/>
                  </a:cubicBezTo>
                  <a:lnTo>
                    <a:pt x="146" y="130"/>
                  </a:lnTo>
                  <a:cubicBezTo>
                    <a:pt x="161" y="126"/>
                    <a:pt x="169" y="111"/>
                    <a:pt x="169" y="97"/>
                  </a:cubicBezTo>
                  <a:lnTo>
                    <a:pt x="169" y="68"/>
                  </a:lnTo>
                  <a:cubicBezTo>
                    <a:pt x="169" y="29"/>
                    <a:pt x="139" y="0"/>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9"/>
            <p:cNvSpPr/>
            <p:nvPr/>
          </p:nvSpPr>
          <p:spPr>
            <a:xfrm>
              <a:off x="2674383" y="1637662"/>
              <a:ext cx="100280" cy="184697"/>
            </a:xfrm>
            <a:custGeom>
              <a:rect b="b" l="l" r="r" t="t"/>
              <a:pathLst>
                <a:path extrusionOk="0" h="326" w="177">
                  <a:moveTo>
                    <a:pt x="124" y="143"/>
                  </a:moveTo>
                  <a:cubicBezTo>
                    <a:pt x="124" y="152"/>
                    <a:pt x="120" y="161"/>
                    <a:pt x="116" y="166"/>
                  </a:cubicBezTo>
                  <a:lnTo>
                    <a:pt x="59" y="166"/>
                  </a:lnTo>
                  <a:cubicBezTo>
                    <a:pt x="52" y="159"/>
                    <a:pt x="51" y="152"/>
                    <a:pt x="51" y="143"/>
                  </a:cubicBezTo>
                  <a:lnTo>
                    <a:pt x="51" y="143"/>
                  </a:lnTo>
                  <a:cubicBezTo>
                    <a:pt x="63" y="146"/>
                    <a:pt x="75" y="148"/>
                    <a:pt x="87" y="148"/>
                  </a:cubicBezTo>
                  <a:cubicBezTo>
                    <a:pt x="99" y="148"/>
                    <a:pt x="111" y="146"/>
                    <a:pt x="124" y="143"/>
                  </a:cubicBezTo>
                  <a:close/>
                  <a:moveTo>
                    <a:pt x="110" y="187"/>
                  </a:moveTo>
                  <a:cubicBezTo>
                    <a:pt x="133" y="187"/>
                    <a:pt x="153" y="205"/>
                    <a:pt x="153" y="230"/>
                  </a:cubicBezTo>
                  <a:lnTo>
                    <a:pt x="153" y="305"/>
                  </a:lnTo>
                  <a:lnTo>
                    <a:pt x="22" y="307"/>
                  </a:lnTo>
                  <a:cubicBezTo>
                    <a:pt x="22" y="307"/>
                    <a:pt x="19" y="307"/>
                    <a:pt x="19" y="305"/>
                  </a:cubicBezTo>
                  <a:lnTo>
                    <a:pt x="19" y="230"/>
                  </a:lnTo>
                  <a:cubicBezTo>
                    <a:pt x="19" y="205"/>
                    <a:pt x="39" y="187"/>
                    <a:pt x="62" y="187"/>
                  </a:cubicBezTo>
                  <a:close/>
                  <a:moveTo>
                    <a:pt x="72" y="0"/>
                  </a:moveTo>
                  <a:cubicBezTo>
                    <a:pt x="33" y="0"/>
                    <a:pt x="5" y="31"/>
                    <a:pt x="5" y="67"/>
                  </a:cubicBezTo>
                  <a:lnTo>
                    <a:pt x="5" y="96"/>
                  </a:lnTo>
                  <a:cubicBezTo>
                    <a:pt x="5" y="112"/>
                    <a:pt x="15" y="125"/>
                    <a:pt x="29" y="130"/>
                  </a:cubicBezTo>
                  <a:lnTo>
                    <a:pt x="29" y="138"/>
                  </a:lnTo>
                  <a:cubicBezTo>
                    <a:pt x="29" y="148"/>
                    <a:pt x="32" y="159"/>
                    <a:pt x="38" y="168"/>
                  </a:cubicBezTo>
                  <a:cubicBezTo>
                    <a:pt x="16" y="179"/>
                    <a:pt x="0" y="201"/>
                    <a:pt x="0" y="226"/>
                  </a:cubicBezTo>
                  <a:lnTo>
                    <a:pt x="0" y="302"/>
                  </a:lnTo>
                  <a:cubicBezTo>
                    <a:pt x="0" y="314"/>
                    <a:pt x="10" y="325"/>
                    <a:pt x="23" y="325"/>
                  </a:cubicBezTo>
                  <a:lnTo>
                    <a:pt x="153" y="325"/>
                  </a:lnTo>
                  <a:cubicBezTo>
                    <a:pt x="166" y="325"/>
                    <a:pt x="176" y="314"/>
                    <a:pt x="176" y="302"/>
                  </a:cubicBezTo>
                  <a:lnTo>
                    <a:pt x="176" y="226"/>
                  </a:lnTo>
                  <a:cubicBezTo>
                    <a:pt x="175" y="204"/>
                    <a:pt x="159" y="182"/>
                    <a:pt x="137" y="172"/>
                  </a:cubicBezTo>
                  <a:cubicBezTo>
                    <a:pt x="142" y="162"/>
                    <a:pt x="146" y="152"/>
                    <a:pt x="146" y="140"/>
                  </a:cubicBezTo>
                  <a:lnTo>
                    <a:pt x="146" y="133"/>
                  </a:lnTo>
                  <a:cubicBezTo>
                    <a:pt x="161" y="129"/>
                    <a:pt x="169" y="114"/>
                    <a:pt x="169" y="100"/>
                  </a:cubicBezTo>
                  <a:lnTo>
                    <a:pt x="169" y="71"/>
                  </a:lnTo>
                  <a:cubicBezTo>
                    <a:pt x="169" y="64"/>
                    <a:pt x="168" y="57"/>
                    <a:pt x="166" y="49"/>
                  </a:cubicBezTo>
                  <a:cubicBezTo>
                    <a:pt x="164" y="45"/>
                    <a:pt x="161" y="41"/>
                    <a:pt x="157" y="41"/>
                  </a:cubicBezTo>
                  <a:cubicBezTo>
                    <a:pt x="156" y="41"/>
                    <a:pt x="155" y="42"/>
                    <a:pt x="153" y="42"/>
                  </a:cubicBezTo>
                  <a:cubicBezTo>
                    <a:pt x="148" y="44"/>
                    <a:pt x="145" y="49"/>
                    <a:pt x="146" y="54"/>
                  </a:cubicBezTo>
                  <a:cubicBezTo>
                    <a:pt x="148" y="60"/>
                    <a:pt x="148" y="64"/>
                    <a:pt x="148" y="68"/>
                  </a:cubicBezTo>
                  <a:lnTo>
                    <a:pt x="148" y="97"/>
                  </a:lnTo>
                  <a:cubicBezTo>
                    <a:pt x="148" y="104"/>
                    <a:pt x="145" y="110"/>
                    <a:pt x="137" y="114"/>
                  </a:cubicBezTo>
                  <a:cubicBezTo>
                    <a:pt x="120" y="122"/>
                    <a:pt x="103" y="125"/>
                    <a:pt x="86" y="125"/>
                  </a:cubicBezTo>
                  <a:cubicBezTo>
                    <a:pt x="70" y="125"/>
                    <a:pt x="53" y="122"/>
                    <a:pt x="36" y="114"/>
                  </a:cubicBezTo>
                  <a:cubicBezTo>
                    <a:pt x="29" y="112"/>
                    <a:pt x="25" y="104"/>
                    <a:pt x="25" y="97"/>
                  </a:cubicBezTo>
                  <a:lnTo>
                    <a:pt x="25" y="68"/>
                  </a:lnTo>
                  <a:cubicBezTo>
                    <a:pt x="25" y="44"/>
                    <a:pt x="45" y="22"/>
                    <a:pt x="72" y="22"/>
                  </a:cubicBezTo>
                  <a:lnTo>
                    <a:pt x="103" y="22"/>
                  </a:lnTo>
                  <a:cubicBezTo>
                    <a:pt x="110" y="22"/>
                    <a:pt x="117" y="23"/>
                    <a:pt x="124" y="28"/>
                  </a:cubicBezTo>
                  <a:cubicBezTo>
                    <a:pt x="126" y="28"/>
                    <a:pt x="127" y="28"/>
                    <a:pt x="128" y="28"/>
                  </a:cubicBezTo>
                  <a:cubicBezTo>
                    <a:pt x="132" y="28"/>
                    <a:pt x="136" y="26"/>
                    <a:pt x="139" y="22"/>
                  </a:cubicBezTo>
                  <a:cubicBezTo>
                    <a:pt x="140" y="16"/>
                    <a:pt x="139" y="10"/>
                    <a:pt x="133" y="8"/>
                  </a:cubicBezTo>
                  <a:cubicBezTo>
                    <a:pt x="124" y="2"/>
                    <a:pt x="113" y="0"/>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9"/>
            <p:cNvSpPr/>
            <p:nvPr/>
          </p:nvSpPr>
          <p:spPr>
            <a:xfrm>
              <a:off x="2382042" y="1413872"/>
              <a:ext cx="135406" cy="215291"/>
            </a:xfrm>
            <a:custGeom>
              <a:rect b="b" l="l" r="r" t="t"/>
              <a:pathLst>
                <a:path extrusionOk="0" h="380" w="239">
                  <a:moveTo>
                    <a:pt x="142" y="23"/>
                  </a:moveTo>
                  <a:cubicBezTo>
                    <a:pt x="171" y="23"/>
                    <a:pt x="194" y="51"/>
                    <a:pt x="194" y="88"/>
                  </a:cubicBezTo>
                  <a:cubicBezTo>
                    <a:pt x="194" y="128"/>
                    <a:pt x="200" y="158"/>
                    <a:pt x="209" y="179"/>
                  </a:cubicBezTo>
                  <a:cubicBezTo>
                    <a:pt x="201" y="180"/>
                    <a:pt x="193" y="181"/>
                    <a:pt x="185" y="184"/>
                  </a:cubicBezTo>
                  <a:cubicBezTo>
                    <a:pt x="188" y="174"/>
                    <a:pt x="191" y="166"/>
                    <a:pt x="191" y="157"/>
                  </a:cubicBezTo>
                  <a:lnTo>
                    <a:pt x="191" y="105"/>
                  </a:lnTo>
                  <a:cubicBezTo>
                    <a:pt x="191" y="101"/>
                    <a:pt x="188" y="98"/>
                    <a:pt x="187" y="95"/>
                  </a:cubicBezTo>
                  <a:cubicBezTo>
                    <a:pt x="185" y="93"/>
                    <a:pt x="180" y="92"/>
                    <a:pt x="177" y="92"/>
                  </a:cubicBezTo>
                  <a:cubicBezTo>
                    <a:pt x="175" y="92"/>
                    <a:pt x="173" y="92"/>
                    <a:pt x="171" y="92"/>
                  </a:cubicBezTo>
                  <a:cubicBezTo>
                    <a:pt x="161" y="92"/>
                    <a:pt x="153" y="89"/>
                    <a:pt x="145" y="80"/>
                  </a:cubicBezTo>
                  <a:cubicBezTo>
                    <a:pt x="143" y="79"/>
                    <a:pt x="140" y="78"/>
                    <a:pt x="138" y="78"/>
                  </a:cubicBezTo>
                  <a:cubicBezTo>
                    <a:pt x="135" y="78"/>
                    <a:pt x="132" y="79"/>
                    <a:pt x="129" y="80"/>
                  </a:cubicBezTo>
                  <a:cubicBezTo>
                    <a:pt x="118" y="89"/>
                    <a:pt x="98" y="92"/>
                    <a:pt x="73" y="92"/>
                  </a:cubicBezTo>
                  <a:cubicBezTo>
                    <a:pt x="68" y="92"/>
                    <a:pt x="63" y="92"/>
                    <a:pt x="58" y="92"/>
                  </a:cubicBezTo>
                  <a:cubicBezTo>
                    <a:pt x="55" y="92"/>
                    <a:pt x="51" y="93"/>
                    <a:pt x="48" y="95"/>
                  </a:cubicBezTo>
                  <a:cubicBezTo>
                    <a:pt x="44" y="98"/>
                    <a:pt x="44" y="101"/>
                    <a:pt x="44" y="105"/>
                  </a:cubicBezTo>
                  <a:lnTo>
                    <a:pt x="44" y="157"/>
                  </a:lnTo>
                  <a:cubicBezTo>
                    <a:pt x="44" y="166"/>
                    <a:pt x="47" y="174"/>
                    <a:pt x="50" y="184"/>
                  </a:cubicBezTo>
                  <a:cubicBezTo>
                    <a:pt x="41" y="181"/>
                    <a:pt x="34" y="180"/>
                    <a:pt x="27" y="179"/>
                  </a:cubicBezTo>
                  <a:cubicBezTo>
                    <a:pt x="35" y="157"/>
                    <a:pt x="40" y="128"/>
                    <a:pt x="41" y="88"/>
                  </a:cubicBezTo>
                  <a:cubicBezTo>
                    <a:pt x="41" y="51"/>
                    <a:pt x="64" y="23"/>
                    <a:pt x="93" y="23"/>
                  </a:cubicBezTo>
                  <a:close/>
                  <a:moveTo>
                    <a:pt x="135" y="101"/>
                  </a:moveTo>
                  <a:cubicBezTo>
                    <a:pt x="142" y="106"/>
                    <a:pt x="152" y="114"/>
                    <a:pt x="170" y="114"/>
                  </a:cubicBezTo>
                  <a:lnTo>
                    <a:pt x="170" y="157"/>
                  </a:lnTo>
                  <a:cubicBezTo>
                    <a:pt x="170" y="186"/>
                    <a:pt x="145" y="209"/>
                    <a:pt x="116" y="209"/>
                  </a:cubicBezTo>
                  <a:cubicBezTo>
                    <a:pt x="87" y="209"/>
                    <a:pt x="64" y="186"/>
                    <a:pt x="64" y="157"/>
                  </a:cubicBezTo>
                  <a:lnTo>
                    <a:pt x="64" y="114"/>
                  </a:lnTo>
                  <a:cubicBezTo>
                    <a:pt x="80" y="114"/>
                    <a:pt x="113" y="114"/>
                    <a:pt x="135" y="101"/>
                  </a:cubicBezTo>
                  <a:close/>
                  <a:moveTo>
                    <a:pt x="126" y="229"/>
                  </a:moveTo>
                  <a:lnTo>
                    <a:pt x="126" y="239"/>
                  </a:lnTo>
                  <a:cubicBezTo>
                    <a:pt x="126" y="245"/>
                    <a:pt x="122" y="249"/>
                    <a:pt x="116" y="249"/>
                  </a:cubicBezTo>
                  <a:cubicBezTo>
                    <a:pt x="112" y="249"/>
                    <a:pt x="107" y="245"/>
                    <a:pt x="107" y="239"/>
                  </a:cubicBezTo>
                  <a:lnTo>
                    <a:pt x="107" y="229"/>
                  </a:lnTo>
                  <a:close/>
                  <a:moveTo>
                    <a:pt x="161" y="215"/>
                  </a:moveTo>
                  <a:cubicBezTo>
                    <a:pt x="184" y="222"/>
                    <a:pt x="196" y="242"/>
                    <a:pt x="196" y="265"/>
                  </a:cubicBezTo>
                  <a:lnTo>
                    <a:pt x="196" y="355"/>
                  </a:lnTo>
                  <a:cubicBezTo>
                    <a:pt x="196" y="355"/>
                    <a:pt x="196" y="358"/>
                    <a:pt x="194" y="358"/>
                  </a:cubicBezTo>
                  <a:lnTo>
                    <a:pt x="37" y="358"/>
                  </a:lnTo>
                  <a:cubicBezTo>
                    <a:pt x="37" y="358"/>
                    <a:pt x="35" y="358"/>
                    <a:pt x="35" y="355"/>
                  </a:cubicBezTo>
                  <a:lnTo>
                    <a:pt x="35" y="265"/>
                  </a:lnTo>
                  <a:cubicBezTo>
                    <a:pt x="35" y="244"/>
                    <a:pt x="48" y="223"/>
                    <a:pt x="68" y="215"/>
                  </a:cubicBezTo>
                  <a:lnTo>
                    <a:pt x="84" y="225"/>
                  </a:lnTo>
                  <a:lnTo>
                    <a:pt x="84" y="242"/>
                  </a:lnTo>
                  <a:cubicBezTo>
                    <a:pt x="84" y="258"/>
                    <a:pt x="96" y="273"/>
                    <a:pt x="115" y="273"/>
                  </a:cubicBezTo>
                  <a:cubicBezTo>
                    <a:pt x="131" y="273"/>
                    <a:pt x="145" y="260"/>
                    <a:pt x="145" y="242"/>
                  </a:cubicBezTo>
                  <a:lnTo>
                    <a:pt x="145" y="225"/>
                  </a:lnTo>
                  <a:cubicBezTo>
                    <a:pt x="151" y="223"/>
                    <a:pt x="157" y="221"/>
                    <a:pt x="161" y="215"/>
                  </a:cubicBezTo>
                  <a:close/>
                  <a:moveTo>
                    <a:pt x="93" y="1"/>
                  </a:moveTo>
                  <a:cubicBezTo>
                    <a:pt x="51" y="1"/>
                    <a:pt x="19" y="40"/>
                    <a:pt x="19" y="86"/>
                  </a:cubicBezTo>
                  <a:cubicBezTo>
                    <a:pt x="19" y="129"/>
                    <a:pt x="14" y="160"/>
                    <a:pt x="3" y="179"/>
                  </a:cubicBezTo>
                  <a:cubicBezTo>
                    <a:pt x="1" y="180"/>
                    <a:pt x="1" y="184"/>
                    <a:pt x="1" y="187"/>
                  </a:cubicBezTo>
                  <a:cubicBezTo>
                    <a:pt x="3" y="192"/>
                    <a:pt x="5" y="193"/>
                    <a:pt x="8" y="194"/>
                  </a:cubicBezTo>
                  <a:cubicBezTo>
                    <a:pt x="19" y="197"/>
                    <a:pt x="31" y="202"/>
                    <a:pt x="45" y="206"/>
                  </a:cubicBezTo>
                  <a:cubicBezTo>
                    <a:pt x="28" y="221"/>
                    <a:pt x="16" y="242"/>
                    <a:pt x="16" y="265"/>
                  </a:cubicBezTo>
                  <a:lnTo>
                    <a:pt x="16" y="355"/>
                  </a:lnTo>
                  <a:cubicBezTo>
                    <a:pt x="16" y="368"/>
                    <a:pt x="28" y="379"/>
                    <a:pt x="41" y="379"/>
                  </a:cubicBezTo>
                  <a:lnTo>
                    <a:pt x="197" y="379"/>
                  </a:lnTo>
                  <a:cubicBezTo>
                    <a:pt x="210" y="379"/>
                    <a:pt x="222" y="368"/>
                    <a:pt x="222" y="355"/>
                  </a:cubicBezTo>
                  <a:lnTo>
                    <a:pt x="222" y="265"/>
                  </a:lnTo>
                  <a:cubicBezTo>
                    <a:pt x="222" y="242"/>
                    <a:pt x="210" y="221"/>
                    <a:pt x="193" y="206"/>
                  </a:cubicBezTo>
                  <a:lnTo>
                    <a:pt x="230" y="194"/>
                  </a:lnTo>
                  <a:cubicBezTo>
                    <a:pt x="233" y="193"/>
                    <a:pt x="236" y="192"/>
                    <a:pt x="237" y="187"/>
                  </a:cubicBezTo>
                  <a:cubicBezTo>
                    <a:pt x="239" y="184"/>
                    <a:pt x="237" y="181"/>
                    <a:pt x="236" y="179"/>
                  </a:cubicBezTo>
                  <a:cubicBezTo>
                    <a:pt x="222" y="160"/>
                    <a:pt x="216" y="129"/>
                    <a:pt x="216" y="86"/>
                  </a:cubicBezTo>
                  <a:cubicBezTo>
                    <a:pt x="216" y="38"/>
                    <a:pt x="181" y="1"/>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9"/>
            <p:cNvSpPr/>
            <p:nvPr/>
          </p:nvSpPr>
          <p:spPr>
            <a:xfrm>
              <a:off x="2637557" y="1472228"/>
              <a:ext cx="99147" cy="92348"/>
            </a:xfrm>
            <a:custGeom>
              <a:rect b="b" l="l" r="r" t="t"/>
              <a:pathLst>
                <a:path extrusionOk="0" h="163" w="175">
                  <a:moveTo>
                    <a:pt x="67" y="25"/>
                  </a:moveTo>
                  <a:lnTo>
                    <a:pt x="77" y="74"/>
                  </a:lnTo>
                  <a:lnTo>
                    <a:pt x="48" y="83"/>
                  </a:lnTo>
                  <a:lnTo>
                    <a:pt x="25" y="90"/>
                  </a:lnTo>
                  <a:cubicBezTo>
                    <a:pt x="23" y="77"/>
                    <a:pt x="25" y="67"/>
                    <a:pt x="31" y="55"/>
                  </a:cubicBezTo>
                  <a:cubicBezTo>
                    <a:pt x="38" y="41"/>
                    <a:pt x="51" y="31"/>
                    <a:pt x="67" y="25"/>
                  </a:cubicBezTo>
                  <a:close/>
                  <a:moveTo>
                    <a:pt x="88" y="24"/>
                  </a:moveTo>
                  <a:cubicBezTo>
                    <a:pt x="96" y="24"/>
                    <a:pt x="103" y="25"/>
                    <a:pt x="110" y="28"/>
                  </a:cubicBezTo>
                  <a:cubicBezTo>
                    <a:pt x="139" y="42"/>
                    <a:pt x="149" y="77"/>
                    <a:pt x="137" y="107"/>
                  </a:cubicBezTo>
                  <a:cubicBezTo>
                    <a:pt x="132" y="120"/>
                    <a:pt x="123" y="129"/>
                    <a:pt x="110" y="135"/>
                  </a:cubicBezTo>
                  <a:lnTo>
                    <a:pt x="98" y="81"/>
                  </a:lnTo>
                  <a:lnTo>
                    <a:pt x="88" y="24"/>
                  </a:lnTo>
                  <a:close/>
                  <a:moveTo>
                    <a:pt x="83" y="96"/>
                  </a:moveTo>
                  <a:lnTo>
                    <a:pt x="91" y="141"/>
                  </a:lnTo>
                  <a:cubicBezTo>
                    <a:pt x="77" y="141"/>
                    <a:pt x="67" y="139"/>
                    <a:pt x="58" y="135"/>
                  </a:cubicBezTo>
                  <a:cubicBezTo>
                    <a:pt x="46" y="129"/>
                    <a:pt x="38" y="120"/>
                    <a:pt x="32" y="110"/>
                  </a:cubicBezTo>
                  <a:lnTo>
                    <a:pt x="62" y="100"/>
                  </a:lnTo>
                  <a:lnTo>
                    <a:pt x="83" y="96"/>
                  </a:lnTo>
                  <a:close/>
                  <a:moveTo>
                    <a:pt x="85" y="1"/>
                  </a:moveTo>
                  <a:cubicBezTo>
                    <a:pt x="81" y="1"/>
                    <a:pt x="78" y="1"/>
                    <a:pt x="74" y="2"/>
                  </a:cubicBezTo>
                  <a:cubicBezTo>
                    <a:pt x="46" y="5"/>
                    <a:pt x="23" y="21"/>
                    <a:pt x="12" y="47"/>
                  </a:cubicBezTo>
                  <a:cubicBezTo>
                    <a:pt x="2" y="64"/>
                    <a:pt x="0" y="86"/>
                    <a:pt x="7" y="106"/>
                  </a:cubicBezTo>
                  <a:cubicBezTo>
                    <a:pt x="15" y="128"/>
                    <a:pt x="29" y="144"/>
                    <a:pt x="48" y="154"/>
                  </a:cubicBezTo>
                  <a:cubicBezTo>
                    <a:pt x="59" y="158"/>
                    <a:pt x="72" y="162"/>
                    <a:pt x="83" y="162"/>
                  </a:cubicBezTo>
                  <a:cubicBezTo>
                    <a:pt x="90" y="162"/>
                    <a:pt x="97" y="161"/>
                    <a:pt x="104" y="158"/>
                  </a:cubicBezTo>
                  <a:cubicBezTo>
                    <a:pt x="126" y="154"/>
                    <a:pt x="146" y="136"/>
                    <a:pt x="155" y="118"/>
                  </a:cubicBezTo>
                  <a:cubicBezTo>
                    <a:pt x="175" y="77"/>
                    <a:pt x="159" y="28"/>
                    <a:pt x="119" y="9"/>
                  </a:cubicBezTo>
                  <a:cubicBezTo>
                    <a:pt x="108" y="4"/>
                    <a:pt x="96" y="1"/>
                    <a:pt x="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9"/>
            <p:cNvSpPr/>
            <p:nvPr/>
          </p:nvSpPr>
          <p:spPr>
            <a:xfrm>
              <a:off x="2570138" y="1490357"/>
              <a:ext cx="55522" cy="12464"/>
            </a:xfrm>
            <a:custGeom>
              <a:rect b="b" l="l" r="r" t="t"/>
              <a:pathLst>
                <a:path extrusionOk="0" h="22" w="98">
                  <a:moveTo>
                    <a:pt x="12" y="0"/>
                  </a:moveTo>
                  <a:cubicBezTo>
                    <a:pt x="7" y="0"/>
                    <a:pt x="1" y="6"/>
                    <a:pt x="1" y="10"/>
                  </a:cubicBezTo>
                  <a:cubicBezTo>
                    <a:pt x="1" y="16"/>
                    <a:pt x="5" y="22"/>
                    <a:pt x="12" y="22"/>
                  </a:cubicBezTo>
                  <a:lnTo>
                    <a:pt x="86" y="22"/>
                  </a:lnTo>
                  <a:cubicBezTo>
                    <a:pt x="92" y="22"/>
                    <a:pt x="98" y="16"/>
                    <a:pt x="98" y="10"/>
                  </a:cubicBezTo>
                  <a:cubicBezTo>
                    <a:pt x="98" y="6"/>
                    <a:pt x="92"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9"/>
            <p:cNvSpPr/>
            <p:nvPr/>
          </p:nvSpPr>
          <p:spPr>
            <a:xfrm>
              <a:off x="2570138" y="1510753"/>
              <a:ext cx="55522" cy="13031"/>
            </a:xfrm>
            <a:custGeom>
              <a:rect b="b" l="l" r="r" t="t"/>
              <a:pathLst>
                <a:path extrusionOk="0" h="23" w="98">
                  <a:moveTo>
                    <a:pt x="12" y="0"/>
                  </a:moveTo>
                  <a:cubicBezTo>
                    <a:pt x="7" y="0"/>
                    <a:pt x="1" y="6"/>
                    <a:pt x="1" y="10"/>
                  </a:cubicBezTo>
                  <a:cubicBezTo>
                    <a:pt x="1" y="16"/>
                    <a:pt x="5" y="22"/>
                    <a:pt x="12" y="22"/>
                  </a:cubicBezTo>
                  <a:lnTo>
                    <a:pt x="86" y="22"/>
                  </a:lnTo>
                  <a:cubicBezTo>
                    <a:pt x="92" y="22"/>
                    <a:pt x="98" y="16"/>
                    <a:pt x="98" y="10"/>
                  </a:cubicBezTo>
                  <a:cubicBezTo>
                    <a:pt x="98" y="6"/>
                    <a:pt x="92" y="0"/>
                    <a:pt x="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9"/>
            <p:cNvSpPr/>
            <p:nvPr/>
          </p:nvSpPr>
          <p:spPr>
            <a:xfrm>
              <a:off x="2570138" y="1529450"/>
              <a:ext cx="55522" cy="13597"/>
            </a:xfrm>
            <a:custGeom>
              <a:rect b="b" l="l" r="r" t="t"/>
              <a:pathLst>
                <a:path extrusionOk="0" h="24" w="98">
                  <a:moveTo>
                    <a:pt x="12" y="1"/>
                  </a:moveTo>
                  <a:cubicBezTo>
                    <a:pt x="7" y="1"/>
                    <a:pt x="1" y="6"/>
                    <a:pt x="1" y="12"/>
                  </a:cubicBezTo>
                  <a:cubicBezTo>
                    <a:pt x="1" y="19"/>
                    <a:pt x="5" y="24"/>
                    <a:pt x="12" y="24"/>
                  </a:cubicBezTo>
                  <a:lnTo>
                    <a:pt x="86" y="24"/>
                  </a:lnTo>
                  <a:cubicBezTo>
                    <a:pt x="92" y="24"/>
                    <a:pt x="98" y="18"/>
                    <a:pt x="98" y="12"/>
                  </a:cubicBezTo>
                  <a:cubicBezTo>
                    <a:pt x="98" y="6"/>
                    <a:pt x="92" y="1"/>
                    <a:pt x="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9"/>
            <p:cNvSpPr/>
            <p:nvPr/>
          </p:nvSpPr>
          <p:spPr>
            <a:xfrm>
              <a:off x="2521414" y="1413306"/>
              <a:ext cx="260614" cy="214724"/>
            </a:xfrm>
            <a:custGeom>
              <a:rect b="b" l="l" r="r" t="t"/>
              <a:pathLst>
                <a:path extrusionOk="0" h="379" w="460">
                  <a:moveTo>
                    <a:pt x="407" y="63"/>
                  </a:moveTo>
                  <a:lnTo>
                    <a:pt x="407" y="323"/>
                  </a:lnTo>
                  <a:lnTo>
                    <a:pt x="48" y="323"/>
                  </a:lnTo>
                  <a:lnTo>
                    <a:pt x="48" y="63"/>
                  </a:lnTo>
                  <a:close/>
                  <a:moveTo>
                    <a:pt x="433" y="341"/>
                  </a:moveTo>
                  <a:lnTo>
                    <a:pt x="433" y="359"/>
                  </a:lnTo>
                  <a:lnTo>
                    <a:pt x="20" y="359"/>
                  </a:lnTo>
                  <a:lnTo>
                    <a:pt x="20" y="341"/>
                  </a:lnTo>
                  <a:close/>
                  <a:moveTo>
                    <a:pt x="19" y="0"/>
                  </a:moveTo>
                  <a:cubicBezTo>
                    <a:pt x="10" y="0"/>
                    <a:pt x="0" y="8"/>
                    <a:pt x="0" y="18"/>
                  </a:cubicBezTo>
                  <a:lnTo>
                    <a:pt x="0" y="42"/>
                  </a:lnTo>
                  <a:cubicBezTo>
                    <a:pt x="0" y="51"/>
                    <a:pt x="7" y="60"/>
                    <a:pt x="19" y="60"/>
                  </a:cubicBezTo>
                  <a:lnTo>
                    <a:pt x="28" y="60"/>
                  </a:lnTo>
                  <a:lnTo>
                    <a:pt x="28" y="320"/>
                  </a:lnTo>
                  <a:lnTo>
                    <a:pt x="19" y="320"/>
                  </a:lnTo>
                  <a:cubicBezTo>
                    <a:pt x="10" y="320"/>
                    <a:pt x="0" y="327"/>
                    <a:pt x="0" y="339"/>
                  </a:cubicBezTo>
                  <a:lnTo>
                    <a:pt x="0" y="362"/>
                  </a:lnTo>
                  <a:cubicBezTo>
                    <a:pt x="0" y="370"/>
                    <a:pt x="7" y="379"/>
                    <a:pt x="19" y="379"/>
                  </a:cubicBezTo>
                  <a:lnTo>
                    <a:pt x="441" y="379"/>
                  </a:lnTo>
                  <a:cubicBezTo>
                    <a:pt x="449" y="379"/>
                    <a:pt x="459" y="373"/>
                    <a:pt x="459" y="362"/>
                  </a:cubicBezTo>
                  <a:lnTo>
                    <a:pt x="459" y="339"/>
                  </a:lnTo>
                  <a:cubicBezTo>
                    <a:pt x="459" y="328"/>
                    <a:pt x="452" y="320"/>
                    <a:pt x="441" y="320"/>
                  </a:cubicBezTo>
                  <a:lnTo>
                    <a:pt x="432" y="320"/>
                  </a:lnTo>
                  <a:lnTo>
                    <a:pt x="432" y="60"/>
                  </a:lnTo>
                  <a:lnTo>
                    <a:pt x="439" y="60"/>
                  </a:lnTo>
                  <a:cubicBezTo>
                    <a:pt x="448" y="60"/>
                    <a:pt x="458" y="52"/>
                    <a:pt x="458" y="42"/>
                  </a:cubicBezTo>
                  <a:lnTo>
                    <a:pt x="458" y="18"/>
                  </a:lnTo>
                  <a:cubicBezTo>
                    <a:pt x="458" y="9"/>
                    <a:pt x="451" y="0"/>
                    <a:pt x="439" y="0"/>
                  </a:cubicBezTo>
                  <a:lnTo>
                    <a:pt x="126" y="0"/>
                  </a:lnTo>
                  <a:cubicBezTo>
                    <a:pt x="120" y="0"/>
                    <a:pt x="114" y="6"/>
                    <a:pt x="114" y="12"/>
                  </a:cubicBezTo>
                  <a:cubicBezTo>
                    <a:pt x="114" y="16"/>
                    <a:pt x="120" y="22"/>
                    <a:pt x="126" y="22"/>
                  </a:cubicBezTo>
                  <a:lnTo>
                    <a:pt x="436" y="22"/>
                  </a:lnTo>
                  <a:lnTo>
                    <a:pt x="436" y="38"/>
                  </a:lnTo>
                  <a:lnTo>
                    <a:pt x="22" y="38"/>
                  </a:lnTo>
                  <a:lnTo>
                    <a:pt x="22" y="22"/>
                  </a:lnTo>
                  <a:lnTo>
                    <a:pt x="84" y="22"/>
                  </a:lnTo>
                  <a:cubicBezTo>
                    <a:pt x="90" y="22"/>
                    <a:pt x="94" y="16"/>
                    <a:pt x="94" y="12"/>
                  </a:cubicBezTo>
                  <a:cubicBezTo>
                    <a:pt x="94" y="6"/>
                    <a:pt x="90" y="0"/>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8" name="Google Shape;2988;p49"/>
          <p:cNvGrpSpPr/>
          <p:nvPr/>
        </p:nvGrpSpPr>
        <p:grpSpPr>
          <a:xfrm>
            <a:off x="1656855" y="2692587"/>
            <a:ext cx="261747" cy="409053"/>
            <a:chOff x="1656855" y="2692587"/>
            <a:chExt cx="261747" cy="409053"/>
          </a:xfrm>
        </p:grpSpPr>
        <p:sp>
          <p:nvSpPr>
            <p:cNvPr id="2989" name="Google Shape;2989;p49"/>
            <p:cNvSpPr/>
            <p:nvPr/>
          </p:nvSpPr>
          <p:spPr>
            <a:xfrm>
              <a:off x="1734473" y="2881250"/>
              <a:ext cx="101413" cy="147304"/>
            </a:xfrm>
            <a:custGeom>
              <a:rect b="b" l="l" r="r" t="t"/>
              <a:pathLst>
                <a:path extrusionOk="0" h="260" w="179">
                  <a:moveTo>
                    <a:pt x="160" y="23"/>
                  </a:moveTo>
                  <a:lnTo>
                    <a:pt x="140" y="238"/>
                  </a:lnTo>
                  <a:lnTo>
                    <a:pt x="44" y="238"/>
                  </a:lnTo>
                  <a:lnTo>
                    <a:pt x="24" y="23"/>
                  </a:lnTo>
                  <a:close/>
                  <a:moveTo>
                    <a:pt x="21" y="1"/>
                  </a:moveTo>
                  <a:cubicBezTo>
                    <a:pt x="15" y="1"/>
                    <a:pt x="10" y="2"/>
                    <a:pt x="7" y="8"/>
                  </a:cubicBezTo>
                  <a:cubicBezTo>
                    <a:pt x="2" y="11"/>
                    <a:pt x="1" y="18"/>
                    <a:pt x="1" y="24"/>
                  </a:cubicBezTo>
                  <a:lnTo>
                    <a:pt x="21" y="241"/>
                  </a:lnTo>
                  <a:cubicBezTo>
                    <a:pt x="24" y="249"/>
                    <a:pt x="34" y="260"/>
                    <a:pt x="43" y="260"/>
                  </a:cubicBezTo>
                  <a:lnTo>
                    <a:pt x="138" y="260"/>
                  </a:lnTo>
                  <a:cubicBezTo>
                    <a:pt x="150" y="260"/>
                    <a:pt x="158" y="252"/>
                    <a:pt x="158" y="241"/>
                  </a:cubicBezTo>
                  <a:lnTo>
                    <a:pt x="179" y="24"/>
                  </a:lnTo>
                  <a:cubicBezTo>
                    <a:pt x="179" y="18"/>
                    <a:pt x="176" y="13"/>
                    <a:pt x="173" y="8"/>
                  </a:cubicBezTo>
                  <a:cubicBezTo>
                    <a:pt x="168" y="4"/>
                    <a:pt x="164"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9"/>
            <p:cNvSpPr/>
            <p:nvPr/>
          </p:nvSpPr>
          <p:spPr>
            <a:xfrm>
              <a:off x="1779797" y="2933939"/>
              <a:ext cx="12464" cy="42492"/>
            </a:xfrm>
            <a:custGeom>
              <a:rect b="b" l="l" r="r" t="t"/>
              <a:pathLst>
                <a:path extrusionOk="0" h="75" w="22">
                  <a:moveTo>
                    <a:pt x="12" y="0"/>
                  </a:moveTo>
                  <a:cubicBezTo>
                    <a:pt x="6" y="0"/>
                    <a:pt x="0" y="5"/>
                    <a:pt x="0" y="11"/>
                  </a:cubicBezTo>
                  <a:lnTo>
                    <a:pt x="0" y="63"/>
                  </a:lnTo>
                  <a:cubicBezTo>
                    <a:pt x="0" y="68"/>
                    <a:pt x="6" y="74"/>
                    <a:pt x="12" y="74"/>
                  </a:cubicBezTo>
                  <a:cubicBezTo>
                    <a:pt x="16" y="74"/>
                    <a:pt x="22" y="68"/>
                    <a:pt x="22" y="63"/>
                  </a:cubicBezTo>
                  <a:lnTo>
                    <a:pt x="22" y="11"/>
                  </a:lnTo>
                  <a:cubicBezTo>
                    <a:pt x="22" y="5"/>
                    <a:pt x="16"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9"/>
            <p:cNvSpPr/>
            <p:nvPr/>
          </p:nvSpPr>
          <p:spPr>
            <a:xfrm>
              <a:off x="1779797" y="2782669"/>
              <a:ext cx="12464" cy="19263"/>
            </a:xfrm>
            <a:custGeom>
              <a:rect b="b" l="l" r="r" t="t"/>
              <a:pathLst>
                <a:path extrusionOk="0" h="34" w="22">
                  <a:moveTo>
                    <a:pt x="12" y="0"/>
                  </a:moveTo>
                  <a:cubicBezTo>
                    <a:pt x="6" y="0"/>
                    <a:pt x="0" y="3"/>
                    <a:pt x="0" y="10"/>
                  </a:cubicBezTo>
                  <a:lnTo>
                    <a:pt x="0" y="23"/>
                  </a:lnTo>
                  <a:cubicBezTo>
                    <a:pt x="0" y="29"/>
                    <a:pt x="6" y="33"/>
                    <a:pt x="12" y="33"/>
                  </a:cubicBezTo>
                  <a:cubicBezTo>
                    <a:pt x="16" y="33"/>
                    <a:pt x="22" y="29"/>
                    <a:pt x="22" y="23"/>
                  </a:cubicBezTo>
                  <a:lnTo>
                    <a:pt x="22" y="10"/>
                  </a:lnTo>
                  <a:cubicBezTo>
                    <a:pt x="22" y="5"/>
                    <a:pt x="16"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9"/>
            <p:cNvSpPr/>
            <p:nvPr/>
          </p:nvSpPr>
          <p:spPr>
            <a:xfrm>
              <a:off x="1656855" y="2692587"/>
              <a:ext cx="261747" cy="409053"/>
            </a:xfrm>
            <a:custGeom>
              <a:rect b="b" l="l" r="r" t="t"/>
              <a:pathLst>
                <a:path extrusionOk="0" h="722" w="462">
                  <a:moveTo>
                    <a:pt x="157" y="23"/>
                  </a:moveTo>
                  <a:cubicBezTo>
                    <a:pt x="159" y="23"/>
                    <a:pt x="162" y="23"/>
                    <a:pt x="164" y="25"/>
                  </a:cubicBezTo>
                  <a:cubicBezTo>
                    <a:pt x="167" y="29"/>
                    <a:pt x="167" y="34"/>
                    <a:pt x="164" y="38"/>
                  </a:cubicBezTo>
                  <a:lnTo>
                    <a:pt x="138" y="62"/>
                  </a:lnTo>
                  <a:cubicBezTo>
                    <a:pt x="136" y="65"/>
                    <a:pt x="134" y="66"/>
                    <a:pt x="132" y="66"/>
                  </a:cubicBezTo>
                  <a:cubicBezTo>
                    <a:pt x="130" y="66"/>
                    <a:pt x="127" y="65"/>
                    <a:pt x="125" y="62"/>
                  </a:cubicBezTo>
                  <a:cubicBezTo>
                    <a:pt x="122" y="60"/>
                    <a:pt x="122" y="54"/>
                    <a:pt x="125" y="51"/>
                  </a:cubicBezTo>
                  <a:lnTo>
                    <a:pt x="151" y="25"/>
                  </a:lnTo>
                  <a:cubicBezTo>
                    <a:pt x="152" y="23"/>
                    <a:pt x="154" y="23"/>
                    <a:pt x="157" y="23"/>
                  </a:cubicBezTo>
                  <a:close/>
                  <a:moveTo>
                    <a:pt x="420" y="237"/>
                  </a:moveTo>
                  <a:lnTo>
                    <a:pt x="420" y="270"/>
                  </a:lnTo>
                  <a:lnTo>
                    <a:pt x="37" y="270"/>
                  </a:lnTo>
                  <a:lnTo>
                    <a:pt x="37" y="237"/>
                  </a:lnTo>
                  <a:close/>
                  <a:moveTo>
                    <a:pt x="157" y="0"/>
                  </a:moveTo>
                  <a:cubicBezTo>
                    <a:pt x="149" y="0"/>
                    <a:pt x="141" y="3"/>
                    <a:pt x="136" y="9"/>
                  </a:cubicBezTo>
                  <a:lnTo>
                    <a:pt x="110" y="34"/>
                  </a:lnTo>
                  <a:cubicBezTo>
                    <a:pt x="102" y="44"/>
                    <a:pt x="100" y="55"/>
                    <a:pt x="103" y="67"/>
                  </a:cubicBezTo>
                  <a:lnTo>
                    <a:pt x="69" y="101"/>
                  </a:lnTo>
                  <a:cubicBezTo>
                    <a:pt x="64" y="106"/>
                    <a:pt x="60" y="116"/>
                    <a:pt x="60" y="125"/>
                  </a:cubicBezTo>
                  <a:lnTo>
                    <a:pt x="60" y="149"/>
                  </a:lnTo>
                  <a:lnTo>
                    <a:pt x="18" y="149"/>
                  </a:lnTo>
                  <a:cubicBezTo>
                    <a:pt x="9" y="149"/>
                    <a:pt x="1" y="156"/>
                    <a:pt x="1" y="168"/>
                  </a:cubicBezTo>
                  <a:lnTo>
                    <a:pt x="1" y="220"/>
                  </a:lnTo>
                  <a:cubicBezTo>
                    <a:pt x="1" y="229"/>
                    <a:pt x="8" y="236"/>
                    <a:pt x="17" y="237"/>
                  </a:cubicBezTo>
                  <a:lnTo>
                    <a:pt x="17" y="276"/>
                  </a:lnTo>
                  <a:cubicBezTo>
                    <a:pt x="17" y="285"/>
                    <a:pt x="24" y="291"/>
                    <a:pt x="31" y="291"/>
                  </a:cubicBezTo>
                  <a:lnTo>
                    <a:pt x="69" y="291"/>
                  </a:lnTo>
                  <a:lnTo>
                    <a:pt x="74" y="343"/>
                  </a:lnTo>
                  <a:cubicBezTo>
                    <a:pt x="74" y="347"/>
                    <a:pt x="78" y="352"/>
                    <a:pt x="83" y="352"/>
                  </a:cubicBezTo>
                  <a:cubicBezTo>
                    <a:pt x="84" y="352"/>
                    <a:pt x="85" y="352"/>
                    <a:pt x="86" y="351"/>
                  </a:cubicBezTo>
                  <a:cubicBezTo>
                    <a:pt x="90" y="350"/>
                    <a:pt x="96" y="346"/>
                    <a:pt x="95" y="341"/>
                  </a:cubicBezTo>
                  <a:lnTo>
                    <a:pt x="89" y="291"/>
                  </a:lnTo>
                  <a:lnTo>
                    <a:pt x="365" y="291"/>
                  </a:lnTo>
                  <a:lnTo>
                    <a:pt x="333" y="632"/>
                  </a:lnTo>
                  <a:lnTo>
                    <a:pt x="122" y="632"/>
                  </a:lnTo>
                  <a:lnTo>
                    <a:pt x="97" y="382"/>
                  </a:lnTo>
                  <a:cubicBezTo>
                    <a:pt x="97" y="378"/>
                    <a:pt x="94" y="373"/>
                    <a:pt x="89" y="373"/>
                  </a:cubicBezTo>
                  <a:cubicBezTo>
                    <a:pt x="89" y="373"/>
                    <a:pt x="88" y="373"/>
                    <a:pt x="87" y="373"/>
                  </a:cubicBezTo>
                  <a:cubicBezTo>
                    <a:pt x="82" y="373"/>
                    <a:pt x="76" y="379"/>
                    <a:pt x="79" y="385"/>
                  </a:cubicBezTo>
                  <a:lnTo>
                    <a:pt x="102" y="639"/>
                  </a:lnTo>
                  <a:lnTo>
                    <a:pt x="76" y="669"/>
                  </a:lnTo>
                  <a:cubicBezTo>
                    <a:pt x="74" y="671"/>
                    <a:pt x="74" y="673"/>
                    <a:pt x="74" y="676"/>
                  </a:cubicBezTo>
                  <a:lnTo>
                    <a:pt x="74" y="711"/>
                  </a:lnTo>
                  <a:cubicBezTo>
                    <a:pt x="74" y="717"/>
                    <a:pt x="80" y="721"/>
                    <a:pt x="86" y="721"/>
                  </a:cubicBezTo>
                  <a:lnTo>
                    <a:pt x="249" y="721"/>
                  </a:lnTo>
                  <a:cubicBezTo>
                    <a:pt x="255" y="721"/>
                    <a:pt x="261" y="717"/>
                    <a:pt x="261" y="711"/>
                  </a:cubicBezTo>
                  <a:cubicBezTo>
                    <a:pt x="261" y="705"/>
                    <a:pt x="255" y="699"/>
                    <a:pt x="249" y="699"/>
                  </a:cubicBezTo>
                  <a:lnTo>
                    <a:pt x="96" y="699"/>
                  </a:lnTo>
                  <a:lnTo>
                    <a:pt x="96" y="681"/>
                  </a:lnTo>
                  <a:lnTo>
                    <a:pt x="119" y="653"/>
                  </a:lnTo>
                  <a:lnTo>
                    <a:pt x="340" y="653"/>
                  </a:lnTo>
                  <a:lnTo>
                    <a:pt x="363" y="681"/>
                  </a:lnTo>
                  <a:lnTo>
                    <a:pt x="363" y="699"/>
                  </a:lnTo>
                  <a:lnTo>
                    <a:pt x="291" y="699"/>
                  </a:lnTo>
                  <a:cubicBezTo>
                    <a:pt x="285" y="699"/>
                    <a:pt x="281" y="705"/>
                    <a:pt x="281" y="711"/>
                  </a:cubicBezTo>
                  <a:cubicBezTo>
                    <a:pt x="281" y="717"/>
                    <a:pt x="285" y="721"/>
                    <a:pt x="291" y="721"/>
                  </a:cubicBezTo>
                  <a:lnTo>
                    <a:pt x="375" y="721"/>
                  </a:lnTo>
                  <a:cubicBezTo>
                    <a:pt x="381" y="721"/>
                    <a:pt x="385" y="717"/>
                    <a:pt x="385" y="711"/>
                  </a:cubicBezTo>
                  <a:lnTo>
                    <a:pt x="385" y="676"/>
                  </a:lnTo>
                  <a:cubicBezTo>
                    <a:pt x="385" y="675"/>
                    <a:pt x="385" y="671"/>
                    <a:pt x="383" y="669"/>
                  </a:cubicBezTo>
                  <a:lnTo>
                    <a:pt x="359" y="639"/>
                  </a:lnTo>
                  <a:lnTo>
                    <a:pt x="392" y="291"/>
                  </a:lnTo>
                  <a:lnTo>
                    <a:pt x="431" y="291"/>
                  </a:lnTo>
                  <a:cubicBezTo>
                    <a:pt x="440" y="291"/>
                    <a:pt x="446" y="283"/>
                    <a:pt x="446" y="276"/>
                  </a:cubicBezTo>
                  <a:lnTo>
                    <a:pt x="446" y="237"/>
                  </a:lnTo>
                  <a:cubicBezTo>
                    <a:pt x="454" y="237"/>
                    <a:pt x="461" y="229"/>
                    <a:pt x="461" y="220"/>
                  </a:cubicBezTo>
                  <a:lnTo>
                    <a:pt x="461" y="168"/>
                  </a:lnTo>
                  <a:cubicBezTo>
                    <a:pt x="457" y="156"/>
                    <a:pt x="448" y="149"/>
                    <a:pt x="440" y="149"/>
                  </a:cubicBezTo>
                  <a:lnTo>
                    <a:pt x="411" y="149"/>
                  </a:lnTo>
                  <a:cubicBezTo>
                    <a:pt x="405" y="149"/>
                    <a:pt x="399" y="155"/>
                    <a:pt x="399" y="161"/>
                  </a:cubicBezTo>
                  <a:cubicBezTo>
                    <a:pt x="399" y="166"/>
                    <a:pt x="405" y="171"/>
                    <a:pt x="411" y="171"/>
                  </a:cubicBezTo>
                  <a:lnTo>
                    <a:pt x="435" y="171"/>
                  </a:lnTo>
                  <a:lnTo>
                    <a:pt x="435" y="217"/>
                  </a:lnTo>
                  <a:lnTo>
                    <a:pt x="21" y="217"/>
                  </a:lnTo>
                  <a:lnTo>
                    <a:pt x="21" y="171"/>
                  </a:lnTo>
                  <a:lnTo>
                    <a:pt x="100" y="171"/>
                  </a:lnTo>
                  <a:cubicBezTo>
                    <a:pt x="119" y="171"/>
                    <a:pt x="138" y="164"/>
                    <a:pt x="151" y="149"/>
                  </a:cubicBezTo>
                  <a:cubicBezTo>
                    <a:pt x="161" y="139"/>
                    <a:pt x="175" y="133"/>
                    <a:pt x="191" y="133"/>
                  </a:cubicBezTo>
                  <a:lnTo>
                    <a:pt x="262" y="133"/>
                  </a:lnTo>
                  <a:cubicBezTo>
                    <a:pt x="278" y="133"/>
                    <a:pt x="292" y="139"/>
                    <a:pt x="304" y="149"/>
                  </a:cubicBezTo>
                  <a:cubicBezTo>
                    <a:pt x="318" y="162"/>
                    <a:pt x="336" y="171"/>
                    <a:pt x="355" y="171"/>
                  </a:cubicBezTo>
                  <a:lnTo>
                    <a:pt x="368" y="171"/>
                  </a:lnTo>
                  <a:cubicBezTo>
                    <a:pt x="372" y="171"/>
                    <a:pt x="378" y="166"/>
                    <a:pt x="378" y="161"/>
                  </a:cubicBezTo>
                  <a:cubicBezTo>
                    <a:pt x="378" y="155"/>
                    <a:pt x="372" y="149"/>
                    <a:pt x="368" y="149"/>
                  </a:cubicBezTo>
                  <a:lnTo>
                    <a:pt x="355" y="149"/>
                  </a:lnTo>
                  <a:cubicBezTo>
                    <a:pt x="340" y="149"/>
                    <a:pt x="327" y="143"/>
                    <a:pt x="318" y="135"/>
                  </a:cubicBezTo>
                  <a:cubicBezTo>
                    <a:pt x="304" y="120"/>
                    <a:pt x="282" y="113"/>
                    <a:pt x="262" y="113"/>
                  </a:cubicBezTo>
                  <a:lnTo>
                    <a:pt x="191" y="113"/>
                  </a:lnTo>
                  <a:cubicBezTo>
                    <a:pt x="170" y="113"/>
                    <a:pt x="151" y="120"/>
                    <a:pt x="136" y="135"/>
                  </a:cubicBezTo>
                  <a:cubicBezTo>
                    <a:pt x="125" y="143"/>
                    <a:pt x="112" y="149"/>
                    <a:pt x="100" y="149"/>
                  </a:cubicBezTo>
                  <a:lnTo>
                    <a:pt x="80" y="149"/>
                  </a:lnTo>
                  <a:lnTo>
                    <a:pt x="80" y="125"/>
                  </a:lnTo>
                  <a:cubicBezTo>
                    <a:pt x="80" y="120"/>
                    <a:pt x="82" y="119"/>
                    <a:pt x="83" y="116"/>
                  </a:cubicBezTo>
                  <a:lnTo>
                    <a:pt x="118" y="81"/>
                  </a:lnTo>
                  <a:cubicBezTo>
                    <a:pt x="122" y="83"/>
                    <a:pt x="126" y="84"/>
                    <a:pt x="131" y="84"/>
                  </a:cubicBezTo>
                  <a:cubicBezTo>
                    <a:pt x="138" y="84"/>
                    <a:pt x="145" y="81"/>
                    <a:pt x="152" y="75"/>
                  </a:cubicBezTo>
                  <a:lnTo>
                    <a:pt x="177" y="51"/>
                  </a:lnTo>
                  <a:cubicBezTo>
                    <a:pt x="188" y="39"/>
                    <a:pt x="188" y="19"/>
                    <a:pt x="177" y="9"/>
                  </a:cubicBezTo>
                  <a:cubicBezTo>
                    <a:pt x="172" y="3"/>
                    <a:pt x="164" y="0"/>
                    <a:pt x="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3" name="Google Shape;2993;p49"/>
          <p:cNvGrpSpPr/>
          <p:nvPr/>
        </p:nvGrpSpPr>
        <p:grpSpPr>
          <a:xfrm>
            <a:off x="1684050" y="2052946"/>
            <a:ext cx="206792" cy="410752"/>
            <a:chOff x="1684050" y="2052946"/>
            <a:chExt cx="206792" cy="410752"/>
          </a:xfrm>
        </p:grpSpPr>
        <p:sp>
          <p:nvSpPr>
            <p:cNvPr id="2994" name="Google Shape;2994;p49"/>
            <p:cNvSpPr/>
            <p:nvPr/>
          </p:nvSpPr>
          <p:spPr>
            <a:xfrm>
              <a:off x="1820022" y="2387214"/>
              <a:ext cx="33993" cy="13031"/>
            </a:xfrm>
            <a:custGeom>
              <a:rect b="b" l="l" r="r" t="t"/>
              <a:pathLst>
                <a:path extrusionOk="0" h="23" w="60">
                  <a:moveTo>
                    <a:pt x="10" y="0"/>
                  </a:moveTo>
                  <a:cubicBezTo>
                    <a:pt x="6" y="0"/>
                    <a:pt x="0" y="6"/>
                    <a:pt x="0" y="12"/>
                  </a:cubicBezTo>
                  <a:cubicBezTo>
                    <a:pt x="0" y="16"/>
                    <a:pt x="6" y="22"/>
                    <a:pt x="10" y="22"/>
                  </a:cubicBezTo>
                  <a:lnTo>
                    <a:pt x="49" y="22"/>
                  </a:lnTo>
                  <a:cubicBezTo>
                    <a:pt x="54" y="22"/>
                    <a:pt x="59" y="16"/>
                    <a:pt x="59" y="12"/>
                  </a:cubicBezTo>
                  <a:cubicBezTo>
                    <a:pt x="59" y="6"/>
                    <a:pt x="54" y="0"/>
                    <a:pt x="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9"/>
            <p:cNvSpPr/>
            <p:nvPr/>
          </p:nvSpPr>
          <p:spPr>
            <a:xfrm>
              <a:off x="1756002" y="2247841"/>
              <a:ext cx="13031" cy="16430"/>
            </a:xfrm>
            <a:custGeom>
              <a:rect b="b" l="l" r="r" t="t"/>
              <a:pathLst>
                <a:path extrusionOk="0" h="29" w="23">
                  <a:moveTo>
                    <a:pt x="12" y="1"/>
                  </a:moveTo>
                  <a:cubicBezTo>
                    <a:pt x="6" y="1"/>
                    <a:pt x="0" y="7"/>
                    <a:pt x="0" y="12"/>
                  </a:cubicBezTo>
                  <a:lnTo>
                    <a:pt x="0" y="17"/>
                  </a:lnTo>
                  <a:cubicBezTo>
                    <a:pt x="0" y="23"/>
                    <a:pt x="6" y="28"/>
                    <a:pt x="12" y="28"/>
                  </a:cubicBezTo>
                  <a:cubicBezTo>
                    <a:pt x="18" y="28"/>
                    <a:pt x="22" y="23"/>
                    <a:pt x="22" y="17"/>
                  </a:cubicBezTo>
                  <a:lnTo>
                    <a:pt x="22" y="12"/>
                  </a:lnTo>
                  <a:cubicBezTo>
                    <a:pt x="22" y="7"/>
                    <a:pt x="18"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9"/>
            <p:cNvSpPr/>
            <p:nvPr/>
          </p:nvSpPr>
          <p:spPr>
            <a:xfrm>
              <a:off x="1803592" y="2247841"/>
              <a:ext cx="12464" cy="16430"/>
            </a:xfrm>
            <a:custGeom>
              <a:rect b="b" l="l" r="r" t="t"/>
              <a:pathLst>
                <a:path extrusionOk="0" h="29" w="22">
                  <a:moveTo>
                    <a:pt x="10" y="1"/>
                  </a:moveTo>
                  <a:cubicBezTo>
                    <a:pt x="6" y="1"/>
                    <a:pt x="0" y="7"/>
                    <a:pt x="0" y="12"/>
                  </a:cubicBezTo>
                  <a:lnTo>
                    <a:pt x="0" y="17"/>
                  </a:lnTo>
                  <a:cubicBezTo>
                    <a:pt x="0" y="23"/>
                    <a:pt x="6" y="28"/>
                    <a:pt x="10" y="28"/>
                  </a:cubicBezTo>
                  <a:cubicBezTo>
                    <a:pt x="16" y="28"/>
                    <a:pt x="22" y="23"/>
                    <a:pt x="22" y="17"/>
                  </a:cubicBezTo>
                  <a:lnTo>
                    <a:pt x="22" y="12"/>
                  </a:lnTo>
                  <a:cubicBezTo>
                    <a:pt x="22" y="7"/>
                    <a:pt x="18" y="1"/>
                    <a:pt x="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9"/>
            <p:cNvSpPr/>
            <p:nvPr/>
          </p:nvSpPr>
          <p:spPr>
            <a:xfrm>
              <a:off x="1769599" y="2278435"/>
              <a:ext cx="33427" cy="15864"/>
            </a:xfrm>
            <a:custGeom>
              <a:rect b="b" l="l" r="r" t="t"/>
              <a:pathLst>
                <a:path extrusionOk="0" h="28" w="59">
                  <a:moveTo>
                    <a:pt x="48" y="0"/>
                  </a:moveTo>
                  <a:cubicBezTo>
                    <a:pt x="46" y="0"/>
                    <a:pt x="43" y="1"/>
                    <a:pt x="40" y="3"/>
                  </a:cubicBezTo>
                  <a:cubicBezTo>
                    <a:pt x="36" y="6"/>
                    <a:pt x="33" y="8"/>
                    <a:pt x="29" y="8"/>
                  </a:cubicBezTo>
                  <a:cubicBezTo>
                    <a:pt x="26" y="8"/>
                    <a:pt x="22" y="6"/>
                    <a:pt x="18" y="3"/>
                  </a:cubicBezTo>
                  <a:cubicBezTo>
                    <a:pt x="16" y="2"/>
                    <a:pt x="14" y="1"/>
                    <a:pt x="12" y="1"/>
                  </a:cubicBezTo>
                  <a:cubicBezTo>
                    <a:pt x="9" y="1"/>
                    <a:pt x="7" y="3"/>
                    <a:pt x="4" y="5"/>
                  </a:cubicBezTo>
                  <a:cubicBezTo>
                    <a:pt x="1" y="10"/>
                    <a:pt x="2" y="16"/>
                    <a:pt x="5" y="19"/>
                  </a:cubicBezTo>
                  <a:cubicBezTo>
                    <a:pt x="13" y="25"/>
                    <a:pt x="23" y="28"/>
                    <a:pt x="30" y="28"/>
                  </a:cubicBezTo>
                  <a:cubicBezTo>
                    <a:pt x="37" y="28"/>
                    <a:pt x="46" y="25"/>
                    <a:pt x="53" y="19"/>
                  </a:cubicBezTo>
                  <a:cubicBezTo>
                    <a:pt x="59" y="16"/>
                    <a:pt x="59" y="9"/>
                    <a:pt x="54" y="5"/>
                  </a:cubicBezTo>
                  <a:cubicBezTo>
                    <a:pt x="54" y="2"/>
                    <a:pt x="51" y="0"/>
                    <a:pt x="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9"/>
            <p:cNvSpPr/>
            <p:nvPr/>
          </p:nvSpPr>
          <p:spPr>
            <a:xfrm>
              <a:off x="1684050" y="2052946"/>
              <a:ext cx="206792" cy="410752"/>
            </a:xfrm>
            <a:custGeom>
              <a:rect b="b" l="l" r="r" t="t"/>
              <a:pathLst>
                <a:path extrusionOk="0" h="725" w="365">
                  <a:moveTo>
                    <a:pt x="341" y="180"/>
                  </a:moveTo>
                  <a:lnTo>
                    <a:pt x="341" y="208"/>
                  </a:lnTo>
                  <a:cubicBezTo>
                    <a:pt x="290" y="212"/>
                    <a:pt x="237" y="214"/>
                    <a:pt x="184" y="214"/>
                  </a:cubicBezTo>
                  <a:cubicBezTo>
                    <a:pt x="130" y="214"/>
                    <a:pt x="76" y="212"/>
                    <a:pt x="22" y="208"/>
                  </a:cubicBezTo>
                  <a:lnTo>
                    <a:pt x="22" y="180"/>
                  </a:lnTo>
                  <a:close/>
                  <a:moveTo>
                    <a:pt x="210" y="278"/>
                  </a:moveTo>
                  <a:cubicBezTo>
                    <a:pt x="220" y="287"/>
                    <a:pt x="236" y="298"/>
                    <a:pt x="260" y="298"/>
                  </a:cubicBezTo>
                  <a:cubicBezTo>
                    <a:pt x="263" y="298"/>
                    <a:pt x="266" y="298"/>
                    <a:pt x="269" y="297"/>
                  </a:cubicBezTo>
                  <a:lnTo>
                    <a:pt x="269" y="375"/>
                  </a:lnTo>
                  <a:lnTo>
                    <a:pt x="270" y="375"/>
                  </a:lnTo>
                  <a:cubicBezTo>
                    <a:pt x="270" y="424"/>
                    <a:pt x="231" y="466"/>
                    <a:pt x="181" y="466"/>
                  </a:cubicBezTo>
                  <a:cubicBezTo>
                    <a:pt x="130" y="466"/>
                    <a:pt x="90" y="426"/>
                    <a:pt x="90" y="375"/>
                  </a:cubicBezTo>
                  <a:lnTo>
                    <a:pt x="90" y="297"/>
                  </a:lnTo>
                  <a:cubicBezTo>
                    <a:pt x="97" y="298"/>
                    <a:pt x="104" y="298"/>
                    <a:pt x="112" y="298"/>
                  </a:cubicBezTo>
                  <a:cubicBezTo>
                    <a:pt x="153" y="298"/>
                    <a:pt x="188" y="291"/>
                    <a:pt x="210" y="278"/>
                  </a:cubicBezTo>
                  <a:close/>
                  <a:moveTo>
                    <a:pt x="164" y="484"/>
                  </a:moveTo>
                  <a:cubicBezTo>
                    <a:pt x="169" y="484"/>
                    <a:pt x="175" y="486"/>
                    <a:pt x="181" y="486"/>
                  </a:cubicBezTo>
                  <a:cubicBezTo>
                    <a:pt x="185" y="486"/>
                    <a:pt x="191" y="486"/>
                    <a:pt x="197" y="484"/>
                  </a:cubicBezTo>
                  <a:lnTo>
                    <a:pt x="197" y="484"/>
                  </a:lnTo>
                  <a:lnTo>
                    <a:pt x="181" y="511"/>
                  </a:lnTo>
                  <a:lnTo>
                    <a:pt x="164" y="484"/>
                  </a:lnTo>
                  <a:close/>
                  <a:moveTo>
                    <a:pt x="106" y="458"/>
                  </a:moveTo>
                  <a:cubicBezTo>
                    <a:pt x="116" y="465"/>
                    <a:pt x="125" y="472"/>
                    <a:pt x="133" y="475"/>
                  </a:cubicBezTo>
                  <a:lnTo>
                    <a:pt x="166" y="527"/>
                  </a:lnTo>
                  <a:lnTo>
                    <a:pt x="146" y="538"/>
                  </a:lnTo>
                  <a:lnTo>
                    <a:pt x="90" y="463"/>
                  </a:lnTo>
                  <a:cubicBezTo>
                    <a:pt x="96" y="460"/>
                    <a:pt x="101" y="459"/>
                    <a:pt x="106" y="458"/>
                  </a:cubicBezTo>
                  <a:close/>
                  <a:moveTo>
                    <a:pt x="255" y="459"/>
                  </a:moveTo>
                  <a:cubicBezTo>
                    <a:pt x="260" y="460"/>
                    <a:pt x="265" y="465"/>
                    <a:pt x="270" y="466"/>
                  </a:cubicBezTo>
                  <a:lnTo>
                    <a:pt x="217" y="540"/>
                  </a:lnTo>
                  <a:lnTo>
                    <a:pt x="197" y="530"/>
                  </a:lnTo>
                  <a:lnTo>
                    <a:pt x="229" y="476"/>
                  </a:lnTo>
                  <a:cubicBezTo>
                    <a:pt x="239" y="472"/>
                    <a:pt x="246" y="465"/>
                    <a:pt x="255" y="459"/>
                  </a:cubicBezTo>
                  <a:close/>
                  <a:moveTo>
                    <a:pt x="181" y="544"/>
                  </a:moveTo>
                  <a:lnTo>
                    <a:pt x="195" y="553"/>
                  </a:lnTo>
                  <a:lnTo>
                    <a:pt x="181" y="567"/>
                  </a:lnTo>
                  <a:lnTo>
                    <a:pt x="166" y="553"/>
                  </a:lnTo>
                  <a:lnTo>
                    <a:pt x="181" y="544"/>
                  </a:lnTo>
                  <a:close/>
                  <a:moveTo>
                    <a:pt x="75" y="478"/>
                  </a:moveTo>
                  <a:lnTo>
                    <a:pt x="138" y="560"/>
                  </a:lnTo>
                  <a:cubicBezTo>
                    <a:pt x="139" y="563"/>
                    <a:pt x="142" y="563"/>
                    <a:pt x="146" y="563"/>
                  </a:cubicBezTo>
                  <a:lnTo>
                    <a:pt x="149" y="563"/>
                  </a:lnTo>
                  <a:lnTo>
                    <a:pt x="132" y="702"/>
                  </a:lnTo>
                  <a:lnTo>
                    <a:pt x="48" y="702"/>
                  </a:lnTo>
                  <a:lnTo>
                    <a:pt x="48" y="547"/>
                  </a:lnTo>
                  <a:lnTo>
                    <a:pt x="47" y="547"/>
                  </a:lnTo>
                  <a:cubicBezTo>
                    <a:pt x="47" y="520"/>
                    <a:pt x="58" y="497"/>
                    <a:pt x="75" y="478"/>
                  </a:cubicBezTo>
                  <a:close/>
                  <a:moveTo>
                    <a:pt x="286" y="478"/>
                  </a:moveTo>
                  <a:cubicBezTo>
                    <a:pt x="305" y="497"/>
                    <a:pt x="315" y="523"/>
                    <a:pt x="315" y="547"/>
                  </a:cubicBezTo>
                  <a:lnTo>
                    <a:pt x="315" y="703"/>
                  </a:lnTo>
                  <a:lnTo>
                    <a:pt x="233" y="703"/>
                  </a:lnTo>
                  <a:lnTo>
                    <a:pt x="229" y="670"/>
                  </a:lnTo>
                  <a:cubicBezTo>
                    <a:pt x="229" y="664"/>
                    <a:pt x="224" y="661"/>
                    <a:pt x="217" y="661"/>
                  </a:cubicBezTo>
                  <a:cubicBezTo>
                    <a:pt x="211" y="661"/>
                    <a:pt x="207" y="667"/>
                    <a:pt x="207" y="674"/>
                  </a:cubicBezTo>
                  <a:lnTo>
                    <a:pt x="211" y="705"/>
                  </a:lnTo>
                  <a:lnTo>
                    <a:pt x="149" y="705"/>
                  </a:lnTo>
                  <a:lnTo>
                    <a:pt x="166" y="583"/>
                  </a:lnTo>
                  <a:cubicBezTo>
                    <a:pt x="169" y="586"/>
                    <a:pt x="175" y="589"/>
                    <a:pt x="181" y="589"/>
                  </a:cubicBezTo>
                  <a:cubicBezTo>
                    <a:pt x="185" y="589"/>
                    <a:pt x="191" y="586"/>
                    <a:pt x="195" y="583"/>
                  </a:cubicBezTo>
                  <a:lnTo>
                    <a:pt x="200" y="632"/>
                  </a:lnTo>
                  <a:cubicBezTo>
                    <a:pt x="200" y="638"/>
                    <a:pt x="205" y="641"/>
                    <a:pt x="211" y="641"/>
                  </a:cubicBezTo>
                  <a:lnTo>
                    <a:pt x="213" y="641"/>
                  </a:lnTo>
                  <a:cubicBezTo>
                    <a:pt x="218" y="641"/>
                    <a:pt x="221" y="635"/>
                    <a:pt x="221" y="628"/>
                  </a:cubicBezTo>
                  <a:lnTo>
                    <a:pt x="213" y="563"/>
                  </a:lnTo>
                  <a:lnTo>
                    <a:pt x="217" y="563"/>
                  </a:lnTo>
                  <a:cubicBezTo>
                    <a:pt x="220" y="563"/>
                    <a:pt x="224" y="562"/>
                    <a:pt x="226" y="560"/>
                  </a:cubicBezTo>
                  <a:lnTo>
                    <a:pt x="286" y="478"/>
                  </a:lnTo>
                  <a:close/>
                  <a:moveTo>
                    <a:pt x="12" y="0"/>
                  </a:moveTo>
                  <a:cubicBezTo>
                    <a:pt x="10" y="0"/>
                    <a:pt x="7" y="1"/>
                    <a:pt x="5" y="4"/>
                  </a:cubicBezTo>
                  <a:cubicBezTo>
                    <a:pt x="2" y="5"/>
                    <a:pt x="0" y="11"/>
                    <a:pt x="2" y="14"/>
                  </a:cubicBezTo>
                  <a:lnTo>
                    <a:pt x="26" y="161"/>
                  </a:lnTo>
                  <a:lnTo>
                    <a:pt x="19" y="161"/>
                  </a:lnTo>
                  <a:cubicBezTo>
                    <a:pt x="9" y="161"/>
                    <a:pt x="0" y="170"/>
                    <a:pt x="0" y="180"/>
                  </a:cubicBezTo>
                  <a:lnTo>
                    <a:pt x="0" y="212"/>
                  </a:lnTo>
                  <a:cubicBezTo>
                    <a:pt x="0" y="222"/>
                    <a:pt x="8" y="229"/>
                    <a:pt x="18" y="231"/>
                  </a:cubicBezTo>
                  <a:lnTo>
                    <a:pt x="25" y="231"/>
                  </a:lnTo>
                  <a:cubicBezTo>
                    <a:pt x="25" y="244"/>
                    <a:pt x="26" y="250"/>
                    <a:pt x="31" y="281"/>
                  </a:cubicBezTo>
                  <a:cubicBezTo>
                    <a:pt x="31" y="287"/>
                    <a:pt x="36" y="291"/>
                    <a:pt x="41" y="291"/>
                  </a:cubicBezTo>
                  <a:lnTo>
                    <a:pt x="44" y="291"/>
                  </a:lnTo>
                  <a:cubicBezTo>
                    <a:pt x="48" y="291"/>
                    <a:pt x="54" y="286"/>
                    <a:pt x="52" y="278"/>
                  </a:cubicBezTo>
                  <a:cubicBezTo>
                    <a:pt x="48" y="244"/>
                    <a:pt x="47" y="241"/>
                    <a:pt x="47" y="231"/>
                  </a:cubicBezTo>
                  <a:lnTo>
                    <a:pt x="47" y="231"/>
                  </a:lnTo>
                  <a:cubicBezTo>
                    <a:pt x="93" y="234"/>
                    <a:pt x="140" y="236"/>
                    <a:pt x="188" y="236"/>
                  </a:cubicBezTo>
                  <a:cubicBezTo>
                    <a:pt x="230" y="236"/>
                    <a:pt x="273" y="234"/>
                    <a:pt x="315" y="231"/>
                  </a:cubicBezTo>
                  <a:lnTo>
                    <a:pt x="315" y="231"/>
                  </a:lnTo>
                  <a:cubicBezTo>
                    <a:pt x="315" y="242"/>
                    <a:pt x="315" y="237"/>
                    <a:pt x="301" y="352"/>
                  </a:cubicBezTo>
                  <a:cubicBezTo>
                    <a:pt x="301" y="358"/>
                    <a:pt x="296" y="361"/>
                    <a:pt x="292" y="361"/>
                  </a:cubicBezTo>
                  <a:lnTo>
                    <a:pt x="292" y="293"/>
                  </a:lnTo>
                  <a:cubicBezTo>
                    <a:pt x="292" y="289"/>
                    <a:pt x="291" y="284"/>
                    <a:pt x="286" y="281"/>
                  </a:cubicBezTo>
                  <a:cubicBezTo>
                    <a:pt x="283" y="278"/>
                    <a:pt x="279" y="278"/>
                    <a:pt x="276" y="278"/>
                  </a:cubicBezTo>
                  <a:cubicBezTo>
                    <a:pt x="274" y="279"/>
                    <a:pt x="271" y="279"/>
                    <a:pt x="268" y="279"/>
                  </a:cubicBezTo>
                  <a:cubicBezTo>
                    <a:pt x="255" y="279"/>
                    <a:pt x="239" y="275"/>
                    <a:pt x="221" y="260"/>
                  </a:cubicBezTo>
                  <a:cubicBezTo>
                    <a:pt x="219" y="258"/>
                    <a:pt x="215" y="257"/>
                    <a:pt x="211" y="257"/>
                  </a:cubicBezTo>
                  <a:cubicBezTo>
                    <a:pt x="209" y="257"/>
                    <a:pt x="206" y="257"/>
                    <a:pt x="204" y="258"/>
                  </a:cubicBezTo>
                  <a:cubicBezTo>
                    <a:pt x="185" y="271"/>
                    <a:pt x="150" y="278"/>
                    <a:pt x="110" y="278"/>
                  </a:cubicBezTo>
                  <a:cubicBezTo>
                    <a:pt x="103" y="278"/>
                    <a:pt x="96" y="277"/>
                    <a:pt x="88" y="277"/>
                  </a:cubicBezTo>
                  <a:cubicBezTo>
                    <a:pt x="84" y="277"/>
                    <a:pt x="80" y="278"/>
                    <a:pt x="77" y="280"/>
                  </a:cubicBezTo>
                  <a:cubicBezTo>
                    <a:pt x="74" y="283"/>
                    <a:pt x="73" y="287"/>
                    <a:pt x="73" y="291"/>
                  </a:cubicBezTo>
                  <a:lnTo>
                    <a:pt x="73" y="359"/>
                  </a:lnTo>
                  <a:cubicBezTo>
                    <a:pt x="67" y="359"/>
                    <a:pt x="62" y="356"/>
                    <a:pt x="62" y="351"/>
                  </a:cubicBezTo>
                  <a:lnTo>
                    <a:pt x="60" y="320"/>
                  </a:lnTo>
                  <a:cubicBezTo>
                    <a:pt x="60" y="315"/>
                    <a:pt x="55" y="310"/>
                    <a:pt x="49" y="310"/>
                  </a:cubicBezTo>
                  <a:cubicBezTo>
                    <a:pt x="48" y="310"/>
                    <a:pt x="47" y="310"/>
                    <a:pt x="47" y="310"/>
                  </a:cubicBezTo>
                  <a:cubicBezTo>
                    <a:pt x="41" y="310"/>
                    <a:pt x="36" y="316"/>
                    <a:pt x="38" y="323"/>
                  </a:cubicBezTo>
                  <a:lnTo>
                    <a:pt x="41" y="354"/>
                  </a:lnTo>
                  <a:cubicBezTo>
                    <a:pt x="44" y="369"/>
                    <a:pt x="55" y="381"/>
                    <a:pt x="73" y="381"/>
                  </a:cubicBezTo>
                  <a:cubicBezTo>
                    <a:pt x="74" y="403"/>
                    <a:pt x="81" y="424"/>
                    <a:pt x="94" y="440"/>
                  </a:cubicBezTo>
                  <a:cubicBezTo>
                    <a:pt x="52" y="460"/>
                    <a:pt x="26" y="501"/>
                    <a:pt x="26" y="547"/>
                  </a:cubicBezTo>
                  <a:lnTo>
                    <a:pt x="26" y="713"/>
                  </a:lnTo>
                  <a:cubicBezTo>
                    <a:pt x="26" y="719"/>
                    <a:pt x="32" y="725"/>
                    <a:pt x="38" y="725"/>
                  </a:cubicBezTo>
                  <a:lnTo>
                    <a:pt x="328" y="725"/>
                  </a:lnTo>
                  <a:cubicBezTo>
                    <a:pt x="334" y="725"/>
                    <a:pt x="340" y="719"/>
                    <a:pt x="340" y="713"/>
                  </a:cubicBezTo>
                  <a:lnTo>
                    <a:pt x="340" y="547"/>
                  </a:lnTo>
                  <a:cubicBezTo>
                    <a:pt x="340" y="502"/>
                    <a:pt x="312" y="460"/>
                    <a:pt x="272" y="440"/>
                  </a:cubicBezTo>
                  <a:cubicBezTo>
                    <a:pt x="285" y="424"/>
                    <a:pt x="292" y="403"/>
                    <a:pt x="294" y="381"/>
                  </a:cubicBezTo>
                  <a:cubicBezTo>
                    <a:pt x="311" y="381"/>
                    <a:pt x="322" y="368"/>
                    <a:pt x="325" y="354"/>
                  </a:cubicBezTo>
                  <a:cubicBezTo>
                    <a:pt x="337" y="242"/>
                    <a:pt x="340" y="244"/>
                    <a:pt x="340" y="229"/>
                  </a:cubicBezTo>
                  <a:lnTo>
                    <a:pt x="347" y="229"/>
                  </a:lnTo>
                  <a:cubicBezTo>
                    <a:pt x="357" y="229"/>
                    <a:pt x="364" y="221"/>
                    <a:pt x="364" y="209"/>
                  </a:cubicBezTo>
                  <a:lnTo>
                    <a:pt x="364" y="179"/>
                  </a:lnTo>
                  <a:cubicBezTo>
                    <a:pt x="361" y="169"/>
                    <a:pt x="351" y="161"/>
                    <a:pt x="341" y="161"/>
                  </a:cubicBezTo>
                  <a:lnTo>
                    <a:pt x="334" y="161"/>
                  </a:lnTo>
                  <a:lnTo>
                    <a:pt x="344" y="98"/>
                  </a:lnTo>
                  <a:cubicBezTo>
                    <a:pt x="347" y="92"/>
                    <a:pt x="341" y="86"/>
                    <a:pt x="335" y="85"/>
                  </a:cubicBezTo>
                  <a:cubicBezTo>
                    <a:pt x="335" y="85"/>
                    <a:pt x="334" y="85"/>
                    <a:pt x="334" y="85"/>
                  </a:cubicBezTo>
                  <a:cubicBezTo>
                    <a:pt x="329" y="85"/>
                    <a:pt x="325" y="90"/>
                    <a:pt x="322" y="94"/>
                  </a:cubicBezTo>
                  <a:lnTo>
                    <a:pt x="311" y="161"/>
                  </a:lnTo>
                  <a:lnTo>
                    <a:pt x="45" y="161"/>
                  </a:lnTo>
                  <a:lnTo>
                    <a:pt x="22" y="33"/>
                  </a:lnTo>
                  <a:lnTo>
                    <a:pt x="22" y="33"/>
                  </a:lnTo>
                  <a:lnTo>
                    <a:pt x="104" y="75"/>
                  </a:lnTo>
                  <a:cubicBezTo>
                    <a:pt x="106" y="75"/>
                    <a:pt x="107" y="76"/>
                    <a:pt x="109" y="76"/>
                  </a:cubicBezTo>
                  <a:cubicBezTo>
                    <a:pt x="111" y="76"/>
                    <a:pt x="113" y="75"/>
                    <a:pt x="116" y="72"/>
                  </a:cubicBezTo>
                  <a:lnTo>
                    <a:pt x="177" y="26"/>
                  </a:lnTo>
                  <a:lnTo>
                    <a:pt x="239" y="72"/>
                  </a:lnTo>
                  <a:cubicBezTo>
                    <a:pt x="241" y="74"/>
                    <a:pt x="244" y="75"/>
                    <a:pt x="246" y="75"/>
                  </a:cubicBezTo>
                  <a:cubicBezTo>
                    <a:pt x="247" y="75"/>
                    <a:pt x="248" y="75"/>
                    <a:pt x="249" y="75"/>
                  </a:cubicBezTo>
                  <a:lnTo>
                    <a:pt x="333" y="33"/>
                  </a:lnTo>
                  <a:lnTo>
                    <a:pt x="328" y="50"/>
                  </a:lnTo>
                  <a:cubicBezTo>
                    <a:pt x="327" y="56"/>
                    <a:pt x="333" y="62"/>
                    <a:pt x="337" y="63"/>
                  </a:cubicBezTo>
                  <a:cubicBezTo>
                    <a:pt x="338" y="63"/>
                    <a:pt x="338" y="64"/>
                    <a:pt x="339" y="64"/>
                  </a:cubicBezTo>
                  <a:cubicBezTo>
                    <a:pt x="344" y="64"/>
                    <a:pt x="349" y="60"/>
                    <a:pt x="350" y="55"/>
                  </a:cubicBezTo>
                  <a:lnTo>
                    <a:pt x="357" y="14"/>
                  </a:lnTo>
                  <a:cubicBezTo>
                    <a:pt x="357" y="11"/>
                    <a:pt x="357" y="7"/>
                    <a:pt x="354" y="4"/>
                  </a:cubicBezTo>
                  <a:cubicBezTo>
                    <a:pt x="351" y="2"/>
                    <a:pt x="349" y="1"/>
                    <a:pt x="346" y="1"/>
                  </a:cubicBezTo>
                  <a:cubicBezTo>
                    <a:pt x="345" y="1"/>
                    <a:pt x="344" y="1"/>
                    <a:pt x="343" y="1"/>
                  </a:cubicBezTo>
                  <a:lnTo>
                    <a:pt x="247" y="50"/>
                  </a:lnTo>
                  <a:lnTo>
                    <a:pt x="185" y="4"/>
                  </a:lnTo>
                  <a:cubicBezTo>
                    <a:pt x="184" y="2"/>
                    <a:pt x="182" y="1"/>
                    <a:pt x="179" y="1"/>
                  </a:cubicBezTo>
                  <a:cubicBezTo>
                    <a:pt x="177" y="1"/>
                    <a:pt x="175" y="2"/>
                    <a:pt x="174" y="4"/>
                  </a:cubicBezTo>
                  <a:lnTo>
                    <a:pt x="112" y="50"/>
                  </a:lnTo>
                  <a:lnTo>
                    <a:pt x="16" y="1"/>
                  </a:lnTo>
                  <a:cubicBezTo>
                    <a:pt x="15" y="1"/>
                    <a:pt x="13"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9"/>
            <p:cNvSpPr/>
            <p:nvPr/>
          </p:nvSpPr>
          <p:spPr>
            <a:xfrm>
              <a:off x="1766766" y="2088639"/>
              <a:ext cx="39092" cy="46458"/>
            </a:xfrm>
            <a:custGeom>
              <a:rect b="b" l="l" r="r" t="t"/>
              <a:pathLst>
                <a:path extrusionOk="0" h="82" w="69">
                  <a:moveTo>
                    <a:pt x="35" y="23"/>
                  </a:moveTo>
                  <a:lnTo>
                    <a:pt x="46" y="42"/>
                  </a:lnTo>
                  <a:lnTo>
                    <a:pt x="35" y="59"/>
                  </a:lnTo>
                  <a:lnTo>
                    <a:pt x="22" y="42"/>
                  </a:lnTo>
                  <a:lnTo>
                    <a:pt x="35" y="23"/>
                  </a:lnTo>
                  <a:close/>
                  <a:moveTo>
                    <a:pt x="35" y="0"/>
                  </a:moveTo>
                  <a:cubicBezTo>
                    <a:pt x="29" y="0"/>
                    <a:pt x="23" y="3"/>
                    <a:pt x="20" y="7"/>
                  </a:cubicBezTo>
                  <a:lnTo>
                    <a:pt x="3" y="31"/>
                  </a:lnTo>
                  <a:cubicBezTo>
                    <a:pt x="0" y="36"/>
                    <a:pt x="0" y="45"/>
                    <a:pt x="3" y="51"/>
                  </a:cubicBezTo>
                  <a:lnTo>
                    <a:pt x="20" y="74"/>
                  </a:lnTo>
                  <a:cubicBezTo>
                    <a:pt x="23" y="80"/>
                    <a:pt x="29" y="81"/>
                    <a:pt x="35" y="81"/>
                  </a:cubicBezTo>
                  <a:cubicBezTo>
                    <a:pt x="39" y="81"/>
                    <a:pt x="45" y="78"/>
                    <a:pt x="49" y="74"/>
                  </a:cubicBezTo>
                  <a:lnTo>
                    <a:pt x="65" y="51"/>
                  </a:lnTo>
                  <a:cubicBezTo>
                    <a:pt x="68" y="45"/>
                    <a:pt x="68" y="36"/>
                    <a:pt x="65" y="31"/>
                  </a:cubicBezTo>
                  <a:lnTo>
                    <a:pt x="49" y="7"/>
                  </a:lnTo>
                  <a:cubicBezTo>
                    <a:pt x="46" y="2"/>
                    <a:pt x="39" y="0"/>
                    <a:pt x="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0" name="Google Shape;3000;p49"/>
          <p:cNvGrpSpPr/>
          <p:nvPr/>
        </p:nvGrpSpPr>
        <p:grpSpPr>
          <a:xfrm>
            <a:off x="3173516" y="1413872"/>
            <a:ext cx="334266" cy="410752"/>
            <a:chOff x="3173516" y="1413872"/>
            <a:chExt cx="334266" cy="410752"/>
          </a:xfrm>
        </p:grpSpPr>
        <p:sp>
          <p:nvSpPr>
            <p:cNvPr id="3001" name="Google Shape;3001;p49"/>
            <p:cNvSpPr/>
            <p:nvPr/>
          </p:nvSpPr>
          <p:spPr>
            <a:xfrm>
              <a:off x="3383707" y="1592337"/>
              <a:ext cx="124075" cy="230588"/>
            </a:xfrm>
            <a:custGeom>
              <a:rect b="b" l="l" r="r" t="t"/>
              <a:pathLst>
                <a:path extrusionOk="0" h="407" w="219">
                  <a:moveTo>
                    <a:pt x="165" y="337"/>
                  </a:moveTo>
                  <a:cubicBezTo>
                    <a:pt x="166" y="337"/>
                    <a:pt x="167" y="339"/>
                    <a:pt x="167" y="340"/>
                  </a:cubicBezTo>
                  <a:lnTo>
                    <a:pt x="167" y="385"/>
                  </a:lnTo>
                  <a:cubicBezTo>
                    <a:pt x="167" y="387"/>
                    <a:pt x="165" y="387"/>
                    <a:pt x="165" y="387"/>
                  </a:cubicBezTo>
                  <a:lnTo>
                    <a:pt x="22" y="387"/>
                  </a:lnTo>
                  <a:cubicBezTo>
                    <a:pt x="21" y="387"/>
                    <a:pt x="21" y="385"/>
                    <a:pt x="21" y="385"/>
                  </a:cubicBezTo>
                  <a:lnTo>
                    <a:pt x="21" y="340"/>
                  </a:lnTo>
                  <a:cubicBezTo>
                    <a:pt x="21" y="337"/>
                    <a:pt x="22" y="337"/>
                    <a:pt x="22" y="337"/>
                  </a:cubicBezTo>
                  <a:lnTo>
                    <a:pt x="165" y="337"/>
                  </a:lnTo>
                  <a:cubicBezTo>
                    <a:pt x="165" y="337"/>
                    <a:pt x="165" y="337"/>
                    <a:pt x="165" y="337"/>
                  </a:cubicBezTo>
                  <a:close/>
                  <a:moveTo>
                    <a:pt x="180" y="1"/>
                  </a:moveTo>
                  <a:cubicBezTo>
                    <a:pt x="158" y="1"/>
                    <a:pt x="142" y="18"/>
                    <a:pt x="142" y="38"/>
                  </a:cubicBezTo>
                  <a:lnTo>
                    <a:pt x="142" y="93"/>
                  </a:lnTo>
                  <a:cubicBezTo>
                    <a:pt x="136" y="90"/>
                    <a:pt x="132" y="89"/>
                    <a:pt x="128" y="89"/>
                  </a:cubicBezTo>
                  <a:cubicBezTo>
                    <a:pt x="108" y="89"/>
                    <a:pt x="92" y="105"/>
                    <a:pt x="92" y="125"/>
                  </a:cubicBezTo>
                  <a:cubicBezTo>
                    <a:pt x="92" y="137"/>
                    <a:pt x="93" y="144"/>
                    <a:pt x="87" y="148"/>
                  </a:cubicBezTo>
                  <a:lnTo>
                    <a:pt x="66" y="167"/>
                  </a:lnTo>
                  <a:cubicBezTo>
                    <a:pt x="44" y="187"/>
                    <a:pt x="31" y="213"/>
                    <a:pt x="31" y="245"/>
                  </a:cubicBezTo>
                  <a:lnTo>
                    <a:pt x="31" y="314"/>
                  </a:lnTo>
                  <a:lnTo>
                    <a:pt x="24" y="314"/>
                  </a:lnTo>
                  <a:cubicBezTo>
                    <a:pt x="12" y="314"/>
                    <a:pt x="1" y="326"/>
                    <a:pt x="1" y="339"/>
                  </a:cubicBezTo>
                  <a:lnTo>
                    <a:pt x="1" y="384"/>
                  </a:lnTo>
                  <a:cubicBezTo>
                    <a:pt x="1" y="397"/>
                    <a:pt x="12" y="407"/>
                    <a:pt x="24" y="407"/>
                  </a:cubicBezTo>
                  <a:lnTo>
                    <a:pt x="167" y="407"/>
                  </a:lnTo>
                  <a:cubicBezTo>
                    <a:pt x="180" y="407"/>
                    <a:pt x="190" y="397"/>
                    <a:pt x="190" y="384"/>
                  </a:cubicBezTo>
                  <a:lnTo>
                    <a:pt x="190" y="339"/>
                  </a:lnTo>
                  <a:cubicBezTo>
                    <a:pt x="190" y="326"/>
                    <a:pt x="180" y="314"/>
                    <a:pt x="167" y="314"/>
                  </a:cubicBezTo>
                  <a:lnTo>
                    <a:pt x="160" y="314"/>
                  </a:lnTo>
                  <a:lnTo>
                    <a:pt x="160" y="310"/>
                  </a:lnTo>
                  <a:cubicBezTo>
                    <a:pt x="160" y="300"/>
                    <a:pt x="165" y="290"/>
                    <a:pt x="173" y="284"/>
                  </a:cubicBezTo>
                  <a:lnTo>
                    <a:pt x="196" y="268"/>
                  </a:lnTo>
                  <a:cubicBezTo>
                    <a:pt x="210" y="259"/>
                    <a:pt x="219" y="242"/>
                    <a:pt x="219" y="226"/>
                  </a:cubicBezTo>
                  <a:lnTo>
                    <a:pt x="219" y="160"/>
                  </a:lnTo>
                  <a:cubicBezTo>
                    <a:pt x="219" y="154"/>
                    <a:pt x="214" y="148"/>
                    <a:pt x="209" y="148"/>
                  </a:cubicBezTo>
                  <a:cubicBezTo>
                    <a:pt x="203" y="148"/>
                    <a:pt x="197" y="154"/>
                    <a:pt x="197" y="160"/>
                  </a:cubicBezTo>
                  <a:lnTo>
                    <a:pt x="197" y="226"/>
                  </a:lnTo>
                  <a:cubicBezTo>
                    <a:pt x="197" y="235"/>
                    <a:pt x="193" y="246"/>
                    <a:pt x="186" y="252"/>
                  </a:cubicBezTo>
                  <a:lnTo>
                    <a:pt x="161" y="268"/>
                  </a:lnTo>
                  <a:cubicBezTo>
                    <a:pt x="147" y="277"/>
                    <a:pt x="138" y="293"/>
                    <a:pt x="138" y="310"/>
                  </a:cubicBezTo>
                  <a:lnTo>
                    <a:pt x="138" y="314"/>
                  </a:lnTo>
                  <a:lnTo>
                    <a:pt x="50" y="314"/>
                  </a:lnTo>
                  <a:lnTo>
                    <a:pt x="50" y="245"/>
                  </a:lnTo>
                  <a:cubicBezTo>
                    <a:pt x="50" y="220"/>
                    <a:pt x="60" y="199"/>
                    <a:pt x="77" y="183"/>
                  </a:cubicBezTo>
                  <a:lnTo>
                    <a:pt x="99" y="166"/>
                  </a:lnTo>
                  <a:cubicBezTo>
                    <a:pt x="115" y="151"/>
                    <a:pt x="109" y="132"/>
                    <a:pt x="109" y="125"/>
                  </a:cubicBezTo>
                  <a:cubicBezTo>
                    <a:pt x="109" y="116"/>
                    <a:pt x="116" y="111"/>
                    <a:pt x="123" y="111"/>
                  </a:cubicBezTo>
                  <a:cubicBezTo>
                    <a:pt x="132" y="111"/>
                    <a:pt x="138" y="118"/>
                    <a:pt x="138" y="125"/>
                  </a:cubicBezTo>
                  <a:lnTo>
                    <a:pt x="138" y="158"/>
                  </a:lnTo>
                  <a:cubicBezTo>
                    <a:pt x="138" y="167"/>
                    <a:pt x="135" y="176"/>
                    <a:pt x="128" y="181"/>
                  </a:cubicBezTo>
                  <a:lnTo>
                    <a:pt x="100" y="206"/>
                  </a:lnTo>
                  <a:cubicBezTo>
                    <a:pt x="96" y="210"/>
                    <a:pt x="95" y="218"/>
                    <a:pt x="100" y="220"/>
                  </a:cubicBezTo>
                  <a:cubicBezTo>
                    <a:pt x="102" y="223"/>
                    <a:pt x="106" y="225"/>
                    <a:pt x="108" y="225"/>
                  </a:cubicBezTo>
                  <a:cubicBezTo>
                    <a:pt x="109" y="225"/>
                    <a:pt x="113" y="223"/>
                    <a:pt x="115" y="220"/>
                  </a:cubicBezTo>
                  <a:lnTo>
                    <a:pt x="142" y="196"/>
                  </a:lnTo>
                  <a:cubicBezTo>
                    <a:pt x="152" y="184"/>
                    <a:pt x="160" y="170"/>
                    <a:pt x="160" y="158"/>
                  </a:cubicBezTo>
                  <a:lnTo>
                    <a:pt x="160" y="37"/>
                  </a:lnTo>
                  <a:cubicBezTo>
                    <a:pt x="160" y="28"/>
                    <a:pt x="167" y="18"/>
                    <a:pt x="178" y="18"/>
                  </a:cubicBezTo>
                  <a:cubicBezTo>
                    <a:pt x="187" y="18"/>
                    <a:pt x="196" y="25"/>
                    <a:pt x="196" y="37"/>
                  </a:cubicBezTo>
                  <a:lnTo>
                    <a:pt x="196" y="118"/>
                  </a:lnTo>
                  <a:cubicBezTo>
                    <a:pt x="196" y="125"/>
                    <a:pt x="200" y="131"/>
                    <a:pt x="207" y="131"/>
                  </a:cubicBezTo>
                  <a:cubicBezTo>
                    <a:pt x="212" y="131"/>
                    <a:pt x="217" y="125"/>
                    <a:pt x="217" y="119"/>
                  </a:cubicBezTo>
                  <a:lnTo>
                    <a:pt x="217" y="38"/>
                  </a:lnTo>
                  <a:cubicBezTo>
                    <a:pt x="217" y="17"/>
                    <a:pt x="200" y="1"/>
                    <a:pt x="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9"/>
            <p:cNvSpPr/>
            <p:nvPr/>
          </p:nvSpPr>
          <p:spPr>
            <a:xfrm>
              <a:off x="3231304" y="1413872"/>
              <a:ext cx="217556" cy="279878"/>
            </a:xfrm>
            <a:custGeom>
              <a:rect b="b" l="l" r="r" t="t"/>
              <a:pathLst>
                <a:path extrusionOk="0" h="494" w="384">
                  <a:moveTo>
                    <a:pt x="53" y="77"/>
                  </a:moveTo>
                  <a:lnTo>
                    <a:pt x="53" y="106"/>
                  </a:lnTo>
                  <a:cubicBezTo>
                    <a:pt x="53" y="122"/>
                    <a:pt x="57" y="138"/>
                    <a:pt x="62" y="155"/>
                  </a:cubicBezTo>
                  <a:cubicBezTo>
                    <a:pt x="53" y="155"/>
                    <a:pt x="46" y="151"/>
                    <a:pt x="43" y="142"/>
                  </a:cubicBezTo>
                  <a:lnTo>
                    <a:pt x="28" y="109"/>
                  </a:lnTo>
                  <a:cubicBezTo>
                    <a:pt x="24" y="99"/>
                    <a:pt x="28" y="86"/>
                    <a:pt x="38" y="83"/>
                  </a:cubicBezTo>
                  <a:lnTo>
                    <a:pt x="53" y="77"/>
                  </a:lnTo>
                  <a:close/>
                  <a:moveTo>
                    <a:pt x="326" y="77"/>
                  </a:moveTo>
                  <a:lnTo>
                    <a:pt x="340" y="83"/>
                  </a:lnTo>
                  <a:cubicBezTo>
                    <a:pt x="351" y="86"/>
                    <a:pt x="356" y="99"/>
                    <a:pt x="351" y="109"/>
                  </a:cubicBezTo>
                  <a:lnTo>
                    <a:pt x="336" y="142"/>
                  </a:lnTo>
                  <a:cubicBezTo>
                    <a:pt x="333" y="151"/>
                    <a:pt x="324" y="155"/>
                    <a:pt x="317" y="155"/>
                  </a:cubicBezTo>
                  <a:cubicBezTo>
                    <a:pt x="322" y="141"/>
                    <a:pt x="326" y="124"/>
                    <a:pt x="326" y="106"/>
                  </a:cubicBezTo>
                  <a:lnTo>
                    <a:pt x="326" y="77"/>
                  </a:lnTo>
                  <a:close/>
                  <a:moveTo>
                    <a:pt x="205" y="241"/>
                  </a:moveTo>
                  <a:lnTo>
                    <a:pt x="205" y="325"/>
                  </a:lnTo>
                  <a:lnTo>
                    <a:pt x="173" y="325"/>
                  </a:lnTo>
                  <a:lnTo>
                    <a:pt x="173" y="241"/>
                  </a:lnTo>
                  <a:cubicBezTo>
                    <a:pt x="177" y="241"/>
                    <a:pt x="183" y="244"/>
                    <a:pt x="189" y="244"/>
                  </a:cubicBezTo>
                  <a:cubicBezTo>
                    <a:pt x="194" y="244"/>
                    <a:pt x="199" y="244"/>
                    <a:pt x="205" y="241"/>
                  </a:cubicBezTo>
                  <a:close/>
                  <a:moveTo>
                    <a:pt x="248" y="346"/>
                  </a:moveTo>
                  <a:lnTo>
                    <a:pt x="248" y="366"/>
                  </a:lnTo>
                  <a:lnTo>
                    <a:pt x="132" y="366"/>
                  </a:lnTo>
                  <a:lnTo>
                    <a:pt x="132" y="346"/>
                  </a:lnTo>
                  <a:close/>
                  <a:moveTo>
                    <a:pt x="281" y="388"/>
                  </a:moveTo>
                  <a:lnTo>
                    <a:pt x="281" y="472"/>
                  </a:lnTo>
                  <a:lnTo>
                    <a:pt x="101" y="472"/>
                  </a:lnTo>
                  <a:lnTo>
                    <a:pt x="101" y="388"/>
                  </a:lnTo>
                  <a:close/>
                  <a:moveTo>
                    <a:pt x="47" y="1"/>
                  </a:moveTo>
                  <a:cubicBezTo>
                    <a:pt x="41" y="1"/>
                    <a:pt x="37" y="7"/>
                    <a:pt x="37" y="12"/>
                  </a:cubicBezTo>
                  <a:cubicBezTo>
                    <a:pt x="37" y="17"/>
                    <a:pt x="41" y="23"/>
                    <a:pt x="47" y="23"/>
                  </a:cubicBezTo>
                  <a:lnTo>
                    <a:pt x="54" y="23"/>
                  </a:lnTo>
                  <a:lnTo>
                    <a:pt x="54" y="53"/>
                  </a:lnTo>
                  <a:lnTo>
                    <a:pt x="33" y="63"/>
                  </a:lnTo>
                  <a:cubicBezTo>
                    <a:pt x="11" y="72"/>
                    <a:pt x="1" y="95"/>
                    <a:pt x="10" y="116"/>
                  </a:cubicBezTo>
                  <a:lnTo>
                    <a:pt x="23" y="150"/>
                  </a:lnTo>
                  <a:cubicBezTo>
                    <a:pt x="28" y="164"/>
                    <a:pt x="44" y="174"/>
                    <a:pt x="60" y="174"/>
                  </a:cubicBezTo>
                  <a:cubicBezTo>
                    <a:pt x="64" y="174"/>
                    <a:pt x="67" y="174"/>
                    <a:pt x="72" y="173"/>
                  </a:cubicBezTo>
                  <a:cubicBezTo>
                    <a:pt x="75" y="180"/>
                    <a:pt x="80" y="187"/>
                    <a:pt x="86" y="193"/>
                  </a:cubicBezTo>
                  <a:cubicBezTo>
                    <a:pt x="88" y="195"/>
                    <a:pt x="91" y="196"/>
                    <a:pt x="95" y="196"/>
                  </a:cubicBezTo>
                  <a:cubicBezTo>
                    <a:pt x="97" y="196"/>
                    <a:pt x="99" y="196"/>
                    <a:pt x="101" y="194"/>
                  </a:cubicBezTo>
                  <a:cubicBezTo>
                    <a:pt x="103" y="192"/>
                    <a:pt x="105" y="183"/>
                    <a:pt x="102" y="180"/>
                  </a:cubicBezTo>
                  <a:cubicBezTo>
                    <a:pt x="83" y="158"/>
                    <a:pt x="75" y="132"/>
                    <a:pt x="75" y="106"/>
                  </a:cubicBezTo>
                  <a:lnTo>
                    <a:pt x="75" y="23"/>
                  </a:lnTo>
                  <a:lnTo>
                    <a:pt x="307" y="23"/>
                  </a:lnTo>
                  <a:lnTo>
                    <a:pt x="307" y="106"/>
                  </a:lnTo>
                  <a:cubicBezTo>
                    <a:pt x="307" y="168"/>
                    <a:pt x="255" y="222"/>
                    <a:pt x="192" y="222"/>
                  </a:cubicBezTo>
                  <a:cubicBezTo>
                    <a:pt x="170" y="222"/>
                    <a:pt x="151" y="216"/>
                    <a:pt x="132" y="205"/>
                  </a:cubicBezTo>
                  <a:cubicBezTo>
                    <a:pt x="130" y="204"/>
                    <a:pt x="129" y="203"/>
                    <a:pt x="127" y="203"/>
                  </a:cubicBezTo>
                  <a:cubicBezTo>
                    <a:pt x="124" y="203"/>
                    <a:pt x="121" y="205"/>
                    <a:pt x="118" y="209"/>
                  </a:cubicBezTo>
                  <a:cubicBezTo>
                    <a:pt x="115" y="215"/>
                    <a:pt x="116" y="219"/>
                    <a:pt x="122" y="223"/>
                  </a:cubicBezTo>
                  <a:cubicBezTo>
                    <a:pt x="132" y="229"/>
                    <a:pt x="141" y="234"/>
                    <a:pt x="154" y="238"/>
                  </a:cubicBezTo>
                  <a:lnTo>
                    <a:pt x="154" y="325"/>
                  </a:lnTo>
                  <a:lnTo>
                    <a:pt x="132" y="325"/>
                  </a:lnTo>
                  <a:cubicBezTo>
                    <a:pt x="122" y="325"/>
                    <a:pt x="112" y="333"/>
                    <a:pt x="112" y="345"/>
                  </a:cubicBezTo>
                  <a:lnTo>
                    <a:pt x="112" y="366"/>
                  </a:lnTo>
                  <a:lnTo>
                    <a:pt x="102" y="366"/>
                  </a:lnTo>
                  <a:cubicBezTo>
                    <a:pt x="89" y="366"/>
                    <a:pt x="80" y="375"/>
                    <a:pt x="80" y="388"/>
                  </a:cubicBezTo>
                  <a:lnTo>
                    <a:pt x="80" y="472"/>
                  </a:lnTo>
                  <a:cubicBezTo>
                    <a:pt x="80" y="485"/>
                    <a:pt x="89" y="494"/>
                    <a:pt x="102" y="494"/>
                  </a:cubicBezTo>
                  <a:lnTo>
                    <a:pt x="283" y="494"/>
                  </a:lnTo>
                  <a:cubicBezTo>
                    <a:pt x="296" y="494"/>
                    <a:pt x="304" y="485"/>
                    <a:pt x="304" y="472"/>
                  </a:cubicBezTo>
                  <a:lnTo>
                    <a:pt x="304" y="388"/>
                  </a:lnTo>
                  <a:cubicBezTo>
                    <a:pt x="304" y="375"/>
                    <a:pt x="296" y="366"/>
                    <a:pt x="283" y="366"/>
                  </a:cubicBezTo>
                  <a:lnTo>
                    <a:pt x="271" y="366"/>
                  </a:lnTo>
                  <a:lnTo>
                    <a:pt x="271" y="345"/>
                  </a:lnTo>
                  <a:cubicBezTo>
                    <a:pt x="271" y="333"/>
                    <a:pt x="262" y="325"/>
                    <a:pt x="252" y="325"/>
                  </a:cubicBezTo>
                  <a:lnTo>
                    <a:pt x="231" y="325"/>
                  </a:lnTo>
                  <a:lnTo>
                    <a:pt x="231" y="238"/>
                  </a:lnTo>
                  <a:cubicBezTo>
                    <a:pt x="264" y="226"/>
                    <a:pt x="293" y="203"/>
                    <a:pt x="311" y="173"/>
                  </a:cubicBezTo>
                  <a:cubicBezTo>
                    <a:pt x="315" y="174"/>
                    <a:pt x="319" y="174"/>
                    <a:pt x="322" y="174"/>
                  </a:cubicBezTo>
                  <a:cubicBezTo>
                    <a:pt x="339" y="174"/>
                    <a:pt x="355" y="164"/>
                    <a:pt x="361" y="150"/>
                  </a:cubicBezTo>
                  <a:lnTo>
                    <a:pt x="375" y="116"/>
                  </a:lnTo>
                  <a:cubicBezTo>
                    <a:pt x="384" y="95"/>
                    <a:pt x="372" y="70"/>
                    <a:pt x="351" y="63"/>
                  </a:cubicBezTo>
                  <a:lnTo>
                    <a:pt x="329" y="53"/>
                  </a:lnTo>
                  <a:lnTo>
                    <a:pt x="329" y="23"/>
                  </a:lnTo>
                  <a:lnTo>
                    <a:pt x="336" y="23"/>
                  </a:lnTo>
                  <a:cubicBezTo>
                    <a:pt x="342" y="23"/>
                    <a:pt x="348" y="17"/>
                    <a:pt x="348" y="12"/>
                  </a:cubicBezTo>
                  <a:cubicBezTo>
                    <a:pt x="348" y="7"/>
                    <a:pt x="342" y="1"/>
                    <a:pt x="3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9"/>
            <p:cNvSpPr/>
            <p:nvPr/>
          </p:nvSpPr>
          <p:spPr>
            <a:xfrm>
              <a:off x="3315154" y="1650692"/>
              <a:ext cx="48157" cy="13031"/>
            </a:xfrm>
            <a:custGeom>
              <a:rect b="b" l="l" r="r" t="t"/>
              <a:pathLst>
                <a:path extrusionOk="0" h="23" w="85">
                  <a:moveTo>
                    <a:pt x="12" y="0"/>
                  </a:moveTo>
                  <a:cubicBezTo>
                    <a:pt x="6" y="0"/>
                    <a:pt x="0" y="6"/>
                    <a:pt x="0" y="12"/>
                  </a:cubicBezTo>
                  <a:cubicBezTo>
                    <a:pt x="0" y="16"/>
                    <a:pt x="6" y="22"/>
                    <a:pt x="12" y="22"/>
                  </a:cubicBezTo>
                  <a:lnTo>
                    <a:pt x="72" y="22"/>
                  </a:lnTo>
                  <a:cubicBezTo>
                    <a:pt x="78" y="22"/>
                    <a:pt x="84" y="16"/>
                    <a:pt x="84" y="12"/>
                  </a:cubicBezTo>
                  <a:cubicBezTo>
                    <a:pt x="83" y="6"/>
                    <a:pt x="78" y="0"/>
                    <a:pt x="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9"/>
            <p:cNvSpPr/>
            <p:nvPr/>
          </p:nvSpPr>
          <p:spPr>
            <a:xfrm>
              <a:off x="3173516" y="1593470"/>
              <a:ext cx="124075" cy="231154"/>
            </a:xfrm>
            <a:custGeom>
              <a:rect b="b" l="l" r="r" t="t"/>
              <a:pathLst>
                <a:path extrusionOk="0" h="408" w="219">
                  <a:moveTo>
                    <a:pt x="36" y="19"/>
                  </a:moveTo>
                  <a:cubicBezTo>
                    <a:pt x="47" y="19"/>
                    <a:pt x="54" y="25"/>
                    <a:pt x="54" y="36"/>
                  </a:cubicBezTo>
                  <a:lnTo>
                    <a:pt x="54" y="158"/>
                  </a:lnTo>
                  <a:cubicBezTo>
                    <a:pt x="54" y="172"/>
                    <a:pt x="61" y="185"/>
                    <a:pt x="73" y="194"/>
                  </a:cubicBezTo>
                  <a:lnTo>
                    <a:pt x="99" y="218"/>
                  </a:lnTo>
                  <a:cubicBezTo>
                    <a:pt x="101" y="221"/>
                    <a:pt x="104" y="222"/>
                    <a:pt x="106" y="222"/>
                  </a:cubicBezTo>
                  <a:cubicBezTo>
                    <a:pt x="109" y="222"/>
                    <a:pt x="112" y="221"/>
                    <a:pt x="113" y="218"/>
                  </a:cubicBezTo>
                  <a:cubicBezTo>
                    <a:pt x="117" y="216"/>
                    <a:pt x="117" y="208"/>
                    <a:pt x="113" y="204"/>
                  </a:cubicBezTo>
                  <a:lnTo>
                    <a:pt x="87" y="179"/>
                  </a:lnTo>
                  <a:cubicBezTo>
                    <a:pt x="80" y="174"/>
                    <a:pt x="75" y="165"/>
                    <a:pt x="75" y="155"/>
                  </a:cubicBezTo>
                  <a:lnTo>
                    <a:pt x="75" y="123"/>
                  </a:lnTo>
                  <a:cubicBezTo>
                    <a:pt x="75" y="114"/>
                    <a:pt x="83" y="109"/>
                    <a:pt x="90" y="109"/>
                  </a:cubicBezTo>
                  <a:cubicBezTo>
                    <a:pt x="97" y="109"/>
                    <a:pt x="104" y="116"/>
                    <a:pt x="104" y="123"/>
                  </a:cubicBezTo>
                  <a:cubicBezTo>
                    <a:pt x="106" y="130"/>
                    <a:pt x="101" y="148"/>
                    <a:pt x="116" y="162"/>
                  </a:cubicBezTo>
                  <a:lnTo>
                    <a:pt x="138" y="181"/>
                  </a:lnTo>
                  <a:cubicBezTo>
                    <a:pt x="155" y="197"/>
                    <a:pt x="164" y="218"/>
                    <a:pt x="164" y="242"/>
                  </a:cubicBezTo>
                  <a:lnTo>
                    <a:pt x="164" y="312"/>
                  </a:lnTo>
                  <a:lnTo>
                    <a:pt x="75" y="312"/>
                  </a:lnTo>
                  <a:lnTo>
                    <a:pt x="75" y="307"/>
                  </a:lnTo>
                  <a:cubicBezTo>
                    <a:pt x="77" y="291"/>
                    <a:pt x="68" y="275"/>
                    <a:pt x="54" y="266"/>
                  </a:cubicBezTo>
                  <a:lnTo>
                    <a:pt x="31" y="250"/>
                  </a:lnTo>
                  <a:cubicBezTo>
                    <a:pt x="22" y="244"/>
                    <a:pt x="18" y="236"/>
                    <a:pt x="18" y="224"/>
                  </a:cubicBezTo>
                  <a:lnTo>
                    <a:pt x="18" y="36"/>
                  </a:lnTo>
                  <a:cubicBezTo>
                    <a:pt x="18" y="28"/>
                    <a:pt x="25" y="19"/>
                    <a:pt x="36" y="19"/>
                  </a:cubicBezTo>
                  <a:close/>
                  <a:moveTo>
                    <a:pt x="38" y="0"/>
                  </a:moveTo>
                  <a:cubicBezTo>
                    <a:pt x="16" y="0"/>
                    <a:pt x="0" y="18"/>
                    <a:pt x="0" y="38"/>
                  </a:cubicBezTo>
                  <a:lnTo>
                    <a:pt x="0" y="227"/>
                  </a:lnTo>
                  <a:cubicBezTo>
                    <a:pt x="0" y="244"/>
                    <a:pt x="9" y="260"/>
                    <a:pt x="23" y="269"/>
                  </a:cubicBezTo>
                  <a:lnTo>
                    <a:pt x="47" y="285"/>
                  </a:lnTo>
                  <a:cubicBezTo>
                    <a:pt x="55" y="291"/>
                    <a:pt x="60" y="299"/>
                    <a:pt x="60" y="311"/>
                  </a:cubicBezTo>
                  <a:lnTo>
                    <a:pt x="60" y="317"/>
                  </a:lnTo>
                  <a:lnTo>
                    <a:pt x="52" y="317"/>
                  </a:lnTo>
                  <a:cubicBezTo>
                    <a:pt x="39" y="317"/>
                    <a:pt x="29" y="327"/>
                    <a:pt x="29" y="340"/>
                  </a:cubicBezTo>
                  <a:lnTo>
                    <a:pt x="29" y="385"/>
                  </a:lnTo>
                  <a:cubicBezTo>
                    <a:pt x="29" y="398"/>
                    <a:pt x="39" y="408"/>
                    <a:pt x="52" y="408"/>
                  </a:cubicBezTo>
                  <a:lnTo>
                    <a:pt x="83" y="408"/>
                  </a:lnTo>
                  <a:cubicBezTo>
                    <a:pt x="88" y="408"/>
                    <a:pt x="94" y="403"/>
                    <a:pt x="94" y="398"/>
                  </a:cubicBezTo>
                  <a:cubicBezTo>
                    <a:pt x="94" y="392"/>
                    <a:pt x="88" y="386"/>
                    <a:pt x="83" y="386"/>
                  </a:cubicBezTo>
                  <a:lnTo>
                    <a:pt x="52" y="386"/>
                  </a:lnTo>
                  <a:cubicBezTo>
                    <a:pt x="51" y="386"/>
                    <a:pt x="51" y="385"/>
                    <a:pt x="51" y="385"/>
                  </a:cubicBezTo>
                  <a:lnTo>
                    <a:pt x="51" y="340"/>
                  </a:lnTo>
                  <a:cubicBezTo>
                    <a:pt x="51" y="338"/>
                    <a:pt x="52" y="338"/>
                    <a:pt x="52" y="338"/>
                  </a:cubicBezTo>
                  <a:lnTo>
                    <a:pt x="195" y="338"/>
                  </a:lnTo>
                  <a:cubicBezTo>
                    <a:pt x="197" y="338"/>
                    <a:pt x="197" y="340"/>
                    <a:pt x="197" y="340"/>
                  </a:cubicBezTo>
                  <a:lnTo>
                    <a:pt x="197" y="385"/>
                  </a:lnTo>
                  <a:cubicBezTo>
                    <a:pt x="197" y="386"/>
                    <a:pt x="195" y="386"/>
                    <a:pt x="195" y="386"/>
                  </a:cubicBezTo>
                  <a:lnTo>
                    <a:pt x="125" y="386"/>
                  </a:lnTo>
                  <a:cubicBezTo>
                    <a:pt x="119" y="386"/>
                    <a:pt x="113" y="392"/>
                    <a:pt x="113" y="398"/>
                  </a:cubicBezTo>
                  <a:cubicBezTo>
                    <a:pt x="113" y="403"/>
                    <a:pt x="119" y="408"/>
                    <a:pt x="125" y="408"/>
                  </a:cubicBezTo>
                  <a:lnTo>
                    <a:pt x="195" y="408"/>
                  </a:lnTo>
                  <a:cubicBezTo>
                    <a:pt x="207" y="408"/>
                    <a:pt x="218" y="398"/>
                    <a:pt x="218" y="385"/>
                  </a:cubicBezTo>
                  <a:lnTo>
                    <a:pt x="218" y="340"/>
                  </a:lnTo>
                  <a:cubicBezTo>
                    <a:pt x="217" y="324"/>
                    <a:pt x="205" y="314"/>
                    <a:pt x="192" y="314"/>
                  </a:cubicBezTo>
                  <a:lnTo>
                    <a:pt x="185" y="314"/>
                  </a:lnTo>
                  <a:lnTo>
                    <a:pt x="185" y="244"/>
                  </a:lnTo>
                  <a:cubicBezTo>
                    <a:pt x="185" y="216"/>
                    <a:pt x="174" y="187"/>
                    <a:pt x="152" y="166"/>
                  </a:cubicBezTo>
                  <a:lnTo>
                    <a:pt x="130" y="149"/>
                  </a:lnTo>
                  <a:cubicBezTo>
                    <a:pt x="123" y="143"/>
                    <a:pt x="126" y="133"/>
                    <a:pt x="126" y="125"/>
                  </a:cubicBezTo>
                  <a:cubicBezTo>
                    <a:pt x="126" y="104"/>
                    <a:pt x="110" y="88"/>
                    <a:pt x="90" y="88"/>
                  </a:cubicBezTo>
                  <a:cubicBezTo>
                    <a:pt x="84" y="88"/>
                    <a:pt x="80" y="91"/>
                    <a:pt x="75" y="93"/>
                  </a:cubicBezTo>
                  <a:lnTo>
                    <a:pt x="75" y="38"/>
                  </a:lnTo>
                  <a:cubicBezTo>
                    <a:pt x="75" y="16"/>
                    <a:pt x="58" y="0"/>
                    <a:pt x="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5" name="Google Shape;3005;p49"/>
          <p:cNvGrpSpPr/>
          <p:nvPr/>
        </p:nvGrpSpPr>
        <p:grpSpPr>
          <a:xfrm>
            <a:off x="890309" y="2054080"/>
            <a:ext cx="290641" cy="409053"/>
            <a:chOff x="890309" y="2054080"/>
            <a:chExt cx="290641" cy="409053"/>
          </a:xfrm>
        </p:grpSpPr>
        <p:sp>
          <p:nvSpPr>
            <p:cNvPr id="3006" name="Google Shape;3006;p49"/>
            <p:cNvSpPr/>
            <p:nvPr/>
          </p:nvSpPr>
          <p:spPr>
            <a:xfrm>
              <a:off x="931101" y="2388914"/>
              <a:ext cx="94614" cy="47024"/>
            </a:xfrm>
            <a:custGeom>
              <a:rect b="b" l="l" r="r" t="t"/>
              <a:pathLst>
                <a:path extrusionOk="0" h="83" w="167">
                  <a:moveTo>
                    <a:pt x="23" y="0"/>
                  </a:moveTo>
                  <a:cubicBezTo>
                    <a:pt x="10" y="0"/>
                    <a:pt x="0" y="12"/>
                    <a:pt x="0" y="25"/>
                  </a:cubicBezTo>
                  <a:lnTo>
                    <a:pt x="0" y="58"/>
                  </a:lnTo>
                  <a:cubicBezTo>
                    <a:pt x="0" y="71"/>
                    <a:pt x="10" y="83"/>
                    <a:pt x="23" y="83"/>
                  </a:cubicBezTo>
                  <a:lnTo>
                    <a:pt x="142" y="83"/>
                  </a:lnTo>
                  <a:cubicBezTo>
                    <a:pt x="155" y="83"/>
                    <a:pt x="166" y="71"/>
                    <a:pt x="166" y="58"/>
                  </a:cubicBezTo>
                  <a:lnTo>
                    <a:pt x="166" y="25"/>
                  </a:lnTo>
                  <a:cubicBezTo>
                    <a:pt x="166" y="12"/>
                    <a:pt x="155" y="0"/>
                    <a:pt x="142" y="0"/>
                  </a:cubicBezTo>
                  <a:lnTo>
                    <a:pt x="83" y="0"/>
                  </a:lnTo>
                  <a:cubicBezTo>
                    <a:pt x="77" y="0"/>
                    <a:pt x="73" y="6"/>
                    <a:pt x="73" y="12"/>
                  </a:cubicBezTo>
                  <a:cubicBezTo>
                    <a:pt x="73" y="18"/>
                    <a:pt x="77" y="23"/>
                    <a:pt x="83" y="23"/>
                  </a:cubicBezTo>
                  <a:lnTo>
                    <a:pt x="142" y="23"/>
                  </a:lnTo>
                  <a:cubicBezTo>
                    <a:pt x="145" y="23"/>
                    <a:pt x="145" y="25"/>
                    <a:pt x="145" y="25"/>
                  </a:cubicBezTo>
                  <a:lnTo>
                    <a:pt x="145" y="60"/>
                  </a:lnTo>
                  <a:cubicBezTo>
                    <a:pt x="145" y="61"/>
                    <a:pt x="142" y="61"/>
                    <a:pt x="142" y="61"/>
                  </a:cubicBezTo>
                  <a:lnTo>
                    <a:pt x="23" y="61"/>
                  </a:lnTo>
                  <a:cubicBezTo>
                    <a:pt x="21" y="61"/>
                    <a:pt x="21" y="60"/>
                    <a:pt x="21" y="60"/>
                  </a:cubicBezTo>
                  <a:lnTo>
                    <a:pt x="21" y="25"/>
                  </a:lnTo>
                  <a:cubicBezTo>
                    <a:pt x="22" y="25"/>
                    <a:pt x="22" y="23"/>
                    <a:pt x="23" y="23"/>
                  </a:cubicBezTo>
                  <a:lnTo>
                    <a:pt x="41" y="23"/>
                  </a:lnTo>
                  <a:cubicBezTo>
                    <a:pt x="47" y="23"/>
                    <a:pt x="52" y="18"/>
                    <a:pt x="52" y="12"/>
                  </a:cubicBezTo>
                  <a:cubicBezTo>
                    <a:pt x="52" y="6"/>
                    <a:pt x="47" y="0"/>
                    <a:pt x="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9"/>
            <p:cNvSpPr/>
            <p:nvPr/>
          </p:nvSpPr>
          <p:spPr>
            <a:xfrm>
              <a:off x="890309" y="2054080"/>
              <a:ext cx="290641" cy="409053"/>
            </a:xfrm>
            <a:custGeom>
              <a:rect b="b" l="l" r="r" t="t"/>
              <a:pathLst>
                <a:path extrusionOk="0" h="722" w="513">
                  <a:moveTo>
                    <a:pt x="256" y="126"/>
                  </a:moveTo>
                  <a:cubicBezTo>
                    <a:pt x="267" y="126"/>
                    <a:pt x="275" y="133"/>
                    <a:pt x="275" y="145"/>
                  </a:cubicBezTo>
                  <a:cubicBezTo>
                    <a:pt x="275" y="155"/>
                    <a:pt x="267" y="162"/>
                    <a:pt x="256" y="162"/>
                  </a:cubicBezTo>
                  <a:cubicBezTo>
                    <a:pt x="246" y="162"/>
                    <a:pt x="238" y="155"/>
                    <a:pt x="238" y="145"/>
                  </a:cubicBezTo>
                  <a:cubicBezTo>
                    <a:pt x="238" y="135"/>
                    <a:pt x="246" y="126"/>
                    <a:pt x="256" y="126"/>
                  </a:cubicBezTo>
                  <a:close/>
                  <a:moveTo>
                    <a:pt x="275" y="178"/>
                  </a:moveTo>
                  <a:lnTo>
                    <a:pt x="275" y="206"/>
                  </a:lnTo>
                  <a:lnTo>
                    <a:pt x="238" y="206"/>
                  </a:lnTo>
                  <a:lnTo>
                    <a:pt x="238" y="178"/>
                  </a:lnTo>
                  <a:cubicBezTo>
                    <a:pt x="243" y="183"/>
                    <a:pt x="249" y="183"/>
                    <a:pt x="256" y="183"/>
                  </a:cubicBezTo>
                  <a:cubicBezTo>
                    <a:pt x="263" y="183"/>
                    <a:pt x="269" y="180"/>
                    <a:pt x="275" y="178"/>
                  </a:cubicBezTo>
                  <a:close/>
                  <a:moveTo>
                    <a:pt x="275" y="227"/>
                  </a:moveTo>
                  <a:lnTo>
                    <a:pt x="275" y="321"/>
                  </a:lnTo>
                  <a:cubicBezTo>
                    <a:pt x="269" y="318"/>
                    <a:pt x="263" y="318"/>
                    <a:pt x="256" y="318"/>
                  </a:cubicBezTo>
                  <a:cubicBezTo>
                    <a:pt x="249" y="318"/>
                    <a:pt x="243" y="320"/>
                    <a:pt x="238" y="321"/>
                  </a:cubicBezTo>
                  <a:lnTo>
                    <a:pt x="238" y="227"/>
                  </a:lnTo>
                  <a:close/>
                  <a:moveTo>
                    <a:pt x="256" y="337"/>
                  </a:moveTo>
                  <a:cubicBezTo>
                    <a:pt x="267" y="337"/>
                    <a:pt x="275" y="344"/>
                    <a:pt x="275" y="356"/>
                  </a:cubicBezTo>
                  <a:cubicBezTo>
                    <a:pt x="275" y="366"/>
                    <a:pt x="264" y="373"/>
                    <a:pt x="256" y="373"/>
                  </a:cubicBezTo>
                  <a:cubicBezTo>
                    <a:pt x="246" y="373"/>
                    <a:pt x="238" y="366"/>
                    <a:pt x="238" y="356"/>
                  </a:cubicBezTo>
                  <a:cubicBezTo>
                    <a:pt x="238" y="344"/>
                    <a:pt x="246" y="337"/>
                    <a:pt x="256" y="337"/>
                  </a:cubicBezTo>
                  <a:close/>
                  <a:moveTo>
                    <a:pt x="33" y="1"/>
                  </a:moveTo>
                  <a:cubicBezTo>
                    <a:pt x="16" y="1"/>
                    <a:pt x="0" y="15"/>
                    <a:pt x="0" y="34"/>
                  </a:cubicBezTo>
                  <a:lnTo>
                    <a:pt x="0" y="688"/>
                  </a:lnTo>
                  <a:cubicBezTo>
                    <a:pt x="0" y="705"/>
                    <a:pt x="15" y="721"/>
                    <a:pt x="33" y="721"/>
                  </a:cubicBezTo>
                  <a:lnTo>
                    <a:pt x="478" y="721"/>
                  </a:lnTo>
                  <a:cubicBezTo>
                    <a:pt x="496" y="721"/>
                    <a:pt x="513" y="707"/>
                    <a:pt x="513" y="688"/>
                  </a:cubicBezTo>
                  <a:lnTo>
                    <a:pt x="513" y="639"/>
                  </a:lnTo>
                  <a:cubicBezTo>
                    <a:pt x="513" y="633"/>
                    <a:pt x="507" y="627"/>
                    <a:pt x="501" y="627"/>
                  </a:cubicBezTo>
                  <a:cubicBezTo>
                    <a:pt x="496" y="627"/>
                    <a:pt x="490" y="633"/>
                    <a:pt x="490" y="639"/>
                  </a:cubicBezTo>
                  <a:lnTo>
                    <a:pt x="490" y="688"/>
                  </a:lnTo>
                  <a:cubicBezTo>
                    <a:pt x="490" y="695"/>
                    <a:pt x="485" y="700"/>
                    <a:pt x="478" y="700"/>
                  </a:cubicBezTo>
                  <a:lnTo>
                    <a:pt x="33" y="700"/>
                  </a:lnTo>
                  <a:cubicBezTo>
                    <a:pt x="26" y="700"/>
                    <a:pt x="20" y="695"/>
                    <a:pt x="20" y="688"/>
                  </a:cubicBezTo>
                  <a:lnTo>
                    <a:pt x="20" y="168"/>
                  </a:lnTo>
                  <a:lnTo>
                    <a:pt x="51" y="211"/>
                  </a:lnTo>
                  <a:cubicBezTo>
                    <a:pt x="56" y="222"/>
                    <a:pt x="69" y="229"/>
                    <a:pt x="84" y="229"/>
                  </a:cubicBezTo>
                  <a:lnTo>
                    <a:pt x="217" y="229"/>
                  </a:lnTo>
                  <a:lnTo>
                    <a:pt x="217" y="357"/>
                  </a:lnTo>
                  <a:cubicBezTo>
                    <a:pt x="217" y="379"/>
                    <a:pt x="234" y="396"/>
                    <a:pt x="256" y="396"/>
                  </a:cubicBezTo>
                  <a:cubicBezTo>
                    <a:pt x="277" y="396"/>
                    <a:pt x="295" y="379"/>
                    <a:pt x="295" y="357"/>
                  </a:cubicBezTo>
                  <a:lnTo>
                    <a:pt x="295" y="229"/>
                  </a:lnTo>
                  <a:lnTo>
                    <a:pt x="345" y="229"/>
                  </a:lnTo>
                  <a:cubicBezTo>
                    <a:pt x="351" y="229"/>
                    <a:pt x="357" y="223"/>
                    <a:pt x="357" y="219"/>
                  </a:cubicBezTo>
                  <a:cubicBezTo>
                    <a:pt x="357" y="213"/>
                    <a:pt x="351" y="207"/>
                    <a:pt x="345" y="207"/>
                  </a:cubicBezTo>
                  <a:lnTo>
                    <a:pt x="295" y="207"/>
                  </a:lnTo>
                  <a:lnTo>
                    <a:pt x="295" y="144"/>
                  </a:lnTo>
                  <a:cubicBezTo>
                    <a:pt x="295" y="122"/>
                    <a:pt x="277" y="105"/>
                    <a:pt x="256" y="105"/>
                  </a:cubicBezTo>
                  <a:cubicBezTo>
                    <a:pt x="234" y="105"/>
                    <a:pt x="217" y="122"/>
                    <a:pt x="217" y="144"/>
                  </a:cubicBezTo>
                  <a:lnTo>
                    <a:pt x="217" y="207"/>
                  </a:lnTo>
                  <a:lnTo>
                    <a:pt x="84" y="207"/>
                  </a:lnTo>
                  <a:cubicBezTo>
                    <a:pt x="77" y="207"/>
                    <a:pt x="72" y="204"/>
                    <a:pt x="68" y="198"/>
                  </a:cubicBezTo>
                  <a:lnTo>
                    <a:pt x="20" y="129"/>
                  </a:lnTo>
                  <a:lnTo>
                    <a:pt x="20" y="34"/>
                  </a:lnTo>
                  <a:cubicBezTo>
                    <a:pt x="20" y="27"/>
                    <a:pt x="26" y="21"/>
                    <a:pt x="33" y="21"/>
                  </a:cubicBezTo>
                  <a:lnTo>
                    <a:pt x="478" y="21"/>
                  </a:lnTo>
                  <a:cubicBezTo>
                    <a:pt x="485" y="21"/>
                    <a:pt x="490" y="27"/>
                    <a:pt x="490" y="34"/>
                  </a:cubicBezTo>
                  <a:lnTo>
                    <a:pt x="490" y="129"/>
                  </a:lnTo>
                  <a:lnTo>
                    <a:pt x="444" y="198"/>
                  </a:lnTo>
                  <a:cubicBezTo>
                    <a:pt x="439" y="204"/>
                    <a:pt x="432" y="207"/>
                    <a:pt x="428" y="207"/>
                  </a:cubicBezTo>
                  <a:lnTo>
                    <a:pt x="387" y="207"/>
                  </a:lnTo>
                  <a:cubicBezTo>
                    <a:pt x="381" y="207"/>
                    <a:pt x="377" y="213"/>
                    <a:pt x="377" y="219"/>
                  </a:cubicBezTo>
                  <a:cubicBezTo>
                    <a:pt x="377" y="223"/>
                    <a:pt x="381" y="229"/>
                    <a:pt x="387" y="229"/>
                  </a:cubicBezTo>
                  <a:lnTo>
                    <a:pt x="428" y="229"/>
                  </a:lnTo>
                  <a:cubicBezTo>
                    <a:pt x="442" y="229"/>
                    <a:pt x="454" y="222"/>
                    <a:pt x="461" y="211"/>
                  </a:cubicBezTo>
                  <a:lnTo>
                    <a:pt x="490" y="168"/>
                  </a:lnTo>
                  <a:lnTo>
                    <a:pt x="490" y="597"/>
                  </a:lnTo>
                  <a:cubicBezTo>
                    <a:pt x="491" y="603"/>
                    <a:pt x="496" y="609"/>
                    <a:pt x="501" y="609"/>
                  </a:cubicBezTo>
                  <a:cubicBezTo>
                    <a:pt x="507" y="609"/>
                    <a:pt x="513" y="603"/>
                    <a:pt x="513" y="597"/>
                  </a:cubicBezTo>
                  <a:lnTo>
                    <a:pt x="513" y="34"/>
                  </a:lnTo>
                  <a:cubicBezTo>
                    <a:pt x="513" y="16"/>
                    <a:pt x="498" y="1"/>
                    <a:pt x="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8" name="Google Shape;3008;p49"/>
          <p:cNvGrpSpPr/>
          <p:nvPr/>
        </p:nvGrpSpPr>
        <p:grpSpPr>
          <a:xfrm>
            <a:off x="1580937" y="1446166"/>
            <a:ext cx="411317" cy="345032"/>
            <a:chOff x="1580937" y="1446166"/>
            <a:chExt cx="411317" cy="345032"/>
          </a:xfrm>
        </p:grpSpPr>
        <p:sp>
          <p:nvSpPr>
            <p:cNvPr id="3009" name="Google Shape;3009;p49"/>
            <p:cNvSpPr/>
            <p:nvPr/>
          </p:nvSpPr>
          <p:spPr>
            <a:xfrm>
              <a:off x="1580937" y="1446166"/>
              <a:ext cx="411317" cy="345032"/>
            </a:xfrm>
            <a:custGeom>
              <a:rect b="b" l="l" r="r" t="t"/>
              <a:pathLst>
                <a:path extrusionOk="0" h="609" w="726">
                  <a:moveTo>
                    <a:pt x="164" y="23"/>
                  </a:moveTo>
                  <a:cubicBezTo>
                    <a:pt x="165" y="23"/>
                    <a:pt x="168" y="26"/>
                    <a:pt x="168" y="28"/>
                  </a:cubicBezTo>
                  <a:lnTo>
                    <a:pt x="168" y="74"/>
                  </a:lnTo>
                  <a:cubicBezTo>
                    <a:pt x="168" y="77"/>
                    <a:pt x="165" y="78"/>
                    <a:pt x="164" y="78"/>
                  </a:cubicBezTo>
                  <a:lnTo>
                    <a:pt x="132" y="78"/>
                  </a:lnTo>
                  <a:cubicBezTo>
                    <a:pt x="129" y="78"/>
                    <a:pt x="127" y="77"/>
                    <a:pt x="127" y="74"/>
                  </a:cubicBezTo>
                  <a:lnTo>
                    <a:pt x="127" y="28"/>
                  </a:lnTo>
                  <a:cubicBezTo>
                    <a:pt x="127" y="26"/>
                    <a:pt x="129" y="23"/>
                    <a:pt x="132" y="23"/>
                  </a:cubicBezTo>
                  <a:close/>
                  <a:moveTo>
                    <a:pt x="452" y="23"/>
                  </a:moveTo>
                  <a:cubicBezTo>
                    <a:pt x="454" y="23"/>
                    <a:pt x="457" y="26"/>
                    <a:pt x="457" y="28"/>
                  </a:cubicBezTo>
                  <a:lnTo>
                    <a:pt x="457" y="74"/>
                  </a:lnTo>
                  <a:cubicBezTo>
                    <a:pt x="457" y="77"/>
                    <a:pt x="454" y="78"/>
                    <a:pt x="452" y="78"/>
                  </a:cubicBezTo>
                  <a:lnTo>
                    <a:pt x="421" y="78"/>
                  </a:lnTo>
                  <a:cubicBezTo>
                    <a:pt x="418" y="78"/>
                    <a:pt x="416" y="75"/>
                    <a:pt x="416" y="74"/>
                  </a:cubicBezTo>
                  <a:lnTo>
                    <a:pt x="416" y="28"/>
                  </a:lnTo>
                  <a:cubicBezTo>
                    <a:pt x="416" y="25"/>
                    <a:pt x="418" y="23"/>
                    <a:pt x="421" y="23"/>
                  </a:cubicBezTo>
                  <a:close/>
                  <a:moveTo>
                    <a:pt x="562" y="334"/>
                  </a:moveTo>
                  <a:lnTo>
                    <a:pt x="562" y="369"/>
                  </a:lnTo>
                  <a:lnTo>
                    <a:pt x="510" y="369"/>
                  </a:lnTo>
                  <a:lnTo>
                    <a:pt x="509" y="347"/>
                  </a:lnTo>
                  <a:cubicBezTo>
                    <a:pt x="509" y="340"/>
                    <a:pt x="515" y="334"/>
                    <a:pt x="522" y="334"/>
                  </a:cubicBezTo>
                  <a:close/>
                  <a:moveTo>
                    <a:pt x="603" y="337"/>
                  </a:moveTo>
                  <a:cubicBezTo>
                    <a:pt x="610" y="337"/>
                    <a:pt x="616" y="341"/>
                    <a:pt x="616" y="348"/>
                  </a:cubicBezTo>
                  <a:lnTo>
                    <a:pt x="616" y="370"/>
                  </a:lnTo>
                  <a:lnTo>
                    <a:pt x="582" y="370"/>
                  </a:lnTo>
                  <a:lnTo>
                    <a:pt x="582" y="337"/>
                  </a:lnTo>
                  <a:close/>
                  <a:moveTo>
                    <a:pt x="698" y="387"/>
                  </a:moveTo>
                  <a:cubicBezTo>
                    <a:pt x="701" y="387"/>
                    <a:pt x="705" y="390"/>
                    <a:pt x="705" y="395"/>
                  </a:cubicBezTo>
                  <a:lnTo>
                    <a:pt x="705" y="452"/>
                  </a:lnTo>
                  <a:lnTo>
                    <a:pt x="655" y="470"/>
                  </a:lnTo>
                  <a:cubicBezTo>
                    <a:pt x="649" y="471"/>
                    <a:pt x="646" y="477"/>
                    <a:pt x="647" y="484"/>
                  </a:cubicBezTo>
                  <a:cubicBezTo>
                    <a:pt x="649" y="490"/>
                    <a:pt x="652" y="492"/>
                    <a:pt x="657" y="492"/>
                  </a:cubicBezTo>
                  <a:cubicBezTo>
                    <a:pt x="659" y="492"/>
                    <a:pt x="660" y="492"/>
                    <a:pt x="662" y="491"/>
                  </a:cubicBezTo>
                  <a:lnTo>
                    <a:pt x="705" y="476"/>
                  </a:lnTo>
                  <a:lnTo>
                    <a:pt x="705" y="578"/>
                  </a:lnTo>
                  <a:cubicBezTo>
                    <a:pt x="702" y="584"/>
                    <a:pt x="699" y="587"/>
                    <a:pt x="697" y="587"/>
                  </a:cubicBezTo>
                  <a:lnTo>
                    <a:pt x="429" y="587"/>
                  </a:lnTo>
                  <a:cubicBezTo>
                    <a:pt x="425" y="587"/>
                    <a:pt x="422" y="584"/>
                    <a:pt x="422" y="580"/>
                  </a:cubicBezTo>
                  <a:lnTo>
                    <a:pt x="422" y="477"/>
                  </a:lnTo>
                  <a:lnTo>
                    <a:pt x="554" y="522"/>
                  </a:lnTo>
                  <a:cubicBezTo>
                    <a:pt x="558" y="525"/>
                    <a:pt x="561" y="525"/>
                    <a:pt x="565" y="525"/>
                  </a:cubicBezTo>
                  <a:cubicBezTo>
                    <a:pt x="568" y="525"/>
                    <a:pt x="574" y="525"/>
                    <a:pt x="577" y="522"/>
                  </a:cubicBezTo>
                  <a:lnTo>
                    <a:pt x="619" y="507"/>
                  </a:lnTo>
                  <a:cubicBezTo>
                    <a:pt x="624" y="506"/>
                    <a:pt x="627" y="500"/>
                    <a:pt x="626" y="493"/>
                  </a:cubicBezTo>
                  <a:cubicBezTo>
                    <a:pt x="625" y="489"/>
                    <a:pt x="620" y="485"/>
                    <a:pt x="614" y="485"/>
                  </a:cubicBezTo>
                  <a:cubicBezTo>
                    <a:pt x="613" y="485"/>
                    <a:pt x="612" y="485"/>
                    <a:pt x="611" y="486"/>
                  </a:cubicBezTo>
                  <a:lnTo>
                    <a:pt x="569" y="500"/>
                  </a:lnTo>
                  <a:cubicBezTo>
                    <a:pt x="568" y="502"/>
                    <a:pt x="566" y="502"/>
                    <a:pt x="565" y="502"/>
                  </a:cubicBezTo>
                  <a:cubicBezTo>
                    <a:pt x="563" y="502"/>
                    <a:pt x="562" y="502"/>
                    <a:pt x="561" y="500"/>
                  </a:cubicBezTo>
                  <a:lnTo>
                    <a:pt x="424" y="452"/>
                  </a:lnTo>
                  <a:lnTo>
                    <a:pt x="424" y="395"/>
                  </a:lnTo>
                  <a:cubicBezTo>
                    <a:pt x="424" y="390"/>
                    <a:pt x="426" y="387"/>
                    <a:pt x="431" y="387"/>
                  </a:cubicBezTo>
                  <a:close/>
                  <a:moveTo>
                    <a:pt x="133" y="0"/>
                  </a:moveTo>
                  <a:cubicBezTo>
                    <a:pt x="119" y="0"/>
                    <a:pt x="107" y="12"/>
                    <a:pt x="107" y="26"/>
                  </a:cubicBezTo>
                  <a:lnTo>
                    <a:pt x="107" y="42"/>
                  </a:lnTo>
                  <a:lnTo>
                    <a:pt x="34" y="42"/>
                  </a:lnTo>
                  <a:cubicBezTo>
                    <a:pt x="16" y="42"/>
                    <a:pt x="2" y="57"/>
                    <a:pt x="2" y="74"/>
                  </a:cubicBezTo>
                  <a:lnTo>
                    <a:pt x="2" y="441"/>
                  </a:lnTo>
                  <a:cubicBezTo>
                    <a:pt x="2" y="447"/>
                    <a:pt x="6" y="452"/>
                    <a:pt x="12" y="452"/>
                  </a:cubicBezTo>
                  <a:cubicBezTo>
                    <a:pt x="18" y="452"/>
                    <a:pt x="23" y="447"/>
                    <a:pt x="23" y="441"/>
                  </a:cubicBezTo>
                  <a:lnTo>
                    <a:pt x="23" y="164"/>
                  </a:lnTo>
                  <a:lnTo>
                    <a:pt x="562" y="164"/>
                  </a:lnTo>
                  <a:lnTo>
                    <a:pt x="562" y="312"/>
                  </a:lnTo>
                  <a:lnTo>
                    <a:pt x="522" y="312"/>
                  </a:lnTo>
                  <a:cubicBezTo>
                    <a:pt x="503" y="312"/>
                    <a:pt x="489" y="327"/>
                    <a:pt x="489" y="346"/>
                  </a:cubicBezTo>
                  <a:lnTo>
                    <a:pt x="489" y="367"/>
                  </a:lnTo>
                  <a:lnTo>
                    <a:pt x="429" y="367"/>
                  </a:lnTo>
                  <a:cubicBezTo>
                    <a:pt x="413" y="367"/>
                    <a:pt x="400" y="380"/>
                    <a:pt x="400" y="396"/>
                  </a:cubicBezTo>
                  <a:lnTo>
                    <a:pt x="400" y="535"/>
                  </a:lnTo>
                  <a:lnTo>
                    <a:pt x="34" y="535"/>
                  </a:lnTo>
                  <a:cubicBezTo>
                    <a:pt x="28" y="535"/>
                    <a:pt x="23" y="529"/>
                    <a:pt x="23" y="525"/>
                  </a:cubicBezTo>
                  <a:lnTo>
                    <a:pt x="23" y="484"/>
                  </a:lnTo>
                  <a:cubicBezTo>
                    <a:pt x="23" y="478"/>
                    <a:pt x="18" y="474"/>
                    <a:pt x="12" y="474"/>
                  </a:cubicBezTo>
                  <a:cubicBezTo>
                    <a:pt x="6" y="474"/>
                    <a:pt x="0" y="478"/>
                    <a:pt x="0" y="484"/>
                  </a:cubicBezTo>
                  <a:lnTo>
                    <a:pt x="0" y="525"/>
                  </a:lnTo>
                  <a:cubicBezTo>
                    <a:pt x="0" y="542"/>
                    <a:pt x="15" y="556"/>
                    <a:pt x="34" y="556"/>
                  </a:cubicBezTo>
                  <a:lnTo>
                    <a:pt x="400" y="556"/>
                  </a:lnTo>
                  <a:lnTo>
                    <a:pt x="400" y="580"/>
                  </a:lnTo>
                  <a:cubicBezTo>
                    <a:pt x="400" y="597"/>
                    <a:pt x="412" y="608"/>
                    <a:pt x="429" y="608"/>
                  </a:cubicBezTo>
                  <a:lnTo>
                    <a:pt x="697" y="608"/>
                  </a:lnTo>
                  <a:cubicBezTo>
                    <a:pt x="712" y="608"/>
                    <a:pt x="725" y="597"/>
                    <a:pt x="725" y="580"/>
                  </a:cubicBezTo>
                  <a:lnTo>
                    <a:pt x="725" y="398"/>
                  </a:lnTo>
                  <a:cubicBezTo>
                    <a:pt x="724" y="382"/>
                    <a:pt x="711" y="369"/>
                    <a:pt x="697" y="369"/>
                  </a:cubicBezTo>
                  <a:lnTo>
                    <a:pt x="637" y="369"/>
                  </a:lnTo>
                  <a:lnTo>
                    <a:pt x="637" y="347"/>
                  </a:lnTo>
                  <a:cubicBezTo>
                    <a:pt x="637" y="330"/>
                    <a:pt x="623" y="315"/>
                    <a:pt x="604" y="315"/>
                  </a:cubicBezTo>
                  <a:lnTo>
                    <a:pt x="584" y="315"/>
                  </a:lnTo>
                  <a:lnTo>
                    <a:pt x="584" y="74"/>
                  </a:lnTo>
                  <a:cubicBezTo>
                    <a:pt x="584" y="57"/>
                    <a:pt x="569" y="42"/>
                    <a:pt x="552" y="42"/>
                  </a:cubicBezTo>
                  <a:lnTo>
                    <a:pt x="477" y="42"/>
                  </a:lnTo>
                  <a:lnTo>
                    <a:pt x="477" y="26"/>
                  </a:lnTo>
                  <a:cubicBezTo>
                    <a:pt x="477" y="12"/>
                    <a:pt x="467" y="0"/>
                    <a:pt x="452" y="0"/>
                  </a:cubicBezTo>
                  <a:lnTo>
                    <a:pt x="419" y="0"/>
                  </a:lnTo>
                  <a:cubicBezTo>
                    <a:pt x="405" y="0"/>
                    <a:pt x="395" y="12"/>
                    <a:pt x="395" y="26"/>
                  </a:cubicBezTo>
                  <a:lnTo>
                    <a:pt x="395" y="42"/>
                  </a:lnTo>
                  <a:lnTo>
                    <a:pt x="350" y="42"/>
                  </a:lnTo>
                  <a:cubicBezTo>
                    <a:pt x="344" y="42"/>
                    <a:pt x="338" y="48"/>
                    <a:pt x="338" y="52"/>
                  </a:cubicBezTo>
                  <a:cubicBezTo>
                    <a:pt x="338" y="58"/>
                    <a:pt x="344" y="64"/>
                    <a:pt x="350" y="64"/>
                  </a:cubicBezTo>
                  <a:lnTo>
                    <a:pt x="395" y="64"/>
                  </a:lnTo>
                  <a:lnTo>
                    <a:pt x="395" y="74"/>
                  </a:lnTo>
                  <a:cubicBezTo>
                    <a:pt x="395" y="88"/>
                    <a:pt x="406" y="100"/>
                    <a:pt x="419" y="100"/>
                  </a:cubicBezTo>
                  <a:lnTo>
                    <a:pt x="452" y="100"/>
                  </a:lnTo>
                  <a:cubicBezTo>
                    <a:pt x="467" y="100"/>
                    <a:pt x="477" y="88"/>
                    <a:pt x="477" y="74"/>
                  </a:cubicBezTo>
                  <a:lnTo>
                    <a:pt x="477" y="64"/>
                  </a:lnTo>
                  <a:lnTo>
                    <a:pt x="552" y="64"/>
                  </a:lnTo>
                  <a:cubicBezTo>
                    <a:pt x="556" y="64"/>
                    <a:pt x="562" y="70"/>
                    <a:pt x="562" y="74"/>
                  </a:cubicBezTo>
                  <a:lnTo>
                    <a:pt x="562" y="143"/>
                  </a:lnTo>
                  <a:lnTo>
                    <a:pt x="23" y="143"/>
                  </a:lnTo>
                  <a:lnTo>
                    <a:pt x="23" y="74"/>
                  </a:lnTo>
                  <a:cubicBezTo>
                    <a:pt x="23" y="70"/>
                    <a:pt x="28" y="64"/>
                    <a:pt x="34" y="64"/>
                  </a:cubicBezTo>
                  <a:lnTo>
                    <a:pt x="107" y="64"/>
                  </a:lnTo>
                  <a:lnTo>
                    <a:pt x="107" y="74"/>
                  </a:lnTo>
                  <a:cubicBezTo>
                    <a:pt x="107" y="88"/>
                    <a:pt x="119" y="100"/>
                    <a:pt x="133" y="100"/>
                  </a:cubicBezTo>
                  <a:lnTo>
                    <a:pt x="165" y="100"/>
                  </a:lnTo>
                  <a:cubicBezTo>
                    <a:pt x="179" y="100"/>
                    <a:pt x="191" y="88"/>
                    <a:pt x="191" y="74"/>
                  </a:cubicBezTo>
                  <a:lnTo>
                    <a:pt x="191" y="64"/>
                  </a:lnTo>
                  <a:lnTo>
                    <a:pt x="309" y="64"/>
                  </a:lnTo>
                  <a:cubicBezTo>
                    <a:pt x="315" y="64"/>
                    <a:pt x="321" y="58"/>
                    <a:pt x="321" y="52"/>
                  </a:cubicBezTo>
                  <a:cubicBezTo>
                    <a:pt x="321" y="48"/>
                    <a:pt x="315" y="42"/>
                    <a:pt x="309" y="42"/>
                  </a:cubicBezTo>
                  <a:lnTo>
                    <a:pt x="191" y="42"/>
                  </a:lnTo>
                  <a:lnTo>
                    <a:pt x="191" y="26"/>
                  </a:lnTo>
                  <a:cubicBezTo>
                    <a:pt x="191" y="12"/>
                    <a:pt x="179" y="0"/>
                    <a:pt x="1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9"/>
            <p:cNvSpPr/>
            <p:nvPr/>
          </p:nvSpPr>
          <p:spPr>
            <a:xfrm>
              <a:off x="1881776" y="1685819"/>
              <a:ext cx="35693" cy="13031"/>
            </a:xfrm>
            <a:custGeom>
              <a:rect b="b" l="l" r="r" t="t"/>
              <a:pathLst>
                <a:path extrusionOk="0" h="23" w="63">
                  <a:moveTo>
                    <a:pt x="12" y="1"/>
                  </a:moveTo>
                  <a:cubicBezTo>
                    <a:pt x="7" y="1"/>
                    <a:pt x="1" y="5"/>
                    <a:pt x="1" y="11"/>
                  </a:cubicBezTo>
                  <a:cubicBezTo>
                    <a:pt x="1" y="16"/>
                    <a:pt x="7" y="22"/>
                    <a:pt x="12" y="22"/>
                  </a:cubicBezTo>
                  <a:lnTo>
                    <a:pt x="51" y="22"/>
                  </a:lnTo>
                  <a:cubicBezTo>
                    <a:pt x="57" y="22"/>
                    <a:pt x="63" y="16"/>
                    <a:pt x="63" y="11"/>
                  </a:cubicBezTo>
                  <a:cubicBezTo>
                    <a:pt x="63" y="3"/>
                    <a:pt x="57" y="1"/>
                    <a:pt x="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9"/>
            <p:cNvSpPr/>
            <p:nvPr/>
          </p:nvSpPr>
          <p:spPr>
            <a:xfrm>
              <a:off x="1701046" y="1498289"/>
              <a:ext cx="90648" cy="13031"/>
            </a:xfrm>
            <a:custGeom>
              <a:rect b="b" l="l" r="r" t="t"/>
              <a:pathLst>
                <a:path extrusionOk="0" h="23" w="160">
                  <a:moveTo>
                    <a:pt x="11" y="1"/>
                  </a:moveTo>
                  <a:cubicBezTo>
                    <a:pt x="6" y="1"/>
                    <a:pt x="1" y="6"/>
                    <a:pt x="1" y="11"/>
                  </a:cubicBezTo>
                  <a:cubicBezTo>
                    <a:pt x="1" y="17"/>
                    <a:pt x="6" y="22"/>
                    <a:pt x="11" y="22"/>
                  </a:cubicBezTo>
                  <a:lnTo>
                    <a:pt x="148" y="22"/>
                  </a:lnTo>
                  <a:cubicBezTo>
                    <a:pt x="154" y="22"/>
                    <a:pt x="160" y="17"/>
                    <a:pt x="160" y="11"/>
                  </a:cubicBezTo>
                  <a:cubicBezTo>
                    <a:pt x="160" y="6"/>
                    <a:pt x="154" y="1"/>
                    <a:pt x="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9"/>
            <p:cNvSpPr/>
            <p:nvPr/>
          </p:nvSpPr>
          <p:spPr>
            <a:xfrm>
              <a:off x="1639858" y="1571941"/>
              <a:ext cx="30594" cy="13031"/>
            </a:xfrm>
            <a:custGeom>
              <a:rect b="b" l="l" r="r" t="t"/>
              <a:pathLst>
                <a:path extrusionOk="0" h="23" w="54">
                  <a:moveTo>
                    <a:pt x="10" y="1"/>
                  </a:moveTo>
                  <a:cubicBezTo>
                    <a:pt x="6" y="1"/>
                    <a:pt x="0" y="7"/>
                    <a:pt x="0" y="11"/>
                  </a:cubicBezTo>
                  <a:cubicBezTo>
                    <a:pt x="0" y="17"/>
                    <a:pt x="6" y="22"/>
                    <a:pt x="10" y="22"/>
                  </a:cubicBezTo>
                  <a:lnTo>
                    <a:pt x="44" y="22"/>
                  </a:lnTo>
                  <a:cubicBezTo>
                    <a:pt x="49" y="22"/>
                    <a:pt x="54" y="17"/>
                    <a:pt x="54" y="11"/>
                  </a:cubicBezTo>
                  <a:cubicBezTo>
                    <a:pt x="54" y="7"/>
                    <a:pt x="49"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9"/>
            <p:cNvSpPr/>
            <p:nvPr/>
          </p:nvSpPr>
          <p:spPr>
            <a:xfrm>
              <a:off x="1699346" y="1571941"/>
              <a:ext cx="31727" cy="13031"/>
            </a:xfrm>
            <a:custGeom>
              <a:rect b="b" l="l" r="r" t="t"/>
              <a:pathLst>
                <a:path extrusionOk="0" h="23" w="56">
                  <a:moveTo>
                    <a:pt x="12" y="1"/>
                  </a:moveTo>
                  <a:cubicBezTo>
                    <a:pt x="7" y="1"/>
                    <a:pt x="1" y="7"/>
                    <a:pt x="1" y="11"/>
                  </a:cubicBezTo>
                  <a:cubicBezTo>
                    <a:pt x="4" y="17"/>
                    <a:pt x="7" y="22"/>
                    <a:pt x="12" y="22"/>
                  </a:cubicBezTo>
                  <a:lnTo>
                    <a:pt x="46" y="22"/>
                  </a:lnTo>
                  <a:cubicBezTo>
                    <a:pt x="50" y="22"/>
                    <a:pt x="56" y="17"/>
                    <a:pt x="56" y="11"/>
                  </a:cubicBezTo>
                  <a:cubicBezTo>
                    <a:pt x="56" y="7"/>
                    <a:pt x="50"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9"/>
            <p:cNvSpPr/>
            <p:nvPr/>
          </p:nvSpPr>
          <p:spPr>
            <a:xfrm>
              <a:off x="1761101" y="1571941"/>
              <a:ext cx="31160" cy="13031"/>
            </a:xfrm>
            <a:custGeom>
              <a:rect b="b" l="l" r="r" t="t"/>
              <a:pathLst>
                <a:path extrusionOk="0" h="23" w="55">
                  <a:moveTo>
                    <a:pt x="12" y="1"/>
                  </a:moveTo>
                  <a:cubicBezTo>
                    <a:pt x="6" y="1"/>
                    <a:pt x="0" y="7"/>
                    <a:pt x="0" y="11"/>
                  </a:cubicBezTo>
                  <a:cubicBezTo>
                    <a:pt x="2" y="17"/>
                    <a:pt x="4" y="22"/>
                    <a:pt x="12" y="22"/>
                  </a:cubicBezTo>
                  <a:lnTo>
                    <a:pt x="45" y="22"/>
                  </a:lnTo>
                  <a:cubicBezTo>
                    <a:pt x="49" y="22"/>
                    <a:pt x="55" y="17"/>
                    <a:pt x="55" y="11"/>
                  </a:cubicBezTo>
                  <a:cubicBezTo>
                    <a:pt x="55" y="7"/>
                    <a:pt x="49"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9"/>
            <p:cNvSpPr/>
            <p:nvPr/>
          </p:nvSpPr>
          <p:spPr>
            <a:xfrm>
              <a:off x="1821155" y="1571941"/>
              <a:ext cx="31727" cy="13031"/>
            </a:xfrm>
            <a:custGeom>
              <a:rect b="b" l="l" r="r" t="t"/>
              <a:pathLst>
                <a:path extrusionOk="0" h="23" w="56">
                  <a:moveTo>
                    <a:pt x="13" y="1"/>
                  </a:moveTo>
                  <a:cubicBezTo>
                    <a:pt x="7" y="1"/>
                    <a:pt x="1" y="7"/>
                    <a:pt x="1" y="11"/>
                  </a:cubicBezTo>
                  <a:cubicBezTo>
                    <a:pt x="1" y="17"/>
                    <a:pt x="7" y="22"/>
                    <a:pt x="13" y="22"/>
                  </a:cubicBezTo>
                  <a:lnTo>
                    <a:pt x="44" y="22"/>
                  </a:lnTo>
                  <a:cubicBezTo>
                    <a:pt x="50" y="22"/>
                    <a:pt x="56" y="17"/>
                    <a:pt x="56" y="11"/>
                  </a:cubicBezTo>
                  <a:cubicBezTo>
                    <a:pt x="56" y="7"/>
                    <a:pt x="50"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9"/>
            <p:cNvSpPr/>
            <p:nvPr/>
          </p:nvSpPr>
          <p:spPr>
            <a:xfrm>
              <a:off x="1639858" y="1626331"/>
              <a:ext cx="30594" cy="12464"/>
            </a:xfrm>
            <a:custGeom>
              <a:rect b="b" l="l" r="r" t="t"/>
              <a:pathLst>
                <a:path extrusionOk="0" h="22" w="54">
                  <a:moveTo>
                    <a:pt x="10" y="0"/>
                  </a:moveTo>
                  <a:cubicBezTo>
                    <a:pt x="6" y="0"/>
                    <a:pt x="0" y="6"/>
                    <a:pt x="0" y="10"/>
                  </a:cubicBezTo>
                  <a:cubicBezTo>
                    <a:pt x="0" y="16"/>
                    <a:pt x="6" y="22"/>
                    <a:pt x="10" y="22"/>
                  </a:cubicBezTo>
                  <a:lnTo>
                    <a:pt x="44" y="22"/>
                  </a:lnTo>
                  <a:cubicBezTo>
                    <a:pt x="49" y="22"/>
                    <a:pt x="54" y="16"/>
                    <a:pt x="54" y="10"/>
                  </a:cubicBezTo>
                  <a:cubicBezTo>
                    <a:pt x="54" y="6"/>
                    <a:pt x="49"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9"/>
            <p:cNvSpPr/>
            <p:nvPr/>
          </p:nvSpPr>
          <p:spPr>
            <a:xfrm>
              <a:off x="1699346" y="1626331"/>
              <a:ext cx="31727" cy="12464"/>
            </a:xfrm>
            <a:custGeom>
              <a:rect b="b" l="l" r="r" t="t"/>
              <a:pathLst>
                <a:path extrusionOk="0" h="22" w="56">
                  <a:moveTo>
                    <a:pt x="12" y="0"/>
                  </a:moveTo>
                  <a:cubicBezTo>
                    <a:pt x="7" y="0"/>
                    <a:pt x="1" y="6"/>
                    <a:pt x="1" y="10"/>
                  </a:cubicBezTo>
                  <a:cubicBezTo>
                    <a:pt x="4" y="16"/>
                    <a:pt x="7" y="22"/>
                    <a:pt x="12" y="22"/>
                  </a:cubicBezTo>
                  <a:lnTo>
                    <a:pt x="46" y="22"/>
                  </a:lnTo>
                  <a:cubicBezTo>
                    <a:pt x="50" y="22"/>
                    <a:pt x="56" y="16"/>
                    <a:pt x="56" y="10"/>
                  </a:cubicBezTo>
                  <a:cubicBezTo>
                    <a:pt x="56" y="6"/>
                    <a:pt x="50" y="0"/>
                    <a:pt x="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9"/>
            <p:cNvSpPr/>
            <p:nvPr/>
          </p:nvSpPr>
          <p:spPr>
            <a:xfrm>
              <a:off x="1761101" y="1626331"/>
              <a:ext cx="31160" cy="12464"/>
            </a:xfrm>
            <a:custGeom>
              <a:rect b="b" l="l" r="r" t="t"/>
              <a:pathLst>
                <a:path extrusionOk="0" h="22" w="55">
                  <a:moveTo>
                    <a:pt x="12" y="0"/>
                  </a:moveTo>
                  <a:cubicBezTo>
                    <a:pt x="6" y="0"/>
                    <a:pt x="0" y="6"/>
                    <a:pt x="0" y="10"/>
                  </a:cubicBezTo>
                  <a:cubicBezTo>
                    <a:pt x="2" y="16"/>
                    <a:pt x="4" y="22"/>
                    <a:pt x="12" y="22"/>
                  </a:cubicBezTo>
                  <a:lnTo>
                    <a:pt x="45" y="22"/>
                  </a:lnTo>
                  <a:cubicBezTo>
                    <a:pt x="49" y="22"/>
                    <a:pt x="55" y="16"/>
                    <a:pt x="55" y="10"/>
                  </a:cubicBezTo>
                  <a:cubicBezTo>
                    <a:pt x="55" y="6"/>
                    <a:pt x="49" y="0"/>
                    <a:pt x="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9"/>
            <p:cNvSpPr/>
            <p:nvPr/>
          </p:nvSpPr>
          <p:spPr>
            <a:xfrm>
              <a:off x="1821155" y="1626331"/>
              <a:ext cx="31727" cy="12464"/>
            </a:xfrm>
            <a:custGeom>
              <a:rect b="b" l="l" r="r" t="t"/>
              <a:pathLst>
                <a:path extrusionOk="0" h="22" w="56">
                  <a:moveTo>
                    <a:pt x="13" y="0"/>
                  </a:moveTo>
                  <a:cubicBezTo>
                    <a:pt x="7" y="0"/>
                    <a:pt x="1" y="6"/>
                    <a:pt x="1" y="10"/>
                  </a:cubicBezTo>
                  <a:cubicBezTo>
                    <a:pt x="1" y="16"/>
                    <a:pt x="7" y="22"/>
                    <a:pt x="13" y="22"/>
                  </a:cubicBezTo>
                  <a:lnTo>
                    <a:pt x="44" y="22"/>
                  </a:lnTo>
                  <a:cubicBezTo>
                    <a:pt x="50" y="22"/>
                    <a:pt x="56" y="16"/>
                    <a:pt x="56" y="10"/>
                  </a:cubicBezTo>
                  <a:cubicBezTo>
                    <a:pt x="56" y="6"/>
                    <a:pt x="50"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9"/>
            <p:cNvSpPr/>
            <p:nvPr/>
          </p:nvSpPr>
          <p:spPr>
            <a:xfrm>
              <a:off x="1639858" y="1680720"/>
              <a:ext cx="30594" cy="13597"/>
            </a:xfrm>
            <a:custGeom>
              <a:rect b="b" l="l" r="r" t="t"/>
              <a:pathLst>
                <a:path extrusionOk="0" h="24" w="54">
                  <a:moveTo>
                    <a:pt x="10" y="1"/>
                  </a:moveTo>
                  <a:cubicBezTo>
                    <a:pt x="6" y="1"/>
                    <a:pt x="0" y="7"/>
                    <a:pt x="0" y="12"/>
                  </a:cubicBezTo>
                  <a:cubicBezTo>
                    <a:pt x="0" y="18"/>
                    <a:pt x="6" y="24"/>
                    <a:pt x="10" y="24"/>
                  </a:cubicBezTo>
                  <a:lnTo>
                    <a:pt x="44" y="24"/>
                  </a:lnTo>
                  <a:cubicBezTo>
                    <a:pt x="49" y="24"/>
                    <a:pt x="54" y="18"/>
                    <a:pt x="54" y="12"/>
                  </a:cubicBezTo>
                  <a:cubicBezTo>
                    <a:pt x="54" y="7"/>
                    <a:pt x="49" y="1"/>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9"/>
            <p:cNvSpPr/>
            <p:nvPr/>
          </p:nvSpPr>
          <p:spPr>
            <a:xfrm>
              <a:off x="1699346" y="1680720"/>
              <a:ext cx="31727" cy="13597"/>
            </a:xfrm>
            <a:custGeom>
              <a:rect b="b" l="l" r="r" t="t"/>
              <a:pathLst>
                <a:path extrusionOk="0" h="24" w="56">
                  <a:moveTo>
                    <a:pt x="12" y="1"/>
                  </a:moveTo>
                  <a:cubicBezTo>
                    <a:pt x="7" y="1"/>
                    <a:pt x="1" y="7"/>
                    <a:pt x="1" y="12"/>
                  </a:cubicBezTo>
                  <a:cubicBezTo>
                    <a:pt x="4" y="18"/>
                    <a:pt x="7" y="24"/>
                    <a:pt x="12" y="24"/>
                  </a:cubicBezTo>
                  <a:lnTo>
                    <a:pt x="46" y="24"/>
                  </a:lnTo>
                  <a:cubicBezTo>
                    <a:pt x="50" y="24"/>
                    <a:pt x="56" y="18"/>
                    <a:pt x="56" y="12"/>
                  </a:cubicBezTo>
                  <a:cubicBezTo>
                    <a:pt x="56" y="7"/>
                    <a:pt x="50"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9"/>
            <p:cNvSpPr/>
            <p:nvPr/>
          </p:nvSpPr>
          <p:spPr>
            <a:xfrm>
              <a:off x="1761101" y="1680720"/>
              <a:ext cx="31160" cy="13597"/>
            </a:xfrm>
            <a:custGeom>
              <a:rect b="b" l="l" r="r" t="t"/>
              <a:pathLst>
                <a:path extrusionOk="0" h="24" w="55">
                  <a:moveTo>
                    <a:pt x="12" y="1"/>
                  </a:moveTo>
                  <a:cubicBezTo>
                    <a:pt x="6" y="1"/>
                    <a:pt x="0" y="7"/>
                    <a:pt x="0" y="12"/>
                  </a:cubicBezTo>
                  <a:cubicBezTo>
                    <a:pt x="2" y="18"/>
                    <a:pt x="4" y="24"/>
                    <a:pt x="12" y="24"/>
                  </a:cubicBezTo>
                  <a:lnTo>
                    <a:pt x="45" y="24"/>
                  </a:lnTo>
                  <a:cubicBezTo>
                    <a:pt x="49" y="24"/>
                    <a:pt x="55" y="18"/>
                    <a:pt x="55" y="12"/>
                  </a:cubicBezTo>
                  <a:cubicBezTo>
                    <a:pt x="55" y="7"/>
                    <a:pt x="49"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6" name="Shape 3026"/>
        <p:cNvGrpSpPr/>
        <p:nvPr/>
      </p:nvGrpSpPr>
      <p:grpSpPr>
        <a:xfrm>
          <a:off x="0" y="0"/>
          <a:ext cx="0" cy="0"/>
          <a:chOff x="0" y="0"/>
          <a:chExt cx="0" cy="0"/>
        </a:xfrm>
      </p:grpSpPr>
      <p:sp>
        <p:nvSpPr>
          <p:cNvPr id="3027" name="Google Shape;3027;p50"/>
          <p:cNvSpPr txBox="1"/>
          <p:nvPr>
            <p:ph idx="4294967295" type="body"/>
          </p:nvPr>
        </p:nvSpPr>
        <p:spPr>
          <a:xfrm>
            <a:off x="720000" y="1163175"/>
            <a:ext cx="7704000" cy="11400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200"/>
              <a:t>Here’s an assortment of alternative resources whose style fits the one of this template:</a:t>
            </a:r>
            <a:endParaRPr sz="1200"/>
          </a:p>
          <a:p>
            <a:pPr indent="0" lvl="0" marL="0" marR="0" rtl="0" algn="l">
              <a:lnSpc>
                <a:spcPct val="100000"/>
              </a:lnSpc>
              <a:spcBef>
                <a:spcPts val="0"/>
              </a:spcBef>
              <a:spcAft>
                <a:spcPts val="0"/>
              </a:spcAft>
              <a:buNone/>
            </a:pPr>
            <a:r>
              <a:t/>
            </a:r>
            <a:endParaRPr/>
          </a:p>
          <a:p>
            <a:pPr indent="0" lvl="0" marL="0" marR="0" rtl="0" algn="l">
              <a:lnSpc>
                <a:spcPct val="100000"/>
              </a:lnSpc>
              <a:spcBef>
                <a:spcPts val="0"/>
              </a:spcBef>
              <a:spcAft>
                <a:spcPts val="0"/>
              </a:spcAft>
              <a:buNone/>
            </a:pPr>
            <a:r>
              <a:rPr b="1" lang="en"/>
              <a:t>Vectors</a:t>
            </a:r>
            <a:endParaRPr b="1"/>
          </a:p>
          <a:p>
            <a:pPr indent="-304800" lvl="0" marL="457200" marR="0" rtl="0" algn="l">
              <a:lnSpc>
                <a:spcPct val="100000"/>
              </a:lnSpc>
              <a:spcBef>
                <a:spcPts val="0"/>
              </a:spcBef>
              <a:spcAft>
                <a:spcPts val="0"/>
              </a:spcAft>
              <a:buSzPts val="1200"/>
              <a:buChar char="●"/>
            </a:pPr>
            <a:r>
              <a:rPr lang="en" u="sng">
                <a:hlinkClick r:id="rId3"/>
              </a:rPr>
              <a:t>New employee cartoon illustrations</a:t>
            </a:r>
            <a:endParaRPr u="sng"/>
          </a:p>
          <a:p>
            <a:pPr indent="-304800" lvl="0" marL="457200" marR="0" rtl="0" algn="l">
              <a:lnSpc>
                <a:spcPct val="100000"/>
              </a:lnSpc>
              <a:spcBef>
                <a:spcPts val="0"/>
              </a:spcBef>
              <a:spcAft>
                <a:spcPts val="0"/>
              </a:spcAft>
              <a:buSzPts val="1200"/>
              <a:buChar char="●"/>
            </a:pPr>
            <a:r>
              <a:rPr lang="en" u="sng">
                <a:hlinkClick r:id="rId4"/>
              </a:rPr>
              <a:t>Content team cartoon illustrations</a:t>
            </a:r>
            <a:endParaRPr u="sng"/>
          </a:p>
          <a:p>
            <a:pPr indent="0" lvl="0" marL="0" marR="0" rtl="0" algn="l">
              <a:lnSpc>
                <a:spcPct val="100000"/>
              </a:lnSpc>
              <a:spcBef>
                <a:spcPts val="0"/>
              </a:spcBef>
              <a:spcAft>
                <a:spcPts val="0"/>
              </a:spcAft>
              <a:buNone/>
            </a:pPr>
            <a:r>
              <a:t/>
            </a:r>
            <a:endParaRPr/>
          </a:p>
        </p:txBody>
      </p:sp>
      <p:sp>
        <p:nvSpPr>
          <p:cNvPr id="3028" name="Google Shape;3028;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3029" name="Google Shape;3029;p50"/>
          <p:cNvGrpSpPr/>
          <p:nvPr/>
        </p:nvGrpSpPr>
        <p:grpSpPr>
          <a:xfrm>
            <a:off x="1094225" y="2571749"/>
            <a:ext cx="3212976" cy="2030976"/>
            <a:chOff x="713225" y="2571749"/>
            <a:chExt cx="3212976" cy="2030976"/>
          </a:xfrm>
        </p:grpSpPr>
        <p:sp>
          <p:nvSpPr>
            <p:cNvPr id="3030" name="Google Shape;3030;p50"/>
            <p:cNvSpPr/>
            <p:nvPr/>
          </p:nvSpPr>
          <p:spPr>
            <a:xfrm>
              <a:off x="805650" y="2571749"/>
              <a:ext cx="3120551" cy="1961598"/>
            </a:xfrm>
            <a:custGeom>
              <a:rect b="b" l="l" r="r" t="t"/>
              <a:pathLst>
                <a:path extrusionOk="0" h="168486" w="268031">
                  <a:moveTo>
                    <a:pt x="192083" y="0"/>
                  </a:moveTo>
                  <a:cubicBezTo>
                    <a:pt x="157188" y="0"/>
                    <a:pt x="125343" y="19260"/>
                    <a:pt x="94227" y="34575"/>
                  </a:cubicBezTo>
                  <a:cubicBezTo>
                    <a:pt x="85717" y="38770"/>
                    <a:pt x="77084" y="42752"/>
                    <a:pt x="68209" y="46065"/>
                  </a:cubicBezTo>
                  <a:cubicBezTo>
                    <a:pt x="52555" y="51961"/>
                    <a:pt x="35229" y="55214"/>
                    <a:pt x="20609" y="63512"/>
                  </a:cubicBezTo>
                  <a:cubicBezTo>
                    <a:pt x="6080" y="71749"/>
                    <a:pt x="852" y="87646"/>
                    <a:pt x="122" y="103512"/>
                  </a:cubicBezTo>
                  <a:cubicBezTo>
                    <a:pt x="1" y="106066"/>
                    <a:pt x="62" y="108680"/>
                    <a:pt x="244" y="111233"/>
                  </a:cubicBezTo>
                  <a:cubicBezTo>
                    <a:pt x="3349" y="150285"/>
                    <a:pt x="42643" y="168486"/>
                    <a:pt x="77768" y="168486"/>
                  </a:cubicBezTo>
                  <a:cubicBezTo>
                    <a:pt x="78403" y="168486"/>
                    <a:pt x="79036" y="168480"/>
                    <a:pt x="79668" y="168468"/>
                  </a:cubicBezTo>
                  <a:cubicBezTo>
                    <a:pt x="93103" y="168225"/>
                    <a:pt x="106416" y="165732"/>
                    <a:pt x="119334" y="162085"/>
                  </a:cubicBezTo>
                  <a:cubicBezTo>
                    <a:pt x="128848" y="159379"/>
                    <a:pt x="138058" y="155854"/>
                    <a:pt x="147572" y="153270"/>
                  </a:cubicBezTo>
                  <a:cubicBezTo>
                    <a:pt x="152588" y="151914"/>
                    <a:pt x="157395" y="151354"/>
                    <a:pt x="162101" y="151354"/>
                  </a:cubicBezTo>
                  <a:cubicBezTo>
                    <a:pt x="173535" y="151354"/>
                    <a:pt x="184374" y="154660"/>
                    <a:pt x="196175" y="157890"/>
                  </a:cubicBezTo>
                  <a:cubicBezTo>
                    <a:pt x="202668" y="159676"/>
                    <a:pt x="209240" y="160777"/>
                    <a:pt x="215567" y="160777"/>
                  </a:cubicBezTo>
                  <a:cubicBezTo>
                    <a:pt x="228404" y="160777"/>
                    <a:pt x="240230" y="156247"/>
                    <a:pt x="248334" y="143726"/>
                  </a:cubicBezTo>
                  <a:cubicBezTo>
                    <a:pt x="250796" y="139865"/>
                    <a:pt x="252802" y="135701"/>
                    <a:pt x="254322" y="131355"/>
                  </a:cubicBezTo>
                  <a:cubicBezTo>
                    <a:pt x="266237" y="98284"/>
                    <a:pt x="268030" y="53238"/>
                    <a:pt x="246084" y="23846"/>
                  </a:cubicBezTo>
                  <a:cubicBezTo>
                    <a:pt x="237878" y="12842"/>
                    <a:pt x="225750" y="5304"/>
                    <a:pt x="212406" y="2265"/>
                  </a:cubicBezTo>
                  <a:cubicBezTo>
                    <a:pt x="205510" y="701"/>
                    <a:pt x="198741" y="0"/>
                    <a:pt x="1920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0"/>
            <p:cNvSpPr/>
            <p:nvPr/>
          </p:nvSpPr>
          <p:spPr>
            <a:xfrm>
              <a:off x="713225" y="4431725"/>
              <a:ext cx="3159600" cy="17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0"/>
            <p:cNvSpPr/>
            <p:nvPr/>
          </p:nvSpPr>
          <p:spPr>
            <a:xfrm>
              <a:off x="720001" y="4426061"/>
              <a:ext cx="3159472" cy="4610"/>
            </a:xfrm>
            <a:custGeom>
              <a:rect b="b" l="l" r="r" t="t"/>
              <a:pathLst>
                <a:path extrusionOk="0" h="396" w="271374">
                  <a:moveTo>
                    <a:pt x="1" y="1"/>
                  </a:moveTo>
                  <a:lnTo>
                    <a:pt x="1" y="396"/>
                  </a:lnTo>
                  <a:lnTo>
                    <a:pt x="271374" y="396"/>
                  </a:lnTo>
                  <a:lnTo>
                    <a:pt x="2713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0"/>
            <p:cNvSpPr/>
            <p:nvPr/>
          </p:nvSpPr>
          <p:spPr>
            <a:xfrm>
              <a:off x="3554481" y="3494219"/>
              <a:ext cx="82464" cy="706711"/>
            </a:xfrm>
            <a:custGeom>
              <a:rect b="b" l="l" r="r" t="t"/>
              <a:pathLst>
                <a:path extrusionOk="0" h="60701" w="7083">
                  <a:moveTo>
                    <a:pt x="760" y="0"/>
                  </a:moveTo>
                  <a:lnTo>
                    <a:pt x="0" y="91"/>
                  </a:lnTo>
                  <a:lnTo>
                    <a:pt x="6322" y="60700"/>
                  </a:lnTo>
                  <a:lnTo>
                    <a:pt x="7082" y="60609"/>
                  </a:lnTo>
                  <a:lnTo>
                    <a:pt x="7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0"/>
            <p:cNvSpPr/>
            <p:nvPr/>
          </p:nvSpPr>
          <p:spPr>
            <a:xfrm>
              <a:off x="3583857" y="4026852"/>
              <a:ext cx="39992" cy="41412"/>
            </a:xfrm>
            <a:custGeom>
              <a:rect b="b" l="l" r="r" t="t"/>
              <a:pathLst>
                <a:path extrusionOk="0" h="3557" w="3435">
                  <a:moveTo>
                    <a:pt x="578" y="1"/>
                  </a:moveTo>
                  <a:lnTo>
                    <a:pt x="0" y="517"/>
                  </a:lnTo>
                  <a:lnTo>
                    <a:pt x="2888" y="3557"/>
                  </a:lnTo>
                  <a:lnTo>
                    <a:pt x="3435" y="3040"/>
                  </a:lnTo>
                  <a:lnTo>
                    <a:pt x="5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0"/>
            <p:cNvSpPr/>
            <p:nvPr/>
          </p:nvSpPr>
          <p:spPr>
            <a:xfrm>
              <a:off x="3522252" y="3995566"/>
              <a:ext cx="75059" cy="47758"/>
            </a:xfrm>
            <a:custGeom>
              <a:rect b="b" l="l" r="r" t="t"/>
              <a:pathLst>
                <a:path extrusionOk="0" h="4102" w="6447">
                  <a:moveTo>
                    <a:pt x="1321" y="0"/>
                  </a:moveTo>
                  <a:cubicBezTo>
                    <a:pt x="815" y="0"/>
                    <a:pt x="438" y="148"/>
                    <a:pt x="337" y="530"/>
                  </a:cubicBezTo>
                  <a:cubicBezTo>
                    <a:pt x="0" y="1798"/>
                    <a:pt x="2815" y="4101"/>
                    <a:pt x="5234" y="4101"/>
                  </a:cubicBezTo>
                  <a:cubicBezTo>
                    <a:pt x="5656" y="4101"/>
                    <a:pt x="6067" y="4031"/>
                    <a:pt x="6446" y="3873"/>
                  </a:cubicBezTo>
                  <a:cubicBezTo>
                    <a:pt x="6446" y="2931"/>
                    <a:pt x="6021" y="2049"/>
                    <a:pt x="5321" y="1441"/>
                  </a:cubicBezTo>
                  <a:cubicBezTo>
                    <a:pt x="4796" y="981"/>
                    <a:pt x="2628" y="0"/>
                    <a:pt x="13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0"/>
            <p:cNvSpPr/>
            <p:nvPr/>
          </p:nvSpPr>
          <p:spPr>
            <a:xfrm>
              <a:off x="3522275" y="3993412"/>
              <a:ext cx="77504" cy="52205"/>
            </a:xfrm>
            <a:custGeom>
              <a:rect b="b" l="l" r="r" t="t"/>
              <a:pathLst>
                <a:path extrusionOk="0" h="4484" w="6657">
                  <a:moveTo>
                    <a:pt x="1307" y="380"/>
                  </a:moveTo>
                  <a:cubicBezTo>
                    <a:pt x="2553" y="380"/>
                    <a:pt x="4681" y="1322"/>
                    <a:pt x="5167" y="1778"/>
                  </a:cubicBezTo>
                  <a:cubicBezTo>
                    <a:pt x="5806" y="2326"/>
                    <a:pt x="6201" y="3085"/>
                    <a:pt x="6262" y="3936"/>
                  </a:cubicBezTo>
                  <a:cubicBezTo>
                    <a:pt x="5948" y="4045"/>
                    <a:pt x="5611" y="4095"/>
                    <a:pt x="5263" y="4095"/>
                  </a:cubicBezTo>
                  <a:cubicBezTo>
                    <a:pt x="3960" y="4095"/>
                    <a:pt x="2503" y="3402"/>
                    <a:pt x="1520" y="2538"/>
                  </a:cubicBezTo>
                  <a:cubicBezTo>
                    <a:pt x="790" y="1900"/>
                    <a:pt x="395" y="1201"/>
                    <a:pt x="517" y="775"/>
                  </a:cubicBezTo>
                  <a:cubicBezTo>
                    <a:pt x="547" y="593"/>
                    <a:pt x="699" y="441"/>
                    <a:pt x="882" y="411"/>
                  </a:cubicBezTo>
                  <a:cubicBezTo>
                    <a:pt x="1034" y="380"/>
                    <a:pt x="1186" y="380"/>
                    <a:pt x="1307" y="380"/>
                  </a:cubicBezTo>
                  <a:close/>
                  <a:moveTo>
                    <a:pt x="1359" y="0"/>
                  </a:moveTo>
                  <a:cubicBezTo>
                    <a:pt x="1148" y="0"/>
                    <a:pt x="956" y="24"/>
                    <a:pt x="790" y="76"/>
                  </a:cubicBezTo>
                  <a:cubicBezTo>
                    <a:pt x="487" y="137"/>
                    <a:pt x="243" y="350"/>
                    <a:pt x="152" y="654"/>
                  </a:cubicBezTo>
                  <a:cubicBezTo>
                    <a:pt x="0" y="1262"/>
                    <a:pt x="395" y="2052"/>
                    <a:pt x="1277" y="2812"/>
                  </a:cubicBezTo>
                  <a:cubicBezTo>
                    <a:pt x="2371" y="3815"/>
                    <a:pt x="3800" y="4392"/>
                    <a:pt x="5289" y="4484"/>
                  </a:cubicBezTo>
                  <a:cubicBezTo>
                    <a:pt x="5715" y="4484"/>
                    <a:pt x="6140" y="4392"/>
                    <a:pt x="6535" y="4240"/>
                  </a:cubicBezTo>
                  <a:lnTo>
                    <a:pt x="6657" y="4210"/>
                  </a:lnTo>
                  <a:lnTo>
                    <a:pt x="6657" y="4088"/>
                  </a:lnTo>
                  <a:cubicBezTo>
                    <a:pt x="6626" y="3085"/>
                    <a:pt x="6201" y="2143"/>
                    <a:pt x="5441" y="1505"/>
                  </a:cubicBezTo>
                  <a:cubicBezTo>
                    <a:pt x="4887" y="1004"/>
                    <a:pt x="2734" y="0"/>
                    <a:pt x="1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0"/>
            <p:cNvSpPr/>
            <p:nvPr/>
          </p:nvSpPr>
          <p:spPr>
            <a:xfrm>
              <a:off x="3554120" y="4013054"/>
              <a:ext cx="43892" cy="28675"/>
            </a:xfrm>
            <a:custGeom>
              <a:rect b="b" l="l" r="r" t="t"/>
              <a:pathLst>
                <a:path extrusionOk="0" h="2463" w="3770">
                  <a:moveTo>
                    <a:pt x="92" y="0"/>
                  </a:moveTo>
                  <a:lnTo>
                    <a:pt x="1" y="152"/>
                  </a:lnTo>
                  <a:lnTo>
                    <a:pt x="3679" y="2462"/>
                  </a:lnTo>
                  <a:lnTo>
                    <a:pt x="3770" y="2310"/>
                  </a:lnTo>
                  <a:lnTo>
                    <a:pt x="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0"/>
            <p:cNvSpPr/>
            <p:nvPr/>
          </p:nvSpPr>
          <p:spPr>
            <a:xfrm>
              <a:off x="3592346" y="4107192"/>
              <a:ext cx="40004" cy="41412"/>
            </a:xfrm>
            <a:custGeom>
              <a:rect b="b" l="l" r="r" t="t"/>
              <a:pathLst>
                <a:path extrusionOk="0" h="3557" w="3436">
                  <a:moveTo>
                    <a:pt x="548" y="0"/>
                  </a:moveTo>
                  <a:lnTo>
                    <a:pt x="1" y="517"/>
                  </a:lnTo>
                  <a:lnTo>
                    <a:pt x="2858" y="3557"/>
                  </a:lnTo>
                  <a:lnTo>
                    <a:pt x="3435" y="3010"/>
                  </a:lnTo>
                  <a:lnTo>
                    <a:pt x="5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0"/>
            <p:cNvSpPr/>
            <p:nvPr/>
          </p:nvSpPr>
          <p:spPr>
            <a:xfrm>
              <a:off x="3530728" y="4075836"/>
              <a:ext cx="75071" cy="47688"/>
            </a:xfrm>
            <a:custGeom>
              <a:rect b="b" l="l" r="r" t="t"/>
              <a:pathLst>
                <a:path extrusionOk="0" h="4096" w="6448">
                  <a:moveTo>
                    <a:pt x="1332" y="1"/>
                  </a:moveTo>
                  <a:cubicBezTo>
                    <a:pt x="821" y="1"/>
                    <a:pt x="441" y="150"/>
                    <a:pt x="338" y="535"/>
                  </a:cubicBezTo>
                  <a:cubicBezTo>
                    <a:pt x="0" y="1782"/>
                    <a:pt x="2838" y="4096"/>
                    <a:pt x="5264" y="4096"/>
                  </a:cubicBezTo>
                  <a:cubicBezTo>
                    <a:pt x="5677" y="4096"/>
                    <a:pt x="6077" y="4029"/>
                    <a:pt x="6448" y="3879"/>
                  </a:cubicBezTo>
                  <a:cubicBezTo>
                    <a:pt x="6448" y="2937"/>
                    <a:pt x="6022" y="2055"/>
                    <a:pt x="5323" y="1447"/>
                  </a:cubicBezTo>
                  <a:cubicBezTo>
                    <a:pt x="4777" y="967"/>
                    <a:pt x="2633" y="1"/>
                    <a:pt x="1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0"/>
            <p:cNvSpPr/>
            <p:nvPr/>
          </p:nvSpPr>
          <p:spPr>
            <a:xfrm>
              <a:off x="3530414" y="4073496"/>
              <a:ext cx="77504" cy="52100"/>
            </a:xfrm>
            <a:custGeom>
              <a:rect b="b" l="l" r="r" t="t"/>
              <a:pathLst>
                <a:path extrusionOk="0" h="4475" w="6657">
                  <a:moveTo>
                    <a:pt x="1338" y="402"/>
                  </a:moveTo>
                  <a:cubicBezTo>
                    <a:pt x="2554" y="402"/>
                    <a:pt x="4681" y="1314"/>
                    <a:pt x="5198" y="1800"/>
                  </a:cubicBezTo>
                  <a:cubicBezTo>
                    <a:pt x="5836" y="2347"/>
                    <a:pt x="6201" y="3138"/>
                    <a:pt x="6262" y="3958"/>
                  </a:cubicBezTo>
                  <a:cubicBezTo>
                    <a:pt x="5948" y="4069"/>
                    <a:pt x="5610" y="4120"/>
                    <a:pt x="5259" y="4120"/>
                  </a:cubicBezTo>
                  <a:cubicBezTo>
                    <a:pt x="3976" y="4120"/>
                    <a:pt x="2529" y="3443"/>
                    <a:pt x="1550" y="2560"/>
                  </a:cubicBezTo>
                  <a:cubicBezTo>
                    <a:pt x="791" y="1922"/>
                    <a:pt x="426" y="1223"/>
                    <a:pt x="517" y="797"/>
                  </a:cubicBezTo>
                  <a:cubicBezTo>
                    <a:pt x="578" y="615"/>
                    <a:pt x="730" y="493"/>
                    <a:pt x="912" y="463"/>
                  </a:cubicBezTo>
                  <a:cubicBezTo>
                    <a:pt x="1064" y="432"/>
                    <a:pt x="1186" y="402"/>
                    <a:pt x="1338" y="402"/>
                  </a:cubicBezTo>
                  <a:close/>
                  <a:moveTo>
                    <a:pt x="1330" y="1"/>
                  </a:moveTo>
                  <a:cubicBezTo>
                    <a:pt x="1131" y="1"/>
                    <a:pt x="948" y="21"/>
                    <a:pt x="791" y="68"/>
                  </a:cubicBezTo>
                  <a:cubicBezTo>
                    <a:pt x="487" y="159"/>
                    <a:pt x="243" y="372"/>
                    <a:pt x="183" y="676"/>
                  </a:cubicBezTo>
                  <a:cubicBezTo>
                    <a:pt x="0" y="1283"/>
                    <a:pt x="426" y="2074"/>
                    <a:pt x="1277" y="2834"/>
                  </a:cubicBezTo>
                  <a:cubicBezTo>
                    <a:pt x="2402" y="3806"/>
                    <a:pt x="3800" y="4414"/>
                    <a:pt x="5289" y="4475"/>
                  </a:cubicBezTo>
                  <a:cubicBezTo>
                    <a:pt x="5715" y="4475"/>
                    <a:pt x="6140" y="4414"/>
                    <a:pt x="6566" y="4262"/>
                  </a:cubicBezTo>
                  <a:lnTo>
                    <a:pt x="6657" y="4201"/>
                  </a:lnTo>
                  <a:lnTo>
                    <a:pt x="6657" y="4080"/>
                  </a:lnTo>
                  <a:cubicBezTo>
                    <a:pt x="6657" y="3077"/>
                    <a:pt x="6201" y="2135"/>
                    <a:pt x="5472" y="1496"/>
                  </a:cubicBezTo>
                  <a:cubicBezTo>
                    <a:pt x="4887" y="992"/>
                    <a:pt x="2704" y="1"/>
                    <a:pt x="13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0"/>
            <p:cNvSpPr/>
            <p:nvPr/>
          </p:nvSpPr>
          <p:spPr>
            <a:xfrm>
              <a:off x="3562259" y="4093383"/>
              <a:ext cx="44253" cy="28687"/>
            </a:xfrm>
            <a:custGeom>
              <a:rect b="b" l="l" r="r" t="t"/>
              <a:pathLst>
                <a:path extrusionOk="0" h="2464" w="3801">
                  <a:moveTo>
                    <a:pt x="92" y="1"/>
                  </a:moveTo>
                  <a:lnTo>
                    <a:pt x="1" y="153"/>
                  </a:lnTo>
                  <a:lnTo>
                    <a:pt x="3679" y="2463"/>
                  </a:lnTo>
                  <a:lnTo>
                    <a:pt x="3800" y="2311"/>
                  </a:lnTo>
                  <a:lnTo>
                    <a:pt x="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0"/>
            <p:cNvSpPr/>
            <p:nvPr/>
          </p:nvSpPr>
          <p:spPr>
            <a:xfrm>
              <a:off x="3563679" y="3831136"/>
              <a:ext cx="39643" cy="41424"/>
            </a:xfrm>
            <a:custGeom>
              <a:rect b="b" l="l" r="r" t="t"/>
              <a:pathLst>
                <a:path extrusionOk="0" h="3558" w="3405">
                  <a:moveTo>
                    <a:pt x="548" y="1"/>
                  </a:moveTo>
                  <a:lnTo>
                    <a:pt x="0" y="518"/>
                  </a:lnTo>
                  <a:lnTo>
                    <a:pt x="2858" y="3557"/>
                  </a:lnTo>
                  <a:lnTo>
                    <a:pt x="3405" y="3010"/>
                  </a:lnTo>
                  <a:lnTo>
                    <a:pt x="5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0"/>
            <p:cNvSpPr/>
            <p:nvPr/>
          </p:nvSpPr>
          <p:spPr>
            <a:xfrm>
              <a:off x="3501701" y="3799791"/>
              <a:ext cx="75432" cy="47688"/>
            </a:xfrm>
            <a:custGeom>
              <a:rect b="b" l="l" r="r" t="t"/>
              <a:pathLst>
                <a:path extrusionOk="0" h="4096" w="6479">
                  <a:moveTo>
                    <a:pt x="1351" y="0"/>
                  </a:moveTo>
                  <a:cubicBezTo>
                    <a:pt x="837" y="0"/>
                    <a:pt x="450" y="149"/>
                    <a:pt x="339" y="535"/>
                  </a:cubicBezTo>
                  <a:cubicBezTo>
                    <a:pt x="1" y="1782"/>
                    <a:pt x="2861" y="4095"/>
                    <a:pt x="5294" y="4095"/>
                  </a:cubicBezTo>
                  <a:cubicBezTo>
                    <a:pt x="5707" y="4095"/>
                    <a:pt x="6108" y="4028"/>
                    <a:pt x="6479" y="3878"/>
                  </a:cubicBezTo>
                  <a:cubicBezTo>
                    <a:pt x="6448" y="2936"/>
                    <a:pt x="6053" y="2055"/>
                    <a:pt x="5323" y="1447"/>
                  </a:cubicBezTo>
                  <a:cubicBezTo>
                    <a:pt x="4800" y="966"/>
                    <a:pt x="2661"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0"/>
            <p:cNvSpPr/>
            <p:nvPr/>
          </p:nvSpPr>
          <p:spPr>
            <a:xfrm>
              <a:off x="3501748" y="3797451"/>
              <a:ext cx="77504" cy="52100"/>
            </a:xfrm>
            <a:custGeom>
              <a:rect b="b" l="l" r="r" t="t"/>
              <a:pathLst>
                <a:path extrusionOk="0" h="4475" w="6657">
                  <a:moveTo>
                    <a:pt x="1338" y="371"/>
                  </a:moveTo>
                  <a:cubicBezTo>
                    <a:pt x="2553" y="371"/>
                    <a:pt x="4681" y="1313"/>
                    <a:pt x="5198" y="1800"/>
                  </a:cubicBezTo>
                  <a:cubicBezTo>
                    <a:pt x="5806" y="2347"/>
                    <a:pt x="6201" y="3107"/>
                    <a:pt x="6262" y="3958"/>
                  </a:cubicBezTo>
                  <a:cubicBezTo>
                    <a:pt x="5948" y="4067"/>
                    <a:pt x="5611" y="4116"/>
                    <a:pt x="5263" y="4116"/>
                  </a:cubicBezTo>
                  <a:cubicBezTo>
                    <a:pt x="3960" y="4116"/>
                    <a:pt x="2503" y="3423"/>
                    <a:pt x="1520" y="2560"/>
                  </a:cubicBezTo>
                  <a:cubicBezTo>
                    <a:pt x="791" y="1921"/>
                    <a:pt x="395" y="1222"/>
                    <a:pt x="517" y="766"/>
                  </a:cubicBezTo>
                  <a:cubicBezTo>
                    <a:pt x="578" y="584"/>
                    <a:pt x="730" y="462"/>
                    <a:pt x="912" y="432"/>
                  </a:cubicBezTo>
                  <a:cubicBezTo>
                    <a:pt x="1034" y="401"/>
                    <a:pt x="1186" y="371"/>
                    <a:pt x="1338" y="371"/>
                  </a:cubicBezTo>
                  <a:close/>
                  <a:moveTo>
                    <a:pt x="1330" y="0"/>
                  </a:moveTo>
                  <a:cubicBezTo>
                    <a:pt x="1131" y="0"/>
                    <a:pt x="948" y="21"/>
                    <a:pt x="791" y="67"/>
                  </a:cubicBezTo>
                  <a:cubicBezTo>
                    <a:pt x="487" y="128"/>
                    <a:pt x="243" y="371"/>
                    <a:pt x="183" y="675"/>
                  </a:cubicBezTo>
                  <a:cubicBezTo>
                    <a:pt x="0" y="1283"/>
                    <a:pt x="426" y="2073"/>
                    <a:pt x="1307" y="2833"/>
                  </a:cubicBezTo>
                  <a:cubicBezTo>
                    <a:pt x="2401" y="3806"/>
                    <a:pt x="3800" y="4414"/>
                    <a:pt x="5289" y="4474"/>
                  </a:cubicBezTo>
                  <a:cubicBezTo>
                    <a:pt x="5715" y="4474"/>
                    <a:pt x="6140" y="4414"/>
                    <a:pt x="6566" y="4262"/>
                  </a:cubicBezTo>
                  <a:lnTo>
                    <a:pt x="6657" y="4201"/>
                  </a:lnTo>
                  <a:lnTo>
                    <a:pt x="6657" y="4079"/>
                  </a:lnTo>
                  <a:cubicBezTo>
                    <a:pt x="6657" y="3076"/>
                    <a:pt x="6231" y="2134"/>
                    <a:pt x="5471" y="1496"/>
                  </a:cubicBezTo>
                  <a:cubicBezTo>
                    <a:pt x="4887" y="991"/>
                    <a:pt x="2704" y="0"/>
                    <a:pt x="13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0"/>
            <p:cNvSpPr/>
            <p:nvPr/>
          </p:nvSpPr>
          <p:spPr>
            <a:xfrm>
              <a:off x="3533593" y="3817338"/>
              <a:ext cx="43892" cy="28675"/>
            </a:xfrm>
            <a:custGeom>
              <a:rect b="b" l="l" r="r" t="t"/>
              <a:pathLst>
                <a:path extrusionOk="0" h="2463" w="3770">
                  <a:moveTo>
                    <a:pt x="92" y="0"/>
                  </a:moveTo>
                  <a:lnTo>
                    <a:pt x="1" y="152"/>
                  </a:lnTo>
                  <a:lnTo>
                    <a:pt x="3679" y="2462"/>
                  </a:lnTo>
                  <a:lnTo>
                    <a:pt x="3770" y="2280"/>
                  </a:lnTo>
                  <a:lnTo>
                    <a:pt x="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0"/>
            <p:cNvSpPr/>
            <p:nvPr/>
          </p:nvSpPr>
          <p:spPr>
            <a:xfrm>
              <a:off x="3572167" y="3911476"/>
              <a:ext cx="39654" cy="41412"/>
            </a:xfrm>
            <a:custGeom>
              <a:rect b="b" l="l" r="r" t="t"/>
              <a:pathLst>
                <a:path extrusionOk="0" h="3557" w="3406">
                  <a:moveTo>
                    <a:pt x="548" y="1"/>
                  </a:moveTo>
                  <a:lnTo>
                    <a:pt x="1" y="548"/>
                  </a:lnTo>
                  <a:lnTo>
                    <a:pt x="2858" y="3557"/>
                  </a:lnTo>
                  <a:lnTo>
                    <a:pt x="3405" y="3040"/>
                  </a:lnTo>
                  <a:lnTo>
                    <a:pt x="5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0"/>
            <p:cNvSpPr/>
            <p:nvPr/>
          </p:nvSpPr>
          <p:spPr>
            <a:xfrm>
              <a:off x="3510201" y="3879992"/>
              <a:ext cx="75071" cy="47816"/>
            </a:xfrm>
            <a:custGeom>
              <a:rect b="b" l="l" r="r" t="t"/>
              <a:pathLst>
                <a:path extrusionOk="0" h="4107" w="6448">
                  <a:moveTo>
                    <a:pt x="1314" y="1"/>
                  </a:moveTo>
                  <a:cubicBezTo>
                    <a:pt x="812" y="1"/>
                    <a:pt x="439" y="145"/>
                    <a:pt x="338" y="516"/>
                  </a:cubicBezTo>
                  <a:cubicBezTo>
                    <a:pt x="0" y="1789"/>
                    <a:pt x="2839" y="4107"/>
                    <a:pt x="5265" y="4107"/>
                  </a:cubicBezTo>
                  <a:cubicBezTo>
                    <a:pt x="5677" y="4107"/>
                    <a:pt x="6077" y="4040"/>
                    <a:pt x="6448" y="3890"/>
                  </a:cubicBezTo>
                  <a:cubicBezTo>
                    <a:pt x="6448" y="2948"/>
                    <a:pt x="6022" y="2066"/>
                    <a:pt x="5323" y="1458"/>
                  </a:cubicBezTo>
                  <a:cubicBezTo>
                    <a:pt x="4796" y="975"/>
                    <a:pt x="2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0"/>
            <p:cNvSpPr/>
            <p:nvPr/>
          </p:nvSpPr>
          <p:spPr>
            <a:xfrm>
              <a:off x="3510236" y="3877675"/>
              <a:ext cx="77155" cy="52217"/>
            </a:xfrm>
            <a:custGeom>
              <a:rect b="b" l="l" r="r" t="t"/>
              <a:pathLst>
                <a:path extrusionOk="0" h="4485" w="6627">
                  <a:moveTo>
                    <a:pt x="1338" y="381"/>
                  </a:moveTo>
                  <a:cubicBezTo>
                    <a:pt x="2524" y="381"/>
                    <a:pt x="4682" y="1323"/>
                    <a:pt x="5168" y="1779"/>
                  </a:cubicBezTo>
                  <a:cubicBezTo>
                    <a:pt x="5806" y="2326"/>
                    <a:pt x="6201" y="3116"/>
                    <a:pt x="6262" y="3937"/>
                  </a:cubicBezTo>
                  <a:cubicBezTo>
                    <a:pt x="5937" y="4057"/>
                    <a:pt x="5586" y="4111"/>
                    <a:pt x="5225" y="4111"/>
                  </a:cubicBezTo>
                  <a:cubicBezTo>
                    <a:pt x="3932" y="4111"/>
                    <a:pt x="2494" y="3418"/>
                    <a:pt x="1521" y="2539"/>
                  </a:cubicBezTo>
                  <a:cubicBezTo>
                    <a:pt x="791" y="1901"/>
                    <a:pt x="396" y="1232"/>
                    <a:pt x="517" y="776"/>
                  </a:cubicBezTo>
                  <a:cubicBezTo>
                    <a:pt x="548" y="594"/>
                    <a:pt x="700" y="472"/>
                    <a:pt x="882" y="442"/>
                  </a:cubicBezTo>
                  <a:cubicBezTo>
                    <a:pt x="1034" y="411"/>
                    <a:pt x="1186" y="381"/>
                    <a:pt x="1338" y="381"/>
                  </a:cubicBezTo>
                  <a:close/>
                  <a:moveTo>
                    <a:pt x="1329" y="1"/>
                  </a:moveTo>
                  <a:cubicBezTo>
                    <a:pt x="1118" y="1"/>
                    <a:pt x="926" y="24"/>
                    <a:pt x="761" y="77"/>
                  </a:cubicBezTo>
                  <a:cubicBezTo>
                    <a:pt x="457" y="138"/>
                    <a:pt x="213" y="381"/>
                    <a:pt x="122" y="685"/>
                  </a:cubicBezTo>
                  <a:cubicBezTo>
                    <a:pt x="1" y="1262"/>
                    <a:pt x="396" y="2083"/>
                    <a:pt x="1277" y="2843"/>
                  </a:cubicBezTo>
                  <a:cubicBezTo>
                    <a:pt x="2372" y="3816"/>
                    <a:pt x="3800" y="4393"/>
                    <a:pt x="5259" y="4484"/>
                  </a:cubicBezTo>
                  <a:cubicBezTo>
                    <a:pt x="5685" y="4484"/>
                    <a:pt x="6110" y="4423"/>
                    <a:pt x="6505" y="4241"/>
                  </a:cubicBezTo>
                  <a:lnTo>
                    <a:pt x="6627" y="4211"/>
                  </a:lnTo>
                  <a:lnTo>
                    <a:pt x="6627" y="4089"/>
                  </a:lnTo>
                  <a:cubicBezTo>
                    <a:pt x="6627" y="3086"/>
                    <a:pt x="6171" y="2144"/>
                    <a:pt x="5411" y="1505"/>
                  </a:cubicBezTo>
                  <a:cubicBezTo>
                    <a:pt x="4858" y="1005"/>
                    <a:pt x="2704" y="1"/>
                    <a:pt x="13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0"/>
            <p:cNvSpPr/>
            <p:nvPr/>
          </p:nvSpPr>
          <p:spPr>
            <a:xfrm>
              <a:off x="3541731" y="3897678"/>
              <a:ext cx="44253" cy="28315"/>
            </a:xfrm>
            <a:custGeom>
              <a:rect b="b" l="l" r="r" t="t"/>
              <a:pathLst>
                <a:path extrusionOk="0" h="2432" w="3801">
                  <a:moveTo>
                    <a:pt x="123" y="0"/>
                  </a:moveTo>
                  <a:lnTo>
                    <a:pt x="1" y="152"/>
                  </a:lnTo>
                  <a:lnTo>
                    <a:pt x="3709" y="2432"/>
                  </a:lnTo>
                  <a:lnTo>
                    <a:pt x="3800" y="2280"/>
                  </a:lnTo>
                  <a:lnTo>
                    <a:pt x="1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0"/>
            <p:cNvSpPr/>
            <p:nvPr/>
          </p:nvSpPr>
          <p:spPr>
            <a:xfrm>
              <a:off x="3549882" y="3700903"/>
              <a:ext cx="39992" cy="41063"/>
            </a:xfrm>
            <a:custGeom>
              <a:rect b="b" l="l" r="r" t="t"/>
              <a:pathLst>
                <a:path extrusionOk="0" h="3527" w="3435">
                  <a:moveTo>
                    <a:pt x="547" y="0"/>
                  </a:moveTo>
                  <a:lnTo>
                    <a:pt x="0" y="517"/>
                  </a:lnTo>
                  <a:lnTo>
                    <a:pt x="2888" y="3526"/>
                  </a:lnTo>
                  <a:lnTo>
                    <a:pt x="3435" y="3009"/>
                  </a:lnTo>
                  <a:lnTo>
                    <a:pt x="5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0"/>
            <p:cNvSpPr/>
            <p:nvPr/>
          </p:nvSpPr>
          <p:spPr>
            <a:xfrm>
              <a:off x="3488253" y="3669419"/>
              <a:ext cx="75082" cy="47816"/>
            </a:xfrm>
            <a:custGeom>
              <a:rect b="b" l="l" r="r" t="t"/>
              <a:pathLst>
                <a:path extrusionOk="0" h="4107" w="6449">
                  <a:moveTo>
                    <a:pt x="1310" y="0"/>
                  </a:moveTo>
                  <a:cubicBezTo>
                    <a:pt x="811" y="0"/>
                    <a:pt x="440" y="144"/>
                    <a:pt x="339" y="516"/>
                  </a:cubicBezTo>
                  <a:cubicBezTo>
                    <a:pt x="1" y="1789"/>
                    <a:pt x="2840" y="4106"/>
                    <a:pt x="5266" y="4106"/>
                  </a:cubicBezTo>
                  <a:cubicBezTo>
                    <a:pt x="5678" y="4106"/>
                    <a:pt x="6078" y="4040"/>
                    <a:pt x="6448" y="3890"/>
                  </a:cubicBezTo>
                  <a:cubicBezTo>
                    <a:pt x="6448" y="2947"/>
                    <a:pt x="6023" y="2066"/>
                    <a:pt x="5323" y="1458"/>
                  </a:cubicBezTo>
                  <a:cubicBezTo>
                    <a:pt x="4775" y="975"/>
                    <a:pt x="2608" y="0"/>
                    <a:pt x="1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0"/>
            <p:cNvSpPr/>
            <p:nvPr/>
          </p:nvSpPr>
          <p:spPr>
            <a:xfrm>
              <a:off x="3488300" y="3667102"/>
              <a:ext cx="77155" cy="52205"/>
            </a:xfrm>
            <a:custGeom>
              <a:rect b="b" l="l" r="r" t="t"/>
              <a:pathLst>
                <a:path extrusionOk="0" h="4484" w="6627">
                  <a:moveTo>
                    <a:pt x="1307" y="380"/>
                  </a:moveTo>
                  <a:cubicBezTo>
                    <a:pt x="2523" y="380"/>
                    <a:pt x="4681" y="1323"/>
                    <a:pt x="5167" y="1779"/>
                  </a:cubicBezTo>
                  <a:cubicBezTo>
                    <a:pt x="5775" y="2326"/>
                    <a:pt x="6171" y="3116"/>
                    <a:pt x="6231" y="3937"/>
                  </a:cubicBezTo>
                  <a:cubicBezTo>
                    <a:pt x="5911" y="4048"/>
                    <a:pt x="5567" y="4098"/>
                    <a:pt x="5212" y="4098"/>
                  </a:cubicBezTo>
                  <a:cubicBezTo>
                    <a:pt x="3915" y="4098"/>
                    <a:pt x="2468" y="3422"/>
                    <a:pt x="1490" y="2539"/>
                  </a:cubicBezTo>
                  <a:cubicBezTo>
                    <a:pt x="760" y="1900"/>
                    <a:pt x="365" y="1201"/>
                    <a:pt x="487" y="776"/>
                  </a:cubicBezTo>
                  <a:cubicBezTo>
                    <a:pt x="547" y="593"/>
                    <a:pt x="699" y="472"/>
                    <a:pt x="882" y="441"/>
                  </a:cubicBezTo>
                  <a:cubicBezTo>
                    <a:pt x="1003" y="411"/>
                    <a:pt x="1155" y="380"/>
                    <a:pt x="1307" y="380"/>
                  </a:cubicBezTo>
                  <a:close/>
                  <a:moveTo>
                    <a:pt x="1338" y="1"/>
                  </a:moveTo>
                  <a:cubicBezTo>
                    <a:pt x="1125" y="1"/>
                    <a:pt x="930" y="24"/>
                    <a:pt x="760" y="77"/>
                  </a:cubicBezTo>
                  <a:cubicBezTo>
                    <a:pt x="487" y="137"/>
                    <a:pt x="243" y="380"/>
                    <a:pt x="152" y="684"/>
                  </a:cubicBezTo>
                  <a:cubicBezTo>
                    <a:pt x="0" y="1262"/>
                    <a:pt x="395" y="2083"/>
                    <a:pt x="1277" y="2843"/>
                  </a:cubicBezTo>
                  <a:cubicBezTo>
                    <a:pt x="2371" y="3815"/>
                    <a:pt x="3800" y="4393"/>
                    <a:pt x="5259" y="4484"/>
                  </a:cubicBezTo>
                  <a:cubicBezTo>
                    <a:pt x="5715" y="4484"/>
                    <a:pt x="6140" y="4423"/>
                    <a:pt x="6535" y="4241"/>
                  </a:cubicBezTo>
                  <a:lnTo>
                    <a:pt x="6626" y="4210"/>
                  </a:lnTo>
                  <a:lnTo>
                    <a:pt x="6626" y="4089"/>
                  </a:lnTo>
                  <a:cubicBezTo>
                    <a:pt x="6626" y="3086"/>
                    <a:pt x="6201" y="2143"/>
                    <a:pt x="5441" y="1505"/>
                  </a:cubicBezTo>
                  <a:cubicBezTo>
                    <a:pt x="4861" y="1004"/>
                    <a:pt x="2727" y="1"/>
                    <a:pt x="1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0"/>
            <p:cNvSpPr/>
            <p:nvPr/>
          </p:nvSpPr>
          <p:spPr>
            <a:xfrm>
              <a:off x="3519795" y="3687094"/>
              <a:ext cx="44242" cy="28675"/>
            </a:xfrm>
            <a:custGeom>
              <a:rect b="b" l="l" r="r" t="t"/>
              <a:pathLst>
                <a:path extrusionOk="0" h="2463" w="3800">
                  <a:moveTo>
                    <a:pt x="122" y="1"/>
                  </a:moveTo>
                  <a:lnTo>
                    <a:pt x="0" y="153"/>
                  </a:lnTo>
                  <a:lnTo>
                    <a:pt x="3709" y="2463"/>
                  </a:lnTo>
                  <a:lnTo>
                    <a:pt x="3800" y="2281"/>
                  </a:lnTo>
                  <a:lnTo>
                    <a:pt x="1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0"/>
            <p:cNvSpPr/>
            <p:nvPr/>
          </p:nvSpPr>
          <p:spPr>
            <a:xfrm>
              <a:off x="3536422" y="3569948"/>
              <a:ext cx="39654" cy="41424"/>
            </a:xfrm>
            <a:custGeom>
              <a:rect b="b" l="l" r="r" t="t"/>
              <a:pathLst>
                <a:path extrusionOk="0" h="3558" w="3406">
                  <a:moveTo>
                    <a:pt x="548" y="1"/>
                  </a:moveTo>
                  <a:lnTo>
                    <a:pt x="1" y="548"/>
                  </a:lnTo>
                  <a:lnTo>
                    <a:pt x="2858" y="3557"/>
                  </a:lnTo>
                  <a:lnTo>
                    <a:pt x="3405" y="3040"/>
                  </a:lnTo>
                  <a:lnTo>
                    <a:pt x="5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0"/>
            <p:cNvSpPr/>
            <p:nvPr/>
          </p:nvSpPr>
          <p:spPr>
            <a:xfrm>
              <a:off x="3474514" y="3538476"/>
              <a:ext cx="75374" cy="47921"/>
            </a:xfrm>
            <a:custGeom>
              <a:rect b="b" l="l" r="r" t="t"/>
              <a:pathLst>
                <a:path extrusionOk="0" h="4116" w="6474">
                  <a:moveTo>
                    <a:pt x="1334" y="0"/>
                  </a:moveTo>
                  <a:cubicBezTo>
                    <a:pt x="836" y="0"/>
                    <a:pt x="465" y="144"/>
                    <a:pt x="363" y="515"/>
                  </a:cubicBezTo>
                  <a:cubicBezTo>
                    <a:pt x="1" y="1785"/>
                    <a:pt x="2842" y="4116"/>
                    <a:pt x="5270" y="4116"/>
                  </a:cubicBezTo>
                  <a:cubicBezTo>
                    <a:pt x="5689" y="4116"/>
                    <a:pt x="6097" y="4046"/>
                    <a:pt x="6473" y="3889"/>
                  </a:cubicBezTo>
                  <a:cubicBezTo>
                    <a:pt x="6443" y="2947"/>
                    <a:pt x="6047" y="2066"/>
                    <a:pt x="5318" y="1458"/>
                  </a:cubicBezTo>
                  <a:cubicBezTo>
                    <a:pt x="4791" y="975"/>
                    <a:pt x="2631" y="0"/>
                    <a:pt x="1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0"/>
            <p:cNvSpPr/>
            <p:nvPr/>
          </p:nvSpPr>
          <p:spPr>
            <a:xfrm>
              <a:off x="3474491" y="3536159"/>
              <a:ext cx="77516" cy="52205"/>
            </a:xfrm>
            <a:custGeom>
              <a:rect b="b" l="l" r="r" t="t"/>
              <a:pathLst>
                <a:path extrusionOk="0" h="4484" w="6658">
                  <a:moveTo>
                    <a:pt x="1338" y="380"/>
                  </a:moveTo>
                  <a:cubicBezTo>
                    <a:pt x="2554" y="380"/>
                    <a:pt x="4682" y="1353"/>
                    <a:pt x="5168" y="1778"/>
                  </a:cubicBezTo>
                  <a:cubicBezTo>
                    <a:pt x="5806" y="2325"/>
                    <a:pt x="6201" y="3116"/>
                    <a:pt x="6262" y="3936"/>
                  </a:cubicBezTo>
                  <a:cubicBezTo>
                    <a:pt x="5942" y="4047"/>
                    <a:pt x="5598" y="4098"/>
                    <a:pt x="5243" y="4098"/>
                  </a:cubicBezTo>
                  <a:cubicBezTo>
                    <a:pt x="3946" y="4098"/>
                    <a:pt x="2499" y="3421"/>
                    <a:pt x="1521" y="2538"/>
                  </a:cubicBezTo>
                  <a:cubicBezTo>
                    <a:pt x="791" y="1900"/>
                    <a:pt x="396" y="1201"/>
                    <a:pt x="517" y="775"/>
                  </a:cubicBezTo>
                  <a:cubicBezTo>
                    <a:pt x="578" y="593"/>
                    <a:pt x="700" y="471"/>
                    <a:pt x="882" y="441"/>
                  </a:cubicBezTo>
                  <a:cubicBezTo>
                    <a:pt x="1034" y="410"/>
                    <a:pt x="1186" y="380"/>
                    <a:pt x="1338" y="380"/>
                  </a:cubicBezTo>
                  <a:close/>
                  <a:moveTo>
                    <a:pt x="1359" y="0"/>
                  </a:moveTo>
                  <a:cubicBezTo>
                    <a:pt x="1149" y="0"/>
                    <a:pt x="957" y="24"/>
                    <a:pt x="791" y="76"/>
                  </a:cubicBezTo>
                  <a:cubicBezTo>
                    <a:pt x="487" y="137"/>
                    <a:pt x="244" y="380"/>
                    <a:pt x="153" y="684"/>
                  </a:cubicBezTo>
                  <a:cubicBezTo>
                    <a:pt x="1" y="1292"/>
                    <a:pt x="396" y="2082"/>
                    <a:pt x="1277" y="2842"/>
                  </a:cubicBezTo>
                  <a:cubicBezTo>
                    <a:pt x="2402" y="3815"/>
                    <a:pt x="3800" y="4392"/>
                    <a:pt x="5290" y="4484"/>
                  </a:cubicBezTo>
                  <a:cubicBezTo>
                    <a:pt x="5715" y="4484"/>
                    <a:pt x="6141" y="4423"/>
                    <a:pt x="6536" y="4240"/>
                  </a:cubicBezTo>
                  <a:lnTo>
                    <a:pt x="6657" y="4210"/>
                  </a:lnTo>
                  <a:lnTo>
                    <a:pt x="6657" y="4088"/>
                  </a:lnTo>
                  <a:cubicBezTo>
                    <a:pt x="6657" y="3085"/>
                    <a:pt x="6201" y="2143"/>
                    <a:pt x="5442" y="1505"/>
                  </a:cubicBezTo>
                  <a:cubicBezTo>
                    <a:pt x="4888" y="1004"/>
                    <a:pt x="2734" y="0"/>
                    <a:pt x="1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0"/>
            <p:cNvSpPr/>
            <p:nvPr/>
          </p:nvSpPr>
          <p:spPr>
            <a:xfrm>
              <a:off x="3506347" y="3556151"/>
              <a:ext cx="43892" cy="28326"/>
            </a:xfrm>
            <a:custGeom>
              <a:rect b="b" l="l" r="r" t="t"/>
              <a:pathLst>
                <a:path extrusionOk="0" h="2433" w="3770">
                  <a:moveTo>
                    <a:pt x="92" y="1"/>
                  </a:moveTo>
                  <a:lnTo>
                    <a:pt x="0" y="152"/>
                  </a:lnTo>
                  <a:lnTo>
                    <a:pt x="3678" y="2432"/>
                  </a:lnTo>
                  <a:lnTo>
                    <a:pt x="3769" y="2280"/>
                  </a:lnTo>
                  <a:lnTo>
                    <a:pt x="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0"/>
            <p:cNvSpPr/>
            <p:nvPr/>
          </p:nvSpPr>
          <p:spPr>
            <a:xfrm>
              <a:off x="3611103" y="3974118"/>
              <a:ext cx="32925" cy="46023"/>
            </a:xfrm>
            <a:custGeom>
              <a:rect b="b" l="l" r="r" t="t"/>
              <a:pathLst>
                <a:path extrusionOk="0" h="3953" w="2828">
                  <a:moveTo>
                    <a:pt x="2189" y="1"/>
                  </a:moveTo>
                  <a:lnTo>
                    <a:pt x="1" y="3557"/>
                  </a:lnTo>
                  <a:lnTo>
                    <a:pt x="669" y="3952"/>
                  </a:lnTo>
                  <a:lnTo>
                    <a:pt x="2827" y="396"/>
                  </a:lnTo>
                  <a:lnTo>
                    <a:pt x="21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0"/>
            <p:cNvSpPr/>
            <p:nvPr/>
          </p:nvSpPr>
          <p:spPr>
            <a:xfrm>
              <a:off x="3630571" y="3931980"/>
              <a:ext cx="71671" cy="57526"/>
            </a:xfrm>
            <a:custGeom>
              <a:rect b="b" l="l" r="r" t="t"/>
              <a:pathLst>
                <a:path extrusionOk="0" h="4941" w="6156">
                  <a:moveTo>
                    <a:pt x="4783" y="0"/>
                  </a:moveTo>
                  <a:cubicBezTo>
                    <a:pt x="3554" y="0"/>
                    <a:pt x="1275" y="1653"/>
                    <a:pt x="791" y="2282"/>
                  </a:cubicBezTo>
                  <a:cubicBezTo>
                    <a:pt x="213" y="3012"/>
                    <a:pt x="0" y="3984"/>
                    <a:pt x="183" y="4896"/>
                  </a:cubicBezTo>
                  <a:cubicBezTo>
                    <a:pt x="350" y="4926"/>
                    <a:pt x="519" y="4941"/>
                    <a:pt x="690" y="4941"/>
                  </a:cubicBezTo>
                  <a:cubicBezTo>
                    <a:pt x="3282" y="4941"/>
                    <a:pt x="6156" y="1651"/>
                    <a:pt x="5471" y="367"/>
                  </a:cubicBezTo>
                  <a:cubicBezTo>
                    <a:pt x="5342" y="108"/>
                    <a:pt x="5096" y="0"/>
                    <a:pt x="4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0"/>
            <p:cNvSpPr/>
            <p:nvPr/>
          </p:nvSpPr>
          <p:spPr>
            <a:xfrm>
              <a:off x="3628091" y="3929489"/>
              <a:ext cx="71497" cy="62334"/>
            </a:xfrm>
            <a:custGeom>
              <a:rect b="b" l="l" r="r" t="t"/>
              <a:pathLst>
                <a:path extrusionOk="0" h="5354" w="6141">
                  <a:moveTo>
                    <a:pt x="5018" y="395"/>
                  </a:moveTo>
                  <a:cubicBezTo>
                    <a:pt x="5048" y="395"/>
                    <a:pt x="5078" y="397"/>
                    <a:pt x="5107" y="399"/>
                  </a:cubicBezTo>
                  <a:cubicBezTo>
                    <a:pt x="5259" y="399"/>
                    <a:pt x="5441" y="490"/>
                    <a:pt x="5533" y="642"/>
                  </a:cubicBezTo>
                  <a:cubicBezTo>
                    <a:pt x="5715" y="1068"/>
                    <a:pt x="5502" y="1797"/>
                    <a:pt x="4894" y="2587"/>
                  </a:cubicBezTo>
                  <a:cubicBezTo>
                    <a:pt x="3987" y="3835"/>
                    <a:pt x="2366" y="4977"/>
                    <a:pt x="869" y="4977"/>
                  </a:cubicBezTo>
                  <a:cubicBezTo>
                    <a:pt x="761" y="4977"/>
                    <a:pt x="654" y="4971"/>
                    <a:pt x="548" y="4958"/>
                  </a:cubicBezTo>
                  <a:cubicBezTo>
                    <a:pt x="426" y="4107"/>
                    <a:pt x="669" y="3287"/>
                    <a:pt x="1156" y="2618"/>
                  </a:cubicBezTo>
                  <a:cubicBezTo>
                    <a:pt x="1629" y="1996"/>
                    <a:pt x="3889" y="395"/>
                    <a:pt x="5018" y="395"/>
                  </a:cubicBezTo>
                  <a:close/>
                  <a:moveTo>
                    <a:pt x="5037" y="0"/>
                  </a:moveTo>
                  <a:cubicBezTo>
                    <a:pt x="3708" y="0"/>
                    <a:pt x="1355" y="1693"/>
                    <a:pt x="852" y="2375"/>
                  </a:cubicBezTo>
                  <a:cubicBezTo>
                    <a:pt x="244" y="3165"/>
                    <a:pt x="0" y="4198"/>
                    <a:pt x="213" y="5171"/>
                  </a:cubicBezTo>
                  <a:lnTo>
                    <a:pt x="244" y="5262"/>
                  </a:lnTo>
                  <a:lnTo>
                    <a:pt x="365" y="5293"/>
                  </a:lnTo>
                  <a:cubicBezTo>
                    <a:pt x="548" y="5323"/>
                    <a:pt x="730" y="5353"/>
                    <a:pt x="912" y="5353"/>
                  </a:cubicBezTo>
                  <a:cubicBezTo>
                    <a:pt x="2493" y="5353"/>
                    <a:pt x="4225" y="4138"/>
                    <a:pt x="5198" y="2831"/>
                  </a:cubicBezTo>
                  <a:cubicBezTo>
                    <a:pt x="5897" y="1888"/>
                    <a:pt x="6140" y="1037"/>
                    <a:pt x="5867" y="490"/>
                  </a:cubicBezTo>
                  <a:cubicBezTo>
                    <a:pt x="5715" y="217"/>
                    <a:pt x="5441" y="34"/>
                    <a:pt x="5137" y="4"/>
                  </a:cubicBezTo>
                  <a:cubicBezTo>
                    <a:pt x="5105" y="2"/>
                    <a:pt x="5071" y="0"/>
                    <a:pt x="50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0"/>
            <p:cNvSpPr/>
            <p:nvPr/>
          </p:nvSpPr>
          <p:spPr>
            <a:xfrm>
              <a:off x="3631980" y="3951472"/>
              <a:ext cx="40353" cy="38583"/>
            </a:xfrm>
            <a:custGeom>
              <a:rect b="b" l="l" r="r" t="t"/>
              <a:pathLst>
                <a:path extrusionOk="0" h="3314" w="3466">
                  <a:moveTo>
                    <a:pt x="3314" y="0"/>
                  </a:moveTo>
                  <a:lnTo>
                    <a:pt x="1" y="3162"/>
                  </a:lnTo>
                  <a:lnTo>
                    <a:pt x="122" y="3313"/>
                  </a:lnTo>
                  <a:lnTo>
                    <a:pt x="3466" y="122"/>
                  </a:lnTo>
                  <a:lnTo>
                    <a:pt x="3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0"/>
            <p:cNvSpPr/>
            <p:nvPr/>
          </p:nvSpPr>
          <p:spPr>
            <a:xfrm>
              <a:off x="3589155" y="3762835"/>
              <a:ext cx="32925" cy="46372"/>
            </a:xfrm>
            <a:custGeom>
              <a:rect b="b" l="l" r="r" t="t"/>
              <a:pathLst>
                <a:path extrusionOk="0" h="3983" w="2828">
                  <a:moveTo>
                    <a:pt x="2189" y="1"/>
                  </a:moveTo>
                  <a:lnTo>
                    <a:pt x="1" y="3557"/>
                  </a:lnTo>
                  <a:lnTo>
                    <a:pt x="639" y="3982"/>
                  </a:lnTo>
                  <a:lnTo>
                    <a:pt x="2828" y="396"/>
                  </a:lnTo>
                  <a:lnTo>
                    <a:pt x="21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0"/>
            <p:cNvSpPr/>
            <p:nvPr/>
          </p:nvSpPr>
          <p:spPr>
            <a:xfrm>
              <a:off x="3608623" y="3720697"/>
              <a:ext cx="71345" cy="57526"/>
            </a:xfrm>
            <a:custGeom>
              <a:rect b="b" l="l" r="r" t="t"/>
              <a:pathLst>
                <a:path extrusionOk="0" h="4941" w="6128">
                  <a:moveTo>
                    <a:pt x="4780" y="0"/>
                  </a:moveTo>
                  <a:cubicBezTo>
                    <a:pt x="3544" y="0"/>
                    <a:pt x="1251" y="1652"/>
                    <a:pt x="791" y="2282"/>
                  </a:cubicBezTo>
                  <a:cubicBezTo>
                    <a:pt x="214" y="3042"/>
                    <a:pt x="1" y="3984"/>
                    <a:pt x="183" y="4896"/>
                  </a:cubicBezTo>
                  <a:cubicBezTo>
                    <a:pt x="350" y="4926"/>
                    <a:pt x="520" y="4940"/>
                    <a:pt x="690" y="4940"/>
                  </a:cubicBezTo>
                  <a:cubicBezTo>
                    <a:pt x="3279" y="4940"/>
                    <a:pt x="6128" y="1650"/>
                    <a:pt x="5472" y="367"/>
                  </a:cubicBezTo>
                  <a:cubicBezTo>
                    <a:pt x="5342" y="108"/>
                    <a:pt x="5096" y="0"/>
                    <a:pt x="47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0"/>
            <p:cNvSpPr/>
            <p:nvPr/>
          </p:nvSpPr>
          <p:spPr>
            <a:xfrm>
              <a:off x="3606143" y="3718555"/>
              <a:ext cx="71497" cy="61985"/>
            </a:xfrm>
            <a:custGeom>
              <a:rect b="b" l="l" r="r" t="t"/>
              <a:pathLst>
                <a:path extrusionOk="0" h="5324" w="6141">
                  <a:moveTo>
                    <a:pt x="4988" y="365"/>
                  </a:moveTo>
                  <a:cubicBezTo>
                    <a:pt x="5018" y="365"/>
                    <a:pt x="5048" y="366"/>
                    <a:pt x="5077" y="369"/>
                  </a:cubicBezTo>
                  <a:cubicBezTo>
                    <a:pt x="5259" y="369"/>
                    <a:pt x="5442" y="460"/>
                    <a:pt x="5503" y="642"/>
                  </a:cubicBezTo>
                  <a:cubicBezTo>
                    <a:pt x="5715" y="1068"/>
                    <a:pt x="5472" y="1797"/>
                    <a:pt x="4895" y="2588"/>
                  </a:cubicBezTo>
                  <a:cubicBezTo>
                    <a:pt x="3969" y="3822"/>
                    <a:pt x="2370" y="4952"/>
                    <a:pt x="911" y="4952"/>
                  </a:cubicBezTo>
                  <a:cubicBezTo>
                    <a:pt x="789" y="4952"/>
                    <a:pt x="668" y="4945"/>
                    <a:pt x="548" y="4928"/>
                  </a:cubicBezTo>
                  <a:cubicBezTo>
                    <a:pt x="427" y="4107"/>
                    <a:pt x="639" y="3256"/>
                    <a:pt x="1156" y="2588"/>
                  </a:cubicBezTo>
                  <a:cubicBezTo>
                    <a:pt x="1600" y="1966"/>
                    <a:pt x="3859" y="365"/>
                    <a:pt x="4988" y="365"/>
                  </a:cubicBezTo>
                  <a:close/>
                  <a:moveTo>
                    <a:pt x="5009" y="1"/>
                  </a:moveTo>
                  <a:cubicBezTo>
                    <a:pt x="3709" y="1"/>
                    <a:pt x="1356" y="1693"/>
                    <a:pt x="852" y="2375"/>
                  </a:cubicBezTo>
                  <a:cubicBezTo>
                    <a:pt x="244" y="3165"/>
                    <a:pt x="1" y="4168"/>
                    <a:pt x="214" y="5141"/>
                  </a:cubicBezTo>
                  <a:lnTo>
                    <a:pt x="244" y="5263"/>
                  </a:lnTo>
                  <a:lnTo>
                    <a:pt x="366" y="5293"/>
                  </a:lnTo>
                  <a:cubicBezTo>
                    <a:pt x="518" y="5323"/>
                    <a:pt x="700" y="5323"/>
                    <a:pt x="882" y="5323"/>
                  </a:cubicBezTo>
                  <a:cubicBezTo>
                    <a:pt x="2493" y="5323"/>
                    <a:pt x="4226" y="4138"/>
                    <a:pt x="5199" y="2800"/>
                  </a:cubicBezTo>
                  <a:cubicBezTo>
                    <a:pt x="5898" y="1858"/>
                    <a:pt x="6141" y="1007"/>
                    <a:pt x="5867" y="460"/>
                  </a:cubicBezTo>
                  <a:cubicBezTo>
                    <a:pt x="5715" y="186"/>
                    <a:pt x="5411" y="4"/>
                    <a:pt x="5107" y="4"/>
                  </a:cubicBezTo>
                  <a:cubicBezTo>
                    <a:pt x="5075" y="2"/>
                    <a:pt x="5043" y="1"/>
                    <a:pt x="50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0"/>
            <p:cNvSpPr/>
            <p:nvPr/>
          </p:nvSpPr>
          <p:spPr>
            <a:xfrm>
              <a:off x="3610044" y="3740188"/>
              <a:ext cx="39992" cy="38583"/>
            </a:xfrm>
            <a:custGeom>
              <a:rect b="b" l="l" r="r" t="t"/>
              <a:pathLst>
                <a:path extrusionOk="0" h="3314" w="3435">
                  <a:moveTo>
                    <a:pt x="3313" y="0"/>
                  </a:moveTo>
                  <a:lnTo>
                    <a:pt x="0" y="3192"/>
                  </a:lnTo>
                  <a:lnTo>
                    <a:pt x="122" y="3313"/>
                  </a:lnTo>
                  <a:lnTo>
                    <a:pt x="3435" y="152"/>
                  </a:lnTo>
                  <a:lnTo>
                    <a:pt x="33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0"/>
            <p:cNvSpPr/>
            <p:nvPr/>
          </p:nvSpPr>
          <p:spPr>
            <a:xfrm>
              <a:off x="3579608" y="3670106"/>
              <a:ext cx="32925" cy="46023"/>
            </a:xfrm>
            <a:custGeom>
              <a:rect b="b" l="l" r="r" t="t"/>
              <a:pathLst>
                <a:path extrusionOk="0" h="3953" w="2828">
                  <a:moveTo>
                    <a:pt x="2158" y="1"/>
                  </a:moveTo>
                  <a:lnTo>
                    <a:pt x="0" y="3557"/>
                  </a:lnTo>
                  <a:lnTo>
                    <a:pt x="639" y="3952"/>
                  </a:lnTo>
                  <a:lnTo>
                    <a:pt x="2827" y="396"/>
                  </a:lnTo>
                  <a:lnTo>
                    <a:pt x="21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0"/>
            <p:cNvSpPr/>
            <p:nvPr/>
          </p:nvSpPr>
          <p:spPr>
            <a:xfrm>
              <a:off x="3598714" y="3627968"/>
              <a:ext cx="71683" cy="57526"/>
            </a:xfrm>
            <a:custGeom>
              <a:rect b="b" l="l" r="r" t="t"/>
              <a:pathLst>
                <a:path extrusionOk="0" h="4941" w="6157">
                  <a:moveTo>
                    <a:pt x="4780" y="1"/>
                  </a:moveTo>
                  <a:cubicBezTo>
                    <a:pt x="3544" y="1"/>
                    <a:pt x="1251" y="1653"/>
                    <a:pt x="791" y="2282"/>
                  </a:cubicBezTo>
                  <a:cubicBezTo>
                    <a:pt x="213" y="3042"/>
                    <a:pt x="1" y="3985"/>
                    <a:pt x="183" y="4896"/>
                  </a:cubicBezTo>
                  <a:cubicBezTo>
                    <a:pt x="352" y="4927"/>
                    <a:pt x="523" y="4941"/>
                    <a:pt x="695" y="4941"/>
                  </a:cubicBezTo>
                  <a:cubicBezTo>
                    <a:pt x="3309" y="4941"/>
                    <a:pt x="6156" y="1651"/>
                    <a:pt x="5472" y="368"/>
                  </a:cubicBezTo>
                  <a:cubicBezTo>
                    <a:pt x="5342" y="108"/>
                    <a:pt x="5096" y="1"/>
                    <a:pt x="4780"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0"/>
            <p:cNvSpPr/>
            <p:nvPr/>
          </p:nvSpPr>
          <p:spPr>
            <a:xfrm>
              <a:off x="3596595" y="3625802"/>
              <a:ext cx="71136" cy="62008"/>
            </a:xfrm>
            <a:custGeom>
              <a:rect b="b" l="l" r="r" t="t"/>
              <a:pathLst>
                <a:path extrusionOk="0" h="5326" w="6110">
                  <a:moveTo>
                    <a:pt x="4987" y="368"/>
                  </a:moveTo>
                  <a:cubicBezTo>
                    <a:pt x="5018" y="368"/>
                    <a:pt x="5047" y="369"/>
                    <a:pt x="5076" y="371"/>
                  </a:cubicBezTo>
                  <a:cubicBezTo>
                    <a:pt x="5259" y="371"/>
                    <a:pt x="5411" y="462"/>
                    <a:pt x="5502" y="614"/>
                  </a:cubicBezTo>
                  <a:cubicBezTo>
                    <a:pt x="5715" y="1040"/>
                    <a:pt x="5472" y="1769"/>
                    <a:pt x="4894" y="2560"/>
                  </a:cubicBezTo>
                  <a:cubicBezTo>
                    <a:pt x="3958" y="3807"/>
                    <a:pt x="2335" y="4949"/>
                    <a:pt x="863" y="4949"/>
                  </a:cubicBezTo>
                  <a:cubicBezTo>
                    <a:pt x="757" y="4949"/>
                    <a:pt x="652" y="4943"/>
                    <a:pt x="547" y="4931"/>
                  </a:cubicBezTo>
                  <a:cubicBezTo>
                    <a:pt x="426" y="4079"/>
                    <a:pt x="639" y="3259"/>
                    <a:pt x="1155" y="2590"/>
                  </a:cubicBezTo>
                  <a:cubicBezTo>
                    <a:pt x="1599" y="1969"/>
                    <a:pt x="3858" y="368"/>
                    <a:pt x="4987" y="368"/>
                  </a:cubicBezTo>
                  <a:close/>
                  <a:moveTo>
                    <a:pt x="4973" y="0"/>
                  </a:moveTo>
                  <a:cubicBezTo>
                    <a:pt x="3641" y="0"/>
                    <a:pt x="1351" y="1671"/>
                    <a:pt x="851" y="2347"/>
                  </a:cubicBezTo>
                  <a:cubicBezTo>
                    <a:pt x="213" y="3137"/>
                    <a:pt x="0" y="4171"/>
                    <a:pt x="183" y="5143"/>
                  </a:cubicBezTo>
                  <a:lnTo>
                    <a:pt x="213" y="5265"/>
                  </a:lnTo>
                  <a:lnTo>
                    <a:pt x="335" y="5265"/>
                  </a:lnTo>
                  <a:cubicBezTo>
                    <a:pt x="517" y="5295"/>
                    <a:pt x="699" y="5326"/>
                    <a:pt x="882" y="5326"/>
                  </a:cubicBezTo>
                  <a:cubicBezTo>
                    <a:pt x="2493" y="5326"/>
                    <a:pt x="4195" y="4110"/>
                    <a:pt x="5198" y="2803"/>
                  </a:cubicBezTo>
                  <a:cubicBezTo>
                    <a:pt x="5897" y="1861"/>
                    <a:pt x="6110" y="1009"/>
                    <a:pt x="5836" y="462"/>
                  </a:cubicBezTo>
                  <a:cubicBezTo>
                    <a:pt x="5684" y="189"/>
                    <a:pt x="5411" y="6"/>
                    <a:pt x="5107" y="6"/>
                  </a:cubicBezTo>
                  <a:cubicBezTo>
                    <a:pt x="5063" y="2"/>
                    <a:pt x="5019" y="0"/>
                    <a:pt x="4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0"/>
            <p:cNvSpPr/>
            <p:nvPr/>
          </p:nvSpPr>
          <p:spPr>
            <a:xfrm>
              <a:off x="3600484" y="3647459"/>
              <a:ext cx="40004" cy="38583"/>
            </a:xfrm>
            <a:custGeom>
              <a:rect b="b" l="l" r="r" t="t"/>
              <a:pathLst>
                <a:path extrusionOk="0" h="3314" w="3436">
                  <a:moveTo>
                    <a:pt x="3314" y="1"/>
                  </a:moveTo>
                  <a:lnTo>
                    <a:pt x="1" y="3162"/>
                  </a:lnTo>
                  <a:lnTo>
                    <a:pt x="122" y="3314"/>
                  </a:lnTo>
                  <a:lnTo>
                    <a:pt x="3435" y="122"/>
                  </a:lnTo>
                  <a:lnTo>
                    <a:pt x="3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0"/>
            <p:cNvSpPr/>
            <p:nvPr/>
          </p:nvSpPr>
          <p:spPr>
            <a:xfrm>
              <a:off x="3564948" y="3538453"/>
              <a:ext cx="32564" cy="45662"/>
            </a:xfrm>
            <a:custGeom>
              <a:rect b="b" l="l" r="r" t="t"/>
              <a:pathLst>
                <a:path extrusionOk="0" h="3922" w="2797">
                  <a:moveTo>
                    <a:pt x="2158" y="1"/>
                  </a:moveTo>
                  <a:lnTo>
                    <a:pt x="0" y="3527"/>
                  </a:lnTo>
                  <a:lnTo>
                    <a:pt x="638" y="3922"/>
                  </a:lnTo>
                  <a:lnTo>
                    <a:pt x="2797" y="396"/>
                  </a:lnTo>
                  <a:lnTo>
                    <a:pt x="21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0"/>
            <p:cNvSpPr/>
            <p:nvPr/>
          </p:nvSpPr>
          <p:spPr>
            <a:xfrm>
              <a:off x="3584556" y="3491890"/>
              <a:ext cx="71357" cy="57700"/>
            </a:xfrm>
            <a:custGeom>
              <a:rect b="b" l="l" r="r" t="t"/>
              <a:pathLst>
                <a:path extrusionOk="0" h="4956" w="6129">
                  <a:moveTo>
                    <a:pt x="4801" y="0"/>
                  </a:moveTo>
                  <a:cubicBezTo>
                    <a:pt x="3577" y="0"/>
                    <a:pt x="1284" y="1665"/>
                    <a:pt x="822" y="2298"/>
                  </a:cubicBezTo>
                  <a:cubicBezTo>
                    <a:pt x="244" y="3027"/>
                    <a:pt x="1" y="4000"/>
                    <a:pt x="183" y="4912"/>
                  </a:cubicBezTo>
                  <a:cubicBezTo>
                    <a:pt x="351" y="4941"/>
                    <a:pt x="521" y="4956"/>
                    <a:pt x="691" y="4956"/>
                  </a:cubicBezTo>
                  <a:cubicBezTo>
                    <a:pt x="3303" y="4956"/>
                    <a:pt x="6128" y="1636"/>
                    <a:pt x="5472" y="352"/>
                  </a:cubicBezTo>
                  <a:cubicBezTo>
                    <a:pt x="5345" y="104"/>
                    <a:pt x="5106"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0"/>
            <p:cNvSpPr/>
            <p:nvPr/>
          </p:nvSpPr>
          <p:spPr>
            <a:xfrm>
              <a:off x="3582437" y="3489573"/>
              <a:ext cx="71136" cy="62334"/>
            </a:xfrm>
            <a:custGeom>
              <a:rect b="b" l="l" r="r" t="t"/>
              <a:pathLst>
                <a:path extrusionOk="0" h="5354" w="6110">
                  <a:moveTo>
                    <a:pt x="4987" y="396"/>
                  </a:moveTo>
                  <a:cubicBezTo>
                    <a:pt x="5018" y="396"/>
                    <a:pt x="5048" y="397"/>
                    <a:pt x="5077" y="399"/>
                  </a:cubicBezTo>
                  <a:cubicBezTo>
                    <a:pt x="5259" y="399"/>
                    <a:pt x="5411" y="490"/>
                    <a:pt x="5502" y="642"/>
                  </a:cubicBezTo>
                  <a:cubicBezTo>
                    <a:pt x="5715" y="1068"/>
                    <a:pt x="5472" y="1797"/>
                    <a:pt x="4894" y="2588"/>
                  </a:cubicBezTo>
                  <a:cubicBezTo>
                    <a:pt x="3969" y="3822"/>
                    <a:pt x="2370" y="4953"/>
                    <a:pt x="910" y="4953"/>
                  </a:cubicBezTo>
                  <a:cubicBezTo>
                    <a:pt x="788" y="4953"/>
                    <a:pt x="667" y="4945"/>
                    <a:pt x="548" y="4928"/>
                  </a:cubicBezTo>
                  <a:cubicBezTo>
                    <a:pt x="426" y="4108"/>
                    <a:pt x="639" y="3256"/>
                    <a:pt x="1155" y="2618"/>
                  </a:cubicBezTo>
                  <a:cubicBezTo>
                    <a:pt x="1599" y="1997"/>
                    <a:pt x="3858" y="396"/>
                    <a:pt x="4987" y="396"/>
                  </a:cubicBezTo>
                  <a:close/>
                  <a:moveTo>
                    <a:pt x="4978" y="1"/>
                  </a:moveTo>
                  <a:cubicBezTo>
                    <a:pt x="3678" y="1"/>
                    <a:pt x="1325" y="1693"/>
                    <a:pt x="821" y="2375"/>
                  </a:cubicBezTo>
                  <a:cubicBezTo>
                    <a:pt x="213" y="3165"/>
                    <a:pt x="0" y="4168"/>
                    <a:pt x="183" y="5171"/>
                  </a:cubicBezTo>
                  <a:lnTo>
                    <a:pt x="213" y="5263"/>
                  </a:lnTo>
                  <a:lnTo>
                    <a:pt x="335" y="5293"/>
                  </a:lnTo>
                  <a:cubicBezTo>
                    <a:pt x="517" y="5323"/>
                    <a:pt x="700" y="5354"/>
                    <a:pt x="882" y="5354"/>
                  </a:cubicBezTo>
                  <a:cubicBezTo>
                    <a:pt x="2463" y="5354"/>
                    <a:pt x="4195" y="4138"/>
                    <a:pt x="5168" y="2801"/>
                  </a:cubicBezTo>
                  <a:cubicBezTo>
                    <a:pt x="5867" y="1889"/>
                    <a:pt x="6110" y="1038"/>
                    <a:pt x="5836" y="460"/>
                  </a:cubicBezTo>
                  <a:cubicBezTo>
                    <a:pt x="5684" y="187"/>
                    <a:pt x="5411" y="35"/>
                    <a:pt x="5077" y="4"/>
                  </a:cubicBezTo>
                  <a:cubicBezTo>
                    <a:pt x="5045" y="2"/>
                    <a:pt x="5012" y="1"/>
                    <a:pt x="49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0"/>
            <p:cNvSpPr/>
            <p:nvPr/>
          </p:nvSpPr>
          <p:spPr>
            <a:xfrm>
              <a:off x="3585977" y="3511556"/>
              <a:ext cx="40353" cy="38583"/>
            </a:xfrm>
            <a:custGeom>
              <a:rect b="b" l="l" r="r" t="t"/>
              <a:pathLst>
                <a:path extrusionOk="0" h="3314" w="3466">
                  <a:moveTo>
                    <a:pt x="3344" y="1"/>
                  </a:moveTo>
                  <a:lnTo>
                    <a:pt x="0" y="3162"/>
                  </a:lnTo>
                  <a:lnTo>
                    <a:pt x="152" y="3314"/>
                  </a:lnTo>
                  <a:lnTo>
                    <a:pt x="3466" y="122"/>
                  </a:lnTo>
                  <a:lnTo>
                    <a:pt x="3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0"/>
            <p:cNvSpPr/>
            <p:nvPr/>
          </p:nvSpPr>
          <p:spPr>
            <a:xfrm>
              <a:off x="3556251" y="3433847"/>
              <a:ext cx="71345" cy="57700"/>
            </a:xfrm>
            <a:custGeom>
              <a:rect b="b" l="l" r="r" t="t"/>
              <a:pathLst>
                <a:path extrusionOk="0" h="4956" w="6128">
                  <a:moveTo>
                    <a:pt x="4797" y="0"/>
                  </a:moveTo>
                  <a:cubicBezTo>
                    <a:pt x="3565" y="0"/>
                    <a:pt x="1253" y="1665"/>
                    <a:pt x="790" y="2298"/>
                  </a:cubicBezTo>
                  <a:cubicBezTo>
                    <a:pt x="213" y="3027"/>
                    <a:pt x="0" y="4000"/>
                    <a:pt x="183" y="4912"/>
                  </a:cubicBezTo>
                  <a:cubicBezTo>
                    <a:pt x="348" y="4942"/>
                    <a:pt x="516" y="4956"/>
                    <a:pt x="686" y="4956"/>
                  </a:cubicBezTo>
                  <a:cubicBezTo>
                    <a:pt x="3275" y="4956"/>
                    <a:pt x="6128" y="1636"/>
                    <a:pt x="5471" y="352"/>
                  </a:cubicBezTo>
                  <a:cubicBezTo>
                    <a:pt x="5344" y="104"/>
                    <a:pt x="5104" y="0"/>
                    <a:pt x="4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0"/>
            <p:cNvSpPr/>
            <p:nvPr/>
          </p:nvSpPr>
          <p:spPr>
            <a:xfrm>
              <a:off x="3553771" y="3431530"/>
              <a:ext cx="71497" cy="62334"/>
            </a:xfrm>
            <a:custGeom>
              <a:rect b="b" l="l" r="r" t="t"/>
              <a:pathLst>
                <a:path extrusionOk="0" h="5354" w="6141">
                  <a:moveTo>
                    <a:pt x="4989" y="396"/>
                  </a:moveTo>
                  <a:cubicBezTo>
                    <a:pt x="5019" y="396"/>
                    <a:pt x="5048" y="397"/>
                    <a:pt x="5076" y="399"/>
                  </a:cubicBezTo>
                  <a:cubicBezTo>
                    <a:pt x="5259" y="399"/>
                    <a:pt x="5441" y="491"/>
                    <a:pt x="5502" y="643"/>
                  </a:cubicBezTo>
                  <a:cubicBezTo>
                    <a:pt x="5715" y="1068"/>
                    <a:pt x="5472" y="1798"/>
                    <a:pt x="4894" y="2588"/>
                  </a:cubicBezTo>
                  <a:cubicBezTo>
                    <a:pt x="3968" y="3822"/>
                    <a:pt x="2370" y="4953"/>
                    <a:pt x="910" y="4953"/>
                  </a:cubicBezTo>
                  <a:cubicBezTo>
                    <a:pt x="788" y="4953"/>
                    <a:pt x="667" y="4945"/>
                    <a:pt x="548" y="4928"/>
                  </a:cubicBezTo>
                  <a:cubicBezTo>
                    <a:pt x="426" y="4108"/>
                    <a:pt x="639" y="3257"/>
                    <a:pt x="1155" y="2588"/>
                  </a:cubicBezTo>
                  <a:cubicBezTo>
                    <a:pt x="1599" y="1996"/>
                    <a:pt x="3887" y="396"/>
                    <a:pt x="4989" y="396"/>
                  </a:cubicBezTo>
                  <a:close/>
                  <a:moveTo>
                    <a:pt x="5006" y="1"/>
                  </a:moveTo>
                  <a:cubicBezTo>
                    <a:pt x="3679" y="1"/>
                    <a:pt x="1355" y="1694"/>
                    <a:pt x="851" y="2375"/>
                  </a:cubicBezTo>
                  <a:cubicBezTo>
                    <a:pt x="244" y="3165"/>
                    <a:pt x="0" y="4168"/>
                    <a:pt x="213" y="5141"/>
                  </a:cubicBezTo>
                  <a:lnTo>
                    <a:pt x="244" y="5263"/>
                  </a:lnTo>
                  <a:lnTo>
                    <a:pt x="365" y="5293"/>
                  </a:lnTo>
                  <a:cubicBezTo>
                    <a:pt x="517" y="5323"/>
                    <a:pt x="699" y="5354"/>
                    <a:pt x="882" y="5354"/>
                  </a:cubicBezTo>
                  <a:cubicBezTo>
                    <a:pt x="2493" y="5354"/>
                    <a:pt x="4225" y="4138"/>
                    <a:pt x="5198" y="2801"/>
                  </a:cubicBezTo>
                  <a:cubicBezTo>
                    <a:pt x="5897" y="1889"/>
                    <a:pt x="6140" y="1038"/>
                    <a:pt x="5867" y="460"/>
                  </a:cubicBezTo>
                  <a:cubicBezTo>
                    <a:pt x="5715" y="187"/>
                    <a:pt x="5411" y="35"/>
                    <a:pt x="5107" y="4"/>
                  </a:cubicBezTo>
                  <a:cubicBezTo>
                    <a:pt x="5074" y="2"/>
                    <a:pt x="5041" y="1"/>
                    <a:pt x="50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0"/>
            <p:cNvSpPr/>
            <p:nvPr/>
          </p:nvSpPr>
          <p:spPr>
            <a:xfrm>
              <a:off x="3557660" y="3453513"/>
              <a:ext cx="40004" cy="38583"/>
            </a:xfrm>
            <a:custGeom>
              <a:rect b="b" l="l" r="r" t="t"/>
              <a:pathLst>
                <a:path extrusionOk="0" h="3314" w="3436">
                  <a:moveTo>
                    <a:pt x="3314" y="1"/>
                  </a:moveTo>
                  <a:lnTo>
                    <a:pt x="1" y="3162"/>
                  </a:lnTo>
                  <a:lnTo>
                    <a:pt x="122" y="3314"/>
                  </a:lnTo>
                  <a:lnTo>
                    <a:pt x="3435" y="122"/>
                  </a:lnTo>
                  <a:lnTo>
                    <a:pt x="3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0"/>
            <p:cNvSpPr/>
            <p:nvPr/>
          </p:nvSpPr>
          <p:spPr>
            <a:xfrm>
              <a:off x="3498919" y="3424917"/>
              <a:ext cx="70158" cy="67713"/>
            </a:xfrm>
            <a:custGeom>
              <a:rect b="b" l="l" r="r" t="t"/>
              <a:pathLst>
                <a:path extrusionOk="0" h="5816" w="6026">
                  <a:moveTo>
                    <a:pt x="1654" y="0"/>
                  </a:moveTo>
                  <a:cubicBezTo>
                    <a:pt x="1541" y="0"/>
                    <a:pt x="1435" y="18"/>
                    <a:pt x="1337" y="56"/>
                  </a:cubicBezTo>
                  <a:cubicBezTo>
                    <a:pt x="0" y="572"/>
                    <a:pt x="2037" y="4250"/>
                    <a:pt x="2766" y="4919"/>
                  </a:cubicBezTo>
                  <a:cubicBezTo>
                    <a:pt x="3362" y="5488"/>
                    <a:pt x="4151" y="5815"/>
                    <a:pt x="4983" y="5815"/>
                  </a:cubicBezTo>
                  <a:cubicBezTo>
                    <a:pt x="5084" y="5815"/>
                    <a:pt x="5186" y="5810"/>
                    <a:pt x="5289" y="5800"/>
                  </a:cubicBezTo>
                  <a:cubicBezTo>
                    <a:pt x="6025" y="3336"/>
                    <a:pt x="3198" y="0"/>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0"/>
            <p:cNvSpPr/>
            <p:nvPr/>
          </p:nvSpPr>
          <p:spPr>
            <a:xfrm>
              <a:off x="3504577" y="3422879"/>
              <a:ext cx="64057" cy="72055"/>
            </a:xfrm>
            <a:custGeom>
              <a:rect b="b" l="l" r="r" t="t"/>
              <a:pathLst>
                <a:path extrusionOk="0" h="6189" w="5502">
                  <a:moveTo>
                    <a:pt x="1155" y="383"/>
                  </a:moveTo>
                  <a:cubicBezTo>
                    <a:pt x="1581" y="383"/>
                    <a:pt x="2189" y="686"/>
                    <a:pt x="2766" y="1264"/>
                  </a:cubicBezTo>
                  <a:cubicBezTo>
                    <a:pt x="4013" y="2389"/>
                    <a:pt x="5046" y="4304"/>
                    <a:pt x="4651" y="5823"/>
                  </a:cubicBezTo>
                  <a:cubicBezTo>
                    <a:pt x="3830" y="5823"/>
                    <a:pt x="3010" y="5519"/>
                    <a:pt x="2402" y="4972"/>
                  </a:cubicBezTo>
                  <a:cubicBezTo>
                    <a:pt x="1824" y="4425"/>
                    <a:pt x="426" y="1902"/>
                    <a:pt x="608" y="808"/>
                  </a:cubicBezTo>
                  <a:cubicBezTo>
                    <a:pt x="639" y="656"/>
                    <a:pt x="730" y="474"/>
                    <a:pt x="912" y="413"/>
                  </a:cubicBezTo>
                  <a:cubicBezTo>
                    <a:pt x="1003" y="383"/>
                    <a:pt x="1064" y="383"/>
                    <a:pt x="1155" y="383"/>
                  </a:cubicBezTo>
                  <a:close/>
                  <a:moveTo>
                    <a:pt x="1169" y="1"/>
                  </a:moveTo>
                  <a:cubicBezTo>
                    <a:pt x="1022" y="1"/>
                    <a:pt x="885" y="26"/>
                    <a:pt x="760" y="79"/>
                  </a:cubicBezTo>
                  <a:cubicBezTo>
                    <a:pt x="487" y="170"/>
                    <a:pt x="274" y="443"/>
                    <a:pt x="244" y="747"/>
                  </a:cubicBezTo>
                  <a:cubicBezTo>
                    <a:pt x="0" y="2024"/>
                    <a:pt x="1490" y="4668"/>
                    <a:pt x="2128" y="5246"/>
                  </a:cubicBezTo>
                  <a:cubicBezTo>
                    <a:pt x="2797" y="5854"/>
                    <a:pt x="3617" y="6188"/>
                    <a:pt x="4499" y="6188"/>
                  </a:cubicBezTo>
                  <a:lnTo>
                    <a:pt x="4864" y="6188"/>
                  </a:lnTo>
                  <a:lnTo>
                    <a:pt x="4985" y="6158"/>
                  </a:lnTo>
                  <a:lnTo>
                    <a:pt x="5016" y="6036"/>
                  </a:lnTo>
                  <a:cubicBezTo>
                    <a:pt x="5502" y="4334"/>
                    <a:pt x="4408" y="2206"/>
                    <a:pt x="3040" y="960"/>
                  </a:cubicBezTo>
                  <a:cubicBezTo>
                    <a:pt x="2372" y="340"/>
                    <a:pt x="1704" y="1"/>
                    <a:pt x="1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0"/>
            <p:cNvSpPr/>
            <p:nvPr/>
          </p:nvSpPr>
          <p:spPr>
            <a:xfrm>
              <a:off x="3526874" y="3449275"/>
              <a:ext cx="34334" cy="43892"/>
            </a:xfrm>
            <a:custGeom>
              <a:rect b="b" l="l" r="r" t="t"/>
              <a:pathLst>
                <a:path extrusionOk="0" h="3770" w="2949">
                  <a:moveTo>
                    <a:pt x="152" y="0"/>
                  </a:moveTo>
                  <a:lnTo>
                    <a:pt x="0" y="122"/>
                  </a:lnTo>
                  <a:lnTo>
                    <a:pt x="2827" y="3769"/>
                  </a:lnTo>
                  <a:lnTo>
                    <a:pt x="2949" y="3648"/>
                  </a:lnTo>
                  <a:lnTo>
                    <a:pt x="1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0"/>
            <p:cNvSpPr/>
            <p:nvPr/>
          </p:nvSpPr>
          <p:spPr>
            <a:xfrm>
              <a:off x="3675515" y="3591547"/>
              <a:ext cx="82115" cy="706711"/>
            </a:xfrm>
            <a:custGeom>
              <a:rect b="b" l="l" r="r" t="t"/>
              <a:pathLst>
                <a:path extrusionOk="0" h="60701" w="7053">
                  <a:moveTo>
                    <a:pt x="6292" y="0"/>
                  </a:moveTo>
                  <a:lnTo>
                    <a:pt x="1" y="60609"/>
                  </a:lnTo>
                  <a:lnTo>
                    <a:pt x="760" y="60700"/>
                  </a:lnTo>
                  <a:lnTo>
                    <a:pt x="7052" y="91"/>
                  </a:lnTo>
                  <a:lnTo>
                    <a:pt x="62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0"/>
            <p:cNvSpPr/>
            <p:nvPr/>
          </p:nvSpPr>
          <p:spPr>
            <a:xfrm>
              <a:off x="3667027" y="4119220"/>
              <a:ext cx="32913" cy="46023"/>
            </a:xfrm>
            <a:custGeom>
              <a:rect b="b" l="l" r="r" t="t"/>
              <a:pathLst>
                <a:path extrusionOk="0" h="3953" w="2827">
                  <a:moveTo>
                    <a:pt x="638" y="1"/>
                  </a:moveTo>
                  <a:lnTo>
                    <a:pt x="0" y="396"/>
                  </a:lnTo>
                  <a:lnTo>
                    <a:pt x="2158" y="3952"/>
                  </a:lnTo>
                  <a:lnTo>
                    <a:pt x="2827" y="3557"/>
                  </a:lnTo>
                  <a:lnTo>
                    <a:pt x="6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0"/>
            <p:cNvSpPr/>
            <p:nvPr/>
          </p:nvSpPr>
          <p:spPr>
            <a:xfrm>
              <a:off x="3609159" y="4077082"/>
              <a:ext cx="71322" cy="57584"/>
            </a:xfrm>
            <a:custGeom>
              <a:rect b="b" l="l" r="r" t="t"/>
              <a:pathLst>
                <a:path extrusionOk="0" h="4946" w="6126">
                  <a:moveTo>
                    <a:pt x="1345" y="1"/>
                  </a:moveTo>
                  <a:cubicBezTo>
                    <a:pt x="1030" y="1"/>
                    <a:pt x="784" y="108"/>
                    <a:pt x="654" y="368"/>
                  </a:cubicBezTo>
                  <a:cubicBezTo>
                    <a:pt x="0" y="1647"/>
                    <a:pt x="2828" y="4946"/>
                    <a:pt x="5410" y="4946"/>
                  </a:cubicBezTo>
                  <a:cubicBezTo>
                    <a:pt x="5589" y="4946"/>
                    <a:pt x="5767" y="4930"/>
                    <a:pt x="5943" y="4896"/>
                  </a:cubicBezTo>
                  <a:cubicBezTo>
                    <a:pt x="6125" y="3985"/>
                    <a:pt x="5912" y="3042"/>
                    <a:pt x="5335" y="2282"/>
                  </a:cubicBezTo>
                  <a:cubicBezTo>
                    <a:pt x="4875" y="1653"/>
                    <a:pt x="2581" y="1"/>
                    <a:pt x="1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0"/>
            <p:cNvSpPr/>
            <p:nvPr/>
          </p:nvSpPr>
          <p:spPr>
            <a:xfrm>
              <a:off x="3611452" y="4074939"/>
              <a:ext cx="71497" cy="61985"/>
            </a:xfrm>
            <a:custGeom>
              <a:rect b="b" l="l" r="r" t="t"/>
              <a:pathLst>
                <a:path extrusionOk="0" h="5324" w="6141">
                  <a:moveTo>
                    <a:pt x="1156" y="369"/>
                  </a:moveTo>
                  <a:cubicBezTo>
                    <a:pt x="2281" y="369"/>
                    <a:pt x="4530" y="1980"/>
                    <a:pt x="4986" y="2588"/>
                  </a:cubicBezTo>
                  <a:cubicBezTo>
                    <a:pt x="5503" y="3257"/>
                    <a:pt x="5715" y="4077"/>
                    <a:pt x="5594" y="4929"/>
                  </a:cubicBezTo>
                  <a:cubicBezTo>
                    <a:pt x="5487" y="4941"/>
                    <a:pt x="5380" y="4947"/>
                    <a:pt x="5271" y="4947"/>
                  </a:cubicBezTo>
                  <a:cubicBezTo>
                    <a:pt x="3801" y="4947"/>
                    <a:pt x="2181" y="3831"/>
                    <a:pt x="1247" y="2558"/>
                  </a:cubicBezTo>
                  <a:cubicBezTo>
                    <a:pt x="670" y="1767"/>
                    <a:pt x="426" y="1038"/>
                    <a:pt x="639" y="643"/>
                  </a:cubicBezTo>
                  <a:cubicBezTo>
                    <a:pt x="700" y="460"/>
                    <a:pt x="882" y="369"/>
                    <a:pt x="1065" y="369"/>
                  </a:cubicBezTo>
                  <a:close/>
                  <a:moveTo>
                    <a:pt x="1137" y="1"/>
                  </a:moveTo>
                  <a:cubicBezTo>
                    <a:pt x="1102" y="1"/>
                    <a:pt x="1068" y="2"/>
                    <a:pt x="1034" y="4"/>
                  </a:cubicBezTo>
                  <a:cubicBezTo>
                    <a:pt x="700" y="4"/>
                    <a:pt x="426" y="187"/>
                    <a:pt x="274" y="460"/>
                  </a:cubicBezTo>
                  <a:cubicBezTo>
                    <a:pt x="1" y="1007"/>
                    <a:pt x="244" y="1859"/>
                    <a:pt x="943" y="2801"/>
                  </a:cubicBezTo>
                  <a:cubicBezTo>
                    <a:pt x="1916" y="4108"/>
                    <a:pt x="3648" y="5324"/>
                    <a:pt x="5259" y="5324"/>
                  </a:cubicBezTo>
                  <a:cubicBezTo>
                    <a:pt x="5442" y="5324"/>
                    <a:pt x="5624" y="5293"/>
                    <a:pt x="5776" y="5263"/>
                  </a:cubicBezTo>
                  <a:lnTo>
                    <a:pt x="5898" y="5263"/>
                  </a:lnTo>
                  <a:lnTo>
                    <a:pt x="5928" y="5141"/>
                  </a:lnTo>
                  <a:cubicBezTo>
                    <a:pt x="6141" y="4169"/>
                    <a:pt x="5898" y="3135"/>
                    <a:pt x="5290" y="2345"/>
                  </a:cubicBezTo>
                  <a:cubicBezTo>
                    <a:pt x="4786" y="1664"/>
                    <a:pt x="2464" y="1"/>
                    <a:pt x="1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0"/>
            <p:cNvSpPr/>
            <p:nvPr/>
          </p:nvSpPr>
          <p:spPr>
            <a:xfrm>
              <a:off x="3641190" y="4098343"/>
              <a:ext cx="37873" cy="36464"/>
            </a:xfrm>
            <a:custGeom>
              <a:rect b="b" l="l" r="r" t="t"/>
              <a:pathLst>
                <a:path extrusionOk="0" h="3132" w="3253">
                  <a:moveTo>
                    <a:pt x="122" y="1"/>
                  </a:moveTo>
                  <a:lnTo>
                    <a:pt x="0" y="122"/>
                  </a:lnTo>
                  <a:lnTo>
                    <a:pt x="3131" y="3131"/>
                  </a:lnTo>
                  <a:lnTo>
                    <a:pt x="3252" y="3010"/>
                  </a:lnTo>
                  <a:lnTo>
                    <a:pt x="1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0"/>
            <p:cNvSpPr/>
            <p:nvPr/>
          </p:nvSpPr>
          <p:spPr>
            <a:xfrm>
              <a:off x="3687193" y="3923865"/>
              <a:ext cx="32925" cy="46011"/>
            </a:xfrm>
            <a:custGeom>
              <a:rect b="b" l="l" r="r" t="t"/>
              <a:pathLst>
                <a:path extrusionOk="0" h="3952" w="2828">
                  <a:moveTo>
                    <a:pt x="639" y="1"/>
                  </a:moveTo>
                  <a:lnTo>
                    <a:pt x="1" y="396"/>
                  </a:lnTo>
                  <a:lnTo>
                    <a:pt x="2189" y="3952"/>
                  </a:lnTo>
                  <a:lnTo>
                    <a:pt x="2827" y="3557"/>
                  </a:lnTo>
                  <a:lnTo>
                    <a:pt x="6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0"/>
            <p:cNvSpPr/>
            <p:nvPr/>
          </p:nvSpPr>
          <p:spPr>
            <a:xfrm>
              <a:off x="3629628" y="3881191"/>
              <a:ext cx="71369" cy="57700"/>
            </a:xfrm>
            <a:custGeom>
              <a:rect b="b" l="l" r="r" t="t"/>
              <a:pathLst>
                <a:path extrusionOk="0" h="4956" w="6130">
                  <a:moveTo>
                    <a:pt x="1314" y="0"/>
                  </a:moveTo>
                  <a:cubicBezTo>
                    <a:pt x="1005" y="0"/>
                    <a:pt x="762" y="104"/>
                    <a:pt x="628" y="352"/>
                  </a:cubicBezTo>
                  <a:cubicBezTo>
                    <a:pt x="1" y="1636"/>
                    <a:pt x="2855" y="4956"/>
                    <a:pt x="5445" y="4956"/>
                  </a:cubicBezTo>
                  <a:cubicBezTo>
                    <a:pt x="5614" y="4956"/>
                    <a:pt x="5782" y="4942"/>
                    <a:pt x="5948" y="4912"/>
                  </a:cubicBezTo>
                  <a:cubicBezTo>
                    <a:pt x="6130" y="4000"/>
                    <a:pt x="5887" y="3027"/>
                    <a:pt x="5309" y="2298"/>
                  </a:cubicBezTo>
                  <a:cubicBezTo>
                    <a:pt x="4847" y="1665"/>
                    <a:pt x="2554" y="0"/>
                    <a:pt x="1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0"/>
            <p:cNvSpPr/>
            <p:nvPr/>
          </p:nvSpPr>
          <p:spPr>
            <a:xfrm>
              <a:off x="3631631" y="3879200"/>
              <a:ext cx="71497" cy="62008"/>
            </a:xfrm>
            <a:custGeom>
              <a:rect b="b" l="l" r="r" t="t"/>
              <a:pathLst>
                <a:path extrusionOk="0" h="5326" w="6141">
                  <a:moveTo>
                    <a:pt x="1155" y="371"/>
                  </a:moveTo>
                  <a:cubicBezTo>
                    <a:pt x="2311" y="371"/>
                    <a:pt x="4560" y="1952"/>
                    <a:pt x="4985" y="2590"/>
                  </a:cubicBezTo>
                  <a:cubicBezTo>
                    <a:pt x="5502" y="3259"/>
                    <a:pt x="5715" y="4080"/>
                    <a:pt x="5593" y="4900"/>
                  </a:cubicBezTo>
                  <a:cubicBezTo>
                    <a:pt x="5474" y="4917"/>
                    <a:pt x="5352" y="4925"/>
                    <a:pt x="5230" y="4925"/>
                  </a:cubicBezTo>
                  <a:cubicBezTo>
                    <a:pt x="3771" y="4925"/>
                    <a:pt x="2172" y="3794"/>
                    <a:pt x="1247" y="2560"/>
                  </a:cubicBezTo>
                  <a:cubicBezTo>
                    <a:pt x="669" y="1770"/>
                    <a:pt x="426" y="1040"/>
                    <a:pt x="639" y="615"/>
                  </a:cubicBezTo>
                  <a:cubicBezTo>
                    <a:pt x="730" y="463"/>
                    <a:pt x="882" y="371"/>
                    <a:pt x="1064" y="371"/>
                  </a:cubicBezTo>
                  <a:close/>
                  <a:moveTo>
                    <a:pt x="1165" y="1"/>
                  </a:moveTo>
                  <a:cubicBezTo>
                    <a:pt x="1120" y="1"/>
                    <a:pt x="1076" y="3"/>
                    <a:pt x="1034" y="7"/>
                  </a:cubicBezTo>
                  <a:cubicBezTo>
                    <a:pt x="730" y="7"/>
                    <a:pt x="456" y="159"/>
                    <a:pt x="304" y="463"/>
                  </a:cubicBezTo>
                  <a:cubicBezTo>
                    <a:pt x="0" y="1010"/>
                    <a:pt x="244" y="1861"/>
                    <a:pt x="943" y="2803"/>
                  </a:cubicBezTo>
                  <a:cubicBezTo>
                    <a:pt x="1946" y="4110"/>
                    <a:pt x="3648" y="5326"/>
                    <a:pt x="5259" y="5326"/>
                  </a:cubicBezTo>
                  <a:cubicBezTo>
                    <a:pt x="5441" y="5326"/>
                    <a:pt x="5624" y="5296"/>
                    <a:pt x="5806" y="5265"/>
                  </a:cubicBezTo>
                  <a:lnTo>
                    <a:pt x="5928" y="5235"/>
                  </a:lnTo>
                  <a:lnTo>
                    <a:pt x="5958" y="5144"/>
                  </a:lnTo>
                  <a:cubicBezTo>
                    <a:pt x="6140" y="4140"/>
                    <a:pt x="5897" y="3137"/>
                    <a:pt x="5289" y="2347"/>
                  </a:cubicBezTo>
                  <a:cubicBezTo>
                    <a:pt x="4790" y="1671"/>
                    <a:pt x="2471" y="1"/>
                    <a:pt x="11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0"/>
            <p:cNvSpPr/>
            <p:nvPr/>
          </p:nvSpPr>
          <p:spPr>
            <a:xfrm>
              <a:off x="3661356" y="3902627"/>
              <a:ext cx="38234" cy="36464"/>
            </a:xfrm>
            <a:custGeom>
              <a:rect b="b" l="l" r="r" t="t"/>
              <a:pathLst>
                <a:path extrusionOk="0" h="3132" w="3284">
                  <a:moveTo>
                    <a:pt x="153" y="1"/>
                  </a:moveTo>
                  <a:lnTo>
                    <a:pt x="1" y="122"/>
                  </a:lnTo>
                  <a:lnTo>
                    <a:pt x="3162" y="3132"/>
                  </a:lnTo>
                  <a:lnTo>
                    <a:pt x="3283" y="3010"/>
                  </a:lnTo>
                  <a:lnTo>
                    <a:pt x="1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0"/>
            <p:cNvSpPr/>
            <p:nvPr/>
          </p:nvSpPr>
          <p:spPr>
            <a:xfrm>
              <a:off x="3679054" y="4003844"/>
              <a:ext cx="32925" cy="46023"/>
            </a:xfrm>
            <a:custGeom>
              <a:rect b="b" l="l" r="r" t="t"/>
              <a:pathLst>
                <a:path extrusionOk="0" h="3953" w="2828">
                  <a:moveTo>
                    <a:pt x="639" y="1"/>
                  </a:moveTo>
                  <a:lnTo>
                    <a:pt x="0" y="396"/>
                  </a:lnTo>
                  <a:lnTo>
                    <a:pt x="2159" y="3952"/>
                  </a:lnTo>
                  <a:lnTo>
                    <a:pt x="2827" y="3557"/>
                  </a:lnTo>
                  <a:lnTo>
                    <a:pt x="6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0"/>
            <p:cNvSpPr/>
            <p:nvPr/>
          </p:nvSpPr>
          <p:spPr>
            <a:xfrm>
              <a:off x="3621163" y="3961497"/>
              <a:ext cx="71345" cy="57735"/>
            </a:xfrm>
            <a:custGeom>
              <a:rect b="b" l="l" r="r" t="t"/>
              <a:pathLst>
                <a:path extrusionOk="0" h="4959" w="6128">
                  <a:moveTo>
                    <a:pt x="1338" y="0"/>
                  </a:moveTo>
                  <a:cubicBezTo>
                    <a:pt x="1028" y="0"/>
                    <a:pt x="785" y="104"/>
                    <a:pt x="656" y="355"/>
                  </a:cubicBezTo>
                  <a:cubicBezTo>
                    <a:pt x="0" y="1639"/>
                    <a:pt x="2852" y="4959"/>
                    <a:pt x="5442" y="4959"/>
                  </a:cubicBezTo>
                  <a:cubicBezTo>
                    <a:pt x="5611" y="4959"/>
                    <a:pt x="5779" y="4944"/>
                    <a:pt x="5945" y="4915"/>
                  </a:cubicBezTo>
                  <a:cubicBezTo>
                    <a:pt x="6128" y="3972"/>
                    <a:pt x="5915" y="3030"/>
                    <a:pt x="5337" y="2301"/>
                  </a:cubicBezTo>
                  <a:cubicBezTo>
                    <a:pt x="4876" y="1645"/>
                    <a:pt x="2572" y="0"/>
                    <a:pt x="1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0"/>
            <p:cNvSpPr/>
            <p:nvPr/>
          </p:nvSpPr>
          <p:spPr>
            <a:xfrm>
              <a:off x="3623492" y="3959214"/>
              <a:ext cx="71497" cy="61985"/>
            </a:xfrm>
            <a:custGeom>
              <a:rect b="b" l="l" r="r" t="t"/>
              <a:pathLst>
                <a:path extrusionOk="0" h="5324" w="6141">
                  <a:moveTo>
                    <a:pt x="1155" y="399"/>
                  </a:moveTo>
                  <a:cubicBezTo>
                    <a:pt x="2280" y="399"/>
                    <a:pt x="4529" y="1980"/>
                    <a:pt x="4985" y="2588"/>
                  </a:cubicBezTo>
                  <a:cubicBezTo>
                    <a:pt x="5472" y="3256"/>
                    <a:pt x="5715" y="4107"/>
                    <a:pt x="5593" y="4928"/>
                  </a:cubicBezTo>
                  <a:cubicBezTo>
                    <a:pt x="5473" y="4945"/>
                    <a:pt x="5352" y="4952"/>
                    <a:pt x="5230" y="4952"/>
                  </a:cubicBezTo>
                  <a:cubicBezTo>
                    <a:pt x="3771" y="4952"/>
                    <a:pt x="2172" y="3822"/>
                    <a:pt x="1247" y="2588"/>
                  </a:cubicBezTo>
                  <a:cubicBezTo>
                    <a:pt x="639" y="1797"/>
                    <a:pt x="426" y="1068"/>
                    <a:pt x="639" y="642"/>
                  </a:cubicBezTo>
                  <a:cubicBezTo>
                    <a:pt x="699" y="490"/>
                    <a:pt x="882" y="399"/>
                    <a:pt x="1064" y="399"/>
                  </a:cubicBezTo>
                  <a:close/>
                  <a:moveTo>
                    <a:pt x="1104" y="1"/>
                  </a:moveTo>
                  <a:cubicBezTo>
                    <a:pt x="1070" y="1"/>
                    <a:pt x="1036" y="2"/>
                    <a:pt x="1003" y="4"/>
                  </a:cubicBezTo>
                  <a:cubicBezTo>
                    <a:pt x="699" y="4"/>
                    <a:pt x="426" y="186"/>
                    <a:pt x="274" y="460"/>
                  </a:cubicBezTo>
                  <a:cubicBezTo>
                    <a:pt x="0" y="1038"/>
                    <a:pt x="244" y="1889"/>
                    <a:pt x="943" y="2800"/>
                  </a:cubicBezTo>
                  <a:cubicBezTo>
                    <a:pt x="1915" y="4138"/>
                    <a:pt x="3648" y="5323"/>
                    <a:pt x="5259" y="5323"/>
                  </a:cubicBezTo>
                  <a:cubicBezTo>
                    <a:pt x="5441" y="5323"/>
                    <a:pt x="5593" y="5323"/>
                    <a:pt x="5776" y="5293"/>
                  </a:cubicBezTo>
                  <a:lnTo>
                    <a:pt x="5897" y="5263"/>
                  </a:lnTo>
                  <a:lnTo>
                    <a:pt x="5928" y="5141"/>
                  </a:lnTo>
                  <a:cubicBezTo>
                    <a:pt x="6140" y="4168"/>
                    <a:pt x="5897" y="3165"/>
                    <a:pt x="5289" y="2375"/>
                  </a:cubicBezTo>
                  <a:cubicBezTo>
                    <a:pt x="4785" y="1693"/>
                    <a:pt x="2433" y="1"/>
                    <a:pt x="11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0"/>
            <p:cNvSpPr/>
            <p:nvPr/>
          </p:nvSpPr>
          <p:spPr>
            <a:xfrm>
              <a:off x="3653217" y="3982618"/>
              <a:ext cx="37873" cy="36814"/>
            </a:xfrm>
            <a:custGeom>
              <a:rect b="b" l="l" r="r" t="t"/>
              <a:pathLst>
                <a:path extrusionOk="0" h="3162" w="3253">
                  <a:moveTo>
                    <a:pt x="122" y="0"/>
                  </a:moveTo>
                  <a:lnTo>
                    <a:pt x="1" y="152"/>
                  </a:lnTo>
                  <a:lnTo>
                    <a:pt x="3131" y="3161"/>
                  </a:lnTo>
                  <a:lnTo>
                    <a:pt x="3253" y="3009"/>
                  </a:lnTo>
                  <a:lnTo>
                    <a:pt x="1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0"/>
            <p:cNvSpPr/>
            <p:nvPr/>
          </p:nvSpPr>
          <p:spPr>
            <a:xfrm>
              <a:off x="3700641" y="3793271"/>
              <a:ext cx="33274" cy="46011"/>
            </a:xfrm>
            <a:custGeom>
              <a:rect b="b" l="l" r="r" t="t"/>
              <a:pathLst>
                <a:path extrusionOk="0" h="3952" w="2858">
                  <a:moveTo>
                    <a:pt x="669" y="1"/>
                  </a:moveTo>
                  <a:lnTo>
                    <a:pt x="1" y="396"/>
                  </a:lnTo>
                  <a:lnTo>
                    <a:pt x="2189" y="3952"/>
                  </a:lnTo>
                  <a:lnTo>
                    <a:pt x="2858" y="3557"/>
                  </a:lnTo>
                  <a:lnTo>
                    <a:pt x="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0"/>
            <p:cNvSpPr/>
            <p:nvPr/>
          </p:nvSpPr>
          <p:spPr>
            <a:xfrm>
              <a:off x="3643099" y="3750912"/>
              <a:ext cx="71357" cy="57747"/>
            </a:xfrm>
            <a:custGeom>
              <a:rect b="b" l="l" r="r" t="t"/>
              <a:pathLst>
                <a:path extrusionOk="0" h="4960" w="6129">
                  <a:moveTo>
                    <a:pt x="1336" y="1"/>
                  </a:moveTo>
                  <a:cubicBezTo>
                    <a:pt x="1027" y="1"/>
                    <a:pt x="785" y="105"/>
                    <a:pt x="657" y="356"/>
                  </a:cubicBezTo>
                  <a:cubicBezTo>
                    <a:pt x="1" y="1640"/>
                    <a:pt x="2853" y="4959"/>
                    <a:pt x="5443" y="4959"/>
                  </a:cubicBezTo>
                  <a:cubicBezTo>
                    <a:pt x="5612" y="4959"/>
                    <a:pt x="5780" y="4945"/>
                    <a:pt x="5946" y="4915"/>
                  </a:cubicBezTo>
                  <a:cubicBezTo>
                    <a:pt x="6128" y="3973"/>
                    <a:pt x="5885" y="3031"/>
                    <a:pt x="5338" y="2301"/>
                  </a:cubicBezTo>
                  <a:cubicBezTo>
                    <a:pt x="4852" y="1646"/>
                    <a:pt x="2563" y="1"/>
                    <a:pt x="1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0"/>
            <p:cNvSpPr/>
            <p:nvPr/>
          </p:nvSpPr>
          <p:spPr>
            <a:xfrm>
              <a:off x="3645428" y="3748606"/>
              <a:ext cx="71147" cy="62008"/>
            </a:xfrm>
            <a:custGeom>
              <a:rect b="b" l="l" r="r" t="t"/>
              <a:pathLst>
                <a:path extrusionOk="0" h="5326" w="6111">
                  <a:moveTo>
                    <a:pt x="978" y="397"/>
                  </a:moveTo>
                  <a:cubicBezTo>
                    <a:pt x="997" y="397"/>
                    <a:pt x="1015" y="399"/>
                    <a:pt x="1034" y="402"/>
                  </a:cubicBezTo>
                  <a:lnTo>
                    <a:pt x="1126" y="402"/>
                  </a:lnTo>
                  <a:cubicBezTo>
                    <a:pt x="2250" y="402"/>
                    <a:pt x="4530" y="1982"/>
                    <a:pt x="4986" y="2590"/>
                  </a:cubicBezTo>
                  <a:cubicBezTo>
                    <a:pt x="5472" y="3259"/>
                    <a:pt x="5685" y="4110"/>
                    <a:pt x="5594" y="4931"/>
                  </a:cubicBezTo>
                  <a:cubicBezTo>
                    <a:pt x="5472" y="4947"/>
                    <a:pt x="5348" y="4955"/>
                    <a:pt x="5224" y="4955"/>
                  </a:cubicBezTo>
                  <a:cubicBezTo>
                    <a:pt x="3741" y="4955"/>
                    <a:pt x="2145" y="3824"/>
                    <a:pt x="1247" y="2590"/>
                  </a:cubicBezTo>
                  <a:cubicBezTo>
                    <a:pt x="639" y="1770"/>
                    <a:pt x="396" y="1040"/>
                    <a:pt x="609" y="645"/>
                  </a:cubicBezTo>
                  <a:cubicBezTo>
                    <a:pt x="690" y="509"/>
                    <a:pt x="821" y="397"/>
                    <a:pt x="978" y="397"/>
                  </a:cubicBezTo>
                  <a:close/>
                  <a:moveTo>
                    <a:pt x="1135" y="1"/>
                  </a:moveTo>
                  <a:cubicBezTo>
                    <a:pt x="1090" y="1"/>
                    <a:pt x="1047" y="3"/>
                    <a:pt x="1004" y="7"/>
                  </a:cubicBezTo>
                  <a:cubicBezTo>
                    <a:pt x="700" y="7"/>
                    <a:pt x="426" y="189"/>
                    <a:pt x="274" y="463"/>
                  </a:cubicBezTo>
                  <a:cubicBezTo>
                    <a:pt x="1" y="1040"/>
                    <a:pt x="244" y="1891"/>
                    <a:pt x="943" y="2803"/>
                  </a:cubicBezTo>
                  <a:cubicBezTo>
                    <a:pt x="1916" y="4141"/>
                    <a:pt x="3648" y="5326"/>
                    <a:pt x="5229" y="5326"/>
                  </a:cubicBezTo>
                  <a:cubicBezTo>
                    <a:pt x="5411" y="5326"/>
                    <a:pt x="5594" y="5326"/>
                    <a:pt x="5776" y="5296"/>
                  </a:cubicBezTo>
                  <a:lnTo>
                    <a:pt x="5898" y="5265"/>
                  </a:lnTo>
                  <a:lnTo>
                    <a:pt x="5928" y="5144"/>
                  </a:lnTo>
                  <a:cubicBezTo>
                    <a:pt x="6110" y="4171"/>
                    <a:pt x="5898" y="3168"/>
                    <a:pt x="5290" y="2378"/>
                  </a:cubicBezTo>
                  <a:cubicBezTo>
                    <a:pt x="4790" y="1701"/>
                    <a:pt x="2469" y="1"/>
                    <a:pt x="11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0"/>
            <p:cNvSpPr/>
            <p:nvPr/>
          </p:nvSpPr>
          <p:spPr>
            <a:xfrm>
              <a:off x="3675165" y="3772033"/>
              <a:ext cx="37873" cy="36814"/>
            </a:xfrm>
            <a:custGeom>
              <a:rect b="b" l="l" r="r" t="t"/>
              <a:pathLst>
                <a:path extrusionOk="0" h="3162" w="3253">
                  <a:moveTo>
                    <a:pt x="122" y="1"/>
                  </a:moveTo>
                  <a:lnTo>
                    <a:pt x="0" y="153"/>
                  </a:lnTo>
                  <a:lnTo>
                    <a:pt x="3131" y="3162"/>
                  </a:lnTo>
                  <a:lnTo>
                    <a:pt x="3252" y="3010"/>
                  </a:lnTo>
                  <a:lnTo>
                    <a:pt x="1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0"/>
            <p:cNvSpPr/>
            <p:nvPr/>
          </p:nvSpPr>
          <p:spPr>
            <a:xfrm>
              <a:off x="3714450" y="3661967"/>
              <a:ext cx="32913" cy="46023"/>
            </a:xfrm>
            <a:custGeom>
              <a:rect b="b" l="l" r="r" t="t"/>
              <a:pathLst>
                <a:path extrusionOk="0" h="3953" w="2827">
                  <a:moveTo>
                    <a:pt x="638" y="1"/>
                  </a:moveTo>
                  <a:lnTo>
                    <a:pt x="0" y="396"/>
                  </a:lnTo>
                  <a:lnTo>
                    <a:pt x="2158" y="3952"/>
                  </a:lnTo>
                  <a:lnTo>
                    <a:pt x="2827" y="3557"/>
                  </a:lnTo>
                  <a:lnTo>
                    <a:pt x="6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0"/>
            <p:cNvSpPr/>
            <p:nvPr/>
          </p:nvSpPr>
          <p:spPr>
            <a:xfrm>
              <a:off x="3656547" y="3619969"/>
              <a:ext cx="71357" cy="57747"/>
            </a:xfrm>
            <a:custGeom>
              <a:rect b="b" l="l" r="r" t="t"/>
              <a:pathLst>
                <a:path extrusionOk="0" h="4960" w="6129">
                  <a:moveTo>
                    <a:pt x="1339" y="0"/>
                  </a:moveTo>
                  <a:cubicBezTo>
                    <a:pt x="1028" y="0"/>
                    <a:pt x="785" y="105"/>
                    <a:pt x="657" y="355"/>
                  </a:cubicBezTo>
                  <a:cubicBezTo>
                    <a:pt x="1" y="1667"/>
                    <a:pt x="2850" y="4959"/>
                    <a:pt x="5439" y="4959"/>
                  </a:cubicBezTo>
                  <a:cubicBezTo>
                    <a:pt x="5609" y="4959"/>
                    <a:pt x="5779" y="4945"/>
                    <a:pt x="5946" y="4915"/>
                  </a:cubicBezTo>
                  <a:cubicBezTo>
                    <a:pt x="6128" y="3973"/>
                    <a:pt x="5915" y="3030"/>
                    <a:pt x="5338" y="2301"/>
                  </a:cubicBezTo>
                  <a:cubicBezTo>
                    <a:pt x="4876" y="1645"/>
                    <a:pt x="2573" y="0"/>
                    <a:pt x="1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0"/>
            <p:cNvSpPr/>
            <p:nvPr/>
          </p:nvSpPr>
          <p:spPr>
            <a:xfrm>
              <a:off x="3658876" y="3617687"/>
              <a:ext cx="71497" cy="61985"/>
            </a:xfrm>
            <a:custGeom>
              <a:rect b="b" l="l" r="r" t="t"/>
              <a:pathLst>
                <a:path extrusionOk="0" h="5324" w="6141">
                  <a:moveTo>
                    <a:pt x="1156" y="399"/>
                  </a:moveTo>
                  <a:cubicBezTo>
                    <a:pt x="2281" y="399"/>
                    <a:pt x="4530" y="1980"/>
                    <a:pt x="4986" y="2588"/>
                  </a:cubicBezTo>
                  <a:cubicBezTo>
                    <a:pt x="5503" y="3257"/>
                    <a:pt x="5715" y="4108"/>
                    <a:pt x="5594" y="4928"/>
                  </a:cubicBezTo>
                  <a:cubicBezTo>
                    <a:pt x="5474" y="4945"/>
                    <a:pt x="5353" y="4953"/>
                    <a:pt x="5231" y="4953"/>
                  </a:cubicBezTo>
                  <a:cubicBezTo>
                    <a:pt x="3771" y="4953"/>
                    <a:pt x="2173" y="3822"/>
                    <a:pt x="1247" y="2588"/>
                  </a:cubicBezTo>
                  <a:cubicBezTo>
                    <a:pt x="670" y="1798"/>
                    <a:pt x="426" y="1068"/>
                    <a:pt x="639" y="643"/>
                  </a:cubicBezTo>
                  <a:cubicBezTo>
                    <a:pt x="700" y="491"/>
                    <a:pt x="882" y="399"/>
                    <a:pt x="1065" y="399"/>
                  </a:cubicBezTo>
                  <a:close/>
                  <a:moveTo>
                    <a:pt x="1135" y="1"/>
                  </a:moveTo>
                  <a:cubicBezTo>
                    <a:pt x="1101" y="1"/>
                    <a:pt x="1067" y="2"/>
                    <a:pt x="1034" y="4"/>
                  </a:cubicBezTo>
                  <a:cubicBezTo>
                    <a:pt x="700" y="4"/>
                    <a:pt x="426" y="187"/>
                    <a:pt x="305" y="460"/>
                  </a:cubicBezTo>
                  <a:cubicBezTo>
                    <a:pt x="1" y="1038"/>
                    <a:pt x="244" y="1889"/>
                    <a:pt x="943" y="2801"/>
                  </a:cubicBezTo>
                  <a:cubicBezTo>
                    <a:pt x="1916" y="4138"/>
                    <a:pt x="3648" y="5324"/>
                    <a:pt x="5259" y="5324"/>
                  </a:cubicBezTo>
                  <a:cubicBezTo>
                    <a:pt x="5442" y="5324"/>
                    <a:pt x="5624" y="5324"/>
                    <a:pt x="5776" y="5293"/>
                  </a:cubicBezTo>
                  <a:lnTo>
                    <a:pt x="5898" y="5263"/>
                  </a:lnTo>
                  <a:lnTo>
                    <a:pt x="5928" y="5141"/>
                  </a:lnTo>
                  <a:cubicBezTo>
                    <a:pt x="6141" y="4169"/>
                    <a:pt x="5898" y="3165"/>
                    <a:pt x="5290" y="2375"/>
                  </a:cubicBezTo>
                  <a:cubicBezTo>
                    <a:pt x="4786" y="1694"/>
                    <a:pt x="2462" y="1"/>
                    <a:pt x="11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0"/>
            <p:cNvSpPr/>
            <p:nvPr/>
          </p:nvSpPr>
          <p:spPr>
            <a:xfrm>
              <a:off x="3688614" y="3641090"/>
              <a:ext cx="37873" cy="36814"/>
            </a:xfrm>
            <a:custGeom>
              <a:rect b="b" l="l" r="r" t="t"/>
              <a:pathLst>
                <a:path extrusionOk="0" h="3162" w="3253">
                  <a:moveTo>
                    <a:pt x="122" y="0"/>
                  </a:moveTo>
                  <a:lnTo>
                    <a:pt x="0" y="152"/>
                  </a:lnTo>
                  <a:lnTo>
                    <a:pt x="3131" y="3162"/>
                  </a:lnTo>
                  <a:lnTo>
                    <a:pt x="3252" y="3010"/>
                  </a:lnTo>
                  <a:lnTo>
                    <a:pt x="1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0"/>
            <p:cNvSpPr/>
            <p:nvPr/>
          </p:nvSpPr>
          <p:spPr>
            <a:xfrm>
              <a:off x="3697102" y="4077105"/>
              <a:ext cx="40004" cy="41424"/>
            </a:xfrm>
            <a:custGeom>
              <a:rect b="b" l="l" r="r" t="t"/>
              <a:pathLst>
                <a:path extrusionOk="0" h="3558" w="3436">
                  <a:moveTo>
                    <a:pt x="2888" y="1"/>
                  </a:moveTo>
                  <a:lnTo>
                    <a:pt x="1" y="3040"/>
                  </a:lnTo>
                  <a:lnTo>
                    <a:pt x="548" y="3557"/>
                  </a:lnTo>
                  <a:lnTo>
                    <a:pt x="3435" y="548"/>
                  </a:lnTo>
                  <a:lnTo>
                    <a:pt x="28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0"/>
            <p:cNvSpPr/>
            <p:nvPr/>
          </p:nvSpPr>
          <p:spPr>
            <a:xfrm>
              <a:off x="3723649" y="4045621"/>
              <a:ext cx="75071" cy="47816"/>
            </a:xfrm>
            <a:custGeom>
              <a:rect b="b" l="l" r="r" t="t"/>
              <a:pathLst>
                <a:path extrusionOk="0" h="4107" w="6448">
                  <a:moveTo>
                    <a:pt x="5139" y="1"/>
                  </a:moveTo>
                  <a:cubicBezTo>
                    <a:pt x="3840" y="1"/>
                    <a:pt x="1674" y="976"/>
                    <a:pt x="1125" y="1459"/>
                  </a:cubicBezTo>
                  <a:cubicBezTo>
                    <a:pt x="426" y="2036"/>
                    <a:pt x="0" y="2948"/>
                    <a:pt x="0" y="3890"/>
                  </a:cubicBezTo>
                  <a:cubicBezTo>
                    <a:pt x="371" y="4040"/>
                    <a:pt x="771" y="4107"/>
                    <a:pt x="1183" y="4107"/>
                  </a:cubicBezTo>
                  <a:cubicBezTo>
                    <a:pt x="3609" y="4107"/>
                    <a:pt x="6448" y="1790"/>
                    <a:pt x="6110" y="516"/>
                  </a:cubicBezTo>
                  <a:cubicBezTo>
                    <a:pt x="6009" y="145"/>
                    <a:pt x="5638" y="1"/>
                    <a:pt x="5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0"/>
            <p:cNvSpPr/>
            <p:nvPr/>
          </p:nvSpPr>
          <p:spPr>
            <a:xfrm>
              <a:off x="3721518" y="4043316"/>
              <a:ext cx="77516" cy="52205"/>
            </a:xfrm>
            <a:custGeom>
              <a:rect b="b" l="l" r="r" t="t"/>
              <a:pathLst>
                <a:path extrusionOk="0" h="4484" w="6658">
                  <a:moveTo>
                    <a:pt x="5316" y="389"/>
                  </a:moveTo>
                  <a:cubicBezTo>
                    <a:pt x="5477" y="389"/>
                    <a:pt x="5622" y="406"/>
                    <a:pt x="5746" y="441"/>
                  </a:cubicBezTo>
                  <a:cubicBezTo>
                    <a:pt x="5898" y="471"/>
                    <a:pt x="6050" y="593"/>
                    <a:pt x="6110" y="775"/>
                  </a:cubicBezTo>
                  <a:cubicBezTo>
                    <a:pt x="6232" y="1201"/>
                    <a:pt x="5837" y="1900"/>
                    <a:pt x="5107" y="2538"/>
                  </a:cubicBezTo>
                  <a:cubicBezTo>
                    <a:pt x="4129" y="3421"/>
                    <a:pt x="2682" y="4098"/>
                    <a:pt x="1385" y="4098"/>
                  </a:cubicBezTo>
                  <a:cubicBezTo>
                    <a:pt x="1030" y="4098"/>
                    <a:pt x="686" y="4047"/>
                    <a:pt x="366" y="3936"/>
                  </a:cubicBezTo>
                  <a:cubicBezTo>
                    <a:pt x="426" y="3116"/>
                    <a:pt x="791" y="2325"/>
                    <a:pt x="1430" y="1778"/>
                  </a:cubicBezTo>
                  <a:cubicBezTo>
                    <a:pt x="1940" y="1321"/>
                    <a:pt x="4090" y="389"/>
                    <a:pt x="5316" y="389"/>
                  </a:cubicBezTo>
                  <a:close/>
                  <a:moveTo>
                    <a:pt x="5299" y="0"/>
                  </a:moveTo>
                  <a:cubicBezTo>
                    <a:pt x="3924" y="0"/>
                    <a:pt x="1766" y="1004"/>
                    <a:pt x="1186" y="1505"/>
                  </a:cubicBezTo>
                  <a:cubicBezTo>
                    <a:pt x="426" y="2143"/>
                    <a:pt x="1" y="3085"/>
                    <a:pt x="1" y="4088"/>
                  </a:cubicBezTo>
                  <a:lnTo>
                    <a:pt x="1" y="4210"/>
                  </a:lnTo>
                  <a:lnTo>
                    <a:pt x="123" y="4240"/>
                  </a:lnTo>
                  <a:cubicBezTo>
                    <a:pt x="518" y="4392"/>
                    <a:pt x="943" y="4483"/>
                    <a:pt x="1369" y="4483"/>
                  </a:cubicBezTo>
                  <a:cubicBezTo>
                    <a:pt x="2828" y="4392"/>
                    <a:pt x="4256" y="3815"/>
                    <a:pt x="5351" y="2842"/>
                  </a:cubicBezTo>
                  <a:cubicBezTo>
                    <a:pt x="6232" y="2052"/>
                    <a:pt x="6658" y="1261"/>
                    <a:pt x="6475" y="684"/>
                  </a:cubicBezTo>
                  <a:cubicBezTo>
                    <a:pt x="6414" y="380"/>
                    <a:pt x="6171" y="137"/>
                    <a:pt x="5867" y="76"/>
                  </a:cubicBezTo>
                  <a:cubicBezTo>
                    <a:pt x="5702" y="24"/>
                    <a:pt x="5510" y="0"/>
                    <a:pt x="5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0"/>
            <p:cNvSpPr/>
            <p:nvPr/>
          </p:nvSpPr>
          <p:spPr>
            <a:xfrm>
              <a:off x="3722938" y="4061538"/>
              <a:ext cx="46721" cy="30084"/>
            </a:xfrm>
            <a:custGeom>
              <a:rect b="b" l="l" r="r" t="t"/>
              <a:pathLst>
                <a:path extrusionOk="0" h="2584" w="4013">
                  <a:moveTo>
                    <a:pt x="3922" y="0"/>
                  </a:moveTo>
                  <a:lnTo>
                    <a:pt x="1" y="2432"/>
                  </a:lnTo>
                  <a:lnTo>
                    <a:pt x="122" y="2584"/>
                  </a:lnTo>
                  <a:lnTo>
                    <a:pt x="4013" y="152"/>
                  </a:lnTo>
                  <a:lnTo>
                    <a:pt x="39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0"/>
            <p:cNvSpPr/>
            <p:nvPr/>
          </p:nvSpPr>
          <p:spPr>
            <a:xfrm>
              <a:off x="3719049" y="3866183"/>
              <a:ext cx="39992" cy="41412"/>
            </a:xfrm>
            <a:custGeom>
              <a:rect b="b" l="l" r="r" t="t"/>
              <a:pathLst>
                <a:path extrusionOk="0" h="3557" w="3435">
                  <a:moveTo>
                    <a:pt x="2857" y="0"/>
                  </a:moveTo>
                  <a:lnTo>
                    <a:pt x="0" y="3040"/>
                  </a:lnTo>
                  <a:lnTo>
                    <a:pt x="547" y="3556"/>
                  </a:lnTo>
                  <a:lnTo>
                    <a:pt x="3435" y="517"/>
                  </a:lnTo>
                  <a:lnTo>
                    <a:pt x="28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0"/>
            <p:cNvSpPr/>
            <p:nvPr/>
          </p:nvSpPr>
          <p:spPr>
            <a:xfrm>
              <a:off x="3745585" y="3834338"/>
              <a:ext cx="75082" cy="47816"/>
            </a:xfrm>
            <a:custGeom>
              <a:rect b="b" l="l" r="r" t="t"/>
              <a:pathLst>
                <a:path extrusionOk="0" h="4107" w="6449">
                  <a:moveTo>
                    <a:pt x="5139" y="1"/>
                  </a:moveTo>
                  <a:cubicBezTo>
                    <a:pt x="3841" y="1"/>
                    <a:pt x="1674" y="975"/>
                    <a:pt x="1126" y="1458"/>
                  </a:cubicBezTo>
                  <a:cubicBezTo>
                    <a:pt x="426" y="2066"/>
                    <a:pt x="1" y="2948"/>
                    <a:pt x="1" y="3890"/>
                  </a:cubicBezTo>
                  <a:cubicBezTo>
                    <a:pt x="371" y="4040"/>
                    <a:pt x="771" y="4107"/>
                    <a:pt x="1183" y="4107"/>
                  </a:cubicBezTo>
                  <a:cubicBezTo>
                    <a:pt x="3609" y="4107"/>
                    <a:pt x="6448" y="1789"/>
                    <a:pt x="6110" y="516"/>
                  </a:cubicBezTo>
                  <a:cubicBezTo>
                    <a:pt x="6009" y="145"/>
                    <a:pt x="5638" y="1"/>
                    <a:pt x="5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0"/>
            <p:cNvSpPr/>
            <p:nvPr/>
          </p:nvSpPr>
          <p:spPr>
            <a:xfrm>
              <a:off x="3743466" y="3832125"/>
              <a:ext cx="77516" cy="52112"/>
            </a:xfrm>
            <a:custGeom>
              <a:rect b="b" l="l" r="r" t="t"/>
              <a:pathLst>
                <a:path extrusionOk="0" h="4476" w="6658">
                  <a:moveTo>
                    <a:pt x="5296" y="381"/>
                  </a:moveTo>
                  <a:cubicBezTo>
                    <a:pt x="5454" y="381"/>
                    <a:pt x="5595" y="397"/>
                    <a:pt x="5715" y="433"/>
                  </a:cubicBezTo>
                  <a:cubicBezTo>
                    <a:pt x="5897" y="463"/>
                    <a:pt x="6049" y="585"/>
                    <a:pt x="6110" y="767"/>
                  </a:cubicBezTo>
                  <a:cubicBezTo>
                    <a:pt x="6232" y="1223"/>
                    <a:pt x="5867" y="1892"/>
                    <a:pt x="5107" y="2530"/>
                  </a:cubicBezTo>
                  <a:cubicBezTo>
                    <a:pt x="4123" y="3418"/>
                    <a:pt x="2665" y="4117"/>
                    <a:pt x="1361" y="4117"/>
                  </a:cubicBezTo>
                  <a:cubicBezTo>
                    <a:pt x="1014" y="4117"/>
                    <a:pt x="678" y="4067"/>
                    <a:pt x="365" y="3958"/>
                  </a:cubicBezTo>
                  <a:cubicBezTo>
                    <a:pt x="426" y="3107"/>
                    <a:pt x="791" y="2348"/>
                    <a:pt x="1429" y="1800"/>
                  </a:cubicBezTo>
                  <a:cubicBezTo>
                    <a:pt x="1940" y="1317"/>
                    <a:pt x="4090" y="381"/>
                    <a:pt x="5296" y="381"/>
                  </a:cubicBezTo>
                  <a:close/>
                  <a:moveTo>
                    <a:pt x="5328" y="1"/>
                  </a:moveTo>
                  <a:cubicBezTo>
                    <a:pt x="3954" y="1"/>
                    <a:pt x="1770" y="992"/>
                    <a:pt x="1186" y="1496"/>
                  </a:cubicBezTo>
                  <a:cubicBezTo>
                    <a:pt x="426" y="2135"/>
                    <a:pt x="0" y="3077"/>
                    <a:pt x="0" y="4080"/>
                  </a:cubicBezTo>
                  <a:lnTo>
                    <a:pt x="0" y="4202"/>
                  </a:lnTo>
                  <a:lnTo>
                    <a:pt x="92" y="4262"/>
                  </a:lnTo>
                  <a:cubicBezTo>
                    <a:pt x="487" y="4414"/>
                    <a:pt x="912" y="4475"/>
                    <a:pt x="1368" y="4475"/>
                  </a:cubicBezTo>
                  <a:cubicBezTo>
                    <a:pt x="2827" y="4414"/>
                    <a:pt x="4256" y="3807"/>
                    <a:pt x="5350" y="2834"/>
                  </a:cubicBezTo>
                  <a:cubicBezTo>
                    <a:pt x="6232" y="2044"/>
                    <a:pt x="6657" y="1253"/>
                    <a:pt x="6475" y="676"/>
                  </a:cubicBezTo>
                  <a:cubicBezTo>
                    <a:pt x="6384" y="372"/>
                    <a:pt x="6171" y="129"/>
                    <a:pt x="5867" y="68"/>
                  </a:cubicBezTo>
                  <a:cubicBezTo>
                    <a:pt x="5709" y="22"/>
                    <a:pt x="5527" y="1"/>
                    <a:pt x="5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0"/>
            <p:cNvSpPr/>
            <p:nvPr/>
          </p:nvSpPr>
          <p:spPr>
            <a:xfrm>
              <a:off x="3744886" y="3850254"/>
              <a:ext cx="46721" cy="30084"/>
            </a:xfrm>
            <a:custGeom>
              <a:rect b="b" l="l" r="r" t="t"/>
              <a:pathLst>
                <a:path extrusionOk="0" h="2584" w="4013">
                  <a:moveTo>
                    <a:pt x="3891" y="0"/>
                  </a:moveTo>
                  <a:lnTo>
                    <a:pt x="0" y="2432"/>
                  </a:lnTo>
                  <a:lnTo>
                    <a:pt x="91" y="2584"/>
                  </a:lnTo>
                  <a:lnTo>
                    <a:pt x="4012" y="183"/>
                  </a:lnTo>
                  <a:lnTo>
                    <a:pt x="38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0"/>
            <p:cNvSpPr/>
            <p:nvPr/>
          </p:nvSpPr>
          <p:spPr>
            <a:xfrm>
              <a:off x="3728597" y="3773454"/>
              <a:ext cx="40004" cy="41063"/>
            </a:xfrm>
            <a:custGeom>
              <a:rect b="b" l="l" r="r" t="t"/>
              <a:pathLst>
                <a:path extrusionOk="0" h="3527" w="3436">
                  <a:moveTo>
                    <a:pt x="2888" y="0"/>
                  </a:moveTo>
                  <a:lnTo>
                    <a:pt x="1" y="3010"/>
                  </a:lnTo>
                  <a:lnTo>
                    <a:pt x="578" y="3526"/>
                  </a:lnTo>
                  <a:lnTo>
                    <a:pt x="3436" y="517"/>
                  </a:lnTo>
                  <a:lnTo>
                    <a:pt x="28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0"/>
            <p:cNvSpPr/>
            <p:nvPr/>
          </p:nvSpPr>
          <p:spPr>
            <a:xfrm>
              <a:off x="3755144" y="3741620"/>
              <a:ext cx="75071" cy="47816"/>
            </a:xfrm>
            <a:custGeom>
              <a:rect b="b" l="l" r="r" t="t"/>
              <a:pathLst>
                <a:path extrusionOk="0" h="4107" w="6448">
                  <a:moveTo>
                    <a:pt x="5140" y="0"/>
                  </a:moveTo>
                  <a:cubicBezTo>
                    <a:pt x="3843" y="0"/>
                    <a:pt x="1683" y="975"/>
                    <a:pt x="1156" y="1458"/>
                  </a:cubicBezTo>
                  <a:cubicBezTo>
                    <a:pt x="426" y="2066"/>
                    <a:pt x="1" y="2947"/>
                    <a:pt x="1" y="3889"/>
                  </a:cubicBezTo>
                  <a:cubicBezTo>
                    <a:pt x="371" y="4039"/>
                    <a:pt x="771" y="4106"/>
                    <a:pt x="1183" y="4106"/>
                  </a:cubicBezTo>
                  <a:cubicBezTo>
                    <a:pt x="3609" y="4106"/>
                    <a:pt x="6448" y="1789"/>
                    <a:pt x="6110" y="516"/>
                  </a:cubicBezTo>
                  <a:cubicBezTo>
                    <a:pt x="6009" y="144"/>
                    <a:pt x="5638" y="0"/>
                    <a:pt x="5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0"/>
            <p:cNvSpPr/>
            <p:nvPr/>
          </p:nvSpPr>
          <p:spPr>
            <a:xfrm>
              <a:off x="3753025" y="3739408"/>
              <a:ext cx="77504" cy="52100"/>
            </a:xfrm>
            <a:custGeom>
              <a:rect b="b" l="l" r="r" t="t"/>
              <a:pathLst>
                <a:path extrusionOk="0" h="4475" w="6657">
                  <a:moveTo>
                    <a:pt x="5287" y="372"/>
                  </a:moveTo>
                  <a:cubicBezTo>
                    <a:pt x="5459" y="372"/>
                    <a:pt x="5614" y="391"/>
                    <a:pt x="5745" y="432"/>
                  </a:cubicBezTo>
                  <a:cubicBezTo>
                    <a:pt x="5927" y="462"/>
                    <a:pt x="6079" y="584"/>
                    <a:pt x="6110" y="766"/>
                  </a:cubicBezTo>
                  <a:cubicBezTo>
                    <a:pt x="6231" y="1192"/>
                    <a:pt x="5867" y="1891"/>
                    <a:pt x="5107" y="2529"/>
                  </a:cubicBezTo>
                  <a:cubicBezTo>
                    <a:pt x="4123" y="3393"/>
                    <a:pt x="2667" y="4086"/>
                    <a:pt x="1379" y="4086"/>
                  </a:cubicBezTo>
                  <a:cubicBezTo>
                    <a:pt x="1035" y="4086"/>
                    <a:pt x="703" y="4036"/>
                    <a:pt x="395" y="3927"/>
                  </a:cubicBezTo>
                  <a:lnTo>
                    <a:pt x="365" y="3927"/>
                  </a:lnTo>
                  <a:cubicBezTo>
                    <a:pt x="426" y="3107"/>
                    <a:pt x="821" y="2316"/>
                    <a:pt x="1459" y="1769"/>
                  </a:cubicBezTo>
                  <a:cubicBezTo>
                    <a:pt x="1966" y="1316"/>
                    <a:pt x="4062" y="372"/>
                    <a:pt x="5287" y="372"/>
                  </a:cubicBezTo>
                  <a:close/>
                  <a:moveTo>
                    <a:pt x="5327" y="0"/>
                  </a:moveTo>
                  <a:cubicBezTo>
                    <a:pt x="3954" y="0"/>
                    <a:pt x="1773" y="991"/>
                    <a:pt x="1216" y="1496"/>
                  </a:cubicBezTo>
                  <a:cubicBezTo>
                    <a:pt x="456" y="2134"/>
                    <a:pt x="0" y="3076"/>
                    <a:pt x="0" y="4079"/>
                  </a:cubicBezTo>
                  <a:lnTo>
                    <a:pt x="0" y="4201"/>
                  </a:lnTo>
                  <a:lnTo>
                    <a:pt x="122" y="4231"/>
                  </a:lnTo>
                  <a:cubicBezTo>
                    <a:pt x="517" y="4414"/>
                    <a:pt x="942" y="4475"/>
                    <a:pt x="1368" y="4475"/>
                  </a:cubicBezTo>
                  <a:cubicBezTo>
                    <a:pt x="2857" y="4383"/>
                    <a:pt x="4256" y="3806"/>
                    <a:pt x="5350" y="2803"/>
                  </a:cubicBezTo>
                  <a:cubicBezTo>
                    <a:pt x="6262" y="2043"/>
                    <a:pt x="6657" y="1253"/>
                    <a:pt x="6505" y="645"/>
                  </a:cubicBezTo>
                  <a:cubicBezTo>
                    <a:pt x="6414" y="371"/>
                    <a:pt x="6171" y="128"/>
                    <a:pt x="5867" y="67"/>
                  </a:cubicBezTo>
                  <a:cubicBezTo>
                    <a:pt x="5709" y="21"/>
                    <a:pt x="5527" y="0"/>
                    <a:pt x="53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0"/>
            <p:cNvSpPr/>
            <p:nvPr/>
          </p:nvSpPr>
          <p:spPr>
            <a:xfrm>
              <a:off x="3754434" y="3757525"/>
              <a:ext cx="46721" cy="30096"/>
            </a:xfrm>
            <a:custGeom>
              <a:rect b="b" l="l" r="r" t="t"/>
              <a:pathLst>
                <a:path extrusionOk="0" h="2585" w="4013">
                  <a:moveTo>
                    <a:pt x="3922" y="1"/>
                  </a:moveTo>
                  <a:lnTo>
                    <a:pt x="1" y="2432"/>
                  </a:lnTo>
                  <a:lnTo>
                    <a:pt x="122" y="2584"/>
                  </a:lnTo>
                  <a:lnTo>
                    <a:pt x="4013" y="153"/>
                  </a:lnTo>
                  <a:lnTo>
                    <a:pt x="3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0"/>
            <p:cNvSpPr/>
            <p:nvPr/>
          </p:nvSpPr>
          <p:spPr>
            <a:xfrm>
              <a:off x="3742756" y="3637201"/>
              <a:ext cx="40004" cy="41412"/>
            </a:xfrm>
            <a:custGeom>
              <a:rect b="b" l="l" r="r" t="t"/>
              <a:pathLst>
                <a:path extrusionOk="0" h="3557" w="3436">
                  <a:moveTo>
                    <a:pt x="2888" y="0"/>
                  </a:moveTo>
                  <a:lnTo>
                    <a:pt x="1" y="3040"/>
                  </a:lnTo>
                  <a:lnTo>
                    <a:pt x="548" y="3556"/>
                  </a:lnTo>
                  <a:lnTo>
                    <a:pt x="3435" y="517"/>
                  </a:lnTo>
                  <a:lnTo>
                    <a:pt x="28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0"/>
            <p:cNvSpPr/>
            <p:nvPr/>
          </p:nvSpPr>
          <p:spPr>
            <a:xfrm>
              <a:off x="3769303" y="3605554"/>
              <a:ext cx="75059" cy="47758"/>
            </a:xfrm>
            <a:custGeom>
              <a:rect b="b" l="l" r="r" t="t"/>
              <a:pathLst>
                <a:path extrusionOk="0" h="4102" w="6447">
                  <a:moveTo>
                    <a:pt x="5130" y="0"/>
                  </a:moveTo>
                  <a:cubicBezTo>
                    <a:pt x="3831" y="0"/>
                    <a:pt x="1673" y="981"/>
                    <a:pt x="1125" y="1441"/>
                  </a:cubicBezTo>
                  <a:cubicBezTo>
                    <a:pt x="426" y="2049"/>
                    <a:pt x="0" y="2931"/>
                    <a:pt x="0" y="3873"/>
                  </a:cubicBezTo>
                  <a:cubicBezTo>
                    <a:pt x="380" y="4031"/>
                    <a:pt x="790" y="4101"/>
                    <a:pt x="1212" y="4101"/>
                  </a:cubicBezTo>
                  <a:cubicBezTo>
                    <a:pt x="3632" y="4101"/>
                    <a:pt x="6446" y="1798"/>
                    <a:pt x="6110" y="530"/>
                  </a:cubicBezTo>
                  <a:cubicBezTo>
                    <a:pt x="6008" y="148"/>
                    <a:pt x="5634" y="0"/>
                    <a:pt x="5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0"/>
            <p:cNvSpPr/>
            <p:nvPr/>
          </p:nvSpPr>
          <p:spPr>
            <a:xfrm>
              <a:off x="3767183" y="3603167"/>
              <a:ext cx="77504" cy="52438"/>
            </a:xfrm>
            <a:custGeom>
              <a:rect b="b" l="l" r="r" t="t"/>
              <a:pathLst>
                <a:path extrusionOk="0" h="4504" w="6657">
                  <a:moveTo>
                    <a:pt x="5326" y="380"/>
                  </a:moveTo>
                  <a:cubicBezTo>
                    <a:pt x="5483" y="380"/>
                    <a:pt x="5624" y="396"/>
                    <a:pt x="5745" y="431"/>
                  </a:cubicBezTo>
                  <a:cubicBezTo>
                    <a:pt x="5897" y="461"/>
                    <a:pt x="6049" y="613"/>
                    <a:pt x="6110" y="765"/>
                  </a:cubicBezTo>
                  <a:cubicBezTo>
                    <a:pt x="6262" y="1221"/>
                    <a:pt x="5836" y="1890"/>
                    <a:pt x="5106" y="2558"/>
                  </a:cubicBezTo>
                  <a:cubicBezTo>
                    <a:pt x="4123" y="3422"/>
                    <a:pt x="2666" y="4115"/>
                    <a:pt x="1364" y="4115"/>
                  </a:cubicBezTo>
                  <a:cubicBezTo>
                    <a:pt x="1016" y="4115"/>
                    <a:pt x="679" y="4066"/>
                    <a:pt x="365" y="3957"/>
                  </a:cubicBezTo>
                  <a:cubicBezTo>
                    <a:pt x="426" y="3105"/>
                    <a:pt x="821" y="2346"/>
                    <a:pt x="1429" y="1798"/>
                  </a:cubicBezTo>
                  <a:cubicBezTo>
                    <a:pt x="1941" y="1340"/>
                    <a:pt x="4101" y="380"/>
                    <a:pt x="5326" y="380"/>
                  </a:cubicBezTo>
                  <a:close/>
                  <a:moveTo>
                    <a:pt x="5338" y="0"/>
                  </a:moveTo>
                  <a:cubicBezTo>
                    <a:pt x="3965" y="0"/>
                    <a:pt x="1771" y="1015"/>
                    <a:pt x="1185" y="1495"/>
                  </a:cubicBezTo>
                  <a:cubicBezTo>
                    <a:pt x="426" y="2163"/>
                    <a:pt x="0" y="3105"/>
                    <a:pt x="0" y="4109"/>
                  </a:cubicBezTo>
                  <a:lnTo>
                    <a:pt x="0" y="4200"/>
                  </a:lnTo>
                  <a:lnTo>
                    <a:pt x="122" y="4260"/>
                  </a:lnTo>
                  <a:cubicBezTo>
                    <a:pt x="517" y="4412"/>
                    <a:pt x="942" y="4504"/>
                    <a:pt x="1368" y="4504"/>
                  </a:cubicBezTo>
                  <a:cubicBezTo>
                    <a:pt x="2857" y="4412"/>
                    <a:pt x="4255" y="3835"/>
                    <a:pt x="5350" y="2832"/>
                  </a:cubicBezTo>
                  <a:cubicBezTo>
                    <a:pt x="6231" y="2072"/>
                    <a:pt x="6657" y="1282"/>
                    <a:pt x="6474" y="674"/>
                  </a:cubicBezTo>
                  <a:cubicBezTo>
                    <a:pt x="6413" y="370"/>
                    <a:pt x="6170" y="157"/>
                    <a:pt x="5866" y="66"/>
                  </a:cubicBezTo>
                  <a:cubicBezTo>
                    <a:pt x="5711" y="21"/>
                    <a:pt x="5533" y="0"/>
                    <a:pt x="5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0"/>
            <p:cNvSpPr/>
            <p:nvPr/>
          </p:nvSpPr>
          <p:spPr>
            <a:xfrm>
              <a:off x="3768592" y="3621622"/>
              <a:ext cx="46721" cy="30096"/>
            </a:xfrm>
            <a:custGeom>
              <a:rect b="b" l="l" r="r" t="t"/>
              <a:pathLst>
                <a:path extrusionOk="0" h="2585" w="4013">
                  <a:moveTo>
                    <a:pt x="3922" y="1"/>
                  </a:moveTo>
                  <a:lnTo>
                    <a:pt x="1" y="2402"/>
                  </a:lnTo>
                  <a:lnTo>
                    <a:pt x="92" y="2584"/>
                  </a:lnTo>
                  <a:lnTo>
                    <a:pt x="4013" y="153"/>
                  </a:lnTo>
                  <a:lnTo>
                    <a:pt x="3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0"/>
            <p:cNvSpPr/>
            <p:nvPr/>
          </p:nvSpPr>
          <p:spPr>
            <a:xfrm>
              <a:off x="3753374" y="3542912"/>
              <a:ext cx="75059" cy="47758"/>
            </a:xfrm>
            <a:custGeom>
              <a:rect b="b" l="l" r="r" t="t"/>
              <a:pathLst>
                <a:path extrusionOk="0" h="4102" w="6447">
                  <a:moveTo>
                    <a:pt x="5130" y="0"/>
                  </a:moveTo>
                  <a:cubicBezTo>
                    <a:pt x="3831" y="0"/>
                    <a:pt x="1673" y="981"/>
                    <a:pt x="1125" y="1441"/>
                  </a:cubicBezTo>
                  <a:cubicBezTo>
                    <a:pt x="426" y="2049"/>
                    <a:pt x="1" y="2931"/>
                    <a:pt x="1" y="3873"/>
                  </a:cubicBezTo>
                  <a:cubicBezTo>
                    <a:pt x="380" y="4031"/>
                    <a:pt x="790" y="4101"/>
                    <a:pt x="1212" y="4101"/>
                  </a:cubicBezTo>
                  <a:cubicBezTo>
                    <a:pt x="3632" y="4101"/>
                    <a:pt x="6447" y="1798"/>
                    <a:pt x="6110" y="530"/>
                  </a:cubicBezTo>
                  <a:cubicBezTo>
                    <a:pt x="6008" y="148"/>
                    <a:pt x="5634" y="0"/>
                    <a:pt x="5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0"/>
            <p:cNvSpPr/>
            <p:nvPr/>
          </p:nvSpPr>
          <p:spPr>
            <a:xfrm>
              <a:off x="3751255" y="3540502"/>
              <a:ext cx="77504" cy="52461"/>
            </a:xfrm>
            <a:custGeom>
              <a:rect b="b" l="l" r="r" t="t"/>
              <a:pathLst>
                <a:path extrusionOk="0" h="4506" w="6657">
                  <a:moveTo>
                    <a:pt x="5326" y="382"/>
                  </a:moveTo>
                  <a:cubicBezTo>
                    <a:pt x="5483" y="382"/>
                    <a:pt x="5624" y="398"/>
                    <a:pt x="5745" y="433"/>
                  </a:cubicBezTo>
                  <a:cubicBezTo>
                    <a:pt x="5897" y="463"/>
                    <a:pt x="6049" y="615"/>
                    <a:pt x="6110" y="767"/>
                  </a:cubicBezTo>
                  <a:cubicBezTo>
                    <a:pt x="6231" y="1223"/>
                    <a:pt x="5836" y="1892"/>
                    <a:pt x="5107" y="2560"/>
                  </a:cubicBezTo>
                  <a:cubicBezTo>
                    <a:pt x="4123" y="3424"/>
                    <a:pt x="2667" y="4117"/>
                    <a:pt x="1364" y="4117"/>
                  </a:cubicBezTo>
                  <a:cubicBezTo>
                    <a:pt x="1016" y="4117"/>
                    <a:pt x="679" y="4067"/>
                    <a:pt x="365" y="3959"/>
                  </a:cubicBezTo>
                  <a:lnTo>
                    <a:pt x="395" y="3959"/>
                  </a:lnTo>
                  <a:cubicBezTo>
                    <a:pt x="426" y="3138"/>
                    <a:pt x="821" y="2348"/>
                    <a:pt x="1429" y="1800"/>
                  </a:cubicBezTo>
                  <a:cubicBezTo>
                    <a:pt x="1941" y="1342"/>
                    <a:pt x="4101" y="382"/>
                    <a:pt x="5326" y="382"/>
                  </a:cubicBezTo>
                  <a:close/>
                  <a:moveTo>
                    <a:pt x="5327" y="1"/>
                  </a:moveTo>
                  <a:cubicBezTo>
                    <a:pt x="3953" y="1"/>
                    <a:pt x="1770" y="992"/>
                    <a:pt x="1186" y="1496"/>
                  </a:cubicBezTo>
                  <a:cubicBezTo>
                    <a:pt x="426" y="2165"/>
                    <a:pt x="0" y="3107"/>
                    <a:pt x="0" y="4111"/>
                  </a:cubicBezTo>
                  <a:lnTo>
                    <a:pt x="0" y="4202"/>
                  </a:lnTo>
                  <a:lnTo>
                    <a:pt x="122" y="4262"/>
                  </a:lnTo>
                  <a:cubicBezTo>
                    <a:pt x="517" y="4414"/>
                    <a:pt x="942" y="4506"/>
                    <a:pt x="1368" y="4506"/>
                  </a:cubicBezTo>
                  <a:cubicBezTo>
                    <a:pt x="2857" y="4414"/>
                    <a:pt x="4256" y="3837"/>
                    <a:pt x="5380" y="2834"/>
                  </a:cubicBezTo>
                  <a:cubicBezTo>
                    <a:pt x="6231" y="2074"/>
                    <a:pt x="6657" y="1284"/>
                    <a:pt x="6474" y="676"/>
                  </a:cubicBezTo>
                  <a:cubicBezTo>
                    <a:pt x="6383" y="372"/>
                    <a:pt x="6171" y="159"/>
                    <a:pt x="5867" y="68"/>
                  </a:cubicBezTo>
                  <a:cubicBezTo>
                    <a:pt x="5709" y="22"/>
                    <a:pt x="5527" y="1"/>
                    <a:pt x="53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0"/>
            <p:cNvSpPr/>
            <p:nvPr/>
          </p:nvSpPr>
          <p:spPr>
            <a:xfrm>
              <a:off x="3752664" y="3558980"/>
              <a:ext cx="46721" cy="30096"/>
            </a:xfrm>
            <a:custGeom>
              <a:rect b="b" l="l" r="r" t="t"/>
              <a:pathLst>
                <a:path extrusionOk="0" h="2585" w="4013">
                  <a:moveTo>
                    <a:pt x="3922" y="1"/>
                  </a:moveTo>
                  <a:lnTo>
                    <a:pt x="1" y="2402"/>
                  </a:lnTo>
                  <a:lnTo>
                    <a:pt x="92" y="2584"/>
                  </a:lnTo>
                  <a:lnTo>
                    <a:pt x="4013" y="153"/>
                  </a:lnTo>
                  <a:lnTo>
                    <a:pt x="3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0"/>
            <p:cNvSpPr/>
            <p:nvPr/>
          </p:nvSpPr>
          <p:spPr>
            <a:xfrm>
              <a:off x="3707371" y="3514979"/>
              <a:ext cx="62578" cy="75152"/>
            </a:xfrm>
            <a:custGeom>
              <a:rect b="b" l="l" r="r" t="t"/>
              <a:pathLst>
                <a:path extrusionOk="0" h="6455" w="5375">
                  <a:moveTo>
                    <a:pt x="1554" y="1"/>
                  </a:moveTo>
                  <a:cubicBezTo>
                    <a:pt x="1512" y="1"/>
                    <a:pt x="1470" y="4"/>
                    <a:pt x="1429" y="11"/>
                  </a:cubicBezTo>
                  <a:cubicBezTo>
                    <a:pt x="0" y="254"/>
                    <a:pt x="1246" y="4266"/>
                    <a:pt x="1793" y="5056"/>
                  </a:cubicBezTo>
                  <a:cubicBezTo>
                    <a:pt x="2341" y="5847"/>
                    <a:pt x="3161" y="6333"/>
                    <a:pt x="4104" y="6454"/>
                  </a:cubicBezTo>
                  <a:cubicBezTo>
                    <a:pt x="5375" y="4090"/>
                    <a:pt x="3053" y="1"/>
                    <a:pt x="1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0"/>
            <p:cNvSpPr/>
            <p:nvPr/>
          </p:nvSpPr>
          <p:spPr>
            <a:xfrm>
              <a:off x="3709840" y="3512848"/>
              <a:ext cx="56990" cy="79402"/>
            </a:xfrm>
            <a:custGeom>
              <a:rect b="b" l="l" r="r" t="t"/>
              <a:pathLst>
                <a:path extrusionOk="0" h="6820" w="4895">
                  <a:moveTo>
                    <a:pt x="1338" y="376"/>
                  </a:moveTo>
                  <a:cubicBezTo>
                    <a:pt x="1764" y="376"/>
                    <a:pt x="2372" y="832"/>
                    <a:pt x="2888" y="1561"/>
                  </a:cubicBezTo>
                  <a:cubicBezTo>
                    <a:pt x="3831" y="2929"/>
                    <a:pt x="4439" y="4996"/>
                    <a:pt x="3770" y="6425"/>
                  </a:cubicBezTo>
                  <a:cubicBezTo>
                    <a:pt x="2949" y="6273"/>
                    <a:pt x="2220" y="5817"/>
                    <a:pt x="1733" y="5118"/>
                  </a:cubicBezTo>
                  <a:cubicBezTo>
                    <a:pt x="1278" y="4510"/>
                    <a:pt x="426" y="1713"/>
                    <a:pt x="852" y="710"/>
                  </a:cubicBezTo>
                  <a:cubicBezTo>
                    <a:pt x="882" y="528"/>
                    <a:pt x="1034" y="406"/>
                    <a:pt x="1217" y="376"/>
                  </a:cubicBezTo>
                  <a:close/>
                  <a:moveTo>
                    <a:pt x="1310" y="0"/>
                  </a:moveTo>
                  <a:cubicBezTo>
                    <a:pt x="1258" y="0"/>
                    <a:pt x="1207" y="4"/>
                    <a:pt x="1156" y="11"/>
                  </a:cubicBezTo>
                  <a:cubicBezTo>
                    <a:pt x="852" y="72"/>
                    <a:pt x="609" y="285"/>
                    <a:pt x="487" y="589"/>
                  </a:cubicBezTo>
                  <a:cubicBezTo>
                    <a:pt x="1" y="1774"/>
                    <a:pt x="943" y="4662"/>
                    <a:pt x="1429" y="5361"/>
                  </a:cubicBezTo>
                  <a:cubicBezTo>
                    <a:pt x="2007" y="6182"/>
                    <a:pt x="2888" y="6729"/>
                    <a:pt x="3892" y="6820"/>
                  </a:cubicBezTo>
                  <a:lnTo>
                    <a:pt x="4013" y="6820"/>
                  </a:lnTo>
                  <a:lnTo>
                    <a:pt x="4074" y="6729"/>
                  </a:lnTo>
                  <a:cubicBezTo>
                    <a:pt x="4895" y="5148"/>
                    <a:pt x="4256" y="2868"/>
                    <a:pt x="3192" y="1349"/>
                  </a:cubicBezTo>
                  <a:cubicBezTo>
                    <a:pt x="2577" y="481"/>
                    <a:pt x="1910" y="0"/>
                    <a:pt x="1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0"/>
            <p:cNvSpPr/>
            <p:nvPr/>
          </p:nvSpPr>
          <p:spPr>
            <a:xfrm>
              <a:off x="3730728" y="3541282"/>
              <a:ext cx="25485" cy="49201"/>
            </a:xfrm>
            <a:custGeom>
              <a:rect b="b" l="l" r="r" t="t"/>
              <a:pathLst>
                <a:path extrusionOk="0" h="4226" w="2189">
                  <a:moveTo>
                    <a:pt x="183" y="1"/>
                  </a:moveTo>
                  <a:lnTo>
                    <a:pt x="0" y="92"/>
                  </a:lnTo>
                  <a:lnTo>
                    <a:pt x="2006" y="4226"/>
                  </a:lnTo>
                  <a:lnTo>
                    <a:pt x="2189" y="4135"/>
                  </a:lnTo>
                  <a:lnTo>
                    <a:pt x="1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0"/>
            <p:cNvSpPr/>
            <p:nvPr/>
          </p:nvSpPr>
          <p:spPr>
            <a:xfrm>
              <a:off x="3664896" y="3304872"/>
              <a:ext cx="8860" cy="892141"/>
            </a:xfrm>
            <a:custGeom>
              <a:rect b="b" l="l" r="r" t="t"/>
              <a:pathLst>
                <a:path extrusionOk="0" h="76628" w="761">
                  <a:moveTo>
                    <a:pt x="1" y="1"/>
                  </a:moveTo>
                  <a:lnTo>
                    <a:pt x="1" y="76628"/>
                  </a:lnTo>
                  <a:lnTo>
                    <a:pt x="761" y="76628"/>
                  </a:lnTo>
                  <a:lnTo>
                    <a:pt x="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0"/>
            <p:cNvSpPr/>
            <p:nvPr/>
          </p:nvSpPr>
          <p:spPr>
            <a:xfrm>
              <a:off x="3636940" y="4021542"/>
              <a:ext cx="36464" cy="43892"/>
            </a:xfrm>
            <a:custGeom>
              <a:rect b="b" l="l" r="r" t="t"/>
              <a:pathLst>
                <a:path extrusionOk="0" h="3770" w="3132">
                  <a:moveTo>
                    <a:pt x="608" y="1"/>
                  </a:moveTo>
                  <a:lnTo>
                    <a:pt x="0" y="457"/>
                  </a:lnTo>
                  <a:lnTo>
                    <a:pt x="2523" y="3770"/>
                  </a:lnTo>
                  <a:lnTo>
                    <a:pt x="3131" y="3283"/>
                  </a:lnTo>
                  <a:lnTo>
                    <a:pt x="6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0"/>
            <p:cNvSpPr/>
            <p:nvPr/>
          </p:nvSpPr>
          <p:spPr>
            <a:xfrm>
              <a:off x="3576743" y="3984656"/>
              <a:ext cx="73650" cy="52706"/>
            </a:xfrm>
            <a:custGeom>
              <a:rect b="b" l="l" r="r" t="t"/>
              <a:pathLst>
                <a:path extrusionOk="0" h="4527" w="6326">
                  <a:moveTo>
                    <a:pt x="1319" y="1"/>
                  </a:moveTo>
                  <a:cubicBezTo>
                    <a:pt x="928" y="1"/>
                    <a:pt x="634" y="125"/>
                    <a:pt x="520" y="433"/>
                  </a:cubicBezTo>
                  <a:cubicBezTo>
                    <a:pt x="0" y="1718"/>
                    <a:pt x="2898" y="4527"/>
                    <a:pt x="5432" y="4527"/>
                  </a:cubicBezTo>
                  <a:cubicBezTo>
                    <a:pt x="5716" y="4527"/>
                    <a:pt x="5995" y="4491"/>
                    <a:pt x="6265" y="4415"/>
                  </a:cubicBezTo>
                  <a:cubicBezTo>
                    <a:pt x="6325" y="3473"/>
                    <a:pt x="6021" y="2530"/>
                    <a:pt x="5383" y="1862"/>
                  </a:cubicBezTo>
                  <a:cubicBezTo>
                    <a:pt x="4872" y="1304"/>
                    <a:pt x="2586" y="1"/>
                    <a:pt x="1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0"/>
            <p:cNvSpPr/>
            <p:nvPr/>
          </p:nvSpPr>
          <p:spPr>
            <a:xfrm>
              <a:off x="3578187" y="3982315"/>
              <a:ext cx="74687" cy="56932"/>
            </a:xfrm>
            <a:custGeom>
              <a:rect b="b" l="l" r="r" t="t"/>
              <a:pathLst>
                <a:path extrusionOk="0" h="4890" w="6415">
                  <a:moveTo>
                    <a:pt x="1186" y="391"/>
                  </a:moveTo>
                  <a:cubicBezTo>
                    <a:pt x="2372" y="391"/>
                    <a:pt x="4621" y="1637"/>
                    <a:pt x="5107" y="2215"/>
                  </a:cubicBezTo>
                  <a:cubicBezTo>
                    <a:pt x="5685" y="2823"/>
                    <a:pt x="5989" y="3643"/>
                    <a:pt x="5958" y="4464"/>
                  </a:cubicBezTo>
                  <a:cubicBezTo>
                    <a:pt x="5747" y="4515"/>
                    <a:pt x="5529" y="4538"/>
                    <a:pt x="5306" y="4538"/>
                  </a:cubicBezTo>
                  <a:cubicBezTo>
                    <a:pt x="3922" y="4538"/>
                    <a:pt x="2367" y="3626"/>
                    <a:pt x="1399" y="2579"/>
                  </a:cubicBezTo>
                  <a:cubicBezTo>
                    <a:pt x="730" y="1850"/>
                    <a:pt x="426" y="1120"/>
                    <a:pt x="578" y="695"/>
                  </a:cubicBezTo>
                  <a:cubicBezTo>
                    <a:pt x="639" y="543"/>
                    <a:pt x="791" y="421"/>
                    <a:pt x="943" y="391"/>
                  </a:cubicBezTo>
                  <a:close/>
                  <a:moveTo>
                    <a:pt x="1212" y="0"/>
                  </a:moveTo>
                  <a:cubicBezTo>
                    <a:pt x="1106" y="0"/>
                    <a:pt x="1006" y="8"/>
                    <a:pt x="913" y="26"/>
                  </a:cubicBezTo>
                  <a:cubicBezTo>
                    <a:pt x="609" y="57"/>
                    <a:pt x="335" y="269"/>
                    <a:pt x="213" y="573"/>
                  </a:cubicBezTo>
                  <a:cubicBezTo>
                    <a:pt x="1" y="1151"/>
                    <a:pt x="305" y="1971"/>
                    <a:pt x="1125" y="2823"/>
                  </a:cubicBezTo>
                  <a:cubicBezTo>
                    <a:pt x="2128" y="3947"/>
                    <a:pt x="3770" y="4889"/>
                    <a:pt x="5290" y="4889"/>
                  </a:cubicBezTo>
                  <a:cubicBezTo>
                    <a:pt x="5594" y="4889"/>
                    <a:pt x="5897" y="4859"/>
                    <a:pt x="6201" y="4768"/>
                  </a:cubicBezTo>
                  <a:lnTo>
                    <a:pt x="6293" y="4737"/>
                  </a:lnTo>
                  <a:lnTo>
                    <a:pt x="6323" y="4616"/>
                  </a:lnTo>
                  <a:cubicBezTo>
                    <a:pt x="6414" y="3643"/>
                    <a:pt x="6080" y="2640"/>
                    <a:pt x="5381" y="1941"/>
                  </a:cubicBezTo>
                  <a:cubicBezTo>
                    <a:pt x="4845" y="1349"/>
                    <a:pt x="2560" y="0"/>
                    <a:pt x="1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0"/>
            <p:cNvSpPr/>
            <p:nvPr/>
          </p:nvSpPr>
          <p:spPr>
            <a:xfrm>
              <a:off x="3608984" y="4003844"/>
              <a:ext cx="41051" cy="32925"/>
            </a:xfrm>
            <a:custGeom>
              <a:rect b="b" l="l" r="r" t="t"/>
              <a:pathLst>
                <a:path extrusionOk="0" h="2828" w="3526">
                  <a:moveTo>
                    <a:pt x="91" y="1"/>
                  </a:moveTo>
                  <a:lnTo>
                    <a:pt x="0" y="153"/>
                  </a:lnTo>
                  <a:lnTo>
                    <a:pt x="3404" y="2828"/>
                  </a:lnTo>
                  <a:lnTo>
                    <a:pt x="3526" y="2676"/>
                  </a:lnTo>
                  <a:lnTo>
                    <a:pt x="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0"/>
            <p:cNvSpPr/>
            <p:nvPr/>
          </p:nvSpPr>
          <p:spPr>
            <a:xfrm>
              <a:off x="3636940" y="3853794"/>
              <a:ext cx="36464" cy="43892"/>
            </a:xfrm>
            <a:custGeom>
              <a:rect b="b" l="l" r="r" t="t"/>
              <a:pathLst>
                <a:path extrusionOk="0" h="3770" w="3132">
                  <a:moveTo>
                    <a:pt x="608" y="0"/>
                  </a:moveTo>
                  <a:lnTo>
                    <a:pt x="0" y="456"/>
                  </a:lnTo>
                  <a:lnTo>
                    <a:pt x="2523" y="3769"/>
                  </a:lnTo>
                  <a:lnTo>
                    <a:pt x="3131" y="3313"/>
                  </a:lnTo>
                  <a:lnTo>
                    <a:pt x="6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0"/>
            <p:cNvSpPr/>
            <p:nvPr/>
          </p:nvSpPr>
          <p:spPr>
            <a:xfrm>
              <a:off x="3576743" y="3816907"/>
              <a:ext cx="73650" cy="52706"/>
            </a:xfrm>
            <a:custGeom>
              <a:rect b="b" l="l" r="r" t="t"/>
              <a:pathLst>
                <a:path extrusionOk="0" h="4527" w="6326">
                  <a:moveTo>
                    <a:pt x="1319" y="0"/>
                  </a:moveTo>
                  <a:cubicBezTo>
                    <a:pt x="928" y="0"/>
                    <a:pt x="634" y="124"/>
                    <a:pt x="520" y="433"/>
                  </a:cubicBezTo>
                  <a:cubicBezTo>
                    <a:pt x="0" y="1717"/>
                    <a:pt x="2898" y="4526"/>
                    <a:pt x="5432" y="4526"/>
                  </a:cubicBezTo>
                  <a:cubicBezTo>
                    <a:pt x="5716" y="4526"/>
                    <a:pt x="5995" y="4491"/>
                    <a:pt x="6265" y="4414"/>
                  </a:cubicBezTo>
                  <a:cubicBezTo>
                    <a:pt x="6325" y="3472"/>
                    <a:pt x="6021" y="2560"/>
                    <a:pt x="5383" y="1861"/>
                  </a:cubicBezTo>
                  <a:cubicBezTo>
                    <a:pt x="4872" y="1304"/>
                    <a:pt x="2586" y="0"/>
                    <a:pt x="1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0"/>
            <p:cNvSpPr/>
            <p:nvPr/>
          </p:nvSpPr>
          <p:spPr>
            <a:xfrm>
              <a:off x="3578187" y="3814555"/>
              <a:ext cx="74687" cy="57293"/>
            </a:xfrm>
            <a:custGeom>
              <a:rect b="b" l="l" r="r" t="t"/>
              <a:pathLst>
                <a:path extrusionOk="0" h="4921" w="6415">
                  <a:moveTo>
                    <a:pt x="1186" y="391"/>
                  </a:moveTo>
                  <a:cubicBezTo>
                    <a:pt x="2372" y="391"/>
                    <a:pt x="4621" y="1668"/>
                    <a:pt x="5107" y="2215"/>
                  </a:cubicBezTo>
                  <a:cubicBezTo>
                    <a:pt x="5685" y="2823"/>
                    <a:pt x="5989" y="3644"/>
                    <a:pt x="5958" y="4464"/>
                  </a:cubicBezTo>
                  <a:cubicBezTo>
                    <a:pt x="5747" y="4515"/>
                    <a:pt x="5529" y="4539"/>
                    <a:pt x="5306" y="4539"/>
                  </a:cubicBezTo>
                  <a:cubicBezTo>
                    <a:pt x="3922" y="4539"/>
                    <a:pt x="2367" y="3627"/>
                    <a:pt x="1399" y="2580"/>
                  </a:cubicBezTo>
                  <a:cubicBezTo>
                    <a:pt x="730" y="1850"/>
                    <a:pt x="396" y="1121"/>
                    <a:pt x="578" y="695"/>
                  </a:cubicBezTo>
                  <a:cubicBezTo>
                    <a:pt x="639" y="543"/>
                    <a:pt x="791" y="422"/>
                    <a:pt x="943" y="422"/>
                  </a:cubicBezTo>
                  <a:cubicBezTo>
                    <a:pt x="1034" y="391"/>
                    <a:pt x="1095" y="391"/>
                    <a:pt x="1186" y="391"/>
                  </a:cubicBezTo>
                  <a:close/>
                  <a:moveTo>
                    <a:pt x="1218" y="0"/>
                  </a:moveTo>
                  <a:cubicBezTo>
                    <a:pt x="1110" y="0"/>
                    <a:pt x="1007" y="9"/>
                    <a:pt x="913" y="27"/>
                  </a:cubicBezTo>
                  <a:cubicBezTo>
                    <a:pt x="609" y="57"/>
                    <a:pt x="335" y="270"/>
                    <a:pt x="213" y="543"/>
                  </a:cubicBezTo>
                  <a:cubicBezTo>
                    <a:pt x="1" y="1151"/>
                    <a:pt x="305" y="1972"/>
                    <a:pt x="1125" y="2823"/>
                  </a:cubicBezTo>
                  <a:cubicBezTo>
                    <a:pt x="2128" y="3948"/>
                    <a:pt x="3770" y="4920"/>
                    <a:pt x="5290" y="4920"/>
                  </a:cubicBezTo>
                  <a:cubicBezTo>
                    <a:pt x="5594" y="4920"/>
                    <a:pt x="5897" y="4860"/>
                    <a:pt x="6201" y="4768"/>
                  </a:cubicBezTo>
                  <a:lnTo>
                    <a:pt x="6293" y="4738"/>
                  </a:lnTo>
                  <a:lnTo>
                    <a:pt x="6323" y="4616"/>
                  </a:lnTo>
                  <a:cubicBezTo>
                    <a:pt x="6414" y="3613"/>
                    <a:pt x="6080" y="2641"/>
                    <a:pt x="5381" y="1911"/>
                  </a:cubicBezTo>
                  <a:cubicBezTo>
                    <a:pt x="4846" y="1320"/>
                    <a:pt x="2566" y="0"/>
                    <a:pt x="1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0"/>
            <p:cNvSpPr/>
            <p:nvPr/>
          </p:nvSpPr>
          <p:spPr>
            <a:xfrm>
              <a:off x="3608984" y="3836445"/>
              <a:ext cx="41051" cy="32576"/>
            </a:xfrm>
            <a:custGeom>
              <a:rect b="b" l="l" r="r" t="t"/>
              <a:pathLst>
                <a:path extrusionOk="0" h="2798" w="3526">
                  <a:moveTo>
                    <a:pt x="91" y="1"/>
                  </a:moveTo>
                  <a:lnTo>
                    <a:pt x="0" y="153"/>
                  </a:lnTo>
                  <a:lnTo>
                    <a:pt x="3404" y="2797"/>
                  </a:lnTo>
                  <a:lnTo>
                    <a:pt x="3526" y="2676"/>
                  </a:lnTo>
                  <a:lnTo>
                    <a:pt x="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0"/>
            <p:cNvSpPr/>
            <p:nvPr/>
          </p:nvSpPr>
          <p:spPr>
            <a:xfrm>
              <a:off x="3636940" y="3657019"/>
              <a:ext cx="36464" cy="43892"/>
            </a:xfrm>
            <a:custGeom>
              <a:rect b="b" l="l" r="r" t="t"/>
              <a:pathLst>
                <a:path extrusionOk="0" h="3770" w="3132">
                  <a:moveTo>
                    <a:pt x="608" y="0"/>
                  </a:moveTo>
                  <a:lnTo>
                    <a:pt x="0" y="456"/>
                  </a:lnTo>
                  <a:lnTo>
                    <a:pt x="2523" y="3769"/>
                  </a:lnTo>
                  <a:lnTo>
                    <a:pt x="3131" y="3313"/>
                  </a:lnTo>
                  <a:lnTo>
                    <a:pt x="6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0"/>
            <p:cNvSpPr/>
            <p:nvPr/>
          </p:nvSpPr>
          <p:spPr>
            <a:xfrm>
              <a:off x="3576767" y="3619783"/>
              <a:ext cx="73627" cy="52799"/>
            </a:xfrm>
            <a:custGeom>
              <a:rect b="b" l="l" r="r" t="t"/>
              <a:pathLst>
                <a:path extrusionOk="0" h="4535" w="6324">
                  <a:moveTo>
                    <a:pt x="1315" y="1"/>
                  </a:moveTo>
                  <a:cubicBezTo>
                    <a:pt x="925" y="1"/>
                    <a:pt x="632" y="125"/>
                    <a:pt x="518" y="432"/>
                  </a:cubicBezTo>
                  <a:cubicBezTo>
                    <a:pt x="0" y="1739"/>
                    <a:pt x="2874" y="4534"/>
                    <a:pt x="5401" y="4534"/>
                  </a:cubicBezTo>
                  <a:cubicBezTo>
                    <a:pt x="5695" y="4534"/>
                    <a:pt x="5984" y="4496"/>
                    <a:pt x="6263" y="4414"/>
                  </a:cubicBezTo>
                  <a:cubicBezTo>
                    <a:pt x="6323" y="3472"/>
                    <a:pt x="6019" y="2560"/>
                    <a:pt x="5381" y="1891"/>
                  </a:cubicBezTo>
                  <a:cubicBezTo>
                    <a:pt x="4870" y="1310"/>
                    <a:pt x="2581" y="1"/>
                    <a:pt x="13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0"/>
            <p:cNvSpPr/>
            <p:nvPr/>
          </p:nvSpPr>
          <p:spPr>
            <a:xfrm>
              <a:off x="3578187" y="3617489"/>
              <a:ext cx="74687" cy="57235"/>
            </a:xfrm>
            <a:custGeom>
              <a:rect b="b" l="l" r="r" t="t"/>
              <a:pathLst>
                <a:path extrusionOk="0" h="4916" w="6415">
                  <a:moveTo>
                    <a:pt x="1186" y="416"/>
                  </a:moveTo>
                  <a:cubicBezTo>
                    <a:pt x="2372" y="416"/>
                    <a:pt x="4621" y="1663"/>
                    <a:pt x="5107" y="2240"/>
                  </a:cubicBezTo>
                  <a:cubicBezTo>
                    <a:pt x="5685" y="2848"/>
                    <a:pt x="5989" y="3669"/>
                    <a:pt x="5958" y="4489"/>
                  </a:cubicBezTo>
                  <a:cubicBezTo>
                    <a:pt x="5757" y="4534"/>
                    <a:pt x="5549" y="4555"/>
                    <a:pt x="5337" y="4555"/>
                  </a:cubicBezTo>
                  <a:cubicBezTo>
                    <a:pt x="3945" y="4555"/>
                    <a:pt x="2375" y="3660"/>
                    <a:pt x="1399" y="2605"/>
                  </a:cubicBezTo>
                  <a:cubicBezTo>
                    <a:pt x="730" y="1875"/>
                    <a:pt x="396" y="1146"/>
                    <a:pt x="578" y="720"/>
                  </a:cubicBezTo>
                  <a:cubicBezTo>
                    <a:pt x="639" y="568"/>
                    <a:pt x="791" y="447"/>
                    <a:pt x="943" y="416"/>
                  </a:cubicBezTo>
                  <a:close/>
                  <a:moveTo>
                    <a:pt x="1181" y="1"/>
                  </a:moveTo>
                  <a:cubicBezTo>
                    <a:pt x="1086" y="1"/>
                    <a:pt x="996" y="7"/>
                    <a:pt x="913" y="21"/>
                  </a:cubicBezTo>
                  <a:cubicBezTo>
                    <a:pt x="609" y="82"/>
                    <a:pt x="335" y="295"/>
                    <a:pt x="213" y="568"/>
                  </a:cubicBezTo>
                  <a:cubicBezTo>
                    <a:pt x="1" y="1176"/>
                    <a:pt x="305" y="1997"/>
                    <a:pt x="1125" y="2848"/>
                  </a:cubicBezTo>
                  <a:cubicBezTo>
                    <a:pt x="2128" y="3973"/>
                    <a:pt x="3770" y="4915"/>
                    <a:pt x="5290" y="4915"/>
                  </a:cubicBezTo>
                  <a:cubicBezTo>
                    <a:pt x="5594" y="4915"/>
                    <a:pt x="5897" y="4885"/>
                    <a:pt x="6201" y="4793"/>
                  </a:cubicBezTo>
                  <a:lnTo>
                    <a:pt x="6293" y="4733"/>
                  </a:lnTo>
                  <a:lnTo>
                    <a:pt x="6323" y="4641"/>
                  </a:lnTo>
                  <a:cubicBezTo>
                    <a:pt x="6414" y="3638"/>
                    <a:pt x="6080" y="2666"/>
                    <a:pt x="5381" y="1936"/>
                  </a:cubicBezTo>
                  <a:cubicBezTo>
                    <a:pt x="4841" y="1340"/>
                    <a:pt x="2524" y="1"/>
                    <a:pt x="1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0"/>
            <p:cNvSpPr/>
            <p:nvPr/>
          </p:nvSpPr>
          <p:spPr>
            <a:xfrm>
              <a:off x="3608984" y="3639320"/>
              <a:ext cx="41051" cy="32925"/>
            </a:xfrm>
            <a:custGeom>
              <a:rect b="b" l="l" r="r" t="t"/>
              <a:pathLst>
                <a:path extrusionOk="0" h="2828" w="3526">
                  <a:moveTo>
                    <a:pt x="91" y="0"/>
                  </a:moveTo>
                  <a:lnTo>
                    <a:pt x="0" y="152"/>
                  </a:lnTo>
                  <a:lnTo>
                    <a:pt x="3404" y="2827"/>
                  </a:lnTo>
                  <a:lnTo>
                    <a:pt x="3526" y="2675"/>
                  </a:lnTo>
                  <a:lnTo>
                    <a:pt x="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0"/>
            <p:cNvSpPr/>
            <p:nvPr/>
          </p:nvSpPr>
          <p:spPr>
            <a:xfrm>
              <a:off x="3636940" y="3525715"/>
              <a:ext cx="36464" cy="43892"/>
            </a:xfrm>
            <a:custGeom>
              <a:rect b="b" l="l" r="r" t="t"/>
              <a:pathLst>
                <a:path extrusionOk="0" h="3770" w="3132">
                  <a:moveTo>
                    <a:pt x="608" y="0"/>
                  </a:moveTo>
                  <a:lnTo>
                    <a:pt x="0" y="456"/>
                  </a:lnTo>
                  <a:lnTo>
                    <a:pt x="2523" y="3770"/>
                  </a:lnTo>
                  <a:lnTo>
                    <a:pt x="3131" y="3314"/>
                  </a:lnTo>
                  <a:lnTo>
                    <a:pt x="6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0"/>
            <p:cNvSpPr/>
            <p:nvPr/>
          </p:nvSpPr>
          <p:spPr>
            <a:xfrm>
              <a:off x="3576767" y="3488886"/>
              <a:ext cx="73627" cy="52741"/>
            </a:xfrm>
            <a:custGeom>
              <a:rect b="b" l="l" r="r" t="t"/>
              <a:pathLst>
                <a:path extrusionOk="0" h="4530" w="6324">
                  <a:moveTo>
                    <a:pt x="1305" y="0"/>
                  </a:moveTo>
                  <a:cubicBezTo>
                    <a:pt x="920" y="0"/>
                    <a:pt x="631" y="123"/>
                    <a:pt x="518" y="428"/>
                  </a:cubicBezTo>
                  <a:cubicBezTo>
                    <a:pt x="0" y="1735"/>
                    <a:pt x="2874" y="4530"/>
                    <a:pt x="5401" y="4530"/>
                  </a:cubicBezTo>
                  <a:cubicBezTo>
                    <a:pt x="5695" y="4530"/>
                    <a:pt x="5984" y="4492"/>
                    <a:pt x="6263" y="4410"/>
                  </a:cubicBezTo>
                  <a:cubicBezTo>
                    <a:pt x="6323" y="3467"/>
                    <a:pt x="6019" y="2556"/>
                    <a:pt x="5381" y="1887"/>
                  </a:cubicBezTo>
                  <a:cubicBezTo>
                    <a:pt x="4868" y="1328"/>
                    <a:pt x="2569" y="0"/>
                    <a:pt x="13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0"/>
            <p:cNvSpPr/>
            <p:nvPr/>
          </p:nvSpPr>
          <p:spPr>
            <a:xfrm>
              <a:off x="3578187" y="3486825"/>
              <a:ext cx="74687" cy="56943"/>
            </a:xfrm>
            <a:custGeom>
              <a:rect b="b" l="l" r="r" t="t"/>
              <a:pathLst>
                <a:path extrusionOk="0" h="4891" w="6415">
                  <a:moveTo>
                    <a:pt x="1186" y="362"/>
                  </a:moveTo>
                  <a:cubicBezTo>
                    <a:pt x="2372" y="362"/>
                    <a:pt x="4621" y="1638"/>
                    <a:pt x="5107" y="2185"/>
                  </a:cubicBezTo>
                  <a:cubicBezTo>
                    <a:pt x="5685" y="2793"/>
                    <a:pt x="5989" y="3614"/>
                    <a:pt x="5958" y="4465"/>
                  </a:cubicBezTo>
                  <a:cubicBezTo>
                    <a:pt x="5757" y="4509"/>
                    <a:pt x="5550" y="4530"/>
                    <a:pt x="5338" y="4530"/>
                  </a:cubicBezTo>
                  <a:cubicBezTo>
                    <a:pt x="3946" y="4530"/>
                    <a:pt x="2375" y="3632"/>
                    <a:pt x="1399" y="2550"/>
                  </a:cubicBezTo>
                  <a:cubicBezTo>
                    <a:pt x="730" y="1821"/>
                    <a:pt x="396" y="1122"/>
                    <a:pt x="578" y="696"/>
                  </a:cubicBezTo>
                  <a:cubicBezTo>
                    <a:pt x="639" y="514"/>
                    <a:pt x="791" y="423"/>
                    <a:pt x="943" y="392"/>
                  </a:cubicBezTo>
                  <a:cubicBezTo>
                    <a:pt x="1034" y="392"/>
                    <a:pt x="1095" y="362"/>
                    <a:pt x="1186" y="362"/>
                  </a:cubicBezTo>
                  <a:close/>
                  <a:moveTo>
                    <a:pt x="1218" y="1"/>
                  </a:moveTo>
                  <a:cubicBezTo>
                    <a:pt x="1110" y="1"/>
                    <a:pt x="1007" y="9"/>
                    <a:pt x="913" y="27"/>
                  </a:cubicBezTo>
                  <a:cubicBezTo>
                    <a:pt x="609" y="58"/>
                    <a:pt x="335" y="271"/>
                    <a:pt x="213" y="544"/>
                  </a:cubicBezTo>
                  <a:cubicBezTo>
                    <a:pt x="1" y="1122"/>
                    <a:pt x="305" y="1942"/>
                    <a:pt x="1125" y="2824"/>
                  </a:cubicBezTo>
                  <a:cubicBezTo>
                    <a:pt x="2128" y="3948"/>
                    <a:pt x="3770" y="4891"/>
                    <a:pt x="5290" y="4891"/>
                  </a:cubicBezTo>
                  <a:cubicBezTo>
                    <a:pt x="5594" y="4891"/>
                    <a:pt x="5897" y="4860"/>
                    <a:pt x="6201" y="4769"/>
                  </a:cubicBezTo>
                  <a:lnTo>
                    <a:pt x="6293" y="4739"/>
                  </a:lnTo>
                  <a:lnTo>
                    <a:pt x="6323" y="4617"/>
                  </a:lnTo>
                  <a:cubicBezTo>
                    <a:pt x="6414" y="3614"/>
                    <a:pt x="6080" y="2641"/>
                    <a:pt x="5381" y="1912"/>
                  </a:cubicBezTo>
                  <a:cubicBezTo>
                    <a:pt x="4846" y="1321"/>
                    <a:pt x="2566" y="1"/>
                    <a:pt x="12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0"/>
            <p:cNvSpPr/>
            <p:nvPr/>
          </p:nvSpPr>
          <p:spPr>
            <a:xfrm>
              <a:off x="3608623" y="3508377"/>
              <a:ext cx="41412" cy="32564"/>
            </a:xfrm>
            <a:custGeom>
              <a:rect b="b" l="l" r="r" t="t"/>
              <a:pathLst>
                <a:path extrusionOk="0" h="2797" w="3557">
                  <a:moveTo>
                    <a:pt x="122" y="0"/>
                  </a:moveTo>
                  <a:lnTo>
                    <a:pt x="1" y="152"/>
                  </a:lnTo>
                  <a:lnTo>
                    <a:pt x="3435" y="2796"/>
                  </a:lnTo>
                  <a:lnTo>
                    <a:pt x="3557" y="2675"/>
                  </a:lnTo>
                  <a:lnTo>
                    <a:pt x="1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0"/>
            <p:cNvSpPr/>
            <p:nvPr/>
          </p:nvSpPr>
          <p:spPr>
            <a:xfrm>
              <a:off x="3636940" y="3394061"/>
              <a:ext cx="36464" cy="44242"/>
            </a:xfrm>
            <a:custGeom>
              <a:rect b="b" l="l" r="r" t="t"/>
              <a:pathLst>
                <a:path extrusionOk="0" h="3800" w="3132">
                  <a:moveTo>
                    <a:pt x="578" y="0"/>
                  </a:moveTo>
                  <a:lnTo>
                    <a:pt x="0" y="487"/>
                  </a:lnTo>
                  <a:lnTo>
                    <a:pt x="2523" y="3800"/>
                  </a:lnTo>
                  <a:lnTo>
                    <a:pt x="3131" y="3313"/>
                  </a:lnTo>
                  <a:lnTo>
                    <a:pt x="5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0"/>
            <p:cNvSpPr/>
            <p:nvPr/>
          </p:nvSpPr>
          <p:spPr>
            <a:xfrm>
              <a:off x="3576767" y="3357384"/>
              <a:ext cx="73627" cy="52589"/>
            </a:xfrm>
            <a:custGeom>
              <a:rect b="b" l="l" r="r" t="t"/>
              <a:pathLst>
                <a:path extrusionOk="0" h="4517" w="6324">
                  <a:moveTo>
                    <a:pt x="1324" y="0"/>
                  </a:moveTo>
                  <a:cubicBezTo>
                    <a:pt x="930" y="0"/>
                    <a:pt x="633" y="128"/>
                    <a:pt x="518" y="445"/>
                  </a:cubicBezTo>
                  <a:cubicBezTo>
                    <a:pt x="1" y="1725"/>
                    <a:pt x="2873" y="4517"/>
                    <a:pt x="5400" y="4517"/>
                  </a:cubicBezTo>
                  <a:cubicBezTo>
                    <a:pt x="5695" y="4517"/>
                    <a:pt x="5984" y="4479"/>
                    <a:pt x="6263" y="4397"/>
                  </a:cubicBezTo>
                  <a:cubicBezTo>
                    <a:pt x="6323" y="3454"/>
                    <a:pt x="6019" y="2542"/>
                    <a:pt x="5381" y="1874"/>
                  </a:cubicBezTo>
                  <a:cubicBezTo>
                    <a:pt x="4871" y="1317"/>
                    <a:pt x="2593" y="0"/>
                    <a:pt x="13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0"/>
            <p:cNvSpPr/>
            <p:nvPr/>
          </p:nvSpPr>
          <p:spPr>
            <a:xfrm>
              <a:off x="3578187" y="3354823"/>
              <a:ext cx="74687" cy="57293"/>
            </a:xfrm>
            <a:custGeom>
              <a:rect b="b" l="l" r="r" t="t"/>
              <a:pathLst>
                <a:path extrusionOk="0" h="4921" w="6415">
                  <a:moveTo>
                    <a:pt x="1186" y="392"/>
                  </a:moveTo>
                  <a:cubicBezTo>
                    <a:pt x="2372" y="392"/>
                    <a:pt x="4621" y="1668"/>
                    <a:pt x="5107" y="2215"/>
                  </a:cubicBezTo>
                  <a:cubicBezTo>
                    <a:pt x="5685" y="2823"/>
                    <a:pt x="5989" y="3644"/>
                    <a:pt x="5958" y="4465"/>
                  </a:cubicBezTo>
                  <a:cubicBezTo>
                    <a:pt x="5747" y="4515"/>
                    <a:pt x="5529" y="4539"/>
                    <a:pt x="5306" y="4539"/>
                  </a:cubicBezTo>
                  <a:cubicBezTo>
                    <a:pt x="3922" y="4539"/>
                    <a:pt x="2367" y="3627"/>
                    <a:pt x="1399" y="2580"/>
                  </a:cubicBezTo>
                  <a:cubicBezTo>
                    <a:pt x="730" y="1851"/>
                    <a:pt x="396" y="1121"/>
                    <a:pt x="578" y="696"/>
                  </a:cubicBezTo>
                  <a:cubicBezTo>
                    <a:pt x="639" y="544"/>
                    <a:pt x="791" y="422"/>
                    <a:pt x="943" y="392"/>
                  </a:cubicBezTo>
                  <a:close/>
                  <a:moveTo>
                    <a:pt x="1212" y="1"/>
                  </a:moveTo>
                  <a:cubicBezTo>
                    <a:pt x="1106" y="1"/>
                    <a:pt x="1006" y="9"/>
                    <a:pt x="913" y="27"/>
                  </a:cubicBezTo>
                  <a:cubicBezTo>
                    <a:pt x="609" y="88"/>
                    <a:pt x="335" y="270"/>
                    <a:pt x="213" y="574"/>
                  </a:cubicBezTo>
                  <a:cubicBezTo>
                    <a:pt x="1" y="1151"/>
                    <a:pt x="305" y="2003"/>
                    <a:pt x="1125" y="2854"/>
                  </a:cubicBezTo>
                  <a:cubicBezTo>
                    <a:pt x="2128" y="3978"/>
                    <a:pt x="3770" y="4921"/>
                    <a:pt x="5290" y="4921"/>
                  </a:cubicBezTo>
                  <a:cubicBezTo>
                    <a:pt x="5594" y="4921"/>
                    <a:pt x="5897" y="4860"/>
                    <a:pt x="6201" y="4769"/>
                  </a:cubicBezTo>
                  <a:lnTo>
                    <a:pt x="6293" y="4738"/>
                  </a:lnTo>
                  <a:lnTo>
                    <a:pt x="6323" y="4617"/>
                  </a:lnTo>
                  <a:cubicBezTo>
                    <a:pt x="6414" y="3644"/>
                    <a:pt x="6080" y="2641"/>
                    <a:pt x="5381" y="1942"/>
                  </a:cubicBezTo>
                  <a:cubicBezTo>
                    <a:pt x="4845" y="1350"/>
                    <a:pt x="2560" y="1"/>
                    <a:pt x="12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0"/>
            <p:cNvSpPr/>
            <p:nvPr/>
          </p:nvSpPr>
          <p:spPr>
            <a:xfrm>
              <a:off x="3608984" y="3376712"/>
              <a:ext cx="41051" cy="32925"/>
            </a:xfrm>
            <a:custGeom>
              <a:rect b="b" l="l" r="r" t="t"/>
              <a:pathLst>
                <a:path extrusionOk="0" h="2828" w="3526">
                  <a:moveTo>
                    <a:pt x="91" y="1"/>
                  </a:moveTo>
                  <a:lnTo>
                    <a:pt x="0" y="153"/>
                  </a:lnTo>
                  <a:lnTo>
                    <a:pt x="3404" y="2828"/>
                  </a:lnTo>
                  <a:lnTo>
                    <a:pt x="3526" y="2676"/>
                  </a:lnTo>
                  <a:lnTo>
                    <a:pt x="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0"/>
            <p:cNvSpPr/>
            <p:nvPr/>
          </p:nvSpPr>
          <p:spPr>
            <a:xfrm>
              <a:off x="3665606" y="4072506"/>
              <a:ext cx="36464" cy="43892"/>
            </a:xfrm>
            <a:custGeom>
              <a:rect b="b" l="l" r="r" t="t"/>
              <a:pathLst>
                <a:path extrusionOk="0" h="3770" w="3132">
                  <a:moveTo>
                    <a:pt x="2554" y="1"/>
                  </a:moveTo>
                  <a:lnTo>
                    <a:pt x="0" y="3314"/>
                  </a:lnTo>
                  <a:lnTo>
                    <a:pt x="608" y="3770"/>
                  </a:lnTo>
                  <a:lnTo>
                    <a:pt x="3131" y="457"/>
                  </a:lnTo>
                  <a:lnTo>
                    <a:pt x="2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0"/>
            <p:cNvSpPr/>
            <p:nvPr/>
          </p:nvSpPr>
          <p:spPr>
            <a:xfrm>
              <a:off x="3688963" y="4035677"/>
              <a:ext cx="73324" cy="52659"/>
            </a:xfrm>
            <a:custGeom>
              <a:rect b="b" l="l" r="r" t="t"/>
              <a:pathLst>
                <a:path extrusionOk="0" h="4523" w="6298">
                  <a:moveTo>
                    <a:pt x="5007" y="0"/>
                  </a:moveTo>
                  <a:cubicBezTo>
                    <a:pt x="3737" y="0"/>
                    <a:pt x="1456" y="1328"/>
                    <a:pt x="943" y="1887"/>
                  </a:cubicBezTo>
                  <a:cubicBezTo>
                    <a:pt x="305" y="2556"/>
                    <a:pt x="1" y="3468"/>
                    <a:pt x="61" y="4410"/>
                  </a:cubicBezTo>
                  <a:cubicBezTo>
                    <a:pt x="333" y="4487"/>
                    <a:pt x="614" y="4522"/>
                    <a:pt x="899" y="4522"/>
                  </a:cubicBezTo>
                  <a:cubicBezTo>
                    <a:pt x="3427" y="4522"/>
                    <a:pt x="6298" y="1739"/>
                    <a:pt x="5806" y="428"/>
                  </a:cubicBezTo>
                  <a:cubicBezTo>
                    <a:pt x="5686" y="123"/>
                    <a:pt x="5393" y="0"/>
                    <a:pt x="5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0"/>
            <p:cNvSpPr/>
            <p:nvPr/>
          </p:nvSpPr>
          <p:spPr>
            <a:xfrm>
              <a:off x="3686844" y="4033617"/>
              <a:ext cx="74675" cy="56943"/>
            </a:xfrm>
            <a:custGeom>
              <a:rect b="b" l="l" r="r" t="t"/>
              <a:pathLst>
                <a:path extrusionOk="0" h="4891" w="6414">
                  <a:moveTo>
                    <a:pt x="5168" y="370"/>
                  </a:moveTo>
                  <a:cubicBezTo>
                    <a:pt x="5255" y="370"/>
                    <a:pt x="5336" y="377"/>
                    <a:pt x="5411" y="392"/>
                  </a:cubicBezTo>
                  <a:cubicBezTo>
                    <a:pt x="5593" y="392"/>
                    <a:pt x="5745" y="514"/>
                    <a:pt x="5806" y="666"/>
                  </a:cubicBezTo>
                  <a:cubicBezTo>
                    <a:pt x="5988" y="1091"/>
                    <a:pt x="5654" y="1821"/>
                    <a:pt x="4985" y="2550"/>
                  </a:cubicBezTo>
                  <a:cubicBezTo>
                    <a:pt x="4020" y="3620"/>
                    <a:pt x="2472" y="4511"/>
                    <a:pt x="1092" y="4511"/>
                  </a:cubicBezTo>
                  <a:cubicBezTo>
                    <a:pt x="864" y="4511"/>
                    <a:pt x="641" y="4487"/>
                    <a:pt x="426" y="4435"/>
                  </a:cubicBezTo>
                  <a:cubicBezTo>
                    <a:pt x="395" y="3614"/>
                    <a:pt x="699" y="2794"/>
                    <a:pt x="1277" y="2155"/>
                  </a:cubicBezTo>
                  <a:cubicBezTo>
                    <a:pt x="1786" y="1618"/>
                    <a:pt x="4005" y="370"/>
                    <a:pt x="5168" y="370"/>
                  </a:cubicBezTo>
                  <a:close/>
                  <a:moveTo>
                    <a:pt x="5197" y="1"/>
                  </a:moveTo>
                  <a:cubicBezTo>
                    <a:pt x="3848" y="1"/>
                    <a:pt x="1566" y="1323"/>
                    <a:pt x="1003" y="1942"/>
                  </a:cubicBezTo>
                  <a:cubicBezTo>
                    <a:pt x="335" y="2642"/>
                    <a:pt x="0" y="3645"/>
                    <a:pt x="91" y="4617"/>
                  </a:cubicBezTo>
                  <a:lnTo>
                    <a:pt x="91" y="4739"/>
                  </a:lnTo>
                  <a:lnTo>
                    <a:pt x="213" y="4769"/>
                  </a:lnTo>
                  <a:cubicBezTo>
                    <a:pt x="487" y="4860"/>
                    <a:pt x="790" y="4891"/>
                    <a:pt x="1094" y="4891"/>
                  </a:cubicBezTo>
                  <a:cubicBezTo>
                    <a:pt x="2584" y="4891"/>
                    <a:pt x="4256" y="3949"/>
                    <a:pt x="5289" y="2854"/>
                  </a:cubicBezTo>
                  <a:cubicBezTo>
                    <a:pt x="6079" y="1973"/>
                    <a:pt x="6414" y="1152"/>
                    <a:pt x="6201" y="575"/>
                  </a:cubicBezTo>
                  <a:cubicBezTo>
                    <a:pt x="6079" y="271"/>
                    <a:pt x="5806" y="58"/>
                    <a:pt x="5502" y="28"/>
                  </a:cubicBezTo>
                  <a:cubicBezTo>
                    <a:pt x="5407" y="9"/>
                    <a:pt x="5305" y="1"/>
                    <a:pt x="51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0"/>
            <p:cNvSpPr/>
            <p:nvPr/>
          </p:nvSpPr>
          <p:spPr>
            <a:xfrm>
              <a:off x="3689312" y="4053399"/>
              <a:ext cx="43543" cy="34695"/>
            </a:xfrm>
            <a:custGeom>
              <a:rect b="b" l="l" r="r" t="t"/>
              <a:pathLst>
                <a:path extrusionOk="0" h="2980" w="3740">
                  <a:moveTo>
                    <a:pt x="3618" y="0"/>
                  </a:moveTo>
                  <a:lnTo>
                    <a:pt x="1" y="2827"/>
                  </a:lnTo>
                  <a:lnTo>
                    <a:pt x="92" y="2979"/>
                  </a:lnTo>
                  <a:lnTo>
                    <a:pt x="3740" y="152"/>
                  </a:lnTo>
                  <a:lnTo>
                    <a:pt x="36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0"/>
            <p:cNvSpPr/>
            <p:nvPr/>
          </p:nvSpPr>
          <p:spPr>
            <a:xfrm>
              <a:off x="3665606" y="3806009"/>
              <a:ext cx="36814" cy="43892"/>
            </a:xfrm>
            <a:custGeom>
              <a:rect b="b" l="l" r="r" t="t"/>
              <a:pathLst>
                <a:path extrusionOk="0" h="3770" w="3162">
                  <a:moveTo>
                    <a:pt x="2554" y="1"/>
                  </a:moveTo>
                  <a:lnTo>
                    <a:pt x="0" y="3314"/>
                  </a:lnTo>
                  <a:lnTo>
                    <a:pt x="608" y="3770"/>
                  </a:lnTo>
                  <a:lnTo>
                    <a:pt x="3162" y="457"/>
                  </a:lnTo>
                  <a:lnTo>
                    <a:pt x="2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0"/>
            <p:cNvSpPr/>
            <p:nvPr/>
          </p:nvSpPr>
          <p:spPr>
            <a:xfrm>
              <a:off x="3688963" y="3769134"/>
              <a:ext cx="73336" cy="52694"/>
            </a:xfrm>
            <a:custGeom>
              <a:rect b="b" l="l" r="r" t="t"/>
              <a:pathLst>
                <a:path extrusionOk="0" h="4526" w="6299">
                  <a:moveTo>
                    <a:pt x="4994" y="0"/>
                  </a:moveTo>
                  <a:cubicBezTo>
                    <a:pt x="3723" y="0"/>
                    <a:pt x="1454" y="1303"/>
                    <a:pt x="943" y="1861"/>
                  </a:cubicBezTo>
                  <a:cubicBezTo>
                    <a:pt x="305" y="2529"/>
                    <a:pt x="1" y="3472"/>
                    <a:pt x="61" y="4414"/>
                  </a:cubicBezTo>
                  <a:cubicBezTo>
                    <a:pt x="331" y="4491"/>
                    <a:pt x="610" y="4526"/>
                    <a:pt x="893" y="4526"/>
                  </a:cubicBezTo>
                  <a:cubicBezTo>
                    <a:pt x="3422" y="4526"/>
                    <a:pt x="6298" y="1717"/>
                    <a:pt x="5806" y="432"/>
                  </a:cubicBezTo>
                  <a:cubicBezTo>
                    <a:pt x="5684" y="124"/>
                    <a:pt x="5387" y="0"/>
                    <a:pt x="4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0"/>
            <p:cNvSpPr/>
            <p:nvPr/>
          </p:nvSpPr>
          <p:spPr>
            <a:xfrm>
              <a:off x="3686844" y="3766782"/>
              <a:ext cx="74675" cy="57281"/>
            </a:xfrm>
            <a:custGeom>
              <a:rect b="b" l="l" r="r" t="t"/>
              <a:pathLst>
                <a:path extrusionOk="0" h="4920" w="6414">
                  <a:moveTo>
                    <a:pt x="5173" y="370"/>
                  </a:moveTo>
                  <a:cubicBezTo>
                    <a:pt x="5258" y="370"/>
                    <a:pt x="5338" y="376"/>
                    <a:pt x="5411" y="391"/>
                  </a:cubicBezTo>
                  <a:cubicBezTo>
                    <a:pt x="5593" y="421"/>
                    <a:pt x="5745" y="513"/>
                    <a:pt x="5806" y="695"/>
                  </a:cubicBezTo>
                  <a:cubicBezTo>
                    <a:pt x="5988" y="1121"/>
                    <a:pt x="5654" y="1820"/>
                    <a:pt x="4985" y="2549"/>
                  </a:cubicBezTo>
                  <a:cubicBezTo>
                    <a:pt x="4016" y="3623"/>
                    <a:pt x="2461" y="4538"/>
                    <a:pt x="1077" y="4538"/>
                  </a:cubicBezTo>
                  <a:cubicBezTo>
                    <a:pt x="855" y="4538"/>
                    <a:pt x="636" y="4515"/>
                    <a:pt x="426" y="4464"/>
                  </a:cubicBezTo>
                  <a:cubicBezTo>
                    <a:pt x="395" y="3613"/>
                    <a:pt x="699" y="2792"/>
                    <a:pt x="1277" y="2184"/>
                  </a:cubicBezTo>
                  <a:cubicBezTo>
                    <a:pt x="1787" y="1646"/>
                    <a:pt x="4011" y="370"/>
                    <a:pt x="5173" y="370"/>
                  </a:cubicBezTo>
                  <a:close/>
                  <a:moveTo>
                    <a:pt x="5202" y="0"/>
                  </a:moveTo>
                  <a:cubicBezTo>
                    <a:pt x="3854" y="0"/>
                    <a:pt x="1567" y="1349"/>
                    <a:pt x="1003" y="1941"/>
                  </a:cubicBezTo>
                  <a:cubicBezTo>
                    <a:pt x="335" y="2671"/>
                    <a:pt x="0" y="3643"/>
                    <a:pt x="91" y="4646"/>
                  </a:cubicBezTo>
                  <a:lnTo>
                    <a:pt x="91" y="4768"/>
                  </a:lnTo>
                  <a:lnTo>
                    <a:pt x="213" y="4798"/>
                  </a:lnTo>
                  <a:cubicBezTo>
                    <a:pt x="487" y="4859"/>
                    <a:pt x="790" y="4920"/>
                    <a:pt x="1094" y="4920"/>
                  </a:cubicBezTo>
                  <a:cubicBezTo>
                    <a:pt x="2584" y="4920"/>
                    <a:pt x="4256" y="3947"/>
                    <a:pt x="5289" y="2823"/>
                  </a:cubicBezTo>
                  <a:cubicBezTo>
                    <a:pt x="6079" y="1972"/>
                    <a:pt x="6414" y="1151"/>
                    <a:pt x="6201" y="573"/>
                  </a:cubicBezTo>
                  <a:cubicBezTo>
                    <a:pt x="6079" y="269"/>
                    <a:pt x="5806" y="87"/>
                    <a:pt x="5502" y="26"/>
                  </a:cubicBezTo>
                  <a:cubicBezTo>
                    <a:pt x="5409" y="9"/>
                    <a:pt x="5308" y="0"/>
                    <a:pt x="5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0"/>
            <p:cNvSpPr/>
            <p:nvPr/>
          </p:nvSpPr>
          <p:spPr>
            <a:xfrm>
              <a:off x="3689312" y="3786902"/>
              <a:ext cx="43543" cy="34334"/>
            </a:xfrm>
            <a:custGeom>
              <a:rect b="b" l="l" r="r" t="t"/>
              <a:pathLst>
                <a:path extrusionOk="0" h="2949" w="3740">
                  <a:moveTo>
                    <a:pt x="3618" y="0"/>
                  </a:moveTo>
                  <a:lnTo>
                    <a:pt x="1" y="2797"/>
                  </a:lnTo>
                  <a:lnTo>
                    <a:pt x="92" y="2949"/>
                  </a:lnTo>
                  <a:lnTo>
                    <a:pt x="3740" y="152"/>
                  </a:lnTo>
                  <a:lnTo>
                    <a:pt x="36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0"/>
            <p:cNvSpPr/>
            <p:nvPr/>
          </p:nvSpPr>
          <p:spPr>
            <a:xfrm>
              <a:off x="3665606" y="3674356"/>
              <a:ext cx="36814" cy="43892"/>
            </a:xfrm>
            <a:custGeom>
              <a:rect b="b" l="l" r="r" t="t"/>
              <a:pathLst>
                <a:path extrusionOk="0" h="3770" w="3162">
                  <a:moveTo>
                    <a:pt x="2554" y="1"/>
                  </a:moveTo>
                  <a:lnTo>
                    <a:pt x="0" y="3314"/>
                  </a:lnTo>
                  <a:lnTo>
                    <a:pt x="608" y="3770"/>
                  </a:lnTo>
                  <a:lnTo>
                    <a:pt x="3162" y="457"/>
                  </a:lnTo>
                  <a:lnTo>
                    <a:pt x="2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0"/>
            <p:cNvSpPr/>
            <p:nvPr/>
          </p:nvSpPr>
          <p:spPr>
            <a:xfrm>
              <a:off x="3688963" y="3637481"/>
              <a:ext cx="73336" cy="52694"/>
            </a:xfrm>
            <a:custGeom>
              <a:rect b="b" l="l" r="r" t="t"/>
              <a:pathLst>
                <a:path extrusionOk="0" h="4526" w="6299">
                  <a:moveTo>
                    <a:pt x="4996" y="0"/>
                  </a:moveTo>
                  <a:cubicBezTo>
                    <a:pt x="3725" y="0"/>
                    <a:pt x="1454" y="1310"/>
                    <a:pt x="943" y="1891"/>
                  </a:cubicBezTo>
                  <a:cubicBezTo>
                    <a:pt x="305" y="2560"/>
                    <a:pt x="1" y="3472"/>
                    <a:pt x="61" y="4414"/>
                  </a:cubicBezTo>
                  <a:cubicBezTo>
                    <a:pt x="331" y="4490"/>
                    <a:pt x="610" y="4526"/>
                    <a:pt x="893" y="4526"/>
                  </a:cubicBezTo>
                  <a:cubicBezTo>
                    <a:pt x="3422" y="4526"/>
                    <a:pt x="6298" y="1717"/>
                    <a:pt x="5806" y="432"/>
                  </a:cubicBezTo>
                  <a:cubicBezTo>
                    <a:pt x="5685" y="124"/>
                    <a:pt x="5388" y="0"/>
                    <a:pt x="49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0"/>
            <p:cNvSpPr/>
            <p:nvPr/>
          </p:nvSpPr>
          <p:spPr>
            <a:xfrm>
              <a:off x="3686844" y="3635129"/>
              <a:ext cx="74675" cy="57281"/>
            </a:xfrm>
            <a:custGeom>
              <a:rect b="b" l="l" r="r" t="t"/>
              <a:pathLst>
                <a:path extrusionOk="0" h="4920" w="6414">
                  <a:moveTo>
                    <a:pt x="5173" y="369"/>
                  </a:moveTo>
                  <a:cubicBezTo>
                    <a:pt x="5258" y="369"/>
                    <a:pt x="5338" y="376"/>
                    <a:pt x="5411" y="391"/>
                  </a:cubicBezTo>
                  <a:cubicBezTo>
                    <a:pt x="5593" y="421"/>
                    <a:pt x="5745" y="512"/>
                    <a:pt x="5806" y="695"/>
                  </a:cubicBezTo>
                  <a:cubicBezTo>
                    <a:pt x="5988" y="1120"/>
                    <a:pt x="5654" y="1819"/>
                    <a:pt x="4985" y="2549"/>
                  </a:cubicBezTo>
                  <a:cubicBezTo>
                    <a:pt x="4016" y="3622"/>
                    <a:pt x="2461" y="4538"/>
                    <a:pt x="1077" y="4538"/>
                  </a:cubicBezTo>
                  <a:cubicBezTo>
                    <a:pt x="855" y="4538"/>
                    <a:pt x="636" y="4514"/>
                    <a:pt x="426" y="4464"/>
                  </a:cubicBezTo>
                  <a:cubicBezTo>
                    <a:pt x="395" y="3613"/>
                    <a:pt x="699" y="2792"/>
                    <a:pt x="1277" y="2184"/>
                  </a:cubicBezTo>
                  <a:cubicBezTo>
                    <a:pt x="1787" y="1646"/>
                    <a:pt x="4011" y="369"/>
                    <a:pt x="5173" y="369"/>
                  </a:cubicBezTo>
                  <a:close/>
                  <a:moveTo>
                    <a:pt x="5202" y="0"/>
                  </a:moveTo>
                  <a:cubicBezTo>
                    <a:pt x="3854" y="0"/>
                    <a:pt x="1567" y="1349"/>
                    <a:pt x="1003" y="1941"/>
                  </a:cubicBezTo>
                  <a:cubicBezTo>
                    <a:pt x="335" y="2671"/>
                    <a:pt x="0" y="3643"/>
                    <a:pt x="91" y="4646"/>
                  </a:cubicBezTo>
                  <a:lnTo>
                    <a:pt x="91" y="4768"/>
                  </a:lnTo>
                  <a:lnTo>
                    <a:pt x="213" y="4798"/>
                  </a:lnTo>
                  <a:cubicBezTo>
                    <a:pt x="487" y="4859"/>
                    <a:pt x="790" y="4920"/>
                    <a:pt x="1094" y="4920"/>
                  </a:cubicBezTo>
                  <a:cubicBezTo>
                    <a:pt x="2584" y="4920"/>
                    <a:pt x="4256" y="3947"/>
                    <a:pt x="5289" y="2853"/>
                  </a:cubicBezTo>
                  <a:cubicBezTo>
                    <a:pt x="6079" y="1971"/>
                    <a:pt x="6414" y="1151"/>
                    <a:pt x="6201" y="573"/>
                  </a:cubicBezTo>
                  <a:cubicBezTo>
                    <a:pt x="6079" y="300"/>
                    <a:pt x="5806" y="87"/>
                    <a:pt x="5502" y="26"/>
                  </a:cubicBezTo>
                  <a:cubicBezTo>
                    <a:pt x="5409" y="8"/>
                    <a:pt x="5308" y="0"/>
                    <a:pt x="5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0"/>
            <p:cNvSpPr/>
            <p:nvPr/>
          </p:nvSpPr>
          <p:spPr>
            <a:xfrm>
              <a:off x="3689312" y="3655249"/>
              <a:ext cx="43543" cy="34334"/>
            </a:xfrm>
            <a:custGeom>
              <a:rect b="b" l="l" r="r" t="t"/>
              <a:pathLst>
                <a:path extrusionOk="0" h="2949" w="3740">
                  <a:moveTo>
                    <a:pt x="3618" y="0"/>
                  </a:moveTo>
                  <a:lnTo>
                    <a:pt x="1" y="2797"/>
                  </a:lnTo>
                  <a:lnTo>
                    <a:pt x="92" y="2949"/>
                  </a:lnTo>
                  <a:lnTo>
                    <a:pt x="3740" y="152"/>
                  </a:lnTo>
                  <a:lnTo>
                    <a:pt x="36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0"/>
            <p:cNvSpPr/>
            <p:nvPr/>
          </p:nvSpPr>
          <p:spPr>
            <a:xfrm>
              <a:off x="3665606" y="3500239"/>
              <a:ext cx="36814" cy="43892"/>
            </a:xfrm>
            <a:custGeom>
              <a:rect b="b" l="l" r="r" t="t"/>
              <a:pathLst>
                <a:path extrusionOk="0" h="3770" w="3162">
                  <a:moveTo>
                    <a:pt x="2554" y="0"/>
                  </a:moveTo>
                  <a:lnTo>
                    <a:pt x="0" y="3313"/>
                  </a:lnTo>
                  <a:lnTo>
                    <a:pt x="608" y="3769"/>
                  </a:lnTo>
                  <a:lnTo>
                    <a:pt x="3162" y="486"/>
                  </a:lnTo>
                  <a:lnTo>
                    <a:pt x="2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0"/>
            <p:cNvSpPr/>
            <p:nvPr/>
          </p:nvSpPr>
          <p:spPr>
            <a:xfrm>
              <a:off x="3688963" y="3463398"/>
              <a:ext cx="73313" cy="52752"/>
            </a:xfrm>
            <a:custGeom>
              <a:rect b="b" l="l" r="r" t="t"/>
              <a:pathLst>
                <a:path extrusionOk="0" h="4531" w="6297">
                  <a:moveTo>
                    <a:pt x="5007" y="1"/>
                  </a:moveTo>
                  <a:cubicBezTo>
                    <a:pt x="3737" y="1"/>
                    <a:pt x="1456" y="1328"/>
                    <a:pt x="943" y="1887"/>
                  </a:cubicBezTo>
                  <a:cubicBezTo>
                    <a:pt x="305" y="2556"/>
                    <a:pt x="1" y="3468"/>
                    <a:pt x="61" y="4410"/>
                  </a:cubicBezTo>
                  <a:cubicBezTo>
                    <a:pt x="340" y="4493"/>
                    <a:pt x="629" y="4530"/>
                    <a:pt x="922" y="4530"/>
                  </a:cubicBezTo>
                  <a:cubicBezTo>
                    <a:pt x="3445" y="4530"/>
                    <a:pt x="6296" y="1735"/>
                    <a:pt x="5806" y="428"/>
                  </a:cubicBezTo>
                  <a:cubicBezTo>
                    <a:pt x="5686" y="123"/>
                    <a:pt x="5393" y="1"/>
                    <a:pt x="50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0"/>
            <p:cNvSpPr/>
            <p:nvPr/>
          </p:nvSpPr>
          <p:spPr>
            <a:xfrm>
              <a:off x="3686844" y="3461349"/>
              <a:ext cx="74675" cy="56943"/>
            </a:xfrm>
            <a:custGeom>
              <a:rect b="b" l="l" r="r" t="t"/>
              <a:pathLst>
                <a:path extrusionOk="0" h="4891" w="6414">
                  <a:moveTo>
                    <a:pt x="5168" y="370"/>
                  </a:moveTo>
                  <a:cubicBezTo>
                    <a:pt x="5255" y="370"/>
                    <a:pt x="5336" y="377"/>
                    <a:pt x="5411" y="392"/>
                  </a:cubicBezTo>
                  <a:cubicBezTo>
                    <a:pt x="5593" y="392"/>
                    <a:pt x="5745" y="513"/>
                    <a:pt x="5806" y="665"/>
                  </a:cubicBezTo>
                  <a:cubicBezTo>
                    <a:pt x="5988" y="1091"/>
                    <a:pt x="5654" y="1820"/>
                    <a:pt x="4985" y="2550"/>
                  </a:cubicBezTo>
                  <a:cubicBezTo>
                    <a:pt x="4026" y="3612"/>
                    <a:pt x="2493" y="4520"/>
                    <a:pt x="1121" y="4520"/>
                  </a:cubicBezTo>
                  <a:cubicBezTo>
                    <a:pt x="883" y="4520"/>
                    <a:pt x="650" y="4493"/>
                    <a:pt x="426" y="4434"/>
                  </a:cubicBezTo>
                  <a:cubicBezTo>
                    <a:pt x="395" y="3583"/>
                    <a:pt x="699" y="2793"/>
                    <a:pt x="1277" y="2155"/>
                  </a:cubicBezTo>
                  <a:cubicBezTo>
                    <a:pt x="1786" y="1617"/>
                    <a:pt x="4005" y="370"/>
                    <a:pt x="5168" y="370"/>
                  </a:cubicBezTo>
                  <a:close/>
                  <a:moveTo>
                    <a:pt x="5197" y="0"/>
                  </a:moveTo>
                  <a:cubicBezTo>
                    <a:pt x="3848" y="0"/>
                    <a:pt x="1566" y="1321"/>
                    <a:pt x="1003" y="1911"/>
                  </a:cubicBezTo>
                  <a:cubicBezTo>
                    <a:pt x="335" y="2641"/>
                    <a:pt x="0" y="3644"/>
                    <a:pt x="91" y="4617"/>
                  </a:cubicBezTo>
                  <a:lnTo>
                    <a:pt x="91" y="4738"/>
                  </a:lnTo>
                  <a:lnTo>
                    <a:pt x="213" y="4769"/>
                  </a:lnTo>
                  <a:cubicBezTo>
                    <a:pt x="487" y="4860"/>
                    <a:pt x="790" y="4890"/>
                    <a:pt x="1094" y="4890"/>
                  </a:cubicBezTo>
                  <a:cubicBezTo>
                    <a:pt x="2584" y="4890"/>
                    <a:pt x="4256" y="3948"/>
                    <a:pt x="5289" y="2823"/>
                  </a:cubicBezTo>
                  <a:cubicBezTo>
                    <a:pt x="6079" y="1972"/>
                    <a:pt x="6414" y="1152"/>
                    <a:pt x="6201" y="574"/>
                  </a:cubicBezTo>
                  <a:cubicBezTo>
                    <a:pt x="6079" y="270"/>
                    <a:pt x="5806" y="57"/>
                    <a:pt x="5502" y="27"/>
                  </a:cubicBezTo>
                  <a:cubicBezTo>
                    <a:pt x="5407" y="9"/>
                    <a:pt x="5305" y="0"/>
                    <a:pt x="5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0"/>
            <p:cNvSpPr/>
            <p:nvPr/>
          </p:nvSpPr>
          <p:spPr>
            <a:xfrm>
              <a:off x="3688963" y="3481120"/>
              <a:ext cx="43892" cy="34345"/>
            </a:xfrm>
            <a:custGeom>
              <a:rect b="b" l="l" r="r" t="t"/>
              <a:pathLst>
                <a:path extrusionOk="0" h="2950" w="3770">
                  <a:moveTo>
                    <a:pt x="3648" y="1"/>
                  </a:moveTo>
                  <a:lnTo>
                    <a:pt x="1" y="2797"/>
                  </a:lnTo>
                  <a:lnTo>
                    <a:pt x="122" y="2949"/>
                  </a:lnTo>
                  <a:lnTo>
                    <a:pt x="3770" y="153"/>
                  </a:lnTo>
                  <a:lnTo>
                    <a:pt x="36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0"/>
            <p:cNvSpPr/>
            <p:nvPr/>
          </p:nvSpPr>
          <p:spPr>
            <a:xfrm>
              <a:off x="3665606" y="3363625"/>
              <a:ext cx="36464" cy="43892"/>
            </a:xfrm>
            <a:custGeom>
              <a:rect b="b" l="l" r="r" t="t"/>
              <a:pathLst>
                <a:path extrusionOk="0" h="3770" w="3132">
                  <a:moveTo>
                    <a:pt x="2554" y="0"/>
                  </a:moveTo>
                  <a:lnTo>
                    <a:pt x="0" y="3313"/>
                  </a:lnTo>
                  <a:lnTo>
                    <a:pt x="608" y="3769"/>
                  </a:lnTo>
                  <a:lnTo>
                    <a:pt x="3131" y="456"/>
                  </a:lnTo>
                  <a:lnTo>
                    <a:pt x="2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0"/>
            <p:cNvSpPr/>
            <p:nvPr/>
          </p:nvSpPr>
          <p:spPr>
            <a:xfrm>
              <a:off x="3688963" y="3326738"/>
              <a:ext cx="73336" cy="52706"/>
            </a:xfrm>
            <a:custGeom>
              <a:rect b="b" l="l" r="r" t="t"/>
              <a:pathLst>
                <a:path extrusionOk="0" h="4527" w="6299">
                  <a:moveTo>
                    <a:pt x="4994" y="1"/>
                  </a:moveTo>
                  <a:cubicBezTo>
                    <a:pt x="3723" y="1"/>
                    <a:pt x="1454" y="1304"/>
                    <a:pt x="943" y="1861"/>
                  </a:cubicBezTo>
                  <a:cubicBezTo>
                    <a:pt x="305" y="2530"/>
                    <a:pt x="1" y="3472"/>
                    <a:pt x="61" y="4415"/>
                  </a:cubicBezTo>
                  <a:cubicBezTo>
                    <a:pt x="331" y="4491"/>
                    <a:pt x="610" y="4526"/>
                    <a:pt x="893" y="4526"/>
                  </a:cubicBezTo>
                  <a:cubicBezTo>
                    <a:pt x="3422" y="4526"/>
                    <a:pt x="6298" y="1717"/>
                    <a:pt x="5806" y="433"/>
                  </a:cubicBezTo>
                  <a:cubicBezTo>
                    <a:pt x="5684" y="125"/>
                    <a:pt x="5387" y="1"/>
                    <a:pt x="4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0"/>
            <p:cNvSpPr/>
            <p:nvPr/>
          </p:nvSpPr>
          <p:spPr>
            <a:xfrm>
              <a:off x="3686844" y="3324386"/>
              <a:ext cx="74675" cy="57293"/>
            </a:xfrm>
            <a:custGeom>
              <a:rect b="b" l="l" r="r" t="t"/>
              <a:pathLst>
                <a:path extrusionOk="0" h="4921" w="6414">
                  <a:moveTo>
                    <a:pt x="5173" y="370"/>
                  </a:moveTo>
                  <a:cubicBezTo>
                    <a:pt x="5258" y="370"/>
                    <a:pt x="5338" y="377"/>
                    <a:pt x="5411" y="392"/>
                  </a:cubicBezTo>
                  <a:cubicBezTo>
                    <a:pt x="5593" y="422"/>
                    <a:pt x="5745" y="513"/>
                    <a:pt x="5806" y="696"/>
                  </a:cubicBezTo>
                  <a:cubicBezTo>
                    <a:pt x="5988" y="1121"/>
                    <a:pt x="5654" y="1820"/>
                    <a:pt x="4985" y="2550"/>
                  </a:cubicBezTo>
                  <a:cubicBezTo>
                    <a:pt x="4016" y="3623"/>
                    <a:pt x="2461" y="4539"/>
                    <a:pt x="1077" y="4539"/>
                  </a:cubicBezTo>
                  <a:cubicBezTo>
                    <a:pt x="855" y="4539"/>
                    <a:pt x="636" y="4515"/>
                    <a:pt x="426" y="4465"/>
                  </a:cubicBezTo>
                  <a:cubicBezTo>
                    <a:pt x="395" y="3613"/>
                    <a:pt x="699" y="2793"/>
                    <a:pt x="1277" y="2185"/>
                  </a:cubicBezTo>
                  <a:cubicBezTo>
                    <a:pt x="1787" y="1647"/>
                    <a:pt x="4011" y="370"/>
                    <a:pt x="5173" y="370"/>
                  </a:cubicBezTo>
                  <a:close/>
                  <a:moveTo>
                    <a:pt x="5202" y="1"/>
                  </a:moveTo>
                  <a:cubicBezTo>
                    <a:pt x="3854" y="1"/>
                    <a:pt x="1567" y="1350"/>
                    <a:pt x="1003" y="1942"/>
                  </a:cubicBezTo>
                  <a:cubicBezTo>
                    <a:pt x="335" y="2671"/>
                    <a:pt x="0" y="3644"/>
                    <a:pt x="91" y="4647"/>
                  </a:cubicBezTo>
                  <a:lnTo>
                    <a:pt x="91" y="4769"/>
                  </a:lnTo>
                  <a:lnTo>
                    <a:pt x="213" y="4799"/>
                  </a:lnTo>
                  <a:cubicBezTo>
                    <a:pt x="487" y="4860"/>
                    <a:pt x="790" y="4920"/>
                    <a:pt x="1094" y="4920"/>
                  </a:cubicBezTo>
                  <a:cubicBezTo>
                    <a:pt x="2584" y="4920"/>
                    <a:pt x="4256" y="3948"/>
                    <a:pt x="5289" y="2854"/>
                  </a:cubicBezTo>
                  <a:cubicBezTo>
                    <a:pt x="6079" y="1972"/>
                    <a:pt x="6414" y="1151"/>
                    <a:pt x="6201" y="574"/>
                  </a:cubicBezTo>
                  <a:cubicBezTo>
                    <a:pt x="6079" y="270"/>
                    <a:pt x="5806" y="88"/>
                    <a:pt x="5502" y="27"/>
                  </a:cubicBezTo>
                  <a:cubicBezTo>
                    <a:pt x="5409" y="9"/>
                    <a:pt x="5308" y="1"/>
                    <a:pt x="5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0"/>
            <p:cNvSpPr/>
            <p:nvPr/>
          </p:nvSpPr>
          <p:spPr>
            <a:xfrm>
              <a:off x="3688963" y="3344157"/>
              <a:ext cx="43892" cy="34695"/>
            </a:xfrm>
            <a:custGeom>
              <a:rect b="b" l="l" r="r" t="t"/>
              <a:pathLst>
                <a:path extrusionOk="0" h="2980" w="3770">
                  <a:moveTo>
                    <a:pt x="3648" y="1"/>
                  </a:moveTo>
                  <a:lnTo>
                    <a:pt x="1" y="2827"/>
                  </a:lnTo>
                  <a:lnTo>
                    <a:pt x="122" y="2979"/>
                  </a:lnTo>
                  <a:lnTo>
                    <a:pt x="3770" y="153"/>
                  </a:lnTo>
                  <a:lnTo>
                    <a:pt x="36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0"/>
            <p:cNvSpPr/>
            <p:nvPr/>
          </p:nvSpPr>
          <p:spPr>
            <a:xfrm>
              <a:off x="3666666" y="3265913"/>
              <a:ext cx="73313" cy="52752"/>
            </a:xfrm>
            <a:custGeom>
              <a:rect b="b" l="l" r="r" t="t"/>
              <a:pathLst>
                <a:path extrusionOk="0" h="4531" w="6297">
                  <a:moveTo>
                    <a:pt x="5007" y="1"/>
                  </a:moveTo>
                  <a:cubicBezTo>
                    <a:pt x="3737" y="1"/>
                    <a:pt x="1456" y="1328"/>
                    <a:pt x="943" y="1888"/>
                  </a:cubicBezTo>
                  <a:cubicBezTo>
                    <a:pt x="305" y="2556"/>
                    <a:pt x="1" y="3468"/>
                    <a:pt x="61" y="4410"/>
                  </a:cubicBezTo>
                  <a:cubicBezTo>
                    <a:pt x="337" y="4493"/>
                    <a:pt x="623" y="4531"/>
                    <a:pt x="915" y="4531"/>
                  </a:cubicBezTo>
                  <a:cubicBezTo>
                    <a:pt x="3420" y="4531"/>
                    <a:pt x="6296" y="1736"/>
                    <a:pt x="5806" y="429"/>
                  </a:cubicBezTo>
                  <a:cubicBezTo>
                    <a:pt x="5686" y="124"/>
                    <a:pt x="5393" y="1"/>
                    <a:pt x="50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0"/>
            <p:cNvSpPr/>
            <p:nvPr/>
          </p:nvSpPr>
          <p:spPr>
            <a:xfrm>
              <a:off x="3664186" y="3263863"/>
              <a:ext cx="74687" cy="56943"/>
            </a:xfrm>
            <a:custGeom>
              <a:rect b="b" l="l" r="r" t="t"/>
              <a:pathLst>
                <a:path extrusionOk="0" h="4891" w="6415">
                  <a:moveTo>
                    <a:pt x="5199" y="370"/>
                  </a:moveTo>
                  <a:cubicBezTo>
                    <a:pt x="5286" y="370"/>
                    <a:pt x="5368" y="377"/>
                    <a:pt x="5442" y="392"/>
                  </a:cubicBezTo>
                  <a:cubicBezTo>
                    <a:pt x="5624" y="392"/>
                    <a:pt x="5776" y="513"/>
                    <a:pt x="5837" y="665"/>
                  </a:cubicBezTo>
                  <a:cubicBezTo>
                    <a:pt x="5989" y="1091"/>
                    <a:pt x="5685" y="1820"/>
                    <a:pt x="5016" y="2550"/>
                  </a:cubicBezTo>
                  <a:cubicBezTo>
                    <a:pt x="4057" y="3612"/>
                    <a:pt x="2525" y="4520"/>
                    <a:pt x="1152" y="4520"/>
                  </a:cubicBezTo>
                  <a:cubicBezTo>
                    <a:pt x="914" y="4520"/>
                    <a:pt x="681" y="4493"/>
                    <a:pt x="457" y="4435"/>
                  </a:cubicBezTo>
                  <a:cubicBezTo>
                    <a:pt x="426" y="3614"/>
                    <a:pt x="730" y="2793"/>
                    <a:pt x="1308" y="2155"/>
                  </a:cubicBezTo>
                  <a:cubicBezTo>
                    <a:pt x="1789" y="1618"/>
                    <a:pt x="4032" y="370"/>
                    <a:pt x="5199" y="370"/>
                  </a:cubicBezTo>
                  <a:close/>
                  <a:moveTo>
                    <a:pt x="5197" y="1"/>
                  </a:moveTo>
                  <a:cubicBezTo>
                    <a:pt x="3849" y="1"/>
                    <a:pt x="1569" y="1323"/>
                    <a:pt x="1034" y="1942"/>
                  </a:cubicBezTo>
                  <a:cubicBezTo>
                    <a:pt x="335" y="2641"/>
                    <a:pt x="1" y="3644"/>
                    <a:pt x="92" y="4617"/>
                  </a:cubicBezTo>
                  <a:lnTo>
                    <a:pt x="122" y="4738"/>
                  </a:lnTo>
                  <a:lnTo>
                    <a:pt x="244" y="4769"/>
                  </a:lnTo>
                  <a:cubicBezTo>
                    <a:pt x="518" y="4860"/>
                    <a:pt x="822" y="4890"/>
                    <a:pt x="1095" y="4890"/>
                  </a:cubicBezTo>
                  <a:cubicBezTo>
                    <a:pt x="2615" y="4890"/>
                    <a:pt x="4287" y="3948"/>
                    <a:pt x="5290" y="2854"/>
                  </a:cubicBezTo>
                  <a:cubicBezTo>
                    <a:pt x="6080" y="1972"/>
                    <a:pt x="6414" y="1152"/>
                    <a:pt x="6202" y="574"/>
                  </a:cubicBezTo>
                  <a:cubicBezTo>
                    <a:pt x="6080" y="270"/>
                    <a:pt x="5806" y="58"/>
                    <a:pt x="5502" y="27"/>
                  </a:cubicBezTo>
                  <a:cubicBezTo>
                    <a:pt x="5408" y="9"/>
                    <a:pt x="5306" y="1"/>
                    <a:pt x="51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0"/>
            <p:cNvSpPr/>
            <p:nvPr/>
          </p:nvSpPr>
          <p:spPr>
            <a:xfrm>
              <a:off x="3666666" y="3283634"/>
              <a:ext cx="43543" cy="34345"/>
            </a:xfrm>
            <a:custGeom>
              <a:rect b="b" l="l" r="r" t="t"/>
              <a:pathLst>
                <a:path extrusionOk="0" h="2950" w="3740">
                  <a:moveTo>
                    <a:pt x="3648" y="1"/>
                  </a:moveTo>
                  <a:lnTo>
                    <a:pt x="1" y="2797"/>
                  </a:lnTo>
                  <a:lnTo>
                    <a:pt x="122" y="2949"/>
                  </a:lnTo>
                  <a:lnTo>
                    <a:pt x="3739" y="153"/>
                  </a:lnTo>
                  <a:lnTo>
                    <a:pt x="36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0"/>
            <p:cNvSpPr/>
            <p:nvPr/>
          </p:nvSpPr>
          <p:spPr>
            <a:xfrm>
              <a:off x="3614643" y="3247574"/>
              <a:ext cx="66665" cy="71462"/>
            </a:xfrm>
            <a:custGeom>
              <a:rect b="b" l="l" r="r" t="t"/>
              <a:pathLst>
                <a:path extrusionOk="0" h="6138" w="5726">
                  <a:moveTo>
                    <a:pt x="1587" y="0"/>
                  </a:moveTo>
                  <a:cubicBezTo>
                    <a:pt x="1511" y="0"/>
                    <a:pt x="1438" y="9"/>
                    <a:pt x="1368" y="28"/>
                  </a:cubicBezTo>
                  <a:cubicBezTo>
                    <a:pt x="0" y="393"/>
                    <a:pt x="1642" y="4283"/>
                    <a:pt x="2280" y="5013"/>
                  </a:cubicBezTo>
                  <a:cubicBezTo>
                    <a:pt x="2888" y="5712"/>
                    <a:pt x="3770" y="6137"/>
                    <a:pt x="4712" y="6137"/>
                  </a:cubicBezTo>
                  <a:cubicBezTo>
                    <a:pt x="5726" y="3704"/>
                    <a:pt x="3123" y="0"/>
                    <a:pt x="1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0"/>
            <p:cNvSpPr/>
            <p:nvPr/>
          </p:nvSpPr>
          <p:spPr>
            <a:xfrm>
              <a:off x="3618532" y="3245397"/>
              <a:ext cx="60879" cy="76119"/>
            </a:xfrm>
            <a:custGeom>
              <a:rect b="b" l="l" r="r" t="t"/>
              <a:pathLst>
                <a:path extrusionOk="0" h="6538" w="5229">
                  <a:moveTo>
                    <a:pt x="1247" y="367"/>
                  </a:moveTo>
                  <a:cubicBezTo>
                    <a:pt x="1703" y="367"/>
                    <a:pt x="2280" y="762"/>
                    <a:pt x="2858" y="1431"/>
                  </a:cubicBezTo>
                  <a:cubicBezTo>
                    <a:pt x="3952" y="2677"/>
                    <a:pt x="4773" y="4683"/>
                    <a:pt x="4256" y="6172"/>
                  </a:cubicBezTo>
                  <a:cubicBezTo>
                    <a:pt x="3405" y="6112"/>
                    <a:pt x="2645" y="5717"/>
                    <a:pt x="2098" y="5078"/>
                  </a:cubicBezTo>
                  <a:cubicBezTo>
                    <a:pt x="1581" y="4501"/>
                    <a:pt x="426" y="1826"/>
                    <a:pt x="761" y="792"/>
                  </a:cubicBezTo>
                  <a:cubicBezTo>
                    <a:pt x="791" y="610"/>
                    <a:pt x="913" y="458"/>
                    <a:pt x="1095" y="397"/>
                  </a:cubicBezTo>
                  <a:cubicBezTo>
                    <a:pt x="1125" y="367"/>
                    <a:pt x="1186" y="367"/>
                    <a:pt x="1247" y="367"/>
                  </a:cubicBezTo>
                  <a:close/>
                  <a:moveTo>
                    <a:pt x="1239" y="1"/>
                  </a:moveTo>
                  <a:cubicBezTo>
                    <a:pt x="1147" y="1"/>
                    <a:pt x="1059" y="11"/>
                    <a:pt x="973" y="33"/>
                  </a:cubicBezTo>
                  <a:cubicBezTo>
                    <a:pt x="700" y="124"/>
                    <a:pt x="457" y="367"/>
                    <a:pt x="396" y="671"/>
                  </a:cubicBezTo>
                  <a:cubicBezTo>
                    <a:pt x="1" y="1887"/>
                    <a:pt x="1247" y="4683"/>
                    <a:pt x="1825" y="5321"/>
                  </a:cubicBezTo>
                  <a:cubicBezTo>
                    <a:pt x="2432" y="6051"/>
                    <a:pt x="3344" y="6507"/>
                    <a:pt x="4317" y="6537"/>
                  </a:cubicBezTo>
                  <a:lnTo>
                    <a:pt x="4530" y="6537"/>
                  </a:lnTo>
                  <a:lnTo>
                    <a:pt x="4560" y="6416"/>
                  </a:lnTo>
                  <a:cubicBezTo>
                    <a:pt x="5229" y="4774"/>
                    <a:pt x="4347" y="2555"/>
                    <a:pt x="3132" y="1157"/>
                  </a:cubicBezTo>
                  <a:cubicBezTo>
                    <a:pt x="2478" y="399"/>
                    <a:pt x="1802" y="1"/>
                    <a:pt x="12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0"/>
            <p:cNvSpPr/>
            <p:nvPr/>
          </p:nvSpPr>
          <p:spPr>
            <a:xfrm>
              <a:off x="3640480" y="3273027"/>
              <a:ext cx="30084" cy="46721"/>
            </a:xfrm>
            <a:custGeom>
              <a:rect b="b" l="l" r="r" t="t"/>
              <a:pathLst>
                <a:path extrusionOk="0" h="4013" w="2584">
                  <a:moveTo>
                    <a:pt x="152" y="0"/>
                  </a:moveTo>
                  <a:lnTo>
                    <a:pt x="0" y="91"/>
                  </a:lnTo>
                  <a:lnTo>
                    <a:pt x="2402" y="4012"/>
                  </a:lnTo>
                  <a:lnTo>
                    <a:pt x="2584" y="3891"/>
                  </a:lnTo>
                  <a:lnTo>
                    <a:pt x="1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0"/>
            <p:cNvSpPr/>
            <p:nvPr/>
          </p:nvSpPr>
          <p:spPr>
            <a:xfrm>
              <a:off x="3599774" y="4189651"/>
              <a:ext cx="117857" cy="238881"/>
            </a:xfrm>
            <a:custGeom>
              <a:rect b="b" l="l" r="r" t="t"/>
              <a:pathLst>
                <a:path extrusionOk="0" h="20518" w="10123">
                  <a:moveTo>
                    <a:pt x="1" y="1"/>
                  </a:moveTo>
                  <a:lnTo>
                    <a:pt x="1004" y="20518"/>
                  </a:lnTo>
                  <a:lnTo>
                    <a:pt x="9120" y="20518"/>
                  </a:lnTo>
                  <a:lnTo>
                    <a:pt x="101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0"/>
            <p:cNvSpPr/>
            <p:nvPr/>
          </p:nvSpPr>
          <p:spPr>
            <a:xfrm>
              <a:off x="3597306" y="4187532"/>
              <a:ext cx="123154" cy="243119"/>
            </a:xfrm>
            <a:custGeom>
              <a:rect b="b" l="l" r="r" t="t"/>
              <a:pathLst>
                <a:path extrusionOk="0" h="20882" w="10578">
                  <a:moveTo>
                    <a:pt x="10152" y="395"/>
                  </a:moveTo>
                  <a:lnTo>
                    <a:pt x="9149" y="20487"/>
                  </a:lnTo>
                  <a:lnTo>
                    <a:pt x="1398" y="20487"/>
                  </a:lnTo>
                  <a:lnTo>
                    <a:pt x="395" y="395"/>
                  </a:lnTo>
                  <a:close/>
                  <a:moveTo>
                    <a:pt x="0" y="0"/>
                  </a:moveTo>
                  <a:lnTo>
                    <a:pt x="1034" y="20882"/>
                  </a:lnTo>
                  <a:lnTo>
                    <a:pt x="9514" y="20882"/>
                  </a:lnTo>
                  <a:lnTo>
                    <a:pt x="105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0"/>
            <p:cNvSpPr/>
            <p:nvPr/>
          </p:nvSpPr>
          <p:spPr>
            <a:xfrm>
              <a:off x="877141" y="2639934"/>
              <a:ext cx="373002" cy="359136"/>
            </a:xfrm>
            <a:custGeom>
              <a:rect b="b" l="l" r="r" t="t"/>
              <a:pathLst>
                <a:path extrusionOk="0" h="30847" w="32038">
                  <a:moveTo>
                    <a:pt x="16627" y="391"/>
                  </a:moveTo>
                  <a:cubicBezTo>
                    <a:pt x="24925" y="391"/>
                    <a:pt x="31643" y="7108"/>
                    <a:pt x="31673" y="15406"/>
                  </a:cubicBezTo>
                  <a:cubicBezTo>
                    <a:pt x="31673" y="21515"/>
                    <a:pt x="27995" y="26987"/>
                    <a:pt x="22372" y="29327"/>
                  </a:cubicBezTo>
                  <a:cubicBezTo>
                    <a:pt x="20512" y="30091"/>
                    <a:pt x="18561" y="30463"/>
                    <a:pt x="16628" y="30463"/>
                  </a:cubicBezTo>
                  <a:cubicBezTo>
                    <a:pt x="12718" y="30463"/>
                    <a:pt x="8877" y="28943"/>
                    <a:pt x="5989" y="26075"/>
                  </a:cubicBezTo>
                  <a:cubicBezTo>
                    <a:pt x="1672" y="21759"/>
                    <a:pt x="396" y="15284"/>
                    <a:pt x="2736" y="9661"/>
                  </a:cubicBezTo>
                  <a:cubicBezTo>
                    <a:pt x="5046" y="4038"/>
                    <a:pt x="10548" y="391"/>
                    <a:pt x="16627" y="391"/>
                  </a:cubicBezTo>
                  <a:close/>
                  <a:moveTo>
                    <a:pt x="16622" y="1"/>
                  </a:moveTo>
                  <a:cubicBezTo>
                    <a:pt x="12606" y="1"/>
                    <a:pt x="8664" y="1575"/>
                    <a:pt x="5715" y="4524"/>
                  </a:cubicBezTo>
                  <a:cubicBezTo>
                    <a:pt x="1308" y="8932"/>
                    <a:pt x="1" y="15558"/>
                    <a:pt x="2372" y="21333"/>
                  </a:cubicBezTo>
                  <a:cubicBezTo>
                    <a:pt x="4773" y="27078"/>
                    <a:pt x="10396" y="30847"/>
                    <a:pt x="16627" y="30847"/>
                  </a:cubicBezTo>
                  <a:cubicBezTo>
                    <a:pt x="25138" y="30847"/>
                    <a:pt x="32038" y="23947"/>
                    <a:pt x="32038" y="15406"/>
                  </a:cubicBezTo>
                  <a:cubicBezTo>
                    <a:pt x="32038" y="9175"/>
                    <a:pt x="28299" y="3552"/>
                    <a:pt x="22524" y="1181"/>
                  </a:cubicBezTo>
                  <a:cubicBezTo>
                    <a:pt x="20613" y="386"/>
                    <a:pt x="18608" y="1"/>
                    <a:pt x="16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0"/>
            <p:cNvSpPr/>
            <p:nvPr/>
          </p:nvSpPr>
          <p:spPr>
            <a:xfrm>
              <a:off x="891299" y="2653207"/>
              <a:ext cx="345398" cy="332417"/>
            </a:xfrm>
            <a:custGeom>
              <a:rect b="b" l="l" r="r" t="t"/>
              <a:pathLst>
                <a:path extrusionOk="0" h="28552" w="29667">
                  <a:moveTo>
                    <a:pt x="15411" y="375"/>
                  </a:moveTo>
                  <a:cubicBezTo>
                    <a:pt x="23071" y="406"/>
                    <a:pt x="29302" y="6606"/>
                    <a:pt x="29302" y="14266"/>
                  </a:cubicBezTo>
                  <a:cubicBezTo>
                    <a:pt x="29302" y="19889"/>
                    <a:pt x="25928" y="24965"/>
                    <a:pt x="20730" y="27123"/>
                  </a:cubicBezTo>
                  <a:cubicBezTo>
                    <a:pt x="19006" y="27839"/>
                    <a:pt x="17195" y="28187"/>
                    <a:pt x="15399" y="28187"/>
                  </a:cubicBezTo>
                  <a:cubicBezTo>
                    <a:pt x="11781" y="28187"/>
                    <a:pt x="8224" y="26775"/>
                    <a:pt x="5563" y="24114"/>
                  </a:cubicBezTo>
                  <a:cubicBezTo>
                    <a:pt x="1611" y="20132"/>
                    <a:pt x="426" y="14144"/>
                    <a:pt x="2554" y="8977"/>
                  </a:cubicBezTo>
                  <a:cubicBezTo>
                    <a:pt x="4712" y="3779"/>
                    <a:pt x="9788" y="375"/>
                    <a:pt x="15411" y="375"/>
                  </a:cubicBezTo>
                  <a:close/>
                  <a:moveTo>
                    <a:pt x="15418" y="0"/>
                  </a:moveTo>
                  <a:cubicBezTo>
                    <a:pt x="11703" y="0"/>
                    <a:pt x="8048" y="1446"/>
                    <a:pt x="5320" y="4175"/>
                  </a:cubicBezTo>
                  <a:cubicBezTo>
                    <a:pt x="1216" y="8278"/>
                    <a:pt x="1" y="14418"/>
                    <a:pt x="2219" y="19737"/>
                  </a:cubicBezTo>
                  <a:cubicBezTo>
                    <a:pt x="4438" y="25087"/>
                    <a:pt x="9636" y="28552"/>
                    <a:pt x="15411" y="28552"/>
                  </a:cubicBezTo>
                  <a:cubicBezTo>
                    <a:pt x="23284" y="28552"/>
                    <a:pt x="29667" y="22169"/>
                    <a:pt x="29667" y="14296"/>
                  </a:cubicBezTo>
                  <a:cubicBezTo>
                    <a:pt x="29667" y="8491"/>
                    <a:pt x="26202" y="3293"/>
                    <a:pt x="20852" y="1074"/>
                  </a:cubicBezTo>
                  <a:cubicBezTo>
                    <a:pt x="19096" y="352"/>
                    <a:pt x="17250" y="0"/>
                    <a:pt x="15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0"/>
            <p:cNvSpPr/>
            <p:nvPr/>
          </p:nvSpPr>
          <p:spPr>
            <a:xfrm>
              <a:off x="1048788" y="2803141"/>
              <a:ext cx="38234" cy="32809"/>
            </a:xfrm>
            <a:custGeom>
              <a:rect b="b" l="l" r="r" t="t"/>
              <a:pathLst>
                <a:path extrusionOk="0" h="2818" w="3284">
                  <a:moveTo>
                    <a:pt x="1885" y="386"/>
                  </a:moveTo>
                  <a:cubicBezTo>
                    <a:pt x="2432" y="386"/>
                    <a:pt x="2888" y="842"/>
                    <a:pt x="2888" y="1419"/>
                  </a:cubicBezTo>
                  <a:cubicBezTo>
                    <a:pt x="2888" y="2031"/>
                    <a:pt x="2396" y="2437"/>
                    <a:pt x="1880" y="2437"/>
                  </a:cubicBezTo>
                  <a:cubicBezTo>
                    <a:pt x="1626" y="2437"/>
                    <a:pt x="1366" y="2339"/>
                    <a:pt x="1156" y="2118"/>
                  </a:cubicBezTo>
                  <a:cubicBezTo>
                    <a:pt x="517" y="1480"/>
                    <a:pt x="973" y="386"/>
                    <a:pt x="1885" y="386"/>
                  </a:cubicBezTo>
                  <a:close/>
                  <a:moveTo>
                    <a:pt x="1870" y="1"/>
                  </a:moveTo>
                  <a:cubicBezTo>
                    <a:pt x="1523" y="1"/>
                    <a:pt x="1169" y="130"/>
                    <a:pt x="882" y="416"/>
                  </a:cubicBezTo>
                  <a:cubicBezTo>
                    <a:pt x="1" y="1298"/>
                    <a:pt x="639" y="2818"/>
                    <a:pt x="1885" y="2818"/>
                  </a:cubicBezTo>
                  <a:cubicBezTo>
                    <a:pt x="2645" y="2787"/>
                    <a:pt x="3283" y="2179"/>
                    <a:pt x="3283" y="1419"/>
                  </a:cubicBezTo>
                  <a:cubicBezTo>
                    <a:pt x="3283" y="558"/>
                    <a:pt x="2591" y="1"/>
                    <a:pt x="1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0"/>
            <p:cNvSpPr/>
            <p:nvPr/>
          </p:nvSpPr>
          <p:spPr>
            <a:xfrm>
              <a:off x="1008793" y="2817183"/>
              <a:ext cx="47792" cy="4610"/>
            </a:xfrm>
            <a:custGeom>
              <a:rect b="b" l="l" r="r" t="t"/>
              <a:pathLst>
                <a:path extrusionOk="0" h="396" w="4105">
                  <a:moveTo>
                    <a:pt x="1" y="1"/>
                  </a:moveTo>
                  <a:lnTo>
                    <a:pt x="1" y="396"/>
                  </a:lnTo>
                  <a:lnTo>
                    <a:pt x="4104" y="396"/>
                  </a:lnTo>
                  <a:lnTo>
                    <a:pt x="41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0"/>
            <p:cNvSpPr/>
            <p:nvPr/>
          </p:nvSpPr>
          <p:spPr>
            <a:xfrm>
              <a:off x="1068606" y="2833461"/>
              <a:ext cx="4261" cy="107588"/>
            </a:xfrm>
            <a:custGeom>
              <a:rect b="b" l="l" r="r" t="t"/>
              <a:pathLst>
                <a:path extrusionOk="0" h="9241" w="366">
                  <a:moveTo>
                    <a:pt x="1" y="1"/>
                  </a:moveTo>
                  <a:lnTo>
                    <a:pt x="1" y="9241"/>
                  </a:lnTo>
                  <a:lnTo>
                    <a:pt x="366" y="9241"/>
                  </a:lnTo>
                  <a:lnTo>
                    <a:pt x="3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0"/>
            <p:cNvSpPr/>
            <p:nvPr/>
          </p:nvSpPr>
          <p:spPr>
            <a:xfrm>
              <a:off x="999246" y="3724260"/>
              <a:ext cx="130594" cy="11689"/>
            </a:xfrm>
            <a:custGeom>
              <a:rect b="b" l="l" r="r" t="t"/>
              <a:pathLst>
                <a:path extrusionOk="0" h="1004" w="11217">
                  <a:moveTo>
                    <a:pt x="0" y="0"/>
                  </a:moveTo>
                  <a:lnTo>
                    <a:pt x="0" y="1003"/>
                  </a:lnTo>
                  <a:lnTo>
                    <a:pt x="11216" y="1003"/>
                  </a:lnTo>
                  <a:lnTo>
                    <a:pt x="1121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0"/>
            <p:cNvSpPr/>
            <p:nvPr/>
          </p:nvSpPr>
          <p:spPr>
            <a:xfrm>
              <a:off x="996765" y="3722141"/>
              <a:ext cx="135193" cy="15927"/>
            </a:xfrm>
            <a:custGeom>
              <a:rect b="b" l="l" r="r" t="t"/>
              <a:pathLst>
                <a:path extrusionOk="0" h="1368" w="11612">
                  <a:moveTo>
                    <a:pt x="11216" y="365"/>
                  </a:moveTo>
                  <a:lnTo>
                    <a:pt x="11216" y="973"/>
                  </a:lnTo>
                  <a:lnTo>
                    <a:pt x="396" y="973"/>
                  </a:lnTo>
                  <a:lnTo>
                    <a:pt x="396" y="365"/>
                  </a:lnTo>
                  <a:close/>
                  <a:moveTo>
                    <a:pt x="0" y="0"/>
                  </a:moveTo>
                  <a:lnTo>
                    <a:pt x="0" y="1368"/>
                  </a:lnTo>
                  <a:lnTo>
                    <a:pt x="11612" y="1368"/>
                  </a:lnTo>
                  <a:lnTo>
                    <a:pt x="116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0"/>
            <p:cNvSpPr/>
            <p:nvPr/>
          </p:nvSpPr>
          <p:spPr>
            <a:xfrm>
              <a:off x="999246" y="3641440"/>
              <a:ext cx="66537" cy="94502"/>
            </a:xfrm>
            <a:custGeom>
              <a:rect b="b" l="l" r="r" t="t"/>
              <a:pathLst>
                <a:path extrusionOk="0" h="8117" w="5715">
                  <a:moveTo>
                    <a:pt x="0" y="1"/>
                  </a:moveTo>
                  <a:lnTo>
                    <a:pt x="0" y="8116"/>
                  </a:lnTo>
                  <a:lnTo>
                    <a:pt x="5715" y="8116"/>
                  </a:lnTo>
                  <a:lnTo>
                    <a:pt x="571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0"/>
            <p:cNvSpPr/>
            <p:nvPr/>
          </p:nvSpPr>
          <p:spPr>
            <a:xfrm>
              <a:off x="996765" y="3639320"/>
              <a:ext cx="71497" cy="98740"/>
            </a:xfrm>
            <a:custGeom>
              <a:rect b="b" l="l" r="r" t="t"/>
              <a:pathLst>
                <a:path extrusionOk="0" h="8481" w="6141">
                  <a:moveTo>
                    <a:pt x="5745" y="365"/>
                  </a:moveTo>
                  <a:lnTo>
                    <a:pt x="5745" y="8086"/>
                  </a:lnTo>
                  <a:lnTo>
                    <a:pt x="396" y="8086"/>
                  </a:lnTo>
                  <a:lnTo>
                    <a:pt x="396" y="365"/>
                  </a:lnTo>
                  <a:close/>
                  <a:moveTo>
                    <a:pt x="0" y="0"/>
                  </a:moveTo>
                  <a:lnTo>
                    <a:pt x="0" y="8481"/>
                  </a:lnTo>
                  <a:lnTo>
                    <a:pt x="6140" y="8481"/>
                  </a:lnTo>
                  <a:lnTo>
                    <a:pt x="614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0"/>
            <p:cNvSpPr/>
            <p:nvPr/>
          </p:nvSpPr>
          <p:spPr>
            <a:xfrm>
              <a:off x="809900" y="3316550"/>
              <a:ext cx="424672" cy="331241"/>
            </a:xfrm>
            <a:custGeom>
              <a:rect b="b" l="l" r="r" t="t"/>
              <a:pathLst>
                <a:path extrusionOk="0" h="28451" w="36476">
                  <a:moveTo>
                    <a:pt x="0" y="1"/>
                  </a:moveTo>
                  <a:lnTo>
                    <a:pt x="0" y="28451"/>
                  </a:lnTo>
                  <a:lnTo>
                    <a:pt x="36475" y="28451"/>
                  </a:lnTo>
                  <a:lnTo>
                    <a:pt x="364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0"/>
            <p:cNvSpPr/>
            <p:nvPr/>
          </p:nvSpPr>
          <p:spPr>
            <a:xfrm>
              <a:off x="807781" y="3314431"/>
              <a:ext cx="428910" cy="335490"/>
            </a:xfrm>
            <a:custGeom>
              <a:rect b="b" l="l" r="r" t="t"/>
              <a:pathLst>
                <a:path extrusionOk="0" h="28816" w="36840">
                  <a:moveTo>
                    <a:pt x="36475" y="365"/>
                  </a:moveTo>
                  <a:lnTo>
                    <a:pt x="36475" y="28451"/>
                  </a:lnTo>
                  <a:lnTo>
                    <a:pt x="365" y="28451"/>
                  </a:lnTo>
                  <a:lnTo>
                    <a:pt x="365" y="365"/>
                  </a:lnTo>
                  <a:close/>
                  <a:moveTo>
                    <a:pt x="0" y="0"/>
                  </a:moveTo>
                  <a:lnTo>
                    <a:pt x="0" y="28815"/>
                  </a:lnTo>
                  <a:lnTo>
                    <a:pt x="36840" y="28815"/>
                  </a:lnTo>
                  <a:lnTo>
                    <a:pt x="368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0"/>
            <p:cNvSpPr/>
            <p:nvPr/>
          </p:nvSpPr>
          <p:spPr>
            <a:xfrm>
              <a:off x="822999" y="3316550"/>
              <a:ext cx="424311" cy="331241"/>
            </a:xfrm>
            <a:custGeom>
              <a:rect b="b" l="l" r="r" t="t"/>
              <a:pathLst>
                <a:path extrusionOk="0" h="28451" w="36445">
                  <a:moveTo>
                    <a:pt x="0" y="1"/>
                  </a:moveTo>
                  <a:lnTo>
                    <a:pt x="0" y="28451"/>
                  </a:lnTo>
                  <a:lnTo>
                    <a:pt x="36445" y="28451"/>
                  </a:lnTo>
                  <a:lnTo>
                    <a:pt x="364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0"/>
            <p:cNvSpPr/>
            <p:nvPr/>
          </p:nvSpPr>
          <p:spPr>
            <a:xfrm>
              <a:off x="820519" y="3314431"/>
              <a:ext cx="429271" cy="335490"/>
            </a:xfrm>
            <a:custGeom>
              <a:rect b="b" l="l" r="r" t="t"/>
              <a:pathLst>
                <a:path extrusionOk="0" h="28816" w="36871">
                  <a:moveTo>
                    <a:pt x="36475" y="365"/>
                  </a:moveTo>
                  <a:lnTo>
                    <a:pt x="36475" y="28451"/>
                  </a:lnTo>
                  <a:lnTo>
                    <a:pt x="396" y="28451"/>
                  </a:lnTo>
                  <a:lnTo>
                    <a:pt x="396" y="365"/>
                  </a:lnTo>
                  <a:close/>
                  <a:moveTo>
                    <a:pt x="0" y="0"/>
                  </a:moveTo>
                  <a:lnTo>
                    <a:pt x="0" y="28815"/>
                  </a:lnTo>
                  <a:lnTo>
                    <a:pt x="36840" y="28815"/>
                  </a:lnTo>
                  <a:lnTo>
                    <a:pt x="368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0"/>
            <p:cNvSpPr/>
            <p:nvPr/>
          </p:nvSpPr>
          <p:spPr>
            <a:xfrm>
              <a:off x="837856" y="3328229"/>
              <a:ext cx="394588" cy="307886"/>
            </a:xfrm>
            <a:custGeom>
              <a:rect b="b" l="l" r="r" t="t"/>
              <a:pathLst>
                <a:path extrusionOk="0" h="26445" w="33892">
                  <a:moveTo>
                    <a:pt x="1" y="1"/>
                  </a:moveTo>
                  <a:lnTo>
                    <a:pt x="1" y="26445"/>
                  </a:lnTo>
                  <a:lnTo>
                    <a:pt x="33892" y="26445"/>
                  </a:lnTo>
                  <a:lnTo>
                    <a:pt x="338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0"/>
            <p:cNvSpPr/>
            <p:nvPr/>
          </p:nvSpPr>
          <p:spPr>
            <a:xfrm>
              <a:off x="835376" y="3326110"/>
              <a:ext cx="399198" cy="312135"/>
            </a:xfrm>
            <a:custGeom>
              <a:rect b="b" l="l" r="r" t="t"/>
              <a:pathLst>
                <a:path extrusionOk="0" h="26810" w="34288">
                  <a:moveTo>
                    <a:pt x="33923" y="396"/>
                  </a:moveTo>
                  <a:lnTo>
                    <a:pt x="33923" y="26445"/>
                  </a:lnTo>
                  <a:lnTo>
                    <a:pt x="396" y="26445"/>
                  </a:lnTo>
                  <a:lnTo>
                    <a:pt x="396" y="396"/>
                  </a:lnTo>
                  <a:close/>
                  <a:moveTo>
                    <a:pt x="1" y="0"/>
                  </a:moveTo>
                  <a:lnTo>
                    <a:pt x="1" y="26809"/>
                  </a:lnTo>
                  <a:lnTo>
                    <a:pt x="34287" y="26809"/>
                  </a:lnTo>
                  <a:lnTo>
                    <a:pt x="342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0"/>
            <p:cNvSpPr/>
            <p:nvPr/>
          </p:nvSpPr>
          <p:spPr>
            <a:xfrm>
              <a:off x="1159215" y="3721431"/>
              <a:ext cx="327701" cy="14518"/>
            </a:xfrm>
            <a:custGeom>
              <a:rect b="b" l="l" r="r" t="t"/>
              <a:pathLst>
                <a:path extrusionOk="0" h="1247" w="28147">
                  <a:moveTo>
                    <a:pt x="0" y="0"/>
                  </a:moveTo>
                  <a:lnTo>
                    <a:pt x="0" y="1246"/>
                  </a:lnTo>
                  <a:lnTo>
                    <a:pt x="28146" y="1246"/>
                  </a:lnTo>
                  <a:lnTo>
                    <a:pt x="2814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0"/>
            <p:cNvSpPr/>
            <p:nvPr/>
          </p:nvSpPr>
          <p:spPr>
            <a:xfrm>
              <a:off x="1157084" y="3719300"/>
              <a:ext cx="331951" cy="18768"/>
            </a:xfrm>
            <a:custGeom>
              <a:rect b="b" l="l" r="r" t="t"/>
              <a:pathLst>
                <a:path extrusionOk="0" h="1612" w="28512">
                  <a:moveTo>
                    <a:pt x="28117" y="366"/>
                  </a:moveTo>
                  <a:lnTo>
                    <a:pt x="28117" y="1217"/>
                  </a:lnTo>
                  <a:lnTo>
                    <a:pt x="396" y="1217"/>
                  </a:lnTo>
                  <a:lnTo>
                    <a:pt x="396" y="366"/>
                  </a:lnTo>
                  <a:close/>
                  <a:moveTo>
                    <a:pt x="1" y="1"/>
                  </a:moveTo>
                  <a:lnTo>
                    <a:pt x="1" y="1612"/>
                  </a:lnTo>
                  <a:lnTo>
                    <a:pt x="28512" y="1612"/>
                  </a:lnTo>
                  <a:lnTo>
                    <a:pt x="285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0"/>
            <p:cNvSpPr/>
            <p:nvPr/>
          </p:nvSpPr>
          <p:spPr>
            <a:xfrm>
              <a:off x="788313" y="3760716"/>
              <a:ext cx="54149" cy="667872"/>
            </a:xfrm>
            <a:custGeom>
              <a:rect b="b" l="l" r="r" t="t"/>
              <a:pathLst>
                <a:path extrusionOk="0" h="57365" w="4651">
                  <a:moveTo>
                    <a:pt x="0" y="0"/>
                  </a:moveTo>
                  <a:lnTo>
                    <a:pt x="31" y="2128"/>
                  </a:lnTo>
                  <a:lnTo>
                    <a:pt x="1155" y="56202"/>
                  </a:lnTo>
                  <a:cubicBezTo>
                    <a:pt x="1140" y="56977"/>
                    <a:pt x="1725" y="57364"/>
                    <a:pt x="2314" y="57364"/>
                  </a:cubicBezTo>
                  <a:cubicBezTo>
                    <a:pt x="2903" y="57364"/>
                    <a:pt x="3496" y="56977"/>
                    <a:pt x="3496" y="56202"/>
                  </a:cubicBezTo>
                  <a:lnTo>
                    <a:pt x="4590" y="2128"/>
                  </a:lnTo>
                  <a:lnTo>
                    <a:pt x="465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0"/>
            <p:cNvSpPr/>
            <p:nvPr/>
          </p:nvSpPr>
          <p:spPr>
            <a:xfrm>
              <a:off x="786182" y="3758585"/>
              <a:ext cx="58760" cy="672028"/>
            </a:xfrm>
            <a:custGeom>
              <a:rect b="b" l="l" r="r" t="t"/>
              <a:pathLst>
                <a:path extrusionOk="0" h="57722" w="5047">
                  <a:moveTo>
                    <a:pt x="4652" y="396"/>
                  </a:moveTo>
                  <a:lnTo>
                    <a:pt x="3496" y="56354"/>
                  </a:lnTo>
                  <a:cubicBezTo>
                    <a:pt x="3496" y="57023"/>
                    <a:pt x="3003" y="57357"/>
                    <a:pt x="2509" y="57357"/>
                  </a:cubicBezTo>
                  <a:cubicBezTo>
                    <a:pt x="2015" y="57357"/>
                    <a:pt x="1521" y="57023"/>
                    <a:pt x="1521" y="56354"/>
                  </a:cubicBezTo>
                  <a:lnTo>
                    <a:pt x="366" y="396"/>
                  </a:lnTo>
                  <a:close/>
                  <a:moveTo>
                    <a:pt x="1" y="1"/>
                  </a:moveTo>
                  <a:lnTo>
                    <a:pt x="1126" y="56385"/>
                  </a:lnTo>
                  <a:cubicBezTo>
                    <a:pt x="1156" y="57114"/>
                    <a:pt x="1764" y="57722"/>
                    <a:pt x="2493" y="57722"/>
                  </a:cubicBezTo>
                  <a:cubicBezTo>
                    <a:pt x="3253" y="57722"/>
                    <a:pt x="3861" y="57114"/>
                    <a:pt x="3892" y="56385"/>
                  </a:cubicBezTo>
                  <a:lnTo>
                    <a:pt x="50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0"/>
            <p:cNvSpPr/>
            <p:nvPr/>
          </p:nvSpPr>
          <p:spPr>
            <a:xfrm>
              <a:off x="788313" y="3760716"/>
              <a:ext cx="54149" cy="24775"/>
            </a:xfrm>
            <a:custGeom>
              <a:rect b="b" l="l" r="r" t="t"/>
              <a:pathLst>
                <a:path extrusionOk="0" h="2128" w="4651">
                  <a:moveTo>
                    <a:pt x="0" y="0"/>
                  </a:moveTo>
                  <a:lnTo>
                    <a:pt x="31" y="2128"/>
                  </a:lnTo>
                  <a:lnTo>
                    <a:pt x="4590" y="2128"/>
                  </a:lnTo>
                  <a:lnTo>
                    <a:pt x="465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0"/>
            <p:cNvSpPr/>
            <p:nvPr/>
          </p:nvSpPr>
          <p:spPr>
            <a:xfrm>
              <a:off x="785833" y="3758585"/>
              <a:ext cx="59109" cy="29036"/>
            </a:xfrm>
            <a:custGeom>
              <a:rect b="b" l="l" r="r" t="t"/>
              <a:pathLst>
                <a:path extrusionOk="0" h="2494" w="5077">
                  <a:moveTo>
                    <a:pt x="4651" y="396"/>
                  </a:moveTo>
                  <a:lnTo>
                    <a:pt x="4621" y="2128"/>
                  </a:lnTo>
                  <a:lnTo>
                    <a:pt x="426" y="2128"/>
                  </a:lnTo>
                  <a:lnTo>
                    <a:pt x="396" y="396"/>
                  </a:lnTo>
                  <a:close/>
                  <a:moveTo>
                    <a:pt x="1" y="1"/>
                  </a:moveTo>
                  <a:lnTo>
                    <a:pt x="61" y="2493"/>
                  </a:lnTo>
                  <a:lnTo>
                    <a:pt x="4985" y="2493"/>
                  </a:lnTo>
                  <a:lnTo>
                    <a:pt x="50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0"/>
            <p:cNvSpPr/>
            <p:nvPr/>
          </p:nvSpPr>
          <p:spPr>
            <a:xfrm>
              <a:off x="1746696" y="3760716"/>
              <a:ext cx="54161" cy="667779"/>
            </a:xfrm>
            <a:custGeom>
              <a:rect b="b" l="l" r="r" t="t"/>
              <a:pathLst>
                <a:path extrusionOk="0" h="57357" w="4652">
                  <a:moveTo>
                    <a:pt x="1" y="0"/>
                  </a:moveTo>
                  <a:lnTo>
                    <a:pt x="1156" y="56202"/>
                  </a:lnTo>
                  <a:cubicBezTo>
                    <a:pt x="1156" y="56840"/>
                    <a:pt x="1673" y="57357"/>
                    <a:pt x="2341" y="57357"/>
                  </a:cubicBezTo>
                  <a:cubicBezTo>
                    <a:pt x="2980" y="57326"/>
                    <a:pt x="3496" y="56840"/>
                    <a:pt x="3496" y="56202"/>
                  </a:cubicBezTo>
                  <a:lnTo>
                    <a:pt x="465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0"/>
            <p:cNvSpPr/>
            <p:nvPr/>
          </p:nvSpPr>
          <p:spPr>
            <a:xfrm>
              <a:off x="1744577" y="3758585"/>
              <a:ext cx="58399" cy="672028"/>
            </a:xfrm>
            <a:custGeom>
              <a:rect b="b" l="l" r="r" t="t"/>
              <a:pathLst>
                <a:path extrusionOk="0" h="57722" w="5016">
                  <a:moveTo>
                    <a:pt x="4651" y="396"/>
                  </a:moveTo>
                  <a:lnTo>
                    <a:pt x="3496" y="56354"/>
                  </a:lnTo>
                  <a:cubicBezTo>
                    <a:pt x="3496" y="57023"/>
                    <a:pt x="3002" y="57357"/>
                    <a:pt x="2508" y="57357"/>
                  </a:cubicBezTo>
                  <a:cubicBezTo>
                    <a:pt x="2014" y="57357"/>
                    <a:pt x="1520" y="57023"/>
                    <a:pt x="1520" y="56354"/>
                  </a:cubicBezTo>
                  <a:lnTo>
                    <a:pt x="396" y="396"/>
                  </a:lnTo>
                  <a:close/>
                  <a:moveTo>
                    <a:pt x="1" y="1"/>
                  </a:moveTo>
                  <a:lnTo>
                    <a:pt x="1125" y="56385"/>
                  </a:lnTo>
                  <a:cubicBezTo>
                    <a:pt x="1156" y="57114"/>
                    <a:pt x="1764" y="57722"/>
                    <a:pt x="2523" y="57722"/>
                  </a:cubicBezTo>
                  <a:cubicBezTo>
                    <a:pt x="3253" y="57722"/>
                    <a:pt x="3861" y="57114"/>
                    <a:pt x="3891" y="56385"/>
                  </a:cubicBezTo>
                  <a:lnTo>
                    <a:pt x="50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0"/>
            <p:cNvSpPr/>
            <p:nvPr/>
          </p:nvSpPr>
          <p:spPr>
            <a:xfrm>
              <a:off x="1746696" y="3760716"/>
              <a:ext cx="53812" cy="24775"/>
            </a:xfrm>
            <a:custGeom>
              <a:rect b="b" l="l" r="r" t="t"/>
              <a:pathLst>
                <a:path extrusionOk="0" h="2128" w="4622">
                  <a:moveTo>
                    <a:pt x="1" y="0"/>
                  </a:moveTo>
                  <a:lnTo>
                    <a:pt x="31" y="2128"/>
                  </a:lnTo>
                  <a:lnTo>
                    <a:pt x="4591" y="2128"/>
                  </a:lnTo>
                  <a:lnTo>
                    <a:pt x="462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0"/>
            <p:cNvSpPr/>
            <p:nvPr/>
          </p:nvSpPr>
          <p:spPr>
            <a:xfrm>
              <a:off x="1744228" y="3758585"/>
              <a:ext cx="58399" cy="29036"/>
            </a:xfrm>
            <a:custGeom>
              <a:rect b="b" l="l" r="r" t="t"/>
              <a:pathLst>
                <a:path extrusionOk="0" h="2494" w="5016">
                  <a:moveTo>
                    <a:pt x="4651" y="396"/>
                  </a:moveTo>
                  <a:lnTo>
                    <a:pt x="4620" y="2128"/>
                  </a:lnTo>
                  <a:lnTo>
                    <a:pt x="426" y="2128"/>
                  </a:lnTo>
                  <a:lnTo>
                    <a:pt x="395" y="396"/>
                  </a:lnTo>
                  <a:close/>
                  <a:moveTo>
                    <a:pt x="0" y="1"/>
                  </a:moveTo>
                  <a:lnTo>
                    <a:pt x="61" y="2493"/>
                  </a:lnTo>
                  <a:lnTo>
                    <a:pt x="4985" y="2493"/>
                  </a:lnTo>
                  <a:lnTo>
                    <a:pt x="50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0"/>
            <p:cNvSpPr/>
            <p:nvPr/>
          </p:nvSpPr>
          <p:spPr>
            <a:xfrm>
              <a:off x="756456" y="3736288"/>
              <a:ext cx="1071215" cy="31866"/>
            </a:xfrm>
            <a:custGeom>
              <a:rect b="b" l="l" r="r" t="t"/>
              <a:pathLst>
                <a:path extrusionOk="0" h="2737" w="92009">
                  <a:moveTo>
                    <a:pt x="1" y="1"/>
                  </a:moveTo>
                  <a:lnTo>
                    <a:pt x="1" y="2736"/>
                  </a:lnTo>
                  <a:lnTo>
                    <a:pt x="92009" y="2736"/>
                  </a:lnTo>
                  <a:lnTo>
                    <a:pt x="920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0"/>
            <p:cNvSpPr/>
            <p:nvPr/>
          </p:nvSpPr>
          <p:spPr>
            <a:xfrm>
              <a:off x="754337" y="3734169"/>
              <a:ext cx="1075453" cy="36464"/>
            </a:xfrm>
            <a:custGeom>
              <a:rect b="b" l="l" r="r" t="t"/>
              <a:pathLst>
                <a:path extrusionOk="0" h="3132" w="92373">
                  <a:moveTo>
                    <a:pt x="91978" y="365"/>
                  </a:moveTo>
                  <a:lnTo>
                    <a:pt x="91978" y="2736"/>
                  </a:lnTo>
                  <a:lnTo>
                    <a:pt x="365" y="2736"/>
                  </a:lnTo>
                  <a:lnTo>
                    <a:pt x="365" y="365"/>
                  </a:lnTo>
                  <a:close/>
                  <a:moveTo>
                    <a:pt x="0" y="0"/>
                  </a:moveTo>
                  <a:lnTo>
                    <a:pt x="0" y="3131"/>
                  </a:lnTo>
                  <a:lnTo>
                    <a:pt x="92373" y="3131"/>
                  </a:lnTo>
                  <a:lnTo>
                    <a:pt x="923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0"/>
            <p:cNvSpPr/>
            <p:nvPr/>
          </p:nvSpPr>
          <p:spPr>
            <a:xfrm>
              <a:off x="1045843" y="3757735"/>
              <a:ext cx="380547" cy="229474"/>
            </a:xfrm>
            <a:custGeom>
              <a:rect b="b" l="l" r="r" t="t"/>
              <a:pathLst>
                <a:path extrusionOk="0" h="19710" w="32686">
                  <a:moveTo>
                    <a:pt x="21644" y="1"/>
                  </a:moveTo>
                  <a:cubicBezTo>
                    <a:pt x="18300" y="1"/>
                    <a:pt x="13374" y="262"/>
                    <a:pt x="6059" y="925"/>
                  </a:cubicBezTo>
                  <a:cubicBezTo>
                    <a:pt x="5512" y="986"/>
                    <a:pt x="5087" y="1046"/>
                    <a:pt x="4874" y="1046"/>
                  </a:cubicBezTo>
                  <a:cubicBezTo>
                    <a:pt x="2169" y="1229"/>
                    <a:pt x="649" y="4116"/>
                    <a:pt x="466" y="4451"/>
                  </a:cubicBezTo>
                  <a:cubicBezTo>
                    <a:pt x="1" y="5402"/>
                    <a:pt x="788" y="6178"/>
                    <a:pt x="1573" y="6178"/>
                  </a:cubicBezTo>
                  <a:cubicBezTo>
                    <a:pt x="1967" y="6178"/>
                    <a:pt x="2360" y="5982"/>
                    <a:pt x="2594" y="5515"/>
                  </a:cubicBezTo>
                  <a:cubicBezTo>
                    <a:pt x="2868" y="4998"/>
                    <a:pt x="3871" y="3478"/>
                    <a:pt x="5056" y="3387"/>
                  </a:cubicBezTo>
                  <a:lnTo>
                    <a:pt x="6302" y="3296"/>
                  </a:lnTo>
                  <a:cubicBezTo>
                    <a:pt x="14153" y="2564"/>
                    <a:pt x="19047" y="2334"/>
                    <a:pt x="22091" y="2334"/>
                  </a:cubicBezTo>
                  <a:cubicBezTo>
                    <a:pt x="25623" y="2334"/>
                    <a:pt x="26663" y="2644"/>
                    <a:pt x="26941" y="2840"/>
                  </a:cubicBezTo>
                  <a:cubicBezTo>
                    <a:pt x="29190" y="5302"/>
                    <a:pt x="27002" y="13478"/>
                    <a:pt x="25087" y="18098"/>
                  </a:cubicBezTo>
                  <a:cubicBezTo>
                    <a:pt x="24844" y="18676"/>
                    <a:pt x="25117" y="19375"/>
                    <a:pt x="25725" y="19618"/>
                  </a:cubicBezTo>
                  <a:cubicBezTo>
                    <a:pt x="25877" y="19679"/>
                    <a:pt x="26029" y="19709"/>
                    <a:pt x="26181" y="19709"/>
                  </a:cubicBezTo>
                  <a:cubicBezTo>
                    <a:pt x="26667" y="19709"/>
                    <a:pt x="27093" y="19436"/>
                    <a:pt x="27275" y="19010"/>
                  </a:cubicBezTo>
                  <a:cubicBezTo>
                    <a:pt x="27853" y="17642"/>
                    <a:pt x="32686" y="5606"/>
                    <a:pt x="28704" y="1259"/>
                  </a:cubicBezTo>
                  <a:cubicBezTo>
                    <a:pt x="28070" y="571"/>
                    <a:pt x="26582" y="1"/>
                    <a:pt x="21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0"/>
            <p:cNvSpPr/>
            <p:nvPr/>
          </p:nvSpPr>
          <p:spPr>
            <a:xfrm>
              <a:off x="1041872" y="3755499"/>
              <a:ext cx="386997" cy="234189"/>
            </a:xfrm>
            <a:custGeom>
              <a:rect b="b" l="l" r="r" t="t"/>
              <a:pathLst>
                <a:path extrusionOk="0" h="20115" w="33240">
                  <a:moveTo>
                    <a:pt x="21953" y="380"/>
                  </a:moveTo>
                  <a:cubicBezTo>
                    <a:pt x="26858" y="380"/>
                    <a:pt x="28313" y="939"/>
                    <a:pt x="28893" y="1573"/>
                  </a:cubicBezTo>
                  <a:cubicBezTo>
                    <a:pt x="32814" y="5828"/>
                    <a:pt x="28012" y="17774"/>
                    <a:pt x="27464" y="19111"/>
                  </a:cubicBezTo>
                  <a:cubicBezTo>
                    <a:pt x="27282" y="19521"/>
                    <a:pt x="26902" y="19727"/>
                    <a:pt x="26526" y="19727"/>
                  </a:cubicBezTo>
                  <a:cubicBezTo>
                    <a:pt x="26150" y="19727"/>
                    <a:pt x="25777" y="19521"/>
                    <a:pt x="25610" y="19111"/>
                  </a:cubicBezTo>
                  <a:cubicBezTo>
                    <a:pt x="25519" y="18868"/>
                    <a:pt x="25519" y="18594"/>
                    <a:pt x="25610" y="18351"/>
                  </a:cubicBezTo>
                  <a:cubicBezTo>
                    <a:pt x="27556" y="13731"/>
                    <a:pt x="29744" y="5433"/>
                    <a:pt x="27434" y="2910"/>
                  </a:cubicBezTo>
                  <a:lnTo>
                    <a:pt x="27404" y="2910"/>
                  </a:lnTo>
                  <a:cubicBezTo>
                    <a:pt x="27100" y="2667"/>
                    <a:pt x="26005" y="2363"/>
                    <a:pt x="22358" y="2363"/>
                  </a:cubicBezTo>
                  <a:lnTo>
                    <a:pt x="22358" y="2333"/>
                  </a:lnTo>
                  <a:cubicBezTo>
                    <a:pt x="19288" y="2333"/>
                    <a:pt x="14394" y="2576"/>
                    <a:pt x="6613" y="3275"/>
                  </a:cubicBezTo>
                  <a:lnTo>
                    <a:pt x="5397" y="3397"/>
                  </a:lnTo>
                  <a:cubicBezTo>
                    <a:pt x="4090" y="3488"/>
                    <a:pt x="3057" y="5038"/>
                    <a:pt x="2753" y="5615"/>
                  </a:cubicBezTo>
                  <a:cubicBezTo>
                    <a:pt x="2568" y="6057"/>
                    <a:pt x="2227" y="6238"/>
                    <a:pt x="1884" y="6238"/>
                  </a:cubicBezTo>
                  <a:cubicBezTo>
                    <a:pt x="1211" y="6238"/>
                    <a:pt x="527" y="5539"/>
                    <a:pt x="990" y="4734"/>
                  </a:cubicBezTo>
                  <a:cubicBezTo>
                    <a:pt x="1142" y="4430"/>
                    <a:pt x="2631" y="1603"/>
                    <a:pt x="5245" y="1421"/>
                  </a:cubicBezTo>
                  <a:cubicBezTo>
                    <a:pt x="5458" y="1390"/>
                    <a:pt x="5883" y="1360"/>
                    <a:pt x="6431" y="1299"/>
                  </a:cubicBezTo>
                  <a:cubicBezTo>
                    <a:pt x="13722" y="636"/>
                    <a:pt x="18629" y="380"/>
                    <a:pt x="21953" y="380"/>
                  </a:cubicBezTo>
                  <a:close/>
                  <a:moveTo>
                    <a:pt x="22071" y="1"/>
                  </a:moveTo>
                  <a:cubicBezTo>
                    <a:pt x="18740" y="1"/>
                    <a:pt x="13794" y="261"/>
                    <a:pt x="6370" y="934"/>
                  </a:cubicBezTo>
                  <a:lnTo>
                    <a:pt x="5184" y="1056"/>
                  </a:lnTo>
                  <a:cubicBezTo>
                    <a:pt x="2358" y="1269"/>
                    <a:pt x="807" y="4248"/>
                    <a:pt x="625" y="4582"/>
                  </a:cubicBezTo>
                  <a:cubicBezTo>
                    <a:pt x="0" y="5690"/>
                    <a:pt x="938" y="6638"/>
                    <a:pt x="1872" y="6638"/>
                  </a:cubicBezTo>
                  <a:cubicBezTo>
                    <a:pt x="2347" y="6638"/>
                    <a:pt x="2821" y="6392"/>
                    <a:pt x="3087" y="5798"/>
                  </a:cubicBezTo>
                  <a:cubicBezTo>
                    <a:pt x="3391" y="5190"/>
                    <a:pt x="4364" y="3852"/>
                    <a:pt x="5397" y="3792"/>
                  </a:cubicBezTo>
                  <a:lnTo>
                    <a:pt x="6613" y="3670"/>
                  </a:lnTo>
                  <a:cubicBezTo>
                    <a:pt x="14447" y="2950"/>
                    <a:pt x="19303" y="2734"/>
                    <a:pt x="22312" y="2734"/>
                  </a:cubicBezTo>
                  <a:cubicBezTo>
                    <a:pt x="26038" y="2734"/>
                    <a:pt x="26928" y="3066"/>
                    <a:pt x="27130" y="3184"/>
                  </a:cubicBezTo>
                  <a:cubicBezTo>
                    <a:pt x="29319" y="5585"/>
                    <a:pt x="27130" y="13670"/>
                    <a:pt x="25246" y="18230"/>
                  </a:cubicBezTo>
                  <a:cubicBezTo>
                    <a:pt x="24942" y="18929"/>
                    <a:pt x="25276" y="19719"/>
                    <a:pt x="26005" y="20023"/>
                  </a:cubicBezTo>
                  <a:cubicBezTo>
                    <a:pt x="26157" y="20084"/>
                    <a:pt x="26340" y="20114"/>
                    <a:pt x="26522" y="20114"/>
                  </a:cubicBezTo>
                  <a:cubicBezTo>
                    <a:pt x="27100" y="20114"/>
                    <a:pt x="27586" y="19780"/>
                    <a:pt x="27799" y="19263"/>
                  </a:cubicBezTo>
                  <a:cubicBezTo>
                    <a:pt x="28376" y="17895"/>
                    <a:pt x="33240" y="5767"/>
                    <a:pt x="29167" y="1330"/>
                  </a:cubicBezTo>
                  <a:cubicBezTo>
                    <a:pt x="28554" y="642"/>
                    <a:pt x="27305" y="1"/>
                    <a:pt x="22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0"/>
            <p:cNvSpPr/>
            <p:nvPr/>
          </p:nvSpPr>
          <p:spPr>
            <a:xfrm>
              <a:off x="867581" y="3360062"/>
              <a:ext cx="246670" cy="670794"/>
            </a:xfrm>
            <a:custGeom>
              <a:rect b="b" l="l" r="r" t="t"/>
              <a:pathLst>
                <a:path extrusionOk="0" h="57616" w="21187">
                  <a:moveTo>
                    <a:pt x="4312" y="1"/>
                  </a:moveTo>
                  <a:cubicBezTo>
                    <a:pt x="3327" y="1"/>
                    <a:pt x="2203" y="401"/>
                    <a:pt x="913" y="1370"/>
                  </a:cubicBezTo>
                  <a:cubicBezTo>
                    <a:pt x="913" y="1370"/>
                    <a:pt x="1" y="5018"/>
                    <a:pt x="457" y="7328"/>
                  </a:cubicBezTo>
                  <a:cubicBezTo>
                    <a:pt x="943" y="9607"/>
                    <a:pt x="5199" y="19577"/>
                    <a:pt x="8360" y="28757"/>
                  </a:cubicBezTo>
                  <a:cubicBezTo>
                    <a:pt x="11521" y="37906"/>
                    <a:pt x="10913" y="47906"/>
                    <a:pt x="10913" y="50824"/>
                  </a:cubicBezTo>
                  <a:cubicBezTo>
                    <a:pt x="10913" y="53772"/>
                    <a:pt x="10731" y="55900"/>
                    <a:pt x="12950" y="57055"/>
                  </a:cubicBezTo>
                  <a:cubicBezTo>
                    <a:pt x="13676" y="57433"/>
                    <a:pt x="14539" y="57616"/>
                    <a:pt x="15405" y="57616"/>
                  </a:cubicBezTo>
                  <a:cubicBezTo>
                    <a:pt x="17184" y="57616"/>
                    <a:pt x="18972" y="56845"/>
                    <a:pt x="19606" y="55413"/>
                  </a:cubicBezTo>
                  <a:cubicBezTo>
                    <a:pt x="20548" y="53286"/>
                    <a:pt x="21187" y="39699"/>
                    <a:pt x="19454" y="31523"/>
                  </a:cubicBezTo>
                  <a:cubicBezTo>
                    <a:pt x="17691" y="23346"/>
                    <a:pt x="12372" y="10854"/>
                    <a:pt x="10791" y="7601"/>
                  </a:cubicBezTo>
                  <a:cubicBezTo>
                    <a:pt x="9558" y="5040"/>
                    <a:pt x="7807" y="1"/>
                    <a:pt x="4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0"/>
            <p:cNvSpPr/>
            <p:nvPr/>
          </p:nvSpPr>
          <p:spPr>
            <a:xfrm>
              <a:off x="865113" y="3357780"/>
              <a:ext cx="250908" cy="675393"/>
            </a:xfrm>
            <a:custGeom>
              <a:rect b="b" l="l" r="r" t="t"/>
              <a:pathLst>
                <a:path extrusionOk="0" h="58011" w="21551">
                  <a:moveTo>
                    <a:pt x="4582" y="376"/>
                  </a:moveTo>
                  <a:cubicBezTo>
                    <a:pt x="4852" y="376"/>
                    <a:pt x="5118" y="408"/>
                    <a:pt x="5380" y="472"/>
                  </a:cubicBezTo>
                  <a:cubicBezTo>
                    <a:pt x="7751" y="1080"/>
                    <a:pt x="9241" y="4332"/>
                    <a:pt x="10304" y="6733"/>
                  </a:cubicBezTo>
                  <a:cubicBezTo>
                    <a:pt x="10487" y="7159"/>
                    <a:pt x="10669" y="7524"/>
                    <a:pt x="10821" y="7858"/>
                  </a:cubicBezTo>
                  <a:cubicBezTo>
                    <a:pt x="12462" y="11232"/>
                    <a:pt x="17751" y="23664"/>
                    <a:pt x="19484" y="31749"/>
                  </a:cubicBezTo>
                  <a:cubicBezTo>
                    <a:pt x="21216" y="39986"/>
                    <a:pt x="20517" y="53573"/>
                    <a:pt x="19636" y="55518"/>
                  </a:cubicBezTo>
                  <a:cubicBezTo>
                    <a:pt x="19210" y="56400"/>
                    <a:pt x="18450" y="57038"/>
                    <a:pt x="17508" y="57312"/>
                  </a:cubicBezTo>
                  <a:cubicBezTo>
                    <a:pt x="16926" y="57519"/>
                    <a:pt x="16310" y="57621"/>
                    <a:pt x="15692" y="57621"/>
                  </a:cubicBezTo>
                  <a:cubicBezTo>
                    <a:pt x="14859" y="57621"/>
                    <a:pt x="14021" y="57435"/>
                    <a:pt x="13253" y="57068"/>
                  </a:cubicBezTo>
                  <a:cubicBezTo>
                    <a:pt x="11307" y="56065"/>
                    <a:pt x="11307" y="54181"/>
                    <a:pt x="11307" y="51567"/>
                  </a:cubicBezTo>
                  <a:lnTo>
                    <a:pt x="11307" y="51020"/>
                  </a:lnTo>
                  <a:lnTo>
                    <a:pt x="11307" y="49743"/>
                  </a:lnTo>
                  <a:cubicBezTo>
                    <a:pt x="11368" y="45913"/>
                    <a:pt x="11551" y="37007"/>
                    <a:pt x="8754" y="28892"/>
                  </a:cubicBezTo>
                  <a:cubicBezTo>
                    <a:pt x="7204" y="24363"/>
                    <a:pt x="5350" y="19591"/>
                    <a:pt x="3860" y="15761"/>
                  </a:cubicBezTo>
                  <a:cubicBezTo>
                    <a:pt x="2310" y="11779"/>
                    <a:pt x="1094" y="8618"/>
                    <a:pt x="851" y="7463"/>
                  </a:cubicBezTo>
                  <a:cubicBezTo>
                    <a:pt x="426" y="5426"/>
                    <a:pt x="1186" y="2174"/>
                    <a:pt x="1307" y="1688"/>
                  </a:cubicBezTo>
                  <a:cubicBezTo>
                    <a:pt x="2484" y="823"/>
                    <a:pt x="3565" y="376"/>
                    <a:pt x="4582" y="376"/>
                  </a:cubicBezTo>
                  <a:close/>
                  <a:moveTo>
                    <a:pt x="4565" y="0"/>
                  </a:moveTo>
                  <a:cubicBezTo>
                    <a:pt x="3464" y="0"/>
                    <a:pt x="2277" y="482"/>
                    <a:pt x="1034" y="1414"/>
                  </a:cubicBezTo>
                  <a:cubicBezTo>
                    <a:pt x="973" y="1445"/>
                    <a:pt x="973" y="1475"/>
                    <a:pt x="942" y="1536"/>
                  </a:cubicBezTo>
                  <a:cubicBezTo>
                    <a:pt x="912" y="1657"/>
                    <a:pt x="0" y="5274"/>
                    <a:pt x="456" y="7554"/>
                  </a:cubicBezTo>
                  <a:cubicBezTo>
                    <a:pt x="699" y="8709"/>
                    <a:pt x="1915" y="11901"/>
                    <a:pt x="3496" y="15913"/>
                  </a:cubicBezTo>
                  <a:cubicBezTo>
                    <a:pt x="4955" y="19743"/>
                    <a:pt x="6809" y="24484"/>
                    <a:pt x="8359" y="29013"/>
                  </a:cubicBezTo>
                  <a:cubicBezTo>
                    <a:pt x="11155" y="37068"/>
                    <a:pt x="11003" y="45944"/>
                    <a:pt x="10912" y="49743"/>
                  </a:cubicBezTo>
                  <a:lnTo>
                    <a:pt x="10912" y="51020"/>
                  </a:lnTo>
                  <a:lnTo>
                    <a:pt x="10912" y="51567"/>
                  </a:lnTo>
                  <a:cubicBezTo>
                    <a:pt x="10912" y="54211"/>
                    <a:pt x="10912" y="56278"/>
                    <a:pt x="13070" y="57403"/>
                  </a:cubicBezTo>
                  <a:cubicBezTo>
                    <a:pt x="13861" y="57798"/>
                    <a:pt x="14742" y="58011"/>
                    <a:pt x="15624" y="58011"/>
                  </a:cubicBezTo>
                  <a:cubicBezTo>
                    <a:pt x="16292" y="58011"/>
                    <a:pt x="16991" y="57889"/>
                    <a:pt x="17630" y="57676"/>
                  </a:cubicBezTo>
                  <a:cubicBezTo>
                    <a:pt x="18663" y="57342"/>
                    <a:pt x="19514" y="56643"/>
                    <a:pt x="19970" y="55670"/>
                  </a:cubicBezTo>
                  <a:cubicBezTo>
                    <a:pt x="21004" y="53391"/>
                    <a:pt x="21551" y="39713"/>
                    <a:pt x="19849" y="31688"/>
                  </a:cubicBezTo>
                  <a:cubicBezTo>
                    <a:pt x="18116" y="23542"/>
                    <a:pt x="12797" y="11080"/>
                    <a:pt x="11155" y="7706"/>
                  </a:cubicBezTo>
                  <a:cubicBezTo>
                    <a:pt x="11003" y="7372"/>
                    <a:pt x="10821" y="6977"/>
                    <a:pt x="10639" y="6581"/>
                  </a:cubicBezTo>
                  <a:cubicBezTo>
                    <a:pt x="9544" y="4150"/>
                    <a:pt x="8025" y="776"/>
                    <a:pt x="5441" y="107"/>
                  </a:cubicBezTo>
                  <a:cubicBezTo>
                    <a:pt x="5156" y="36"/>
                    <a:pt x="4864" y="0"/>
                    <a:pt x="4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0"/>
            <p:cNvSpPr/>
            <p:nvPr/>
          </p:nvSpPr>
          <p:spPr>
            <a:xfrm>
              <a:off x="840336" y="3365116"/>
              <a:ext cx="246670" cy="665741"/>
            </a:xfrm>
            <a:custGeom>
              <a:rect b="b" l="l" r="r" t="t"/>
              <a:pathLst>
                <a:path extrusionOk="0" h="57182" w="21187">
                  <a:moveTo>
                    <a:pt x="5754" y="1"/>
                  </a:moveTo>
                  <a:cubicBezTo>
                    <a:pt x="4764" y="1"/>
                    <a:pt x="3484" y="518"/>
                    <a:pt x="1763" y="1818"/>
                  </a:cubicBezTo>
                  <a:cubicBezTo>
                    <a:pt x="1763" y="1818"/>
                    <a:pt x="1" y="4584"/>
                    <a:pt x="487" y="6894"/>
                  </a:cubicBezTo>
                  <a:cubicBezTo>
                    <a:pt x="973" y="9173"/>
                    <a:pt x="5229" y="19143"/>
                    <a:pt x="8390" y="28323"/>
                  </a:cubicBezTo>
                  <a:cubicBezTo>
                    <a:pt x="11551" y="37472"/>
                    <a:pt x="10913" y="47441"/>
                    <a:pt x="10913" y="50390"/>
                  </a:cubicBezTo>
                  <a:cubicBezTo>
                    <a:pt x="10913" y="53338"/>
                    <a:pt x="10761" y="55466"/>
                    <a:pt x="12979" y="56621"/>
                  </a:cubicBezTo>
                  <a:cubicBezTo>
                    <a:pt x="13706" y="56999"/>
                    <a:pt x="14566" y="57182"/>
                    <a:pt x="15427" y="57182"/>
                  </a:cubicBezTo>
                  <a:cubicBezTo>
                    <a:pt x="17197" y="57182"/>
                    <a:pt x="18972" y="56411"/>
                    <a:pt x="19606" y="54979"/>
                  </a:cubicBezTo>
                  <a:cubicBezTo>
                    <a:pt x="20578" y="52852"/>
                    <a:pt x="21186" y="39265"/>
                    <a:pt x="19454" y="31089"/>
                  </a:cubicBezTo>
                  <a:cubicBezTo>
                    <a:pt x="17721" y="22912"/>
                    <a:pt x="11551" y="8505"/>
                    <a:pt x="9970" y="5252"/>
                  </a:cubicBezTo>
                  <a:cubicBezTo>
                    <a:pt x="8834" y="2959"/>
                    <a:pt x="8122" y="1"/>
                    <a:pt x="57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0"/>
            <p:cNvSpPr/>
            <p:nvPr/>
          </p:nvSpPr>
          <p:spPr>
            <a:xfrm>
              <a:off x="844225" y="3364987"/>
              <a:ext cx="242781" cy="665870"/>
            </a:xfrm>
            <a:custGeom>
              <a:rect b="b" l="l" r="r" t="t"/>
              <a:pathLst>
                <a:path extrusionOk="0" h="57193" w="20853">
                  <a:moveTo>
                    <a:pt x="5422" y="1"/>
                  </a:moveTo>
                  <a:cubicBezTo>
                    <a:pt x="5015" y="1"/>
                    <a:pt x="4559" y="87"/>
                    <a:pt x="4044" y="278"/>
                  </a:cubicBezTo>
                  <a:cubicBezTo>
                    <a:pt x="2189" y="978"/>
                    <a:pt x="761" y="2558"/>
                    <a:pt x="274" y="4503"/>
                  </a:cubicBezTo>
                  <a:cubicBezTo>
                    <a:pt x="62" y="5294"/>
                    <a:pt x="1" y="6084"/>
                    <a:pt x="153" y="6905"/>
                  </a:cubicBezTo>
                  <a:cubicBezTo>
                    <a:pt x="639" y="9184"/>
                    <a:pt x="4895" y="19154"/>
                    <a:pt x="8056" y="28334"/>
                  </a:cubicBezTo>
                  <a:cubicBezTo>
                    <a:pt x="11217" y="37483"/>
                    <a:pt x="10579" y="47452"/>
                    <a:pt x="10579" y="50401"/>
                  </a:cubicBezTo>
                  <a:cubicBezTo>
                    <a:pt x="10579" y="53349"/>
                    <a:pt x="10427" y="55477"/>
                    <a:pt x="12645" y="56632"/>
                  </a:cubicBezTo>
                  <a:cubicBezTo>
                    <a:pt x="13372" y="57010"/>
                    <a:pt x="14232" y="57193"/>
                    <a:pt x="15093" y="57193"/>
                  </a:cubicBezTo>
                  <a:cubicBezTo>
                    <a:pt x="16863" y="57193"/>
                    <a:pt x="18638" y="56422"/>
                    <a:pt x="19272" y="54990"/>
                  </a:cubicBezTo>
                  <a:cubicBezTo>
                    <a:pt x="20244" y="52863"/>
                    <a:pt x="20852" y="39276"/>
                    <a:pt x="19120" y="31100"/>
                  </a:cubicBezTo>
                  <a:cubicBezTo>
                    <a:pt x="17387" y="22923"/>
                    <a:pt x="11217" y="8516"/>
                    <a:pt x="9636" y="5263"/>
                  </a:cubicBezTo>
                  <a:cubicBezTo>
                    <a:pt x="8520" y="2953"/>
                    <a:pt x="7803" y="1"/>
                    <a:pt x="54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0"/>
            <p:cNvSpPr/>
            <p:nvPr/>
          </p:nvSpPr>
          <p:spPr>
            <a:xfrm>
              <a:off x="842106" y="3362577"/>
              <a:ext cx="246670" cy="670596"/>
            </a:xfrm>
            <a:custGeom>
              <a:rect b="b" l="l" r="r" t="t"/>
              <a:pathLst>
                <a:path extrusionOk="0" h="57599" w="21187">
                  <a:moveTo>
                    <a:pt x="5603" y="407"/>
                  </a:moveTo>
                  <a:cubicBezTo>
                    <a:pt x="7421" y="407"/>
                    <a:pt x="8229" y="2259"/>
                    <a:pt x="9058" y="4194"/>
                  </a:cubicBezTo>
                  <a:cubicBezTo>
                    <a:pt x="9241" y="4650"/>
                    <a:pt x="9454" y="5106"/>
                    <a:pt x="9636" y="5531"/>
                  </a:cubicBezTo>
                  <a:cubicBezTo>
                    <a:pt x="11156" y="8662"/>
                    <a:pt x="17356" y="23039"/>
                    <a:pt x="19119" y="31337"/>
                  </a:cubicBezTo>
                  <a:cubicBezTo>
                    <a:pt x="20882" y="39574"/>
                    <a:pt x="20183" y="53161"/>
                    <a:pt x="19302" y="55106"/>
                  </a:cubicBezTo>
                  <a:cubicBezTo>
                    <a:pt x="18846" y="55988"/>
                    <a:pt x="18086" y="56626"/>
                    <a:pt x="17174" y="56900"/>
                  </a:cubicBezTo>
                  <a:cubicBezTo>
                    <a:pt x="16579" y="57107"/>
                    <a:pt x="15961" y="57209"/>
                    <a:pt x="15345" y="57209"/>
                  </a:cubicBezTo>
                  <a:cubicBezTo>
                    <a:pt x="14515" y="57209"/>
                    <a:pt x="13687" y="57023"/>
                    <a:pt x="12919" y="56656"/>
                  </a:cubicBezTo>
                  <a:cubicBezTo>
                    <a:pt x="10943" y="55653"/>
                    <a:pt x="10943" y="53769"/>
                    <a:pt x="10943" y="51155"/>
                  </a:cubicBezTo>
                  <a:lnTo>
                    <a:pt x="10943" y="50608"/>
                  </a:lnTo>
                  <a:cubicBezTo>
                    <a:pt x="10943" y="50273"/>
                    <a:pt x="10973" y="49848"/>
                    <a:pt x="10973" y="49331"/>
                  </a:cubicBezTo>
                  <a:cubicBezTo>
                    <a:pt x="11065" y="45501"/>
                    <a:pt x="11217" y="36595"/>
                    <a:pt x="8420" y="28480"/>
                  </a:cubicBezTo>
                  <a:cubicBezTo>
                    <a:pt x="6870" y="23951"/>
                    <a:pt x="5016" y="19179"/>
                    <a:pt x="3526" y="15349"/>
                  </a:cubicBezTo>
                  <a:cubicBezTo>
                    <a:pt x="1976" y="11367"/>
                    <a:pt x="760" y="8206"/>
                    <a:pt x="517" y="7051"/>
                  </a:cubicBezTo>
                  <a:cubicBezTo>
                    <a:pt x="396" y="6291"/>
                    <a:pt x="426" y="5531"/>
                    <a:pt x="639" y="4771"/>
                  </a:cubicBezTo>
                  <a:cubicBezTo>
                    <a:pt x="1125" y="2887"/>
                    <a:pt x="2493" y="1367"/>
                    <a:pt x="4317" y="668"/>
                  </a:cubicBezTo>
                  <a:cubicBezTo>
                    <a:pt x="4796" y="489"/>
                    <a:pt x="5222" y="407"/>
                    <a:pt x="5603" y="407"/>
                  </a:cubicBezTo>
                  <a:close/>
                  <a:moveTo>
                    <a:pt x="5635" y="1"/>
                  </a:moveTo>
                  <a:cubicBezTo>
                    <a:pt x="5202" y="1"/>
                    <a:pt x="4715" y="95"/>
                    <a:pt x="4165" y="303"/>
                  </a:cubicBezTo>
                  <a:cubicBezTo>
                    <a:pt x="2219" y="1002"/>
                    <a:pt x="760" y="2644"/>
                    <a:pt x="274" y="4680"/>
                  </a:cubicBezTo>
                  <a:cubicBezTo>
                    <a:pt x="31" y="5470"/>
                    <a:pt x="1" y="6321"/>
                    <a:pt x="122" y="7112"/>
                  </a:cubicBezTo>
                  <a:cubicBezTo>
                    <a:pt x="396" y="8297"/>
                    <a:pt x="1611" y="11489"/>
                    <a:pt x="3162" y="15470"/>
                  </a:cubicBezTo>
                  <a:cubicBezTo>
                    <a:pt x="4651" y="19331"/>
                    <a:pt x="6505" y="24072"/>
                    <a:pt x="8055" y="28601"/>
                  </a:cubicBezTo>
                  <a:cubicBezTo>
                    <a:pt x="10852" y="36656"/>
                    <a:pt x="10669" y="45532"/>
                    <a:pt x="10609" y="49331"/>
                  </a:cubicBezTo>
                  <a:cubicBezTo>
                    <a:pt x="10578" y="49848"/>
                    <a:pt x="10578" y="50273"/>
                    <a:pt x="10578" y="50608"/>
                  </a:cubicBezTo>
                  <a:lnTo>
                    <a:pt x="10578" y="51155"/>
                  </a:lnTo>
                  <a:cubicBezTo>
                    <a:pt x="10578" y="53799"/>
                    <a:pt x="10578" y="55866"/>
                    <a:pt x="12736" y="56991"/>
                  </a:cubicBezTo>
                  <a:cubicBezTo>
                    <a:pt x="13527" y="57386"/>
                    <a:pt x="14408" y="57599"/>
                    <a:pt x="15290" y="57599"/>
                  </a:cubicBezTo>
                  <a:cubicBezTo>
                    <a:pt x="15958" y="57568"/>
                    <a:pt x="16627" y="57477"/>
                    <a:pt x="17296" y="57234"/>
                  </a:cubicBezTo>
                  <a:cubicBezTo>
                    <a:pt x="18299" y="56930"/>
                    <a:pt x="19150" y="56231"/>
                    <a:pt x="19636" y="55258"/>
                  </a:cubicBezTo>
                  <a:cubicBezTo>
                    <a:pt x="20670" y="52948"/>
                    <a:pt x="21186" y="39301"/>
                    <a:pt x="19484" y="31276"/>
                  </a:cubicBezTo>
                  <a:cubicBezTo>
                    <a:pt x="17721" y="22917"/>
                    <a:pt x="11520" y="8510"/>
                    <a:pt x="10001" y="5379"/>
                  </a:cubicBezTo>
                  <a:cubicBezTo>
                    <a:pt x="9788" y="4954"/>
                    <a:pt x="9575" y="4498"/>
                    <a:pt x="9393" y="4042"/>
                  </a:cubicBezTo>
                  <a:cubicBezTo>
                    <a:pt x="8541" y="2063"/>
                    <a:pt x="7669" y="1"/>
                    <a:pt x="5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0"/>
            <p:cNvSpPr/>
            <p:nvPr/>
          </p:nvSpPr>
          <p:spPr>
            <a:xfrm>
              <a:off x="1226095" y="4002074"/>
              <a:ext cx="24787" cy="238182"/>
            </a:xfrm>
            <a:custGeom>
              <a:rect b="b" l="l" r="r" t="t"/>
              <a:pathLst>
                <a:path extrusionOk="0" h="20458" w="2129">
                  <a:moveTo>
                    <a:pt x="1" y="1"/>
                  </a:moveTo>
                  <a:lnTo>
                    <a:pt x="1" y="20457"/>
                  </a:lnTo>
                  <a:lnTo>
                    <a:pt x="2129" y="20457"/>
                  </a:lnTo>
                  <a:lnTo>
                    <a:pt x="2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0"/>
            <p:cNvSpPr/>
            <p:nvPr/>
          </p:nvSpPr>
          <p:spPr>
            <a:xfrm>
              <a:off x="1223976" y="3999955"/>
              <a:ext cx="29025" cy="242420"/>
            </a:xfrm>
            <a:custGeom>
              <a:rect b="b" l="l" r="r" t="t"/>
              <a:pathLst>
                <a:path extrusionOk="0" h="20822" w="2493">
                  <a:moveTo>
                    <a:pt x="2128" y="365"/>
                  </a:moveTo>
                  <a:lnTo>
                    <a:pt x="2128" y="20457"/>
                  </a:lnTo>
                  <a:lnTo>
                    <a:pt x="396" y="20457"/>
                  </a:lnTo>
                  <a:lnTo>
                    <a:pt x="396" y="365"/>
                  </a:lnTo>
                  <a:close/>
                  <a:moveTo>
                    <a:pt x="183" y="1"/>
                  </a:moveTo>
                  <a:cubicBezTo>
                    <a:pt x="92" y="1"/>
                    <a:pt x="0" y="92"/>
                    <a:pt x="0" y="183"/>
                  </a:cubicBezTo>
                  <a:lnTo>
                    <a:pt x="0" y="20639"/>
                  </a:lnTo>
                  <a:cubicBezTo>
                    <a:pt x="0" y="20730"/>
                    <a:pt x="92" y="20822"/>
                    <a:pt x="183" y="20822"/>
                  </a:cubicBezTo>
                  <a:lnTo>
                    <a:pt x="2311" y="20822"/>
                  </a:lnTo>
                  <a:cubicBezTo>
                    <a:pt x="2432" y="20822"/>
                    <a:pt x="2493" y="20730"/>
                    <a:pt x="2493" y="20639"/>
                  </a:cubicBezTo>
                  <a:lnTo>
                    <a:pt x="2493" y="183"/>
                  </a:lnTo>
                  <a:cubicBezTo>
                    <a:pt x="2493" y="92"/>
                    <a:pt x="2432" y="1"/>
                    <a:pt x="23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0"/>
            <p:cNvSpPr/>
            <p:nvPr/>
          </p:nvSpPr>
          <p:spPr>
            <a:xfrm>
              <a:off x="956421" y="4209830"/>
              <a:ext cx="558793" cy="184382"/>
            </a:xfrm>
            <a:custGeom>
              <a:rect b="b" l="l" r="r" t="t"/>
              <a:pathLst>
                <a:path extrusionOk="0" h="15837" w="47996">
                  <a:moveTo>
                    <a:pt x="21551" y="0"/>
                  </a:moveTo>
                  <a:lnTo>
                    <a:pt x="21551" y="3465"/>
                  </a:lnTo>
                  <a:lnTo>
                    <a:pt x="0" y="11763"/>
                  </a:lnTo>
                  <a:lnTo>
                    <a:pt x="0" y="15836"/>
                  </a:lnTo>
                  <a:lnTo>
                    <a:pt x="1459" y="15836"/>
                  </a:lnTo>
                  <a:lnTo>
                    <a:pt x="1459" y="12736"/>
                  </a:lnTo>
                  <a:lnTo>
                    <a:pt x="24317" y="7903"/>
                  </a:lnTo>
                  <a:lnTo>
                    <a:pt x="46567" y="12736"/>
                  </a:lnTo>
                  <a:lnTo>
                    <a:pt x="46567" y="15836"/>
                  </a:lnTo>
                  <a:lnTo>
                    <a:pt x="47995" y="15836"/>
                  </a:lnTo>
                  <a:lnTo>
                    <a:pt x="47995" y="11763"/>
                  </a:lnTo>
                  <a:lnTo>
                    <a:pt x="26931" y="3435"/>
                  </a:lnTo>
                  <a:lnTo>
                    <a:pt x="269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0"/>
            <p:cNvSpPr/>
            <p:nvPr/>
          </p:nvSpPr>
          <p:spPr>
            <a:xfrm>
              <a:off x="953941" y="4207699"/>
              <a:ext cx="563392" cy="188632"/>
            </a:xfrm>
            <a:custGeom>
              <a:rect b="b" l="l" r="r" t="t"/>
              <a:pathLst>
                <a:path extrusionOk="0" h="16202" w="48391">
                  <a:moveTo>
                    <a:pt x="26962" y="366"/>
                  </a:moveTo>
                  <a:lnTo>
                    <a:pt x="26962" y="3618"/>
                  </a:lnTo>
                  <a:cubicBezTo>
                    <a:pt x="26962" y="3679"/>
                    <a:pt x="26992" y="3770"/>
                    <a:pt x="27083" y="3800"/>
                  </a:cubicBezTo>
                  <a:lnTo>
                    <a:pt x="48026" y="12068"/>
                  </a:lnTo>
                  <a:lnTo>
                    <a:pt x="48026" y="15837"/>
                  </a:lnTo>
                  <a:lnTo>
                    <a:pt x="46962" y="15837"/>
                  </a:lnTo>
                  <a:lnTo>
                    <a:pt x="46962" y="12888"/>
                  </a:lnTo>
                  <a:cubicBezTo>
                    <a:pt x="46962" y="12797"/>
                    <a:pt x="46901" y="12737"/>
                    <a:pt x="46810" y="12706"/>
                  </a:cubicBezTo>
                  <a:lnTo>
                    <a:pt x="24560" y="7904"/>
                  </a:lnTo>
                  <a:cubicBezTo>
                    <a:pt x="24545" y="7888"/>
                    <a:pt x="24530" y="7881"/>
                    <a:pt x="24518" y="7881"/>
                  </a:cubicBezTo>
                  <a:cubicBezTo>
                    <a:pt x="24507" y="7881"/>
                    <a:pt x="24499" y="7888"/>
                    <a:pt x="24499" y="7904"/>
                  </a:cubicBezTo>
                  <a:lnTo>
                    <a:pt x="1642" y="12706"/>
                  </a:lnTo>
                  <a:cubicBezTo>
                    <a:pt x="1551" y="12737"/>
                    <a:pt x="1490" y="12797"/>
                    <a:pt x="1490" y="12888"/>
                  </a:cubicBezTo>
                  <a:lnTo>
                    <a:pt x="1490" y="15806"/>
                  </a:lnTo>
                  <a:lnTo>
                    <a:pt x="396" y="15806"/>
                  </a:lnTo>
                  <a:lnTo>
                    <a:pt x="396" y="12068"/>
                  </a:lnTo>
                  <a:lnTo>
                    <a:pt x="21825" y="3831"/>
                  </a:lnTo>
                  <a:cubicBezTo>
                    <a:pt x="21885" y="3800"/>
                    <a:pt x="21946" y="3739"/>
                    <a:pt x="21946" y="3648"/>
                  </a:cubicBezTo>
                  <a:lnTo>
                    <a:pt x="21946" y="366"/>
                  </a:lnTo>
                  <a:close/>
                  <a:moveTo>
                    <a:pt x="21764" y="1"/>
                  </a:moveTo>
                  <a:cubicBezTo>
                    <a:pt x="21642" y="1"/>
                    <a:pt x="21551" y="62"/>
                    <a:pt x="21551" y="183"/>
                  </a:cubicBezTo>
                  <a:lnTo>
                    <a:pt x="21551" y="3527"/>
                  </a:lnTo>
                  <a:lnTo>
                    <a:pt x="122" y="11764"/>
                  </a:lnTo>
                  <a:cubicBezTo>
                    <a:pt x="61" y="11794"/>
                    <a:pt x="1" y="11855"/>
                    <a:pt x="1" y="11946"/>
                  </a:cubicBezTo>
                  <a:lnTo>
                    <a:pt x="1" y="16019"/>
                  </a:lnTo>
                  <a:cubicBezTo>
                    <a:pt x="1" y="16110"/>
                    <a:pt x="92" y="16202"/>
                    <a:pt x="213" y="16202"/>
                  </a:cubicBezTo>
                  <a:lnTo>
                    <a:pt x="1672" y="16202"/>
                  </a:lnTo>
                  <a:cubicBezTo>
                    <a:pt x="1764" y="16202"/>
                    <a:pt x="1855" y="16110"/>
                    <a:pt x="1855" y="16019"/>
                  </a:cubicBezTo>
                  <a:lnTo>
                    <a:pt x="1855" y="13071"/>
                  </a:lnTo>
                  <a:lnTo>
                    <a:pt x="24530" y="8299"/>
                  </a:lnTo>
                  <a:lnTo>
                    <a:pt x="46597" y="13071"/>
                  </a:lnTo>
                  <a:lnTo>
                    <a:pt x="46597" y="16019"/>
                  </a:lnTo>
                  <a:cubicBezTo>
                    <a:pt x="46597" y="16110"/>
                    <a:pt x="46658" y="16202"/>
                    <a:pt x="46780" y="16202"/>
                  </a:cubicBezTo>
                  <a:lnTo>
                    <a:pt x="48208" y="16202"/>
                  </a:lnTo>
                  <a:cubicBezTo>
                    <a:pt x="48299" y="16202"/>
                    <a:pt x="48391" y="16110"/>
                    <a:pt x="48391" y="16019"/>
                  </a:cubicBezTo>
                  <a:lnTo>
                    <a:pt x="48391" y="11946"/>
                  </a:lnTo>
                  <a:cubicBezTo>
                    <a:pt x="48391" y="11855"/>
                    <a:pt x="48360" y="11794"/>
                    <a:pt x="48269" y="11764"/>
                  </a:cubicBezTo>
                  <a:lnTo>
                    <a:pt x="27326" y="3496"/>
                  </a:lnTo>
                  <a:lnTo>
                    <a:pt x="27326" y="183"/>
                  </a:lnTo>
                  <a:cubicBezTo>
                    <a:pt x="27326" y="62"/>
                    <a:pt x="27235" y="1"/>
                    <a:pt x="27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0"/>
            <p:cNvSpPr/>
            <p:nvPr/>
          </p:nvSpPr>
          <p:spPr>
            <a:xfrm>
              <a:off x="1176901" y="4002074"/>
              <a:ext cx="123515" cy="76095"/>
            </a:xfrm>
            <a:custGeom>
              <a:rect b="b" l="l" r="r" t="t"/>
              <a:pathLst>
                <a:path extrusionOk="0" h="6536" w="10609">
                  <a:moveTo>
                    <a:pt x="1" y="1"/>
                  </a:moveTo>
                  <a:lnTo>
                    <a:pt x="1" y="6536"/>
                  </a:lnTo>
                  <a:lnTo>
                    <a:pt x="10609" y="6536"/>
                  </a:lnTo>
                  <a:lnTo>
                    <a:pt x="106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0"/>
            <p:cNvSpPr/>
            <p:nvPr/>
          </p:nvSpPr>
          <p:spPr>
            <a:xfrm>
              <a:off x="1174433" y="3999955"/>
              <a:ext cx="128114" cy="80345"/>
            </a:xfrm>
            <a:custGeom>
              <a:rect b="b" l="l" r="r" t="t"/>
              <a:pathLst>
                <a:path extrusionOk="0" h="6901" w="11004">
                  <a:moveTo>
                    <a:pt x="10639" y="365"/>
                  </a:moveTo>
                  <a:lnTo>
                    <a:pt x="10639" y="6536"/>
                  </a:lnTo>
                  <a:lnTo>
                    <a:pt x="395" y="6536"/>
                  </a:lnTo>
                  <a:lnTo>
                    <a:pt x="395" y="365"/>
                  </a:lnTo>
                  <a:close/>
                  <a:moveTo>
                    <a:pt x="213" y="1"/>
                  </a:moveTo>
                  <a:cubicBezTo>
                    <a:pt x="91" y="1"/>
                    <a:pt x="0" y="92"/>
                    <a:pt x="0" y="183"/>
                  </a:cubicBezTo>
                  <a:lnTo>
                    <a:pt x="0" y="6718"/>
                  </a:lnTo>
                  <a:cubicBezTo>
                    <a:pt x="0" y="6809"/>
                    <a:pt x="91" y="6900"/>
                    <a:pt x="213" y="6900"/>
                  </a:cubicBezTo>
                  <a:lnTo>
                    <a:pt x="10821" y="6900"/>
                  </a:lnTo>
                  <a:cubicBezTo>
                    <a:pt x="10912" y="6900"/>
                    <a:pt x="11003" y="6809"/>
                    <a:pt x="11003" y="6718"/>
                  </a:cubicBezTo>
                  <a:lnTo>
                    <a:pt x="11003" y="183"/>
                  </a:lnTo>
                  <a:cubicBezTo>
                    <a:pt x="11003" y="92"/>
                    <a:pt x="10912" y="1"/>
                    <a:pt x="10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0"/>
            <p:cNvSpPr/>
            <p:nvPr/>
          </p:nvSpPr>
          <p:spPr>
            <a:xfrm>
              <a:off x="894129" y="4369497"/>
              <a:ext cx="62299" cy="53032"/>
            </a:xfrm>
            <a:custGeom>
              <a:rect b="b" l="l" r="r" t="t"/>
              <a:pathLst>
                <a:path extrusionOk="0" h="4555" w="5351">
                  <a:moveTo>
                    <a:pt x="3032" y="0"/>
                  </a:moveTo>
                  <a:cubicBezTo>
                    <a:pt x="2471" y="0"/>
                    <a:pt x="1898" y="205"/>
                    <a:pt x="1429" y="664"/>
                  </a:cubicBezTo>
                  <a:cubicBezTo>
                    <a:pt x="1" y="2123"/>
                    <a:pt x="1034" y="4555"/>
                    <a:pt x="3071" y="4555"/>
                  </a:cubicBezTo>
                  <a:cubicBezTo>
                    <a:pt x="4317" y="4555"/>
                    <a:pt x="5350" y="3552"/>
                    <a:pt x="5350" y="2275"/>
                  </a:cubicBezTo>
                  <a:cubicBezTo>
                    <a:pt x="5350" y="914"/>
                    <a:pt x="4216" y="0"/>
                    <a:pt x="3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0"/>
            <p:cNvSpPr/>
            <p:nvPr/>
          </p:nvSpPr>
          <p:spPr>
            <a:xfrm>
              <a:off x="890950" y="4367192"/>
              <a:ext cx="67596" cy="57817"/>
            </a:xfrm>
            <a:custGeom>
              <a:rect b="b" l="l" r="r" t="t"/>
              <a:pathLst>
                <a:path extrusionOk="0" h="4966" w="5806">
                  <a:moveTo>
                    <a:pt x="3313" y="376"/>
                  </a:moveTo>
                  <a:cubicBezTo>
                    <a:pt x="4499" y="376"/>
                    <a:pt x="5411" y="1349"/>
                    <a:pt x="5411" y="2504"/>
                  </a:cubicBezTo>
                  <a:cubicBezTo>
                    <a:pt x="5411" y="3755"/>
                    <a:pt x="4386" y="4591"/>
                    <a:pt x="3308" y="4591"/>
                  </a:cubicBezTo>
                  <a:cubicBezTo>
                    <a:pt x="2790" y="4591"/>
                    <a:pt x="2259" y="4397"/>
                    <a:pt x="1824" y="3963"/>
                  </a:cubicBezTo>
                  <a:cubicBezTo>
                    <a:pt x="517" y="2656"/>
                    <a:pt x="1459" y="406"/>
                    <a:pt x="3313" y="406"/>
                  </a:cubicBezTo>
                  <a:lnTo>
                    <a:pt x="3313" y="376"/>
                  </a:lnTo>
                  <a:close/>
                  <a:moveTo>
                    <a:pt x="3312" y="0"/>
                  </a:moveTo>
                  <a:cubicBezTo>
                    <a:pt x="2703" y="0"/>
                    <a:pt x="2083" y="229"/>
                    <a:pt x="1581" y="741"/>
                  </a:cubicBezTo>
                  <a:cubicBezTo>
                    <a:pt x="0" y="2291"/>
                    <a:pt x="1125" y="4966"/>
                    <a:pt x="3313" y="4966"/>
                  </a:cubicBezTo>
                  <a:cubicBezTo>
                    <a:pt x="4681" y="4966"/>
                    <a:pt x="5806" y="3841"/>
                    <a:pt x="5806" y="2473"/>
                  </a:cubicBezTo>
                  <a:cubicBezTo>
                    <a:pt x="5806" y="994"/>
                    <a:pt x="4583" y="0"/>
                    <a:pt x="3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0"/>
            <p:cNvSpPr/>
            <p:nvPr/>
          </p:nvSpPr>
          <p:spPr>
            <a:xfrm>
              <a:off x="914307" y="4384704"/>
              <a:ext cx="26906" cy="22971"/>
            </a:xfrm>
            <a:custGeom>
              <a:rect b="b" l="l" r="r" t="t"/>
              <a:pathLst>
                <a:path extrusionOk="0" h="1973" w="2311">
                  <a:moveTo>
                    <a:pt x="1309" y="1"/>
                  </a:moveTo>
                  <a:cubicBezTo>
                    <a:pt x="1066" y="1"/>
                    <a:pt x="816" y="93"/>
                    <a:pt x="608" y="301"/>
                  </a:cubicBezTo>
                  <a:cubicBezTo>
                    <a:pt x="0" y="908"/>
                    <a:pt x="456" y="1972"/>
                    <a:pt x="1307" y="1972"/>
                  </a:cubicBezTo>
                  <a:cubicBezTo>
                    <a:pt x="1854" y="1972"/>
                    <a:pt x="2310" y="1516"/>
                    <a:pt x="2310" y="969"/>
                  </a:cubicBezTo>
                  <a:cubicBezTo>
                    <a:pt x="2290" y="395"/>
                    <a:pt x="1813" y="1"/>
                    <a:pt x="13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0"/>
            <p:cNvSpPr/>
            <p:nvPr/>
          </p:nvSpPr>
          <p:spPr>
            <a:xfrm>
              <a:off x="911477" y="4382806"/>
              <a:ext cx="31854" cy="27348"/>
            </a:xfrm>
            <a:custGeom>
              <a:rect b="b" l="l" r="r" t="t"/>
              <a:pathLst>
                <a:path extrusionOk="0" h="2349" w="2736">
                  <a:moveTo>
                    <a:pt x="1550" y="342"/>
                  </a:moveTo>
                  <a:cubicBezTo>
                    <a:pt x="2006" y="342"/>
                    <a:pt x="2371" y="707"/>
                    <a:pt x="2341" y="1163"/>
                  </a:cubicBezTo>
                  <a:cubicBezTo>
                    <a:pt x="2341" y="1634"/>
                    <a:pt x="1954" y="1953"/>
                    <a:pt x="1553" y="1953"/>
                  </a:cubicBezTo>
                  <a:cubicBezTo>
                    <a:pt x="1359" y="1953"/>
                    <a:pt x="1162" y="1878"/>
                    <a:pt x="1003" y="1710"/>
                  </a:cubicBezTo>
                  <a:cubicBezTo>
                    <a:pt x="486" y="1223"/>
                    <a:pt x="851" y="372"/>
                    <a:pt x="1550" y="372"/>
                  </a:cubicBezTo>
                  <a:lnTo>
                    <a:pt x="1550" y="342"/>
                  </a:lnTo>
                  <a:close/>
                  <a:moveTo>
                    <a:pt x="1547" y="1"/>
                  </a:moveTo>
                  <a:cubicBezTo>
                    <a:pt x="1258" y="1"/>
                    <a:pt x="965" y="106"/>
                    <a:pt x="730" y="342"/>
                  </a:cubicBezTo>
                  <a:cubicBezTo>
                    <a:pt x="0" y="1071"/>
                    <a:pt x="517" y="2348"/>
                    <a:pt x="1550" y="2348"/>
                  </a:cubicBezTo>
                  <a:cubicBezTo>
                    <a:pt x="2219" y="2318"/>
                    <a:pt x="2736" y="1801"/>
                    <a:pt x="2736" y="1163"/>
                  </a:cubicBezTo>
                  <a:cubicBezTo>
                    <a:pt x="2736" y="463"/>
                    <a:pt x="2151" y="1"/>
                    <a:pt x="15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0"/>
            <p:cNvSpPr/>
            <p:nvPr/>
          </p:nvSpPr>
          <p:spPr>
            <a:xfrm>
              <a:off x="1502935" y="4369497"/>
              <a:ext cx="62287" cy="53032"/>
            </a:xfrm>
            <a:custGeom>
              <a:rect b="b" l="l" r="r" t="t"/>
              <a:pathLst>
                <a:path extrusionOk="0" h="4555" w="5350">
                  <a:moveTo>
                    <a:pt x="3031" y="0"/>
                  </a:moveTo>
                  <a:cubicBezTo>
                    <a:pt x="2470" y="0"/>
                    <a:pt x="1898" y="205"/>
                    <a:pt x="1429" y="664"/>
                  </a:cubicBezTo>
                  <a:cubicBezTo>
                    <a:pt x="0" y="2123"/>
                    <a:pt x="1034" y="4555"/>
                    <a:pt x="3070" y="4555"/>
                  </a:cubicBezTo>
                  <a:cubicBezTo>
                    <a:pt x="4316" y="4555"/>
                    <a:pt x="5350" y="3552"/>
                    <a:pt x="5350" y="2275"/>
                  </a:cubicBezTo>
                  <a:cubicBezTo>
                    <a:pt x="5350" y="914"/>
                    <a:pt x="4216" y="0"/>
                    <a:pt x="30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0"/>
            <p:cNvSpPr/>
            <p:nvPr/>
          </p:nvSpPr>
          <p:spPr>
            <a:xfrm>
              <a:off x="1495748" y="4367200"/>
              <a:ext cx="76821" cy="57804"/>
            </a:xfrm>
            <a:custGeom>
              <a:rect b="b" l="l" r="r" t="t"/>
              <a:pathLst>
                <a:path extrusionOk="0" h="4966" w="5776">
                  <a:moveTo>
                    <a:pt x="3313" y="376"/>
                  </a:moveTo>
                  <a:cubicBezTo>
                    <a:pt x="4468" y="376"/>
                    <a:pt x="5410" y="1318"/>
                    <a:pt x="5410" y="2504"/>
                  </a:cubicBezTo>
                  <a:cubicBezTo>
                    <a:pt x="5410" y="3762"/>
                    <a:pt x="4360" y="4601"/>
                    <a:pt x="3277" y="4601"/>
                  </a:cubicBezTo>
                  <a:cubicBezTo>
                    <a:pt x="2764" y="4601"/>
                    <a:pt x="2244" y="4413"/>
                    <a:pt x="1824" y="3993"/>
                  </a:cubicBezTo>
                  <a:cubicBezTo>
                    <a:pt x="486" y="2656"/>
                    <a:pt x="1429" y="406"/>
                    <a:pt x="3313" y="406"/>
                  </a:cubicBezTo>
                  <a:lnTo>
                    <a:pt x="3313" y="376"/>
                  </a:lnTo>
                  <a:close/>
                  <a:moveTo>
                    <a:pt x="3282" y="0"/>
                  </a:moveTo>
                  <a:cubicBezTo>
                    <a:pt x="2673" y="0"/>
                    <a:pt x="2052" y="229"/>
                    <a:pt x="1550" y="741"/>
                  </a:cubicBezTo>
                  <a:cubicBezTo>
                    <a:pt x="0" y="2291"/>
                    <a:pt x="1094" y="4966"/>
                    <a:pt x="3313" y="4966"/>
                  </a:cubicBezTo>
                  <a:cubicBezTo>
                    <a:pt x="4651" y="4966"/>
                    <a:pt x="5775" y="3841"/>
                    <a:pt x="5775" y="2473"/>
                  </a:cubicBezTo>
                  <a:cubicBezTo>
                    <a:pt x="5775" y="994"/>
                    <a:pt x="4553" y="0"/>
                    <a:pt x="32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0"/>
            <p:cNvSpPr/>
            <p:nvPr/>
          </p:nvSpPr>
          <p:spPr>
            <a:xfrm>
              <a:off x="1528335" y="4384704"/>
              <a:ext cx="26906" cy="22971"/>
            </a:xfrm>
            <a:custGeom>
              <a:rect b="b" l="l" r="r" t="t"/>
              <a:pathLst>
                <a:path extrusionOk="0" h="1973" w="2311">
                  <a:moveTo>
                    <a:pt x="1325" y="1"/>
                  </a:moveTo>
                  <a:cubicBezTo>
                    <a:pt x="1083" y="1"/>
                    <a:pt x="837" y="93"/>
                    <a:pt x="639" y="301"/>
                  </a:cubicBezTo>
                  <a:cubicBezTo>
                    <a:pt x="1" y="908"/>
                    <a:pt x="457" y="1972"/>
                    <a:pt x="1308" y="1972"/>
                  </a:cubicBezTo>
                  <a:cubicBezTo>
                    <a:pt x="1855" y="1972"/>
                    <a:pt x="2311" y="1516"/>
                    <a:pt x="2311" y="969"/>
                  </a:cubicBezTo>
                  <a:cubicBezTo>
                    <a:pt x="2311" y="395"/>
                    <a:pt x="1827" y="1"/>
                    <a:pt x="13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0"/>
            <p:cNvSpPr/>
            <p:nvPr/>
          </p:nvSpPr>
          <p:spPr>
            <a:xfrm>
              <a:off x="1525506" y="4382806"/>
              <a:ext cx="31866" cy="27348"/>
            </a:xfrm>
            <a:custGeom>
              <a:rect b="b" l="l" r="r" t="t"/>
              <a:pathLst>
                <a:path extrusionOk="0" h="2349" w="2737">
                  <a:moveTo>
                    <a:pt x="1581" y="342"/>
                  </a:moveTo>
                  <a:cubicBezTo>
                    <a:pt x="2007" y="342"/>
                    <a:pt x="2371" y="707"/>
                    <a:pt x="2371" y="1163"/>
                  </a:cubicBezTo>
                  <a:cubicBezTo>
                    <a:pt x="2371" y="1634"/>
                    <a:pt x="1971" y="1953"/>
                    <a:pt x="1561" y="1953"/>
                  </a:cubicBezTo>
                  <a:cubicBezTo>
                    <a:pt x="1363" y="1953"/>
                    <a:pt x="1162" y="1878"/>
                    <a:pt x="1004" y="1710"/>
                  </a:cubicBezTo>
                  <a:cubicBezTo>
                    <a:pt x="517" y="1223"/>
                    <a:pt x="852" y="372"/>
                    <a:pt x="1581" y="372"/>
                  </a:cubicBezTo>
                  <a:lnTo>
                    <a:pt x="1581" y="342"/>
                  </a:lnTo>
                  <a:close/>
                  <a:moveTo>
                    <a:pt x="1561" y="1"/>
                  </a:moveTo>
                  <a:cubicBezTo>
                    <a:pt x="1272" y="1"/>
                    <a:pt x="976" y="106"/>
                    <a:pt x="730" y="342"/>
                  </a:cubicBezTo>
                  <a:cubicBezTo>
                    <a:pt x="1" y="1071"/>
                    <a:pt x="517" y="2348"/>
                    <a:pt x="1581" y="2348"/>
                  </a:cubicBezTo>
                  <a:cubicBezTo>
                    <a:pt x="2219" y="2348"/>
                    <a:pt x="2736" y="1801"/>
                    <a:pt x="2736" y="1163"/>
                  </a:cubicBezTo>
                  <a:cubicBezTo>
                    <a:pt x="2736" y="463"/>
                    <a:pt x="2165" y="1"/>
                    <a:pt x="1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0"/>
            <p:cNvSpPr/>
            <p:nvPr/>
          </p:nvSpPr>
          <p:spPr>
            <a:xfrm>
              <a:off x="1218666" y="4257254"/>
              <a:ext cx="41773" cy="142621"/>
            </a:xfrm>
            <a:custGeom>
              <a:rect b="b" l="l" r="r" t="t"/>
              <a:pathLst>
                <a:path extrusionOk="0" h="12250" w="3588">
                  <a:moveTo>
                    <a:pt x="1" y="0"/>
                  </a:moveTo>
                  <a:lnTo>
                    <a:pt x="882" y="12250"/>
                  </a:lnTo>
                  <a:lnTo>
                    <a:pt x="2706" y="12250"/>
                  </a:lnTo>
                  <a:lnTo>
                    <a:pt x="35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0"/>
            <p:cNvSpPr/>
            <p:nvPr/>
          </p:nvSpPr>
          <p:spPr>
            <a:xfrm>
              <a:off x="1216186" y="4255123"/>
              <a:ext cx="46721" cy="146940"/>
            </a:xfrm>
            <a:custGeom>
              <a:rect b="b" l="l" r="r" t="t"/>
              <a:pathLst>
                <a:path extrusionOk="0" h="12621" w="4013">
                  <a:moveTo>
                    <a:pt x="3587" y="396"/>
                  </a:moveTo>
                  <a:lnTo>
                    <a:pt x="2736" y="12250"/>
                  </a:lnTo>
                  <a:lnTo>
                    <a:pt x="1277" y="12250"/>
                  </a:lnTo>
                  <a:lnTo>
                    <a:pt x="426" y="396"/>
                  </a:lnTo>
                  <a:close/>
                  <a:moveTo>
                    <a:pt x="214" y="1"/>
                  </a:moveTo>
                  <a:cubicBezTo>
                    <a:pt x="153" y="1"/>
                    <a:pt x="92" y="31"/>
                    <a:pt x="62" y="62"/>
                  </a:cubicBezTo>
                  <a:cubicBezTo>
                    <a:pt x="31" y="92"/>
                    <a:pt x="1" y="153"/>
                    <a:pt x="31" y="214"/>
                  </a:cubicBezTo>
                  <a:lnTo>
                    <a:pt x="913" y="12463"/>
                  </a:lnTo>
                  <a:cubicBezTo>
                    <a:pt x="913" y="12554"/>
                    <a:pt x="1004" y="12615"/>
                    <a:pt x="1095" y="12615"/>
                  </a:cubicBezTo>
                  <a:lnTo>
                    <a:pt x="2919" y="12615"/>
                  </a:lnTo>
                  <a:cubicBezTo>
                    <a:pt x="2931" y="12619"/>
                    <a:pt x="2943" y="12621"/>
                    <a:pt x="2955" y="12621"/>
                  </a:cubicBezTo>
                  <a:cubicBezTo>
                    <a:pt x="3033" y="12621"/>
                    <a:pt x="3101" y="12542"/>
                    <a:pt x="3101" y="12463"/>
                  </a:cubicBezTo>
                  <a:lnTo>
                    <a:pt x="4013" y="214"/>
                  </a:lnTo>
                  <a:cubicBezTo>
                    <a:pt x="4013" y="153"/>
                    <a:pt x="3983" y="92"/>
                    <a:pt x="3952" y="62"/>
                  </a:cubicBezTo>
                  <a:cubicBezTo>
                    <a:pt x="3922" y="31"/>
                    <a:pt x="3861" y="1"/>
                    <a:pt x="38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0"/>
            <p:cNvSpPr/>
            <p:nvPr/>
          </p:nvSpPr>
          <p:spPr>
            <a:xfrm>
              <a:off x="1228226" y="4369439"/>
              <a:ext cx="20887" cy="59109"/>
            </a:xfrm>
            <a:custGeom>
              <a:rect b="b" l="l" r="r" t="t"/>
              <a:pathLst>
                <a:path extrusionOk="0" h="5077" w="1794">
                  <a:moveTo>
                    <a:pt x="0" y="1"/>
                  </a:moveTo>
                  <a:lnTo>
                    <a:pt x="0" y="5077"/>
                  </a:lnTo>
                  <a:lnTo>
                    <a:pt x="1794" y="5077"/>
                  </a:lnTo>
                  <a:lnTo>
                    <a:pt x="17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0"/>
            <p:cNvSpPr/>
            <p:nvPr/>
          </p:nvSpPr>
          <p:spPr>
            <a:xfrm>
              <a:off x="1226095" y="4367320"/>
              <a:ext cx="25136" cy="63347"/>
            </a:xfrm>
            <a:custGeom>
              <a:rect b="b" l="l" r="r" t="t"/>
              <a:pathLst>
                <a:path extrusionOk="0" h="5441" w="2159">
                  <a:moveTo>
                    <a:pt x="1794" y="365"/>
                  </a:moveTo>
                  <a:lnTo>
                    <a:pt x="1794" y="5046"/>
                  </a:lnTo>
                  <a:lnTo>
                    <a:pt x="366" y="5046"/>
                  </a:lnTo>
                  <a:lnTo>
                    <a:pt x="366" y="365"/>
                  </a:lnTo>
                  <a:close/>
                  <a:moveTo>
                    <a:pt x="183" y="0"/>
                  </a:moveTo>
                  <a:cubicBezTo>
                    <a:pt x="62" y="0"/>
                    <a:pt x="1" y="91"/>
                    <a:pt x="1" y="183"/>
                  </a:cubicBezTo>
                  <a:lnTo>
                    <a:pt x="1" y="5259"/>
                  </a:lnTo>
                  <a:cubicBezTo>
                    <a:pt x="1" y="5350"/>
                    <a:pt x="62" y="5441"/>
                    <a:pt x="183" y="5441"/>
                  </a:cubicBezTo>
                  <a:lnTo>
                    <a:pt x="1977" y="5441"/>
                  </a:lnTo>
                  <a:cubicBezTo>
                    <a:pt x="2068" y="5441"/>
                    <a:pt x="2159" y="5350"/>
                    <a:pt x="2159" y="5259"/>
                  </a:cubicBezTo>
                  <a:lnTo>
                    <a:pt x="2159" y="183"/>
                  </a:lnTo>
                  <a:cubicBezTo>
                    <a:pt x="2159" y="91"/>
                    <a:pt x="2068" y="0"/>
                    <a:pt x="19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0"/>
            <p:cNvSpPr/>
            <p:nvPr/>
          </p:nvSpPr>
          <p:spPr>
            <a:xfrm>
              <a:off x="1045249" y="3919603"/>
              <a:ext cx="402027" cy="117880"/>
            </a:xfrm>
            <a:custGeom>
              <a:rect b="b" l="l" r="r" t="t"/>
              <a:pathLst>
                <a:path extrusionOk="0" h="10125" w="34531">
                  <a:moveTo>
                    <a:pt x="32703" y="1"/>
                  </a:moveTo>
                  <a:cubicBezTo>
                    <a:pt x="32684" y="1"/>
                    <a:pt x="32665" y="1"/>
                    <a:pt x="32646" y="2"/>
                  </a:cubicBezTo>
                  <a:lnTo>
                    <a:pt x="1612" y="974"/>
                  </a:lnTo>
                  <a:cubicBezTo>
                    <a:pt x="700" y="1005"/>
                    <a:pt x="1" y="1734"/>
                    <a:pt x="31" y="2646"/>
                  </a:cubicBezTo>
                  <a:lnTo>
                    <a:pt x="244" y="8543"/>
                  </a:lnTo>
                  <a:cubicBezTo>
                    <a:pt x="244" y="9436"/>
                    <a:pt x="972" y="10124"/>
                    <a:pt x="1830" y="10124"/>
                  </a:cubicBezTo>
                  <a:cubicBezTo>
                    <a:pt x="1848" y="10124"/>
                    <a:pt x="1867" y="10124"/>
                    <a:pt x="1885" y="10123"/>
                  </a:cubicBezTo>
                  <a:lnTo>
                    <a:pt x="32950" y="9120"/>
                  </a:lnTo>
                  <a:cubicBezTo>
                    <a:pt x="33831" y="9090"/>
                    <a:pt x="34530" y="8361"/>
                    <a:pt x="34500" y="7479"/>
                  </a:cubicBezTo>
                  <a:lnTo>
                    <a:pt x="34317" y="1552"/>
                  </a:lnTo>
                  <a:cubicBezTo>
                    <a:pt x="34288" y="689"/>
                    <a:pt x="33588" y="1"/>
                    <a:pt x="327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0"/>
            <p:cNvSpPr/>
            <p:nvPr/>
          </p:nvSpPr>
          <p:spPr>
            <a:xfrm>
              <a:off x="1088423" y="3919603"/>
              <a:ext cx="402027" cy="117880"/>
            </a:xfrm>
            <a:custGeom>
              <a:rect b="b" l="l" r="r" t="t"/>
              <a:pathLst>
                <a:path extrusionOk="0" h="10125" w="34531">
                  <a:moveTo>
                    <a:pt x="32701" y="1"/>
                  </a:moveTo>
                  <a:cubicBezTo>
                    <a:pt x="32683" y="1"/>
                    <a:pt x="32664" y="1"/>
                    <a:pt x="32646" y="2"/>
                  </a:cubicBezTo>
                  <a:lnTo>
                    <a:pt x="1581" y="974"/>
                  </a:lnTo>
                  <a:cubicBezTo>
                    <a:pt x="700" y="1005"/>
                    <a:pt x="1" y="1734"/>
                    <a:pt x="31" y="2646"/>
                  </a:cubicBezTo>
                  <a:lnTo>
                    <a:pt x="214" y="8543"/>
                  </a:lnTo>
                  <a:cubicBezTo>
                    <a:pt x="243" y="9436"/>
                    <a:pt x="972" y="10124"/>
                    <a:pt x="1830" y="10124"/>
                  </a:cubicBezTo>
                  <a:cubicBezTo>
                    <a:pt x="1849" y="10124"/>
                    <a:pt x="1867" y="10124"/>
                    <a:pt x="1885" y="10123"/>
                  </a:cubicBezTo>
                  <a:lnTo>
                    <a:pt x="32919" y="9120"/>
                  </a:lnTo>
                  <a:cubicBezTo>
                    <a:pt x="33831" y="9090"/>
                    <a:pt x="34530" y="8361"/>
                    <a:pt x="34500" y="7479"/>
                  </a:cubicBezTo>
                  <a:lnTo>
                    <a:pt x="34318" y="1552"/>
                  </a:lnTo>
                  <a:cubicBezTo>
                    <a:pt x="34288" y="689"/>
                    <a:pt x="33559" y="1"/>
                    <a:pt x="32701"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0"/>
            <p:cNvSpPr/>
            <p:nvPr/>
          </p:nvSpPr>
          <p:spPr>
            <a:xfrm>
              <a:off x="1086304" y="3917135"/>
              <a:ext cx="406265" cy="122456"/>
            </a:xfrm>
            <a:custGeom>
              <a:rect b="b" l="l" r="r" t="t"/>
              <a:pathLst>
                <a:path extrusionOk="0" h="10518" w="34895">
                  <a:moveTo>
                    <a:pt x="32889" y="396"/>
                  </a:moveTo>
                  <a:cubicBezTo>
                    <a:pt x="33649" y="396"/>
                    <a:pt x="34257" y="1004"/>
                    <a:pt x="34287" y="1764"/>
                  </a:cubicBezTo>
                  <a:lnTo>
                    <a:pt x="34469" y="7691"/>
                  </a:lnTo>
                  <a:cubicBezTo>
                    <a:pt x="34500" y="8481"/>
                    <a:pt x="33892" y="9120"/>
                    <a:pt x="33101" y="9150"/>
                  </a:cubicBezTo>
                  <a:lnTo>
                    <a:pt x="2067" y="10123"/>
                  </a:lnTo>
                  <a:cubicBezTo>
                    <a:pt x="2034" y="10125"/>
                    <a:pt x="2000" y="10127"/>
                    <a:pt x="1967" y="10127"/>
                  </a:cubicBezTo>
                  <a:cubicBezTo>
                    <a:pt x="1611" y="10127"/>
                    <a:pt x="1284" y="9980"/>
                    <a:pt x="1034" y="9758"/>
                  </a:cubicBezTo>
                  <a:cubicBezTo>
                    <a:pt x="760" y="9484"/>
                    <a:pt x="608" y="9150"/>
                    <a:pt x="578" y="8755"/>
                  </a:cubicBezTo>
                  <a:lnTo>
                    <a:pt x="396" y="2828"/>
                  </a:lnTo>
                  <a:cubicBezTo>
                    <a:pt x="365" y="2068"/>
                    <a:pt x="1004" y="1399"/>
                    <a:pt x="1794" y="1369"/>
                  </a:cubicBezTo>
                  <a:lnTo>
                    <a:pt x="32828" y="396"/>
                  </a:lnTo>
                  <a:close/>
                  <a:moveTo>
                    <a:pt x="32828" y="1"/>
                  </a:moveTo>
                  <a:lnTo>
                    <a:pt x="1763" y="1004"/>
                  </a:lnTo>
                  <a:cubicBezTo>
                    <a:pt x="760" y="1034"/>
                    <a:pt x="1" y="1855"/>
                    <a:pt x="31" y="2858"/>
                  </a:cubicBezTo>
                  <a:lnTo>
                    <a:pt x="213" y="8785"/>
                  </a:lnTo>
                  <a:cubicBezTo>
                    <a:pt x="244" y="9728"/>
                    <a:pt x="1034" y="10518"/>
                    <a:pt x="2007" y="10518"/>
                  </a:cubicBezTo>
                  <a:lnTo>
                    <a:pt x="2067" y="10518"/>
                  </a:lnTo>
                  <a:lnTo>
                    <a:pt x="33132" y="9545"/>
                  </a:lnTo>
                  <a:cubicBezTo>
                    <a:pt x="34135" y="9515"/>
                    <a:pt x="34895" y="8664"/>
                    <a:pt x="34864" y="7691"/>
                  </a:cubicBezTo>
                  <a:lnTo>
                    <a:pt x="34682" y="1764"/>
                  </a:lnTo>
                  <a:cubicBezTo>
                    <a:pt x="34682" y="1278"/>
                    <a:pt x="34469" y="822"/>
                    <a:pt x="34135" y="518"/>
                  </a:cubicBezTo>
                  <a:cubicBezTo>
                    <a:pt x="33770" y="183"/>
                    <a:pt x="33314" y="1"/>
                    <a:pt x="328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0"/>
            <p:cNvSpPr/>
            <p:nvPr/>
          </p:nvSpPr>
          <p:spPr>
            <a:xfrm>
              <a:off x="1045249" y="3919603"/>
              <a:ext cx="402027" cy="117880"/>
            </a:xfrm>
            <a:custGeom>
              <a:rect b="b" l="l" r="r" t="t"/>
              <a:pathLst>
                <a:path extrusionOk="0" h="10125" w="34531">
                  <a:moveTo>
                    <a:pt x="32703" y="1"/>
                  </a:moveTo>
                  <a:cubicBezTo>
                    <a:pt x="32684" y="1"/>
                    <a:pt x="32665" y="1"/>
                    <a:pt x="32646" y="2"/>
                  </a:cubicBezTo>
                  <a:lnTo>
                    <a:pt x="1612" y="974"/>
                  </a:lnTo>
                  <a:cubicBezTo>
                    <a:pt x="700" y="1005"/>
                    <a:pt x="1" y="1734"/>
                    <a:pt x="31" y="2646"/>
                  </a:cubicBezTo>
                  <a:lnTo>
                    <a:pt x="244" y="8543"/>
                  </a:lnTo>
                  <a:cubicBezTo>
                    <a:pt x="244" y="9436"/>
                    <a:pt x="972" y="10124"/>
                    <a:pt x="1830" y="10124"/>
                  </a:cubicBezTo>
                  <a:cubicBezTo>
                    <a:pt x="1848" y="10124"/>
                    <a:pt x="1867" y="10124"/>
                    <a:pt x="1885" y="10123"/>
                  </a:cubicBezTo>
                  <a:lnTo>
                    <a:pt x="32950" y="9120"/>
                  </a:lnTo>
                  <a:cubicBezTo>
                    <a:pt x="33831" y="9090"/>
                    <a:pt x="34530" y="8361"/>
                    <a:pt x="34500" y="7479"/>
                  </a:cubicBezTo>
                  <a:lnTo>
                    <a:pt x="34317" y="1552"/>
                  </a:lnTo>
                  <a:cubicBezTo>
                    <a:pt x="34288" y="689"/>
                    <a:pt x="33588" y="1"/>
                    <a:pt x="327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0"/>
            <p:cNvSpPr/>
            <p:nvPr/>
          </p:nvSpPr>
          <p:spPr>
            <a:xfrm>
              <a:off x="1043130" y="3917135"/>
              <a:ext cx="406265" cy="122456"/>
            </a:xfrm>
            <a:custGeom>
              <a:rect b="b" l="l" r="r" t="t"/>
              <a:pathLst>
                <a:path extrusionOk="0" h="10518" w="34895">
                  <a:moveTo>
                    <a:pt x="32888" y="396"/>
                  </a:moveTo>
                  <a:cubicBezTo>
                    <a:pt x="33648" y="396"/>
                    <a:pt x="34287" y="1004"/>
                    <a:pt x="34317" y="1764"/>
                  </a:cubicBezTo>
                  <a:lnTo>
                    <a:pt x="34499" y="7691"/>
                  </a:lnTo>
                  <a:cubicBezTo>
                    <a:pt x="34530" y="8481"/>
                    <a:pt x="33891" y="9120"/>
                    <a:pt x="33132" y="9150"/>
                  </a:cubicBezTo>
                  <a:lnTo>
                    <a:pt x="2067" y="10123"/>
                  </a:lnTo>
                  <a:cubicBezTo>
                    <a:pt x="2034" y="10125"/>
                    <a:pt x="2000" y="10127"/>
                    <a:pt x="1967" y="10127"/>
                  </a:cubicBezTo>
                  <a:cubicBezTo>
                    <a:pt x="1611" y="10127"/>
                    <a:pt x="1284" y="9980"/>
                    <a:pt x="1034" y="9758"/>
                  </a:cubicBezTo>
                  <a:cubicBezTo>
                    <a:pt x="760" y="9484"/>
                    <a:pt x="608" y="9150"/>
                    <a:pt x="608" y="8755"/>
                  </a:cubicBezTo>
                  <a:lnTo>
                    <a:pt x="395" y="2828"/>
                  </a:lnTo>
                  <a:cubicBezTo>
                    <a:pt x="395" y="2463"/>
                    <a:pt x="547" y="2098"/>
                    <a:pt x="791" y="1825"/>
                  </a:cubicBezTo>
                  <a:cubicBezTo>
                    <a:pt x="1064" y="1551"/>
                    <a:pt x="1398" y="1399"/>
                    <a:pt x="1794" y="1369"/>
                  </a:cubicBezTo>
                  <a:lnTo>
                    <a:pt x="32828" y="396"/>
                  </a:lnTo>
                  <a:close/>
                  <a:moveTo>
                    <a:pt x="32828" y="1"/>
                  </a:moveTo>
                  <a:lnTo>
                    <a:pt x="1763" y="1004"/>
                  </a:lnTo>
                  <a:cubicBezTo>
                    <a:pt x="791" y="1034"/>
                    <a:pt x="0" y="1855"/>
                    <a:pt x="31" y="2858"/>
                  </a:cubicBezTo>
                  <a:lnTo>
                    <a:pt x="213" y="8785"/>
                  </a:lnTo>
                  <a:cubicBezTo>
                    <a:pt x="243" y="9728"/>
                    <a:pt x="1034" y="10518"/>
                    <a:pt x="2006" y="10518"/>
                  </a:cubicBezTo>
                  <a:lnTo>
                    <a:pt x="2067" y="10518"/>
                  </a:lnTo>
                  <a:lnTo>
                    <a:pt x="33132" y="9545"/>
                  </a:lnTo>
                  <a:cubicBezTo>
                    <a:pt x="34135" y="9515"/>
                    <a:pt x="34895" y="8664"/>
                    <a:pt x="34864" y="7691"/>
                  </a:cubicBezTo>
                  <a:lnTo>
                    <a:pt x="34682" y="1764"/>
                  </a:lnTo>
                  <a:cubicBezTo>
                    <a:pt x="34651" y="761"/>
                    <a:pt x="33800" y="1"/>
                    <a:pt x="328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0"/>
            <p:cNvSpPr/>
            <p:nvPr/>
          </p:nvSpPr>
          <p:spPr>
            <a:xfrm>
              <a:off x="1006919" y="3757735"/>
              <a:ext cx="380547" cy="229474"/>
            </a:xfrm>
            <a:custGeom>
              <a:rect b="b" l="l" r="r" t="t"/>
              <a:pathLst>
                <a:path extrusionOk="0" h="19710" w="32686">
                  <a:moveTo>
                    <a:pt x="21642" y="1"/>
                  </a:moveTo>
                  <a:cubicBezTo>
                    <a:pt x="18300" y="1"/>
                    <a:pt x="13374" y="262"/>
                    <a:pt x="6059" y="925"/>
                  </a:cubicBezTo>
                  <a:cubicBezTo>
                    <a:pt x="5512" y="986"/>
                    <a:pt x="5086" y="1046"/>
                    <a:pt x="4873" y="1046"/>
                  </a:cubicBezTo>
                  <a:cubicBezTo>
                    <a:pt x="2168" y="1229"/>
                    <a:pt x="648" y="4116"/>
                    <a:pt x="466" y="4451"/>
                  </a:cubicBezTo>
                  <a:cubicBezTo>
                    <a:pt x="0" y="5402"/>
                    <a:pt x="788" y="6178"/>
                    <a:pt x="1572" y="6178"/>
                  </a:cubicBezTo>
                  <a:cubicBezTo>
                    <a:pt x="1966" y="6178"/>
                    <a:pt x="2360" y="5982"/>
                    <a:pt x="2594" y="5515"/>
                  </a:cubicBezTo>
                  <a:cubicBezTo>
                    <a:pt x="2837" y="4998"/>
                    <a:pt x="3870" y="3478"/>
                    <a:pt x="5056" y="3387"/>
                  </a:cubicBezTo>
                  <a:lnTo>
                    <a:pt x="6271" y="3296"/>
                  </a:lnTo>
                  <a:cubicBezTo>
                    <a:pt x="14136" y="2564"/>
                    <a:pt x="19038" y="2334"/>
                    <a:pt x="22086" y="2334"/>
                  </a:cubicBezTo>
                  <a:cubicBezTo>
                    <a:pt x="25622" y="2334"/>
                    <a:pt x="26663" y="2644"/>
                    <a:pt x="26941" y="2840"/>
                  </a:cubicBezTo>
                  <a:cubicBezTo>
                    <a:pt x="29190" y="5302"/>
                    <a:pt x="27001" y="13478"/>
                    <a:pt x="25086" y="18098"/>
                  </a:cubicBezTo>
                  <a:cubicBezTo>
                    <a:pt x="24843" y="18676"/>
                    <a:pt x="25117" y="19375"/>
                    <a:pt x="25725" y="19618"/>
                  </a:cubicBezTo>
                  <a:cubicBezTo>
                    <a:pt x="25877" y="19679"/>
                    <a:pt x="26029" y="19709"/>
                    <a:pt x="26181" y="19709"/>
                  </a:cubicBezTo>
                  <a:cubicBezTo>
                    <a:pt x="26667" y="19709"/>
                    <a:pt x="27092" y="19436"/>
                    <a:pt x="27275" y="19010"/>
                  </a:cubicBezTo>
                  <a:cubicBezTo>
                    <a:pt x="27852" y="17642"/>
                    <a:pt x="32685" y="5606"/>
                    <a:pt x="28673" y="1259"/>
                  </a:cubicBezTo>
                  <a:cubicBezTo>
                    <a:pt x="28057" y="571"/>
                    <a:pt x="26576" y="1"/>
                    <a:pt x="216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0"/>
            <p:cNvSpPr/>
            <p:nvPr/>
          </p:nvSpPr>
          <p:spPr>
            <a:xfrm>
              <a:off x="1003297" y="3755325"/>
              <a:ext cx="386997" cy="234364"/>
            </a:xfrm>
            <a:custGeom>
              <a:rect b="b" l="l" r="r" t="t"/>
              <a:pathLst>
                <a:path extrusionOk="0" h="20130" w="33240">
                  <a:moveTo>
                    <a:pt x="22006" y="401"/>
                  </a:moveTo>
                  <a:cubicBezTo>
                    <a:pt x="26844" y="401"/>
                    <a:pt x="28286" y="957"/>
                    <a:pt x="28862" y="1588"/>
                  </a:cubicBezTo>
                  <a:cubicBezTo>
                    <a:pt x="32753" y="5843"/>
                    <a:pt x="27981" y="17789"/>
                    <a:pt x="27403" y="19126"/>
                  </a:cubicBezTo>
                  <a:cubicBezTo>
                    <a:pt x="27243" y="19516"/>
                    <a:pt x="26875" y="19750"/>
                    <a:pt x="26495" y="19750"/>
                  </a:cubicBezTo>
                  <a:cubicBezTo>
                    <a:pt x="26371" y="19750"/>
                    <a:pt x="26246" y="19725"/>
                    <a:pt x="26127" y="19673"/>
                  </a:cubicBezTo>
                  <a:cubicBezTo>
                    <a:pt x="25610" y="19460"/>
                    <a:pt x="25367" y="18883"/>
                    <a:pt x="25580" y="18366"/>
                  </a:cubicBezTo>
                  <a:cubicBezTo>
                    <a:pt x="27495" y="13746"/>
                    <a:pt x="29683" y="5448"/>
                    <a:pt x="27403" y="2925"/>
                  </a:cubicBezTo>
                  <a:lnTo>
                    <a:pt x="27373" y="2925"/>
                  </a:lnTo>
                  <a:cubicBezTo>
                    <a:pt x="27039" y="2682"/>
                    <a:pt x="25975" y="2378"/>
                    <a:pt x="22327" y="2378"/>
                  </a:cubicBezTo>
                  <a:lnTo>
                    <a:pt x="22327" y="2348"/>
                  </a:lnTo>
                  <a:cubicBezTo>
                    <a:pt x="19227" y="2348"/>
                    <a:pt x="14364" y="2591"/>
                    <a:pt x="6582" y="3290"/>
                  </a:cubicBezTo>
                  <a:lnTo>
                    <a:pt x="5336" y="3412"/>
                  </a:lnTo>
                  <a:cubicBezTo>
                    <a:pt x="4060" y="3503"/>
                    <a:pt x="3026" y="5053"/>
                    <a:pt x="2722" y="5630"/>
                  </a:cubicBezTo>
                  <a:cubicBezTo>
                    <a:pt x="2546" y="6106"/>
                    <a:pt x="2194" y="6300"/>
                    <a:pt x="1838" y="6300"/>
                  </a:cubicBezTo>
                  <a:cubicBezTo>
                    <a:pt x="1147" y="6300"/>
                    <a:pt x="438" y="5571"/>
                    <a:pt x="959" y="4749"/>
                  </a:cubicBezTo>
                  <a:cubicBezTo>
                    <a:pt x="1111" y="4445"/>
                    <a:pt x="2570" y="1649"/>
                    <a:pt x="5184" y="1436"/>
                  </a:cubicBezTo>
                  <a:cubicBezTo>
                    <a:pt x="5427" y="1436"/>
                    <a:pt x="5823" y="1375"/>
                    <a:pt x="6400" y="1345"/>
                  </a:cubicBezTo>
                  <a:cubicBezTo>
                    <a:pt x="13753" y="664"/>
                    <a:pt x="18681" y="401"/>
                    <a:pt x="22006" y="401"/>
                  </a:cubicBezTo>
                  <a:close/>
                  <a:moveTo>
                    <a:pt x="22074" y="1"/>
                  </a:moveTo>
                  <a:cubicBezTo>
                    <a:pt x="18746" y="1"/>
                    <a:pt x="13802" y="263"/>
                    <a:pt x="6370" y="949"/>
                  </a:cubicBezTo>
                  <a:lnTo>
                    <a:pt x="5184" y="1041"/>
                  </a:lnTo>
                  <a:cubicBezTo>
                    <a:pt x="2357" y="1253"/>
                    <a:pt x="777" y="4232"/>
                    <a:pt x="625" y="4597"/>
                  </a:cubicBezTo>
                  <a:cubicBezTo>
                    <a:pt x="0" y="5705"/>
                    <a:pt x="938" y="6653"/>
                    <a:pt x="1871" y="6653"/>
                  </a:cubicBezTo>
                  <a:cubicBezTo>
                    <a:pt x="2346" y="6653"/>
                    <a:pt x="2820" y="6407"/>
                    <a:pt x="3087" y="5813"/>
                  </a:cubicBezTo>
                  <a:cubicBezTo>
                    <a:pt x="3391" y="5174"/>
                    <a:pt x="4364" y="3867"/>
                    <a:pt x="5397" y="3807"/>
                  </a:cubicBezTo>
                  <a:lnTo>
                    <a:pt x="6613" y="3685"/>
                  </a:lnTo>
                  <a:cubicBezTo>
                    <a:pt x="14433" y="2965"/>
                    <a:pt x="19282" y="2749"/>
                    <a:pt x="22289" y="2749"/>
                  </a:cubicBezTo>
                  <a:cubicBezTo>
                    <a:pt x="26013" y="2749"/>
                    <a:pt x="26911" y="3081"/>
                    <a:pt x="27130" y="3199"/>
                  </a:cubicBezTo>
                  <a:cubicBezTo>
                    <a:pt x="29288" y="5600"/>
                    <a:pt x="27130" y="13685"/>
                    <a:pt x="25215" y="18245"/>
                  </a:cubicBezTo>
                  <a:cubicBezTo>
                    <a:pt x="24850" y="19126"/>
                    <a:pt x="25519" y="20129"/>
                    <a:pt x="26492" y="20129"/>
                  </a:cubicBezTo>
                  <a:cubicBezTo>
                    <a:pt x="27069" y="20129"/>
                    <a:pt x="27586" y="19795"/>
                    <a:pt x="27799" y="19278"/>
                  </a:cubicBezTo>
                  <a:cubicBezTo>
                    <a:pt x="28376" y="17910"/>
                    <a:pt x="33239" y="5752"/>
                    <a:pt x="29166" y="1314"/>
                  </a:cubicBezTo>
                  <a:cubicBezTo>
                    <a:pt x="28535" y="646"/>
                    <a:pt x="27292" y="1"/>
                    <a:pt x="220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0"/>
            <p:cNvSpPr/>
            <p:nvPr/>
          </p:nvSpPr>
          <p:spPr>
            <a:xfrm>
              <a:off x="1881190" y="3061732"/>
              <a:ext cx="526940" cy="1368820"/>
            </a:xfrm>
            <a:custGeom>
              <a:rect b="b" l="l" r="r" t="t"/>
              <a:pathLst>
                <a:path extrusionOk="0" h="117571" w="45260">
                  <a:moveTo>
                    <a:pt x="44864" y="366"/>
                  </a:moveTo>
                  <a:lnTo>
                    <a:pt x="44864" y="117176"/>
                  </a:lnTo>
                  <a:lnTo>
                    <a:pt x="395" y="117176"/>
                  </a:lnTo>
                  <a:lnTo>
                    <a:pt x="395" y="366"/>
                  </a:lnTo>
                  <a:close/>
                  <a:moveTo>
                    <a:pt x="0" y="1"/>
                  </a:moveTo>
                  <a:lnTo>
                    <a:pt x="0" y="117571"/>
                  </a:lnTo>
                  <a:lnTo>
                    <a:pt x="45259" y="117571"/>
                  </a:lnTo>
                  <a:lnTo>
                    <a:pt x="452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0"/>
            <p:cNvSpPr/>
            <p:nvPr/>
          </p:nvSpPr>
          <p:spPr>
            <a:xfrm>
              <a:off x="1909495" y="3098188"/>
              <a:ext cx="470683" cy="344339"/>
            </a:xfrm>
            <a:custGeom>
              <a:rect b="b" l="l" r="r" t="t"/>
              <a:pathLst>
                <a:path extrusionOk="0" h="29576" w="40428">
                  <a:moveTo>
                    <a:pt x="40032" y="365"/>
                  </a:moveTo>
                  <a:lnTo>
                    <a:pt x="40032" y="29211"/>
                  </a:lnTo>
                  <a:lnTo>
                    <a:pt x="366" y="29211"/>
                  </a:lnTo>
                  <a:lnTo>
                    <a:pt x="366" y="365"/>
                  </a:lnTo>
                  <a:close/>
                  <a:moveTo>
                    <a:pt x="1" y="1"/>
                  </a:moveTo>
                  <a:lnTo>
                    <a:pt x="1" y="29576"/>
                  </a:lnTo>
                  <a:lnTo>
                    <a:pt x="40427" y="29576"/>
                  </a:lnTo>
                  <a:lnTo>
                    <a:pt x="404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0"/>
            <p:cNvSpPr/>
            <p:nvPr/>
          </p:nvSpPr>
          <p:spPr>
            <a:xfrm>
              <a:off x="2073714" y="3171100"/>
              <a:ext cx="141922" cy="91312"/>
            </a:xfrm>
            <a:custGeom>
              <a:rect b="b" l="l" r="r" t="t"/>
              <a:pathLst>
                <a:path extrusionOk="0" h="7843" w="12190">
                  <a:moveTo>
                    <a:pt x="11824" y="365"/>
                  </a:moveTo>
                  <a:lnTo>
                    <a:pt x="11824" y="7447"/>
                  </a:lnTo>
                  <a:lnTo>
                    <a:pt x="396" y="7447"/>
                  </a:lnTo>
                  <a:lnTo>
                    <a:pt x="396" y="365"/>
                  </a:lnTo>
                  <a:close/>
                  <a:moveTo>
                    <a:pt x="1" y="0"/>
                  </a:moveTo>
                  <a:lnTo>
                    <a:pt x="1" y="7842"/>
                  </a:lnTo>
                  <a:lnTo>
                    <a:pt x="12189" y="7842"/>
                  </a:lnTo>
                  <a:lnTo>
                    <a:pt x="1218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0"/>
            <p:cNvSpPr/>
            <p:nvPr/>
          </p:nvSpPr>
          <p:spPr>
            <a:xfrm>
              <a:off x="2069825" y="3291424"/>
              <a:ext cx="149699" cy="21597"/>
            </a:xfrm>
            <a:custGeom>
              <a:rect b="b" l="l" r="r" t="t"/>
              <a:pathLst>
                <a:path extrusionOk="0" h="1855" w="12858">
                  <a:moveTo>
                    <a:pt x="0" y="1"/>
                  </a:moveTo>
                  <a:lnTo>
                    <a:pt x="0" y="1855"/>
                  </a:lnTo>
                  <a:lnTo>
                    <a:pt x="12858" y="1855"/>
                  </a:lnTo>
                  <a:lnTo>
                    <a:pt x="1285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0"/>
            <p:cNvSpPr/>
            <p:nvPr/>
          </p:nvSpPr>
          <p:spPr>
            <a:xfrm>
              <a:off x="2067695" y="3289305"/>
              <a:ext cx="153949" cy="26196"/>
            </a:xfrm>
            <a:custGeom>
              <a:rect b="b" l="l" r="r" t="t"/>
              <a:pathLst>
                <a:path extrusionOk="0" h="2250" w="13223">
                  <a:moveTo>
                    <a:pt x="12858" y="365"/>
                  </a:moveTo>
                  <a:lnTo>
                    <a:pt x="12858" y="1854"/>
                  </a:lnTo>
                  <a:lnTo>
                    <a:pt x="396" y="1854"/>
                  </a:lnTo>
                  <a:lnTo>
                    <a:pt x="396" y="365"/>
                  </a:lnTo>
                  <a:close/>
                  <a:moveTo>
                    <a:pt x="1" y="0"/>
                  </a:moveTo>
                  <a:lnTo>
                    <a:pt x="1" y="2250"/>
                  </a:lnTo>
                  <a:lnTo>
                    <a:pt x="13223" y="2250"/>
                  </a:lnTo>
                  <a:lnTo>
                    <a:pt x="1322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0"/>
            <p:cNvSpPr/>
            <p:nvPr/>
          </p:nvSpPr>
          <p:spPr>
            <a:xfrm>
              <a:off x="1909495" y="3491389"/>
              <a:ext cx="470683" cy="344688"/>
            </a:xfrm>
            <a:custGeom>
              <a:rect b="b" l="l" r="r" t="t"/>
              <a:pathLst>
                <a:path extrusionOk="0" h="29606" w="40428">
                  <a:moveTo>
                    <a:pt x="40032" y="395"/>
                  </a:moveTo>
                  <a:lnTo>
                    <a:pt x="40032" y="29210"/>
                  </a:lnTo>
                  <a:lnTo>
                    <a:pt x="366" y="29210"/>
                  </a:lnTo>
                  <a:lnTo>
                    <a:pt x="366" y="395"/>
                  </a:lnTo>
                  <a:close/>
                  <a:moveTo>
                    <a:pt x="1" y="0"/>
                  </a:moveTo>
                  <a:lnTo>
                    <a:pt x="1" y="29605"/>
                  </a:lnTo>
                  <a:lnTo>
                    <a:pt x="40427" y="29605"/>
                  </a:lnTo>
                  <a:lnTo>
                    <a:pt x="404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0"/>
            <p:cNvSpPr/>
            <p:nvPr/>
          </p:nvSpPr>
          <p:spPr>
            <a:xfrm>
              <a:off x="2073714" y="3564290"/>
              <a:ext cx="141922" cy="91312"/>
            </a:xfrm>
            <a:custGeom>
              <a:rect b="b" l="l" r="r" t="t"/>
              <a:pathLst>
                <a:path extrusionOk="0" h="7843" w="12190">
                  <a:moveTo>
                    <a:pt x="11824" y="396"/>
                  </a:moveTo>
                  <a:lnTo>
                    <a:pt x="11824" y="7478"/>
                  </a:lnTo>
                  <a:lnTo>
                    <a:pt x="396" y="7478"/>
                  </a:lnTo>
                  <a:lnTo>
                    <a:pt x="396" y="396"/>
                  </a:lnTo>
                  <a:close/>
                  <a:moveTo>
                    <a:pt x="1" y="1"/>
                  </a:moveTo>
                  <a:lnTo>
                    <a:pt x="1" y="7843"/>
                  </a:lnTo>
                  <a:lnTo>
                    <a:pt x="12189" y="7843"/>
                  </a:lnTo>
                  <a:lnTo>
                    <a:pt x="1218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0"/>
            <p:cNvSpPr/>
            <p:nvPr/>
          </p:nvSpPr>
          <p:spPr>
            <a:xfrm>
              <a:off x="2069825" y="3684625"/>
              <a:ext cx="149699" cy="21946"/>
            </a:xfrm>
            <a:custGeom>
              <a:rect b="b" l="l" r="r" t="t"/>
              <a:pathLst>
                <a:path extrusionOk="0" h="1885" w="12858">
                  <a:moveTo>
                    <a:pt x="0" y="0"/>
                  </a:moveTo>
                  <a:lnTo>
                    <a:pt x="0" y="1885"/>
                  </a:lnTo>
                  <a:lnTo>
                    <a:pt x="12858" y="1885"/>
                  </a:lnTo>
                  <a:lnTo>
                    <a:pt x="1285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0"/>
            <p:cNvSpPr/>
            <p:nvPr/>
          </p:nvSpPr>
          <p:spPr>
            <a:xfrm>
              <a:off x="2067695" y="3682495"/>
              <a:ext cx="153949" cy="26196"/>
            </a:xfrm>
            <a:custGeom>
              <a:rect b="b" l="l" r="r" t="t"/>
              <a:pathLst>
                <a:path extrusionOk="0" h="2250" w="13223">
                  <a:moveTo>
                    <a:pt x="12858" y="396"/>
                  </a:moveTo>
                  <a:lnTo>
                    <a:pt x="12858" y="1885"/>
                  </a:lnTo>
                  <a:lnTo>
                    <a:pt x="396" y="1885"/>
                  </a:lnTo>
                  <a:lnTo>
                    <a:pt x="396" y="396"/>
                  </a:lnTo>
                  <a:close/>
                  <a:moveTo>
                    <a:pt x="1" y="1"/>
                  </a:moveTo>
                  <a:lnTo>
                    <a:pt x="1" y="2250"/>
                  </a:lnTo>
                  <a:lnTo>
                    <a:pt x="13223" y="2250"/>
                  </a:lnTo>
                  <a:lnTo>
                    <a:pt x="1322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0"/>
            <p:cNvSpPr/>
            <p:nvPr/>
          </p:nvSpPr>
          <p:spPr>
            <a:xfrm>
              <a:off x="1909495" y="3884929"/>
              <a:ext cx="470683" cy="344339"/>
            </a:xfrm>
            <a:custGeom>
              <a:rect b="b" l="l" r="r" t="t"/>
              <a:pathLst>
                <a:path extrusionOk="0" h="29576" w="40428">
                  <a:moveTo>
                    <a:pt x="40032" y="366"/>
                  </a:moveTo>
                  <a:lnTo>
                    <a:pt x="40032" y="29211"/>
                  </a:lnTo>
                  <a:lnTo>
                    <a:pt x="366" y="29211"/>
                  </a:lnTo>
                  <a:lnTo>
                    <a:pt x="366" y="366"/>
                  </a:lnTo>
                  <a:close/>
                  <a:moveTo>
                    <a:pt x="1" y="1"/>
                  </a:moveTo>
                  <a:lnTo>
                    <a:pt x="1" y="29576"/>
                  </a:lnTo>
                  <a:lnTo>
                    <a:pt x="40427" y="29576"/>
                  </a:lnTo>
                  <a:lnTo>
                    <a:pt x="404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0"/>
            <p:cNvSpPr/>
            <p:nvPr/>
          </p:nvSpPr>
          <p:spPr>
            <a:xfrm>
              <a:off x="2073714" y="3957841"/>
              <a:ext cx="141922" cy="91312"/>
            </a:xfrm>
            <a:custGeom>
              <a:rect b="b" l="l" r="r" t="t"/>
              <a:pathLst>
                <a:path extrusionOk="0" h="7843" w="12190">
                  <a:moveTo>
                    <a:pt x="11824" y="365"/>
                  </a:moveTo>
                  <a:lnTo>
                    <a:pt x="11824" y="7447"/>
                  </a:lnTo>
                  <a:lnTo>
                    <a:pt x="396" y="7447"/>
                  </a:lnTo>
                  <a:lnTo>
                    <a:pt x="396" y="365"/>
                  </a:lnTo>
                  <a:close/>
                  <a:moveTo>
                    <a:pt x="1" y="0"/>
                  </a:moveTo>
                  <a:lnTo>
                    <a:pt x="1" y="7843"/>
                  </a:lnTo>
                  <a:lnTo>
                    <a:pt x="12189" y="7843"/>
                  </a:lnTo>
                  <a:lnTo>
                    <a:pt x="12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0"/>
            <p:cNvSpPr/>
            <p:nvPr/>
          </p:nvSpPr>
          <p:spPr>
            <a:xfrm>
              <a:off x="2069825" y="4078165"/>
              <a:ext cx="149699" cy="21608"/>
            </a:xfrm>
            <a:custGeom>
              <a:rect b="b" l="l" r="r" t="t"/>
              <a:pathLst>
                <a:path extrusionOk="0" h="1856" w="12858">
                  <a:moveTo>
                    <a:pt x="0" y="1"/>
                  </a:moveTo>
                  <a:lnTo>
                    <a:pt x="0" y="1855"/>
                  </a:lnTo>
                  <a:lnTo>
                    <a:pt x="12858" y="1855"/>
                  </a:lnTo>
                  <a:lnTo>
                    <a:pt x="128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0"/>
            <p:cNvSpPr/>
            <p:nvPr/>
          </p:nvSpPr>
          <p:spPr>
            <a:xfrm>
              <a:off x="2067695" y="4076046"/>
              <a:ext cx="153949" cy="26196"/>
            </a:xfrm>
            <a:custGeom>
              <a:rect b="b" l="l" r="r" t="t"/>
              <a:pathLst>
                <a:path extrusionOk="0" h="2250" w="13223">
                  <a:moveTo>
                    <a:pt x="12858" y="365"/>
                  </a:moveTo>
                  <a:lnTo>
                    <a:pt x="12858" y="1855"/>
                  </a:lnTo>
                  <a:lnTo>
                    <a:pt x="396" y="1855"/>
                  </a:lnTo>
                  <a:lnTo>
                    <a:pt x="396" y="365"/>
                  </a:lnTo>
                  <a:close/>
                  <a:moveTo>
                    <a:pt x="1" y="1"/>
                  </a:moveTo>
                  <a:lnTo>
                    <a:pt x="1" y="2250"/>
                  </a:lnTo>
                  <a:lnTo>
                    <a:pt x="13223" y="2250"/>
                  </a:lnTo>
                  <a:lnTo>
                    <a:pt x="132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0"/>
            <p:cNvSpPr/>
            <p:nvPr/>
          </p:nvSpPr>
          <p:spPr>
            <a:xfrm>
              <a:off x="2519286" y="2641995"/>
              <a:ext cx="901001" cy="1788521"/>
            </a:xfrm>
            <a:custGeom>
              <a:rect b="b" l="l" r="r" t="t"/>
              <a:pathLst>
                <a:path extrusionOk="0" h="153620" w="77389">
                  <a:moveTo>
                    <a:pt x="77023" y="365"/>
                  </a:moveTo>
                  <a:lnTo>
                    <a:pt x="77023" y="153225"/>
                  </a:lnTo>
                  <a:lnTo>
                    <a:pt x="365" y="153225"/>
                  </a:lnTo>
                  <a:lnTo>
                    <a:pt x="365" y="365"/>
                  </a:lnTo>
                  <a:close/>
                  <a:moveTo>
                    <a:pt x="1" y="1"/>
                  </a:moveTo>
                  <a:lnTo>
                    <a:pt x="1" y="153620"/>
                  </a:lnTo>
                  <a:lnTo>
                    <a:pt x="77388" y="153620"/>
                  </a:lnTo>
                  <a:lnTo>
                    <a:pt x="77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0"/>
            <p:cNvSpPr/>
            <p:nvPr/>
          </p:nvSpPr>
          <p:spPr>
            <a:xfrm>
              <a:off x="2547602" y="2680931"/>
              <a:ext cx="844372" cy="1710667"/>
            </a:xfrm>
            <a:custGeom>
              <a:rect b="b" l="l" r="r" t="t"/>
              <a:pathLst>
                <a:path extrusionOk="0" h="146933" w="72525">
                  <a:moveTo>
                    <a:pt x="72129" y="395"/>
                  </a:moveTo>
                  <a:lnTo>
                    <a:pt x="72129" y="146537"/>
                  </a:lnTo>
                  <a:lnTo>
                    <a:pt x="396" y="146537"/>
                  </a:lnTo>
                  <a:lnTo>
                    <a:pt x="396" y="395"/>
                  </a:lnTo>
                  <a:close/>
                  <a:moveTo>
                    <a:pt x="0" y="0"/>
                  </a:moveTo>
                  <a:lnTo>
                    <a:pt x="0" y="146932"/>
                  </a:lnTo>
                  <a:lnTo>
                    <a:pt x="72525" y="146932"/>
                  </a:lnTo>
                  <a:lnTo>
                    <a:pt x="725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0"/>
            <p:cNvSpPr/>
            <p:nvPr/>
          </p:nvSpPr>
          <p:spPr>
            <a:xfrm>
              <a:off x="2547952" y="3459184"/>
              <a:ext cx="769709" cy="154647"/>
            </a:xfrm>
            <a:custGeom>
              <a:rect b="b" l="l" r="r" t="t"/>
              <a:pathLst>
                <a:path extrusionOk="0" h="13283" w="66112">
                  <a:moveTo>
                    <a:pt x="65747" y="365"/>
                  </a:moveTo>
                  <a:lnTo>
                    <a:pt x="65747" y="12888"/>
                  </a:lnTo>
                  <a:lnTo>
                    <a:pt x="396" y="12888"/>
                  </a:lnTo>
                  <a:lnTo>
                    <a:pt x="396" y="365"/>
                  </a:lnTo>
                  <a:close/>
                  <a:moveTo>
                    <a:pt x="1" y="0"/>
                  </a:moveTo>
                  <a:lnTo>
                    <a:pt x="1" y="13283"/>
                  </a:lnTo>
                  <a:lnTo>
                    <a:pt x="66111" y="13283"/>
                  </a:lnTo>
                  <a:lnTo>
                    <a:pt x="661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0"/>
            <p:cNvSpPr/>
            <p:nvPr/>
          </p:nvSpPr>
          <p:spPr>
            <a:xfrm>
              <a:off x="3313462" y="3319030"/>
              <a:ext cx="76806" cy="397778"/>
            </a:xfrm>
            <a:custGeom>
              <a:rect b="b" l="l" r="r" t="t"/>
              <a:pathLst>
                <a:path extrusionOk="0" h="34166" w="6597">
                  <a:moveTo>
                    <a:pt x="6201" y="396"/>
                  </a:moveTo>
                  <a:lnTo>
                    <a:pt x="6201" y="33800"/>
                  </a:lnTo>
                  <a:lnTo>
                    <a:pt x="335" y="33800"/>
                  </a:lnTo>
                  <a:lnTo>
                    <a:pt x="365" y="396"/>
                  </a:lnTo>
                  <a:close/>
                  <a:moveTo>
                    <a:pt x="1" y="0"/>
                  </a:moveTo>
                  <a:lnTo>
                    <a:pt x="1" y="34165"/>
                  </a:lnTo>
                  <a:lnTo>
                    <a:pt x="6597" y="34165"/>
                  </a:lnTo>
                  <a:lnTo>
                    <a:pt x="659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0"/>
            <p:cNvSpPr/>
            <p:nvPr/>
          </p:nvSpPr>
          <p:spPr>
            <a:xfrm>
              <a:off x="2865061" y="2905662"/>
              <a:ext cx="34695" cy="34695"/>
            </a:xfrm>
            <a:custGeom>
              <a:rect b="b" l="l" r="r" t="t"/>
              <a:pathLst>
                <a:path extrusionOk="0" h="2980" w="2980">
                  <a:moveTo>
                    <a:pt x="2706" y="0"/>
                  </a:moveTo>
                  <a:lnTo>
                    <a:pt x="0" y="2706"/>
                  </a:lnTo>
                  <a:lnTo>
                    <a:pt x="274" y="2979"/>
                  </a:lnTo>
                  <a:lnTo>
                    <a:pt x="2979" y="274"/>
                  </a:lnTo>
                  <a:lnTo>
                    <a:pt x="27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0"/>
            <p:cNvSpPr/>
            <p:nvPr/>
          </p:nvSpPr>
          <p:spPr>
            <a:xfrm>
              <a:off x="2922393" y="2716676"/>
              <a:ext cx="165987" cy="166336"/>
            </a:xfrm>
            <a:custGeom>
              <a:rect b="b" l="l" r="r" t="t"/>
              <a:pathLst>
                <a:path extrusionOk="0" h="14287" w="14257">
                  <a:moveTo>
                    <a:pt x="14013" y="0"/>
                  </a:moveTo>
                  <a:lnTo>
                    <a:pt x="0" y="14013"/>
                  </a:lnTo>
                  <a:lnTo>
                    <a:pt x="274" y="14286"/>
                  </a:lnTo>
                  <a:lnTo>
                    <a:pt x="14256" y="274"/>
                  </a:lnTo>
                  <a:lnTo>
                    <a:pt x="140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0"/>
            <p:cNvSpPr/>
            <p:nvPr/>
          </p:nvSpPr>
          <p:spPr>
            <a:xfrm>
              <a:off x="2783662" y="2864956"/>
              <a:ext cx="108648" cy="108659"/>
            </a:xfrm>
            <a:custGeom>
              <a:rect b="b" l="l" r="r" t="t"/>
              <a:pathLst>
                <a:path extrusionOk="0" h="9333" w="9332">
                  <a:moveTo>
                    <a:pt x="9058" y="1"/>
                  </a:moveTo>
                  <a:lnTo>
                    <a:pt x="0" y="9059"/>
                  </a:lnTo>
                  <a:lnTo>
                    <a:pt x="244" y="9332"/>
                  </a:lnTo>
                  <a:lnTo>
                    <a:pt x="9332" y="275"/>
                  </a:lnTo>
                  <a:lnTo>
                    <a:pt x="90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0"/>
            <p:cNvSpPr/>
            <p:nvPr/>
          </p:nvSpPr>
          <p:spPr>
            <a:xfrm>
              <a:off x="2768793" y="3889179"/>
              <a:ext cx="247380" cy="247729"/>
            </a:xfrm>
            <a:custGeom>
              <a:rect b="b" l="l" r="r" t="t"/>
              <a:pathLst>
                <a:path extrusionOk="0" h="21278" w="21248">
                  <a:moveTo>
                    <a:pt x="21004" y="1"/>
                  </a:moveTo>
                  <a:lnTo>
                    <a:pt x="1" y="21004"/>
                  </a:lnTo>
                  <a:lnTo>
                    <a:pt x="274" y="21278"/>
                  </a:lnTo>
                  <a:lnTo>
                    <a:pt x="21247" y="274"/>
                  </a:lnTo>
                  <a:lnTo>
                    <a:pt x="210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0"/>
            <p:cNvSpPr/>
            <p:nvPr/>
          </p:nvSpPr>
          <p:spPr>
            <a:xfrm>
              <a:off x="3031749" y="3850254"/>
              <a:ext cx="23366" cy="23716"/>
            </a:xfrm>
            <a:custGeom>
              <a:rect b="b" l="l" r="r" t="t"/>
              <a:pathLst>
                <a:path extrusionOk="0" h="2037" w="2007">
                  <a:moveTo>
                    <a:pt x="1733" y="0"/>
                  </a:moveTo>
                  <a:lnTo>
                    <a:pt x="1" y="1763"/>
                  </a:lnTo>
                  <a:lnTo>
                    <a:pt x="274" y="2037"/>
                  </a:lnTo>
                  <a:lnTo>
                    <a:pt x="2007" y="274"/>
                  </a:lnTo>
                  <a:lnTo>
                    <a:pt x="17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0"/>
            <p:cNvSpPr/>
            <p:nvPr/>
          </p:nvSpPr>
          <p:spPr>
            <a:xfrm>
              <a:off x="2892668" y="3876441"/>
              <a:ext cx="32925" cy="32564"/>
            </a:xfrm>
            <a:custGeom>
              <a:rect b="b" l="l" r="r" t="t"/>
              <a:pathLst>
                <a:path extrusionOk="0" h="2797" w="2828">
                  <a:moveTo>
                    <a:pt x="2553" y="1"/>
                  </a:moveTo>
                  <a:lnTo>
                    <a:pt x="0" y="2523"/>
                  </a:lnTo>
                  <a:lnTo>
                    <a:pt x="274" y="2797"/>
                  </a:lnTo>
                  <a:lnTo>
                    <a:pt x="2827" y="274"/>
                  </a:lnTo>
                  <a:lnTo>
                    <a:pt x="25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0"/>
            <p:cNvSpPr/>
            <p:nvPr/>
          </p:nvSpPr>
          <p:spPr>
            <a:xfrm>
              <a:off x="2940802" y="3750446"/>
              <a:ext cx="110767" cy="110429"/>
            </a:xfrm>
            <a:custGeom>
              <a:rect b="b" l="l" r="r" t="t"/>
              <a:pathLst>
                <a:path extrusionOk="0" h="9485" w="9514">
                  <a:moveTo>
                    <a:pt x="9240" y="1"/>
                  </a:moveTo>
                  <a:lnTo>
                    <a:pt x="0" y="9211"/>
                  </a:lnTo>
                  <a:lnTo>
                    <a:pt x="274" y="9484"/>
                  </a:lnTo>
                  <a:lnTo>
                    <a:pt x="9514" y="274"/>
                  </a:lnTo>
                  <a:lnTo>
                    <a:pt x="92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0"/>
            <p:cNvSpPr/>
            <p:nvPr/>
          </p:nvSpPr>
          <p:spPr>
            <a:xfrm>
              <a:off x="3419638" y="3732049"/>
              <a:ext cx="79984" cy="123527"/>
            </a:xfrm>
            <a:custGeom>
              <a:rect b="b" l="l" r="r" t="t"/>
              <a:pathLst>
                <a:path extrusionOk="0" h="10610" w="6870">
                  <a:moveTo>
                    <a:pt x="1338" y="0"/>
                  </a:moveTo>
                  <a:lnTo>
                    <a:pt x="0" y="9392"/>
                  </a:lnTo>
                  <a:cubicBezTo>
                    <a:pt x="396" y="9575"/>
                    <a:pt x="791" y="9787"/>
                    <a:pt x="1216" y="9939"/>
                  </a:cubicBezTo>
                  <a:cubicBezTo>
                    <a:pt x="1565" y="10073"/>
                    <a:pt x="3685" y="10609"/>
                    <a:pt x="4473" y="10609"/>
                  </a:cubicBezTo>
                  <a:cubicBezTo>
                    <a:pt x="4579" y="10609"/>
                    <a:pt x="4661" y="10599"/>
                    <a:pt x="4712" y="10578"/>
                  </a:cubicBezTo>
                  <a:cubicBezTo>
                    <a:pt x="5107" y="10365"/>
                    <a:pt x="6596" y="7295"/>
                    <a:pt x="6718" y="6778"/>
                  </a:cubicBezTo>
                  <a:cubicBezTo>
                    <a:pt x="6870" y="6292"/>
                    <a:pt x="6292" y="213"/>
                    <a:pt x="6292" y="213"/>
                  </a:cubicBezTo>
                  <a:cubicBezTo>
                    <a:pt x="6008" y="300"/>
                    <a:pt x="5575" y="334"/>
                    <a:pt x="5080" y="334"/>
                  </a:cubicBezTo>
                  <a:cubicBezTo>
                    <a:pt x="3515" y="334"/>
                    <a:pt x="1338" y="0"/>
                    <a:pt x="13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0"/>
            <p:cNvSpPr/>
            <p:nvPr/>
          </p:nvSpPr>
          <p:spPr>
            <a:xfrm>
              <a:off x="3417519" y="3729919"/>
              <a:ext cx="84233" cy="127765"/>
            </a:xfrm>
            <a:custGeom>
              <a:rect b="b" l="l" r="r" t="t"/>
              <a:pathLst>
                <a:path extrusionOk="0" h="10974" w="7235">
                  <a:moveTo>
                    <a:pt x="1702" y="396"/>
                  </a:moveTo>
                  <a:cubicBezTo>
                    <a:pt x="2263" y="489"/>
                    <a:pt x="3971" y="708"/>
                    <a:pt x="5284" y="708"/>
                  </a:cubicBezTo>
                  <a:cubicBezTo>
                    <a:pt x="5680" y="708"/>
                    <a:pt x="6041" y="688"/>
                    <a:pt x="6322" y="639"/>
                  </a:cubicBezTo>
                  <a:cubicBezTo>
                    <a:pt x="6535" y="2980"/>
                    <a:pt x="6809" y="6597"/>
                    <a:pt x="6717" y="6901"/>
                  </a:cubicBezTo>
                  <a:cubicBezTo>
                    <a:pt x="6566" y="7508"/>
                    <a:pt x="5107" y="10426"/>
                    <a:pt x="4803" y="10578"/>
                  </a:cubicBezTo>
                  <a:cubicBezTo>
                    <a:pt x="4768" y="10596"/>
                    <a:pt x="4706" y="10604"/>
                    <a:pt x="4623" y="10604"/>
                  </a:cubicBezTo>
                  <a:cubicBezTo>
                    <a:pt x="3974" y="10604"/>
                    <a:pt x="2025" y="10129"/>
                    <a:pt x="1459" y="9940"/>
                  </a:cubicBezTo>
                  <a:cubicBezTo>
                    <a:pt x="1094" y="9788"/>
                    <a:pt x="730" y="9636"/>
                    <a:pt x="395" y="9454"/>
                  </a:cubicBezTo>
                  <a:lnTo>
                    <a:pt x="1702" y="396"/>
                  </a:lnTo>
                  <a:close/>
                  <a:moveTo>
                    <a:pt x="1550" y="1"/>
                  </a:moveTo>
                  <a:cubicBezTo>
                    <a:pt x="1489" y="1"/>
                    <a:pt x="1459" y="1"/>
                    <a:pt x="1398" y="31"/>
                  </a:cubicBezTo>
                  <a:cubicBezTo>
                    <a:pt x="1368" y="62"/>
                    <a:pt x="1337" y="122"/>
                    <a:pt x="1337" y="183"/>
                  </a:cubicBezTo>
                  <a:lnTo>
                    <a:pt x="0" y="9545"/>
                  </a:lnTo>
                  <a:cubicBezTo>
                    <a:pt x="0" y="9606"/>
                    <a:pt x="30" y="9697"/>
                    <a:pt x="122" y="9727"/>
                  </a:cubicBezTo>
                  <a:cubicBezTo>
                    <a:pt x="486" y="9940"/>
                    <a:pt x="912" y="10122"/>
                    <a:pt x="1337" y="10305"/>
                  </a:cubicBezTo>
                  <a:cubicBezTo>
                    <a:pt x="1337" y="10305"/>
                    <a:pt x="3648" y="10974"/>
                    <a:pt x="4620" y="10974"/>
                  </a:cubicBezTo>
                  <a:cubicBezTo>
                    <a:pt x="4742" y="10974"/>
                    <a:pt x="4863" y="10943"/>
                    <a:pt x="4955" y="10913"/>
                  </a:cubicBezTo>
                  <a:cubicBezTo>
                    <a:pt x="5502" y="10670"/>
                    <a:pt x="6961" y="7539"/>
                    <a:pt x="7082" y="7022"/>
                  </a:cubicBezTo>
                  <a:cubicBezTo>
                    <a:pt x="7234" y="6536"/>
                    <a:pt x="6778" y="1399"/>
                    <a:pt x="6687" y="396"/>
                  </a:cubicBezTo>
                  <a:cubicBezTo>
                    <a:pt x="6657" y="335"/>
                    <a:pt x="6657" y="274"/>
                    <a:pt x="6596" y="244"/>
                  </a:cubicBezTo>
                  <a:cubicBezTo>
                    <a:pt x="6535" y="214"/>
                    <a:pt x="6474" y="214"/>
                    <a:pt x="6444" y="214"/>
                  </a:cubicBezTo>
                  <a:cubicBezTo>
                    <a:pt x="6174" y="292"/>
                    <a:pt x="5763" y="322"/>
                    <a:pt x="5293" y="322"/>
                  </a:cubicBezTo>
                  <a:cubicBezTo>
                    <a:pt x="3755" y="322"/>
                    <a:pt x="1574" y="1"/>
                    <a:pt x="1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0"/>
            <p:cNvSpPr/>
            <p:nvPr/>
          </p:nvSpPr>
          <p:spPr>
            <a:xfrm>
              <a:off x="3425658" y="3776504"/>
              <a:ext cx="51669" cy="56408"/>
            </a:xfrm>
            <a:custGeom>
              <a:rect b="b" l="l" r="r" t="t"/>
              <a:pathLst>
                <a:path extrusionOk="0" h="4845" w="4438">
                  <a:moveTo>
                    <a:pt x="2313" y="1"/>
                  </a:moveTo>
                  <a:cubicBezTo>
                    <a:pt x="2292" y="1"/>
                    <a:pt x="2271" y="5"/>
                    <a:pt x="2249" y="12"/>
                  </a:cubicBezTo>
                  <a:cubicBezTo>
                    <a:pt x="2128" y="42"/>
                    <a:pt x="2097" y="134"/>
                    <a:pt x="2128" y="225"/>
                  </a:cubicBezTo>
                  <a:cubicBezTo>
                    <a:pt x="2158" y="407"/>
                    <a:pt x="2645" y="1836"/>
                    <a:pt x="3161" y="2292"/>
                  </a:cubicBezTo>
                  <a:cubicBezTo>
                    <a:pt x="3435" y="2535"/>
                    <a:pt x="3739" y="2748"/>
                    <a:pt x="4043" y="2930"/>
                  </a:cubicBezTo>
                  <a:lnTo>
                    <a:pt x="3952" y="4419"/>
                  </a:lnTo>
                  <a:lnTo>
                    <a:pt x="243" y="3416"/>
                  </a:lnTo>
                  <a:cubicBezTo>
                    <a:pt x="228" y="3411"/>
                    <a:pt x="211" y="3409"/>
                    <a:pt x="194" y="3409"/>
                  </a:cubicBezTo>
                  <a:cubicBezTo>
                    <a:pt x="113" y="3409"/>
                    <a:pt x="25" y="3468"/>
                    <a:pt x="0" y="3568"/>
                  </a:cubicBezTo>
                  <a:cubicBezTo>
                    <a:pt x="0" y="3659"/>
                    <a:pt x="61" y="3751"/>
                    <a:pt x="152" y="3781"/>
                  </a:cubicBezTo>
                  <a:lnTo>
                    <a:pt x="4073" y="4845"/>
                  </a:lnTo>
                  <a:lnTo>
                    <a:pt x="4104" y="4845"/>
                  </a:lnTo>
                  <a:cubicBezTo>
                    <a:pt x="4164" y="4845"/>
                    <a:pt x="4195" y="4814"/>
                    <a:pt x="4225" y="4814"/>
                  </a:cubicBezTo>
                  <a:cubicBezTo>
                    <a:pt x="4256" y="4784"/>
                    <a:pt x="4286" y="4723"/>
                    <a:pt x="4316" y="4662"/>
                  </a:cubicBezTo>
                  <a:lnTo>
                    <a:pt x="4438" y="2839"/>
                  </a:lnTo>
                  <a:cubicBezTo>
                    <a:pt x="4438" y="2778"/>
                    <a:pt x="4408" y="2717"/>
                    <a:pt x="4347" y="2687"/>
                  </a:cubicBezTo>
                  <a:cubicBezTo>
                    <a:pt x="4012" y="2474"/>
                    <a:pt x="3708" y="2231"/>
                    <a:pt x="3404" y="1988"/>
                  </a:cubicBezTo>
                  <a:cubicBezTo>
                    <a:pt x="3040" y="1684"/>
                    <a:pt x="2614" y="529"/>
                    <a:pt x="2462" y="134"/>
                  </a:cubicBezTo>
                  <a:cubicBezTo>
                    <a:pt x="2439" y="41"/>
                    <a:pt x="2380" y="1"/>
                    <a:pt x="2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0"/>
            <p:cNvSpPr/>
            <p:nvPr/>
          </p:nvSpPr>
          <p:spPr>
            <a:xfrm>
              <a:off x="3418218" y="3191033"/>
              <a:ext cx="106529" cy="555906"/>
            </a:xfrm>
            <a:custGeom>
              <a:rect b="b" l="l" r="r" t="t"/>
              <a:pathLst>
                <a:path extrusionOk="0" h="47748" w="9150">
                  <a:moveTo>
                    <a:pt x="6026" y="1"/>
                  </a:moveTo>
                  <a:cubicBezTo>
                    <a:pt x="5644" y="1"/>
                    <a:pt x="4864" y="2392"/>
                    <a:pt x="4864" y="2392"/>
                  </a:cubicBezTo>
                  <a:lnTo>
                    <a:pt x="1" y="28836"/>
                  </a:lnTo>
                  <a:lnTo>
                    <a:pt x="1308" y="36587"/>
                  </a:lnTo>
                  <a:lnTo>
                    <a:pt x="1855" y="47316"/>
                  </a:lnTo>
                  <a:lnTo>
                    <a:pt x="3740" y="47681"/>
                  </a:lnTo>
                  <a:cubicBezTo>
                    <a:pt x="3982" y="47726"/>
                    <a:pt x="4225" y="47747"/>
                    <a:pt x="4468" y="47747"/>
                  </a:cubicBezTo>
                  <a:cubicBezTo>
                    <a:pt x="5380" y="47747"/>
                    <a:pt x="6271" y="47437"/>
                    <a:pt x="6992" y="46860"/>
                  </a:cubicBezTo>
                  <a:cubicBezTo>
                    <a:pt x="6992" y="46860"/>
                    <a:pt x="9150" y="29322"/>
                    <a:pt x="9150" y="25796"/>
                  </a:cubicBezTo>
                  <a:cubicBezTo>
                    <a:pt x="9150" y="22240"/>
                    <a:pt x="6110" y="51"/>
                    <a:pt x="6110" y="51"/>
                  </a:cubicBezTo>
                  <a:cubicBezTo>
                    <a:pt x="6085" y="17"/>
                    <a:pt x="6057" y="1"/>
                    <a:pt x="60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0"/>
            <p:cNvSpPr/>
            <p:nvPr/>
          </p:nvSpPr>
          <p:spPr>
            <a:xfrm>
              <a:off x="3416099" y="3189054"/>
              <a:ext cx="110778" cy="560295"/>
            </a:xfrm>
            <a:custGeom>
              <a:rect b="b" l="l" r="r" t="t"/>
              <a:pathLst>
                <a:path extrusionOk="0" h="48125" w="9515">
                  <a:moveTo>
                    <a:pt x="6110" y="464"/>
                  </a:moveTo>
                  <a:cubicBezTo>
                    <a:pt x="6444" y="2774"/>
                    <a:pt x="9119" y="22653"/>
                    <a:pt x="9119" y="25936"/>
                  </a:cubicBezTo>
                  <a:cubicBezTo>
                    <a:pt x="9119" y="29310"/>
                    <a:pt x="7143" y="45632"/>
                    <a:pt x="6991" y="46909"/>
                  </a:cubicBezTo>
                  <a:cubicBezTo>
                    <a:pt x="6289" y="47442"/>
                    <a:pt x="5451" y="47724"/>
                    <a:pt x="4601" y="47724"/>
                  </a:cubicBezTo>
                  <a:cubicBezTo>
                    <a:pt x="4385" y="47724"/>
                    <a:pt x="4168" y="47706"/>
                    <a:pt x="3952" y="47669"/>
                  </a:cubicBezTo>
                  <a:lnTo>
                    <a:pt x="2219" y="47334"/>
                  </a:lnTo>
                  <a:lnTo>
                    <a:pt x="1672" y="36726"/>
                  </a:lnTo>
                  <a:lnTo>
                    <a:pt x="365" y="29006"/>
                  </a:lnTo>
                  <a:lnTo>
                    <a:pt x="5198" y="2622"/>
                  </a:lnTo>
                  <a:cubicBezTo>
                    <a:pt x="5441" y="1862"/>
                    <a:pt x="5745" y="1163"/>
                    <a:pt x="6110" y="464"/>
                  </a:cubicBezTo>
                  <a:close/>
                  <a:moveTo>
                    <a:pt x="6233" y="0"/>
                  </a:moveTo>
                  <a:cubicBezTo>
                    <a:pt x="6213" y="0"/>
                    <a:pt x="6192" y="3"/>
                    <a:pt x="6171" y="8"/>
                  </a:cubicBezTo>
                  <a:cubicBezTo>
                    <a:pt x="5745" y="69"/>
                    <a:pt x="5229" y="1376"/>
                    <a:pt x="4864" y="2531"/>
                  </a:cubicBezTo>
                  <a:lnTo>
                    <a:pt x="0" y="28975"/>
                  </a:lnTo>
                  <a:cubicBezTo>
                    <a:pt x="0" y="29006"/>
                    <a:pt x="0" y="29036"/>
                    <a:pt x="0" y="29066"/>
                  </a:cubicBezTo>
                  <a:lnTo>
                    <a:pt x="1307" y="36757"/>
                  </a:lnTo>
                  <a:lnTo>
                    <a:pt x="1855" y="47486"/>
                  </a:lnTo>
                  <a:cubicBezTo>
                    <a:pt x="1855" y="47577"/>
                    <a:pt x="1915" y="47638"/>
                    <a:pt x="2007" y="47669"/>
                  </a:cubicBezTo>
                  <a:lnTo>
                    <a:pt x="3861" y="48033"/>
                  </a:lnTo>
                  <a:cubicBezTo>
                    <a:pt x="4134" y="48094"/>
                    <a:pt x="4377" y="48124"/>
                    <a:pt x="4621" y="48124"/>
                  </a:cubicBezTo>
                  <a:cubicBezTo>
                    <a:pt x="5593" y="48094"/>
                    <a:pt x="6536" y="47760"/>
                    <a:pt x="7326" y="47152"/>
                  </a:cubicBezTo>
                  <a:cubicBezTo>
                    <a:pt x="7356" y="47121"/>
                    <a:pt x="7356" y="47091"/>
                    <a:pt x="7387" y="47030"/>
                  </a:cubicBezTo>
                  <a:cubicBezTo>
                    <a:pt x="7387" y="46848"/>
                    <a:pt x="9514" y="29462"/>
                    <a:pt x="9514" y="25966"/>
                  </a:cubicBezTo>
                  <a:cubicBezTo>
                    <a:pt x="9514" y="22440"/>
                    <a:pt x="6596" y="1103"/>
                    <a:pt x="6475" y="221"/>
                  </a:cubicBezTo>
                  <a:cubicBezTo>
                    <a:pt x="6475" y="191"/>
                    <a:pt x="6475" y="160"/>
                    <a:pt x="6444" y="130"/>
                  </a:cubicBezTo>
                  <a:cubicBezTo>
                    <a:pt x="6394" y="55"/>
                    <a:pt x="6324" y="0"/>
                    <a:pt x="62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0"/>
            <p:cNvSpPr/>
            <p:nvPr/>
          </p:nvSpPr>
          <p:spPr>
            <a:xfrm>
              <a:off x="3442203" y="3706073"/>
              <a:ext cx="57782" cy="17487"/>
            </a:xfrm>
            <a:custGeom>
              <a:rect b="b" l="l" r="r" t="t"/>
              <a:pathLst>
                <a:path extrusionOk="0" h="1502" w="4963">
                  <a:moveTo>
                    <a:pt x="4738" y="0"/>
                  </a:moveTo>
                  <a:cubicBezTo>
                    <a:pt x="4695" y="0"/>
                    <a:pt x="4655" y="15"/>
                    <a:pt x="4628" y="43"/>
                  </a:cubicBezTo>
                  <a:cubicBezTo>
                    <a:pt x="3608" y="895"/>
                    <a:pt x="2639" y="1131"/>
                    <a:pt x="1884" y="1131"/>
                  </a:cubicBezTo>
                  <a:cubicBezTo>
                    <a:pt x="997" y="1131"/>
                    <a:pt x="405" y="805"/>
                    <a:pt x="372" y="772"/>
                  </a:cubicBezTo>
                  <a:cubicBezTo>
                    <a:pt x="345" y="761"/>
                    <a:pt x="319" y="755"/>
                    <a:pt x="293" y="755"/>
                  </a:cubicBezTo>
                  <a:cubicBezTo>
                    <a:pt x="119" y="755"/>
                    <a:pt x="1" y="1000"/>
                    <a:pt x="160" y="1106"/>
                  </a:cubicBezTo>
                  <a:cubicBezTo>
                    <a:pt x="707" y="1380"/>
                    <a:pt x="1315" y="1502"/>
                    <a:pt x="1923" y="1502"/>
                  </a:cubicBezTo>
                  <a:cubicBezTo>
                    <a:pt x="2987" y="1471"/>
                    <a:pt x="4050" y="1076"/>
                    <a:pt x="4871" y="347"/>
                  </a:cubicBezTo>
                  <a:cubicBezTo>
                    <a:pt x="4932" y="286"/>
                    <a:pt x="4962" y="164"/>
                    <a:pt x="4901" y="73"/>
                  </a:cubicBezTo>
                  <a:cubicBezTo>
                    <a:pt x="4851" y="23"/>
                    <a:pt x="4792" y="0"/>
                    <a:pt x="47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0"/>
            <p:cNvSpPr/>
            <p:nvPr/>
          </p:nvSpPr>
          <p:spPr>
            <a:xfrm>
              <a:off x="3441283" y="3474786"/>
              <a:ext cx="34636" cy="50226"/>
            </a:xfrm>
            <a:custGeom>
              <a:rect b="b" l="l" r="r" t="t"/>
              <a:pathLst>
                <a:path extrusionOk="0" h="4314" w="2975">
                  <a:moveTo>
                    <a:pt x="263" y="1"/>
                  </a:moveTo>
                  <a:cubicBezTo>
                    <a:pt x="128" y="1"/>
                    <a:pt x="1" y="151"/>
                    <a:pt x="87" y="301"/>
                  </a:cubicBezTo>
                  <a:cubicBezTo>
                    <a:pt x="178" y="423"/>
                    <a:pt x="2062" y="3463"/>
                    <a:pt x="2610" y="4223"/>
                  </a:cubicBezTo>
                  <a:cubicBezTo>
                    <a:pt x="2640" y="4283"/>
                    <a:pt x="2701" y="4314"/>
                    <a:pt x="2762" y="4314"/>
                  </a:cubicBezTo>
                  <a:cubicBezTo>
                    <a:pt x="2822" y="4314"/>
                    <a:pt x="2853" y="4283"/>
                    <a:pt x="2883" y="4283"/>
                  </a:cubicBezTo>
                  <a:cubicBezTo>
                    <a:pt x="2974" y="4192"/>
                    <a:pt x="2974" y="4101"/>
                    <a:pt x="2914" y="4010"/>
                  </a:cubicBezTo>
                  <a:cubicBezTo>
                    <a:pt x="2366" y="3280"/>
                    <a:pt x="421" y="150"/>
                    <a:pt x="421" y="89"/>
                  </a:cubicBezTo>
                  <a:cubicBezTo>
                    <a:pt x="377" y="26"/>
                    <a:pt x="319"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0"/>
            <p:cNvSpPr/>
            <p:nvPr/>
          </p:nvSpPr>
          <p:spPr>
            <a:xfrm>
              <a:off x="3434903" y="3482412"/>
              <a:ext cx="41366" cy="84711"/>
            </a:xfrm>
            <a:custGeom>
              <a:rect b="b" l="l" r="r" t="t"/>
              <a:pathLst>
                <a:path extrusionOk="0" h="7276" w="3553">
                  <a:moveTo>
                    <a:pt x="259" y="0"/>
                  </a:moveTo>
                  <a:cubicBezTo>
                    <a:pt x="130" y="0"/>
                    <a:pt x="1" y="104"/>
                    <a:pt x="57" y="254"/>
                  </a:cubicBezTo>
                  <a:cubicBezTo>
                    <a:pt x="118" y="498"/>
                    <a:pt x="1942" y="5726"/>
                    <a:pt x="3158" y="7215"/>
                  </a:cubicBezTo>
                  <a:cubicBezTo>
                    <a:pt x="3218" y="7245"/>
                    <a:pt x="3249" y="7276"/>
                    <a:pt x="3310" y="7276"/>
                  </a:cubicBezTo>
                  <a:cubicBezTo>
                    <a:pt x="3370" y="7276"/>
                    <a:pt x="3401" y="7276"/>
                    <a:pt x="3462" y="7245"/>
                  </a:cubicBezTo>
                  <a:cubicBezTo>
                    <a:pt x="3522" y="7185"/>
                    <a:pt x="3553" y="7063"/>
                    <a:pt x="3492" y="6972"/>
                  </a:cubicBezTo>
                  <a:cubicBezTo>
                    <a:pt x="2307" y="5513"/>
                    <a:pt x="452" y="194"/>
                    <a:pt x="452" y="133"/>
                  </a:cubicBezTo>
                  <a:cubicBezTo>
                    <a:pt x="418" y="40"/>
                    <a:pt x="338" y="0"/>
                    <a:pt x="2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0"/>
            <p:cNvSpPr/>
            <p:nvPr/>
          </p:nvSpPr>
          <p:spPr>
            <a:xfrm>
              <a:off x="3317712" y="4471017"/>
              <a:ext cx="90963" cy="106308"/>
            </a:xfrm>
            <a:custGeom>
              <a:rect b="b" l="l" r="r" t="t"/>
              <a:pathLst>
                <a:path extrusionOk="0" h="9131" w="7813">
                  <a:moveTo>
                    <a:pt x="6961" y="0"/>
                  </a:moveTo>
                  <a:cubicBezTo>
                    <a:pt x="4894" y="1641"/>
                    <a:pt x="0" y="2310"/>
                    <a:pt x="0" y="2310"/>
                  </a:cubicBezTo>
                  <a:lnTo>
                    <a:pt x="274" y="8085"/>
                  </a:lnTo>
                  <a:cubicBezTo>
                    <a:pt x="760" y="8298"/>
                    <a:pt x="1247" y="8572"/>
                    <a:pt x="1672" y="8845"/>
                  </a:cubicBezTo>
                  <a:cubicBezTo>
                    <a:pt x="1970" y="9064"/>
                    <a:pt x="2291" y="9130"/>
                    <a:pt x="2658" y="9130"/>
                  </a:cubicBezTo>
                  <a:cubicBezTo>
                    <a:pt x="3003" y="9130"/>
                    <a:pt x="3388" y="9072"/>
                    <a:pt x="3830" y="9028"/>
                  </a:cubicBezTo>
                  <a:cubicBezTo>
                    <a:pt x="4742" y="8936"/>
                    <a:pt x="7660" y="8207"/>
                    <a:pt x="7721" y="6869"/>
                  </a:cubicBezTo>
                  <a:cubicBezTo>
                    <a:pt x="7812" y="5532"/>
                    <a:pt x="6961" y="0"/>
                    <a:pt x="69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0"/>
            <p:cNvSpPr/>
            <p:nvPr/>
          </p:nvSpPr>
          <p:spPr>
            <a:xfrm>
              <a:off x="3315592" y="4468653"/>
              <a:ext cx="95201" cy="111011"/>
            </a:xfrm>
            <a:custGeom>
              <a:rect b="b" l="l" r="r" t="t"/>
              <a:pathLst>
                <a:path extrusionOk="0" h="9535" w="8177">
                  <a:moveTo>
                    <a:pt x="6991" y="537"/>
                  </a:moveTo>
                  <a:cubicBezTo>
                    <a:pt x="7173" y="1753"/>
                    <a:pt x="7781" y="5978"/>
                    <a:pt x="7690" y="7072"/>
                  </a:cubicBezTo>
                  <a:cubicBezTo>
                    <a:pt x="7629" y="8136"/>
                    <a:pt x="5076" y="8927"/>
                    <a:pt x="3982" y="9048"/>
                  </a:cubicBezTo>
                  <a:lnTo>
                    <a:pt x="3556" y="9079"/>
                  </a:lnTo>
                  <a:cubicBezTo>
                    <a:pt x="3291" y="9115"/>
                    <a:pt x="3050" y="9141"/>
                    <a:pt x="2829" y="9141"/>
                  </a:cubicBezTo>
                  <a:cubicBezTo>
                    <a:pt x="2492" y="9141"/>
                    <a:pt x="2202" y="9080"/>
                    <a:pt x="1945" y="8896"/>
                  </a:cubicBezTo>
                  <a:cubicBezTo>
                    <a:pt x="1550" y="8623"/>
                    <a:pt x="1094" y="8379"/>
                    <a:pt x="638" y="8197"/>
                  </a:cubicBezTo>
                  <a:lnTo>
                    <a:pt x="395" y="2665"/>
                  </a:lnTo>
                  <a:cubicBezTo>
                    <a:pt x="1246" y="2544"/>
                    <a:pt x="5015" y="1905"/>
                    <a:pt x="6991" y="537"/>
                  </a:cubicBezTo>
                  <a:close/>
                  <a:moveTo>
                    <a:pt x="7134" y="1"/>
                  </a:moveTo>
                  <a:cubicBezTo>
                    <a:pt x="7093" y="1"/>
                    <a:pt x="7057" y="15"/>
                    <a:pt x="7021" y="51"/>
                  </a:cubicBezTo>
                  <a:cubicBezTo>
                    <a:pt x="5015" y="1662"/>
                    <a:pt x="213" y="2331"/>
                    <a:pt x="152" y="2331"/>
                  </a:cubicBezTo>
                  <a:cubicBezTo>
                    <a:pt x="61" y="2331"/>
                    <a:pt x="0" y="2422"/>
                    <a:pt x="0" y="2513"/>
                  </a:cubicBezTo>
                  <a:lnTo>
                    <a:pt x="243" y="8319"/>
                  </a:lnTo>
                  <a:cubicBezTo>
                    <a:pt x="243" y="8410"/>
                    <a:pt x="304" y="8471"/>
                    <a:pt x="365" y="8501"/>
                  </a:cubicBezTo>
                  <a:cubicBezTo>
                    <a:pt x="851" y="8683"/>
                    <a:pt x="1307" y="8927"/>
                    <a:pt x="1733" y="9231"/>
                  </a:cubicBezTo>
                  <a:cubicBezTo>
                    <a:pt x="2037" y="9443"/>
                    <a:pt x="2432" y="9535"/>
                    <a:pt x="2796" y="9535"/>
                  </a:cubicBezTo>
                  <a:cubicBezTo>
                    <a:pt x="3070" y="9504"/>
                    <a:pt x="3344" y="9504"/>
                    <a:pt x="3617" y="9474"/>
                  </a:cubicBezTo>
                  <a:lnTo>
                    <a:pt x="4043" y="9413"/>
                  </a:lnTo>
                  <a:cubicBezTo>
                    <a:pt x="4894" y="9352"/>
                    <a:pt x="7994" y="8592"/>
                    <a:pt x="8085" y="7072"/>
                  </a:cubicBezTo>
                  <a:cubicBezTo>
                    <a:pt x="8177" y="5765"/>
                    <a:pt x="7356" y="385"/>
                    <a:pt x="7325" y="173"/>
                  </a:cubicBezTo>
                  <a:cubicBezTo>
                    <a:pt x="7325" y="112"/>
                    <a:pt x="7295" y="51"/>
                    <a:pt x="7234" y="21"/>
                  </a:cubicBezTo>
                  <a:cubicBezTo>
                    <a:pt x="7196" y="8"/>
                    <a:pt x="7164" y="1"/>
                    <a:pt x="7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0"/>
            <p:cNvSpPr/>
            <p:nvPr/>
          </p:nvSpPr>
          <p:spPr>
            <a:xfrm>
              <a:off x="3320192" y="4538258"/>
              <a:ext cx="87412" cy="39107"/>
            </a:xfrm>
            <a:custGeom>
              <a:rect b="b" l="l" r="r" t="t"/>
              <a:pathLst>
                <a:path extrusionOk="0" h="3359" w="7508">
                  <a:moveTo>
                    <a:pt x="7478" y="0"/>
                  </a:moveTo>
                  <a:cubicBezTo>
                    <a:pt x="6444" y="851"/>
                    <a:pt x="5228" y="1490"/>
                    <a:pt x="3921" y="1854"/>
                  </a:cubicBezTo>
                  <a:cubicBezTo>
                    <a:pt x="3519" y="1929"/>
                    <a:pt x="3111" y="1967"/>
                    <a:pt x="2703" y="1967"/>
                  </a:cubicBezTo>
                  <a:cubicBezTo>
                    <a:pt x="1784" y="1967"/>
                    <a:pt x="863" y="1777"/>
                    <a:pt x="0" y="1398"/>
                  </a:cubicBezTo>
                  <a:lnTo>
                    <a:pt x="0" y="1398"/>
                  </a:lnTo>
                  <a:lnTo>
                    <a:pt x="31" y="2341"/>
                  </a:lnTo>
                  <a:cubicBezTo>
                    <a:pt x="547" y="2553"/>
                    <a:pt x="1003" y="2797"/>
                    <a:pt x="1459" y="3101"/>
                  </a:cubicBezTo>
                  <a:cubicBezTo>
                    <a:pt x="1748" y="3298"/>
                    <a:pt x="2060" y="3359"/>
                    <a:pt x="2413" y="3359"/>
                  </a:cubicBezTo>
                  <a:cubicBezTo>
                    <a:pt x="2766" y="3359"/>
                    <a:pt x="3161" y="3298"/>
                    <a:pt x="3617" y="3253"/>
                  </a:cubicBezTo>
                  <a:cubicBezTo>
                    <a:pt x="4529" y="3192"/>
                    <a:pt x="7417" y="2432"/>
                    <a:pt x="7508" y="1094"/>
                  </a:cubicBezTo>
                  <a:cubicBezTo>
                    <a:pt x="7508" y="730"/>
                    <a:pt x="7508" y="365"/>
                    <a:pt x="74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0"/>
            <p:cNvSpPr/>
            <p:nvPr/>
          </p:nvSpPr>
          <p:spPr>
            <a:xfrm>
              <a:off x="3318061" y="4535895"/>
              <a:ext cx="91673" cy="43776"/>
            </a:xfrm>
            <a:custGeom>
              <a:rect b="b" l="l" r="r" t="t"/>
              <a:pathLst>
                <a:path extrusionOk="0" h="3760" w="7874">
                  <a:moveTo>
                    <a:pt x="7478" y="568"/>
                  </a:moveTo>
                  <a:cubicBezTo>
                    <a:pt x="7509" y="811"/>
                    <a:pt x="7509" y="1054"/>
                    <a:pt x="7478" y="1297"/>
                  </a:cubicBezTo>
                  <a:cubicBezTo>
                    <a:pt x="7417" y="2361"/>
                    <a:pt x="4864" y="3152"/>
                    <a:pt x="3770" y="3273"/>
                  </a:cubicBezTo>
                  <a:lnTo>
                    <a:pt x="3344" y="3304"/>
                  </a:lnTo>
                  <a:cubicBezTo>
                    <a:pt x="3079" y="3340"/>
                    <a:pt x="2838" y="3366"/>
                    <a:pt x="2617" y="3366"/>
                  </a:cubicBezTo>
                  <a:cubicBezTo>
                    <a:pt x="2280" y="3366"/>
                    <a:pt x="1990" y="3305"/>
                    <a:pt x="1733" y="3121"/>
                  </a:cubicBezTo>
                  <a:cubicBezTo>
                    <a:pt x="1338" y="2848"/>
                    <a:pt x="882" y="2604"/>
                    <a:pt x="426" y="2422"/>
                  </a:cubicBezTo>
                  <a:lnTo>
                    <a:pt x="396" y="1875"/>
                  </a:lnTo>
                  <a:lnTo>
                    <a:pt x="396" y="1875"/>
                  </a:lnTo>
                  <a:cubicBezTo>
                    <a:pt x="1207" y="2199"/>
                    <a:pt x="2058" y="2361"/>
                    <a:pt x="2904" y="2361"/>
                  </a:cubicBezTo>
                  <a:cubicBezTo>
                    <a:pt x="3327" y="2361"/>
                    <a:pt x="3750" y="2321"/>
                    <a:pt x="4165" y="2240"/>
                  </a:cubicBezTo>
                  <a:cubicBezTo>
                    <a:pt x="5381" y="1905"/>
                    <a:pt x="6506" y="1328"/>
                    <a:pt x="7478" y="568"/>
                  </a:cubicBezTo>
                  <a:close/>
                  <a:moveTo>
                    <a:pt x="7615" y="1"/>
                  </a:moveTo>
                  <a:cubicBezTo>
                    <a:pt x="7580" y="1"/>
                    <a:pt x="7544" y="16"/>
                    <a:pt x="7509" y="51"/>
                  </a:cubicBezTo>
                  <a:cubicBezTo>
                    <a:pt x="6506" y="902"/>
                    <a:pt x="5320" y="1510"/>
                    <a:pt x="4074" y="1845"/>
                  </a:cubicBezTo>
                  <a:cubicBezTo>
                    <a:pt x="3667" y="1920"/>
                    <a:pt x="3260" y="1958"/>
                    <a:pt x="2856" y="1958"/>
                  </a:cubicBezTo>
                  <a:cubicBezTo>
                    <a:pt x="1965" y="1958"/>
                    <a:pt x="1091" y="1775"/>
                    <a:pt x="274" y="1419"/>
                  </a:cubicBezTo>
                  <a:cubicBezTo>
                    <a:pt x="249" y="1406"/>
                    <a:pt x="219" y="1399"/>
                    <a:pt x="190" y="1399"/>
                  </a:cubicBezTo>
                  <a:cubicBezTo>
                    <a:pt x="149" y="1399"/>
                    <a:pt x="110" y="1414"/>
                    <a:pt x="92" y="1449"/>
                  </a:cubicBezTo>
                  <a:cubicBezTo>
                    <a:pt x="31" y="1480"/>
                    <a:pt x="1" y="1541"/>
                    <a:pt x="1" y="1601"/>
                  </a:cubicBezTo>
                  <a:lnTo>
                    <a:pt x="31" y="2544"/>
                  </a:lnTo>
                  <a:cubicBezTo>
                    <a:pt x="31" y="2635"/>
                    <a:pt x="92" y="2696"/>
                    <a:pt x="153" y="2726"/>
                  </a:cubicBezTo>
                  <a:cubicBezTo>
                    <a:pt x="639" y="2908"/>
                    <a:pt x="1095" y="3152"/>
                    <a:pt x="1521" y="3456"/>
                  </a:cubicBezTo>
                  <a:cubicBezTo>
                    <a:pt x="1825" y="3668"/>
                    <a:pt x="2220" y="3760"/>
                    <a:pt x="2584" y="3760"/>
                  </a:cubicBezTo>
                  <a:cubicBezTo>
                    <a:pt x="2858" y="3729"/>
                    <a:pt x="3101" y="3729"/>
                    <a:pt x="3375" y="3699"/>
                  </a:cubicBezTo>
                  <a:lnTo>
                    <a:pt x="3800" y="3638"/>
                  </a:lnTo>
                  <a:cubicBezTo>
                    <a:pt x="4651" y="3577"/>
                    <a:pt x="7752" y="2817"/>
                    <a:pt x="7843" y="1328"/>
                  </a:cubicBezTo>
                  <a:cubicBezTo>
                    <a:pt x="7873" y="933"/>
                    <a:pt x="7843" y="568"/>
                    <a:pt x="7813" y="173"/>
                  </a:cubicBezTo>
                  <a:cubicBezTo>
                    <a:pt x="7813" y="112"/>
                    <a:pt x="7752" y="51"/>
                    <a:pt x="7691" y="21"/>
                  </a:cubicBezTo>
                  <a:cubicBezTo>
                    <a:pt x="7666" y="8"/>
                    <a:pt x="7641" y="1"/>
                    <a:pt x="76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0"/>
            <p:cNvSpPr/>
            <p:nvPr/>
          </p:nvSpPr>
          <p:spPr>
            <a:xfrm>
              <a:off x="3119168" y="4472077"/>
              <a:ext cx="228624" cy="109696"/>
            </a:xfrm>
            <a:custGeom>
              <a:rect b="b" l="l" r="r" t="t"/>
              <a:pathLst>
                <a:path extrusionOk="0" h="9422" w="19637">
                  <a:moveTo>
                    <a:pt x="7539" y="0"/>
                  </a:moveTo>
                  <a:cubicBezTo>
                    <a:pt x="6292" y="882"/>
                    <a:pt x="4985" y="1702"/>
                    <a:pt x="3648" y="2402"/>
                  </a:cubicBezTo>
                  <a:cubicBezTo>
                    <a:pt x="1976" y="3161"/>
                    <a:pt x="0" y="3891"/>
                    <a:pt x="335" y="4955"/>
                  </a:cubicBezTo>
                  <a:cubicBezTo>
                    <a:pt x="639" y="6049"/>
                    <a:pt x="8207" y="8268"/>
                    <a:pt x="10852" y="8693"/>
                  </a:cubicBezTo>
                  <a:cubicBezTo>
                    <a:pt x="12319" y="8913"/>
                    <a:pt x="14244" y="9422"/>
                    <a:pt x="15839" y="9422"/>
                  </a:cubicBezTo>
                  <a:cubicBezTo>
                    <a:pt x="17119" y="9422"/>
                    <a:pt x="18186" y="9094"/>
                    <a:pt x="18633" y="8025"/>
                  </a:cubicBezTo>
                  <a:cubicBezTo>
                    <a:pt x="19636" y="5623"/>
                    <a:pt x="18542" y="2979"/>
                    <a:pt x="18542" y="2979"/>
                  </a:cubicBezTo>
                  <a:lnTo>
                    <a:pt x="75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0"/>
            <p:cNvSpPr/>
            <p:nvPr/>
          </p:nvSpPr>
          <p:spPr>
            <a:xfrm>
              <a:off x="3116688" y="4469597"/>
              <a:ext cx="233223" cy="114318"/>
            </a:xfrm>
            <a:custGeom>
              <a:rect b="b" l="l" r="r" t="t"/>
              <a:pathLst>
                <a:path extrusionOk="0" h="9819" w="20032">
                  <a:moveTo>
                    <a:pt x="7782" y="396"/>
                  </a:moveTo>
                  <a:lnTo>
                    <a:pt x="18603" y="3344"/>
                  </a:lnTo>
                  <a:cubicBezTo>
                    <a:pt x="18785" y="3800"/>
                    <a:pt x="19515" y="6110"/>
                    <a:pt x="18664" y="8177"/>
                  </a:cubicBezTo>
                  <a:cubicBezTo>
                    <a:pt x="18250" y="9147"/>
                    <a:pt x="17270" y="9452"/>
                    <a:pt x="16069" y="9452"/>
                  </a:cubicBezTo>
                  <a:cubicBezTo>
                    <a:pt x="14975" y="9452"/>
                    <a:pt x="13696" y="9199"/>
                    <a:pt x="12493" y="8967"/>
                  </a:cubicBezTo>
                  <a:cubicBezTo>
                    <a:pt x="12007" y="8876"/>
                    <a:pt x="11521" y="8785"/>
                    <a:pt x="11065" y="8724"/>
                  </a:cubicBezTo>
                  <a:cubicBezTo>
                    <a:pt x="8086" y="8238"/>
                    <a:pt x="973" y="5988"/>
                    <a:pt x="700" y="5107"/>
                  </a:cubicBezTo>
                  <a:cubicBezTo>
                    <a:pt x="457" y="4317"/>
                    <a:pt x="2037" y="3618"/>
                    <a:pt x="3435" y="2979"/>
                  </a:cubicBezTo>
                  <a:cubicBezTo>
                    <a:pt x="3587" y="2918"/>
                    <a:pt x="3739" y="2858"/>
                    <a:pt x="3922" y="2766"/>
                  </a:cubicBezTo>
                  <a:cubicBezTo>
                    <a:pt x="5259" y="2098"/>
                    <a:pt x="6566" y="1307"/>
                    <a:pt x="7782" y="396"/>
                  </a:cubicBezTo>
                  <a:close/>
                  <a:moveTo>
                    <a:pt x="7782" y="0"/>
                  </a:moveTo>
                  <a:cubicBezTo>
                    <a:pt x="7752" y="0"/>
                    <a:pt x="7691" y="0"/>
                    <a:pt x="7630" y="31"/>
                  </a:cubicBezTo>
                  <a:cubicBezTo>
                    <a:pt x="6414" y="943"/>
                    <a:pt x="5107" y="1733"/>
                    <a:pt x="3770" y="2432"/>
                  </a:cubicBezTo>
                  <a:lnTo>
                    <a:pt x="3283" y="2645"/>
                  </a:lnTo>
                  <a:cubicBezTo>
                    <a:pt x="1672" y="3344"/>
                    <a:pt x="1" y="4073"/>
                    <a:pt x="365" y="5229"/>
                  </a:cubicBezTo>
                  <a:cubicBezTo>
                    <a:pt x="730" y="6505"/>
                    <a:pt x="8603" y="8694"/>
                    <a:pt x="11034" y="9089"/>
                  </a:cubicBezTo>
                  <a:cubicBezTo>
                    <a:pt x="11460" y="9150"/>
                    <a:pt x="11946" y="9241"/>
                    <a:pt x="12433" y="9332"/>
                  </a:cubicBezTo>
                  <a:cubicBezTo>
                    <a:pt x="13618" y="9605"/>
                    <a:pt x="14834" y="9788"/>
                    <a:pt x="16050" y="9818"/>
                  </a:cubicBezTo>
                  <a:cubicBezTo>
                    <a:pt x="17387" y="9818"/>
                    <a:pt x="18542" y="9484"/>
                    <a:pt x="19028" y="8298"/>
                  </a:cubicBezTo>
                  <a:cubicBezTo>
                    <a:pt x="20031" y="5867"/>
                    <a:pt x="18968" y="3222"/>
                    <a:pt x="18937" y="3101"/>
                  </a:cubicBezTo>
                  <a:cubicBezTo>
                    <a:pt x="18907" y="3040"/>
                    <a:pt x="18876" y="3010"/>
                    <a:pt x="18816" y="3010"/>
                  </a:cubicBezTo>
                  <a:lnTo>
                    <a:pt x="77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0"/>
            <p:cNvSpPr/>
            <p:nvPr/>
          </p:nvSpPr>
          <p:spPr>
            <a:xfrm>
              <a:off x="3121997" y="4518441"/>
              <a:ext cx="216946" cy="63335"/>
            </a:xfrm>
            <a:custGeom>
              <a:rect b="b" l="l" r="r" t="t"/>
              <a:pathLst>
                <a:path extrusionOk="0" h="5440" w="18634">
                  <a:moveTo>
                    <a:pt x="396" y="0"/>
                  </a:moveTo>
                  <a:cubicBezTo>
                    <a:pt x="122" y="243"/>
                    <a:pt x="1" y="608"/>
                    <a:pt x="61" y="973"/>
                  </a:cubicBezTo>
                  <a:cubicBezTo>
                    <a:pt x="396" y="2037"/>
                    <a:pt x="7934" y="4286"/>
                    <a:pt x="10609" y="4711"/>
                  </a:cubicBezTo>
                  <a:cubicBezTo>
                    <a:pt x="12076" y="4931"/>
                    <a:pt x="14001" y="5440"/>
                    <a:pt x="15596" y="5440"/>
                  </a:cubicBezTo>
                  <a:cubicBezTo>
                    <a:pt x="16876" y="5440"/>
                    <a:pt x="17943" y="5112"/>
                    <a:pt x="18390" y="4043"/>
                  </a:cubicBezTo>
                  <a:cubicBezTo>
                    <a:pt x="18481" y="3800"/>
                    <a:pt x="18572" y="3556"/>
                    <a:pt x="18633" y="3313"/>
                  </a:cubicBezTo>
                  <a:lnTo>
                    <a:pt x="18633" y="3313"/>
                  </a:lnTo>
                  <a:cubicBezTo>
                    <a:pt x="17203" y="3705"/>
                    <a:pt x="15743" y="3902"/>
                    <a:pt x="14283" y="3902"/>
                  </a:cubicBezTo>
                  <a:cubicBezTo>
                    <a:pt x="12795" y="3902"/>
                    <a:pt x="11306" y="3697"/>
                    <a:pt x="9849" y="3283"/>
                  </a:cubicBezTo>
                  <a:cubicBezTo>
                    <a:pt x="6627" y="2401"/>
                    <a:pt x="3496" y="1307"/>
                    <a:pt x="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0"/>
            <p:cNvSpPr/>
            <p:nvPr/>
          </p:nvSpPr>
          <p:spPr>
            <a:xfrm>
              <a:off x="3119517" y="4516520"/>
              <a:ext cx="221894" cy="67398"/>
            </a:xfrm>
            <a:custGeom>
              <a:rect b="b" l="l" r="r" t="t"/>
              <a:pathLst>
                <a:path extrusionOk="0" h="5789" w="19059">
                  <a:moveTo>
                    <a:pt x="700" y="408"/>
                  </a:moveTo>
                  <a:cubicBezTo>
                    <a:pt x="3740" y="1685"/>
                    <a:pt x="6870" y="2749"/>
                    <a:pt x="10031" y="3630"/>
                  </a:cubicBezTo>
                  <a:cubicBezTo>
                    <a:pt x="11501" y="4045"/>
                    <a:pt x="13013" y="4251"/>
                    <a:pt x="14522" y="4251"/>
                  </a:cubicBezTo>
                  <a:cubicBezTo>
                    <a:pt x="15885" y="4251"/>
                    <a:pt x="17246" y="4083"/>
                    <a:pt x="18573" y="3752"/>
                  </a:cubicBezTo>
                  <a:lnTo>
                    <a:pt x="18573" y="3752"/>
                  </a:lnTo>
                  <a:cubicBezTo>
                    <a:pt x="18542" y="3873"/>
                    <a:pt x="18512" y="4025"/>
                    <a:pt x="18451" y="4147"/>
                  </a:cubicBezTo>
                  <a:cubicBezTo>
                    <a:pt x="18037" y="5117"/>
                    <a:pt x="17058" y="5422"/>
                    <a:pt x="15856" y="5422"/>
                  </a:cubicBezTo>
                  <a:cubicBezTo>
                    <a:pt x="14762" y="5422"/>
                    <a:pt x="13483" y="5169"/>
                    <a:pt x="12281" y="4937"/>
                  </a:cubicBezTo>
                  <a:cubicBezTo>
                    <a:pt x="11794" y="4846"/>
                    <a:pt x="11308" y="4755"/>
                    <a:pt x="10852" y="4694"/>
                  </a:cubicBezTo>
                  <a:cubicBezTo>
                    <a:pt x="7904" y="4208"/>
                    <a:pt x="761" y="1958"/>
                    <a:pt x="487" y="1077"/>
                  </a:cubicBezTo>
                  <a:cubicBezTo>
                    <a:pt x="426" y="834"/>
                    <a:pt x="487" y="591"/>
                    <a:pt x="700" y="408"/>
                  </a:cubicBezTo>
                  <a:close/>
                  <a:moveTo>
                    <a:pt x="640" y="1"/>
                  </a:moveTo>
                  <a:cubicBezTo>
                    <a:pt x="588" y="1"/>
                    <a:pt x="530" y="22"/>
                    <a:pt x="487" y="43"/>
                  </a:cubicBezTo>
                  <a:cubicBezTo>
                    <a:pt x="153" y="317"/>
                    <a:pt x="1" y="773"/>
                    <a:pt x="122" y="1199"/>
                  </a:cubicBezTo>
                  <a:cubicBezTo>
                    <a:pt x="487" y="2475"/>
                    <a:pt x="8360" y="4664"/>
                    <a:pt x="10791" y="5059"/>
                  </a:cubicBezTo>
                  <a:cubicBezTo>
                    <a:pt x="11217" y="5120"/>
                    <a:pt x="11703" y="5211"/>
                    <a:pt x="12190" y="5302"/>
                  </a:cubicBezTo>
                  <a:cubicBezTo>
                    <a:pt x="13375" y="5575"/>
                    <a:pt x="14591" y="5758"/>
                    <a:pt x="15807" y="5788"/>
                  </a:cubicBezTo>
                  <a:cubicBezTo>
                    <a:pt x="17144" y="5788"/>
                    <a:pt x="18299" y="5454"/>
                    <a:pt x="18785" y="4299"/>
                  </a:cubicBezTo>
                  <a:cubicBezTo>
                    <a:pt x="18877" y="4056"/>
                    <a:pt x="18968" y="3813"/>
                    <a:pt x="19029" y="3539"/>
                  </a:cubicBezTo>
                  <a:cubicBezTo>
                    <a:pt x="19059" y="3478"/>
                    <a:pt x="19029" y="3417"/>
                    <a:pt x="18968" y="3357"/>
                  </a:cubicBezTo>
                  <a:cubicBezTo>
                    <a:pt x="18937" y="3296"/>
                    <a:pt x="18846" y="3296"/>
                    <a:pt x="18785" y="3296"/>
                  </a:cubicBezTo>
                  <a:cubicBezTo>
                    <a:pt x="17372" y="3691"/>
                    <a:pt x="15913" y="3889"/>
                    <a:pt x="14454" y="3889"/>
                  </a:cubicBezTo>
                  <a:cubicBezTo>
                    <a:pt x="12995" y="3889"/>
                    <a:pt x="11536" y="3691"/>
                    <a:pt x="10123" y="3296"/>
                  </a:cubicBezTo>
                  <a:cubicBezTo>
                    <a:pt x="6931" y="2384"/>
                    <a:pt x="3770" y="1290"/>
                    <a:pt x="700" y="13"/>
                  </a:cubicBezTo>
                  <a:cubicBezTo>
                    <a:pt x="682" y="4"/>
                    <a:pt x="662" y="1"/>
                    <a:pt x="6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0"/>
            <p:cNvSpPr/>
            <p:nvPr/>
          </p:nvSpPr>
          <p:spPr>
            <a:xfrm>
              <a:off x="3102529" y="3611364"/>
              <a:ext cx="345410" cy="916183"/>
            </a:xfrm>
            <a:custGeom>
              <a:rect b="b" l="l" r="r" t="t"/>
              <a:pathLst>
                <a:path extrusionOk="0" h="78693" w="29668">
                  <a:moveTo>
                    <a:pt x="29667" y="0"/>
                  </a:moveTo>
                  <a:lnTo>
                    <a:pt x="1156" y="1064"/>
                  </a:lnTo>
                  <a:cubicBezTo>
                    <a:pt x="396" y="7113"/>
                    <a:pt x="31" y="13192"/>
                    <a:pt x="1" y="19301"/>
                  </a:cubicBezTo>
                  <a:cubicBezTo>
                    <a:pt x="1" y="28937"/>
                    <a:pt x="2645" y="44226"/>
                    <a:pt x="3253" y="46749"/>
                  </a:cubicBezTo>
                  <a:cubicBezTo>
                    <a:pt x="3892" y="49271"/>
                    <a:pt x="8208" y="64804"/>
                    <a:pt x="8390" y="65411"/>
                  </a:cubicBezTo>
                  <a:cubicBezTo>
                    <a:pt x="8603" y="66050"/>
                    <a:pt x="9120" y="72342"/>
                    <a:pt x="9120" y="72342"/>
                  </a:cubicBezTo>
                  <a:cubicBezTo>
                    <a:pt x="9120" y="72342"/>
                    <a:pt x="8177" y="72980"/>
                    <a:pt x="8177" y="73466"/>
                  </a:cubicBezTo>
                  <a:cubicBezTo>
                    <a:pt x="8177" y="73983"/>
                    <a:pt x="8299" y="74834"/>
                    <a:pt x="8299" y="74834"/>
                  </a:cubicBezTo>
                  <a:cubicBezTo>
                    <a:pt x="8299" y="74834"/>
                    <a:pt x="11338" y="77144"/>
                    <a:pt x="13649" y="78208"/>
                  </a:cubicBezTo>
                  <a:cubicBezTo>
                    <a:pt x="14467" y="78574"/>
                    <a:pt x="15506" y="78692"/>
                    <a:pt x="16507" y="78692"/>
                  </a:cubicBezTo>
                  <a:cubicBezTo>
                    <a:pt x="18333" y="78692"/>
                    <a:pt x="20032" y="78299"/>
                    <a:pt x="20032" y="78299"/>
                  </a:cubicBezTo>
                  <a:cubicBezTo>
                    <a:pt x="20974" y="78269"/>
                    <a:pt x="21886" y="78056"/>
                    <a:pt x="22767" y="77661"/>
                  </a:cubicBezTo>
                  <a:cubicBezTo>
                    <a:pt x="24226" y="77053"/>
                    <a:pt x="25381" y="76293"/>
                    <a:pt x="25807" y="75138"/>
                  </a:cubicBezTo>
                  <a:cubicBezTo>
                    <a:pt x="26232" y="73983"/>
                    <a:pt x="26232" y="72099"/>
                    <a:pt x="26232" y="71156"/>
                  </a:cubicBezTo>
                  <a:cubicBezTo>
                    <a:pt x="26232" y="70214"/>
                    <a:pt x="25290" y="57326"/>
                    <a:pt x="24956" y="51764"/>
                  </a:cubicBezTo>
                  <a:cubicBezTo>
                    <a:pt x="24652" y="46201"/>
                    <a:pt x="24013" y="41612"/>
                    <a:pt x="24013" y="41612"/>
                  </a:cubicBezTo>
                  <a:cubicBezTo>
                    <a:pt x="24013" y="41612"/>
                    <a:pt x="28269" y="18542"/>
                    <a:pt x="28603" y="14894"/>
                  </a:cubicBezTo>
                  <a:cubicBezTo>
                    <a:pt x="28968" y="11216"/>
                    <a:pt x="29454" y="1246"/>
                    <a:pt x="29454" y="1246"/>
                  </a:cubicBezTo>
                  <a:lnTo>
                    <a:pt x="296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0"/>
            <p:cNvSpPr/>
            <p:nvPr/>
          </p:nvSpPr>
          <p:spPr>
            <a:xfrm>
              <a:off x="3100410" y="3609234"/>
              <a:ext cx="349997" cy="920852"/>
            </a:xfrm>
            <a:custGeom>
              <a:rect b="b" l="l" r="r" t="t"/>
              <a:pathLst>
                <a:path extrusionOk="0" h="79094" w="30062">
                  <a:moveTo>
                    <a:pt x="29636" y="396"/>
                  </a:moveTo>
                  <a:lnTo>
                    <a:pt x="29454" y="1429"/>
                  </a:lnTo>
                  <a:cubicBezTo>
                    <a:pt x="29454" y="1521"/>
                    <a:pt x="28968" y="11430"/>
                    <a:pt x="28603" y="15047"/>
                  </a:cubicBezTo>
                  <a:cubicBezTo>
                    <a:pt x="28268" y="18694"/>
                    <a:pt x="24043" y="41552"/>
                    <a:pt x="24013" y="41764"/>
                  </a:cubicBezTo>
                  <a:cubicBezTo>
                    <a:pt x="23983" y="41795"/>
                    <a:pt x="23983" y="41825"/>
                    <a:pt x="24013" y="41825"/>
                  </a:cubicBezTo>
                  <a:cubicBezTo>
                    <a:pt x="24013" y="41886"/>
                    <a:pt x="24621" y="46506"/>
                    <a:pt x="24955" y="52008"/>
                  </a:cubicBezTo>
                  <a:cubicBezTo>
                    <a:pt x="25107" y="54774"/>
                    <a:pt x="25442" y="59424"/>
                    <a:pt x="25715" y="63436"/>
                  </a:cubicBezTo>
                  <a:cubicBezTo>
                    <a:pt x="25958" y="67449"/>
                    <a:pt x="26202" y="70914"/>
                    <a:pt x="26202" y="71370"/>
                  </a:cubicBezTo>
                  <a:cubicBezTo>
                    <a:pt x="26202" y="72282"/>
                    <a:pt x="26202" y="74166"/>
                    <a:pt x="25806" y="75291"/>
                  </a:cubicBezTo>
                  <a:cubicBezTo>
                    <a:pt x="25442" y="76263"/>
                    <a:pt x="24560" y="76962"/>
                    <a:pt x="22858" y="77692"/>
                  </a:cubicBezTo>
                  <a:cubicBezTo>
                    <a:pt x="22007" y="78057"/>
                    <a:pt x="21126" y="78269"/>
                    <a:pt x="20214" y="78330"/>
                  </a:cubicBezTo>
                  <a:lnTo>
                    <a:pt x="20153" y="78330"/>
                  </a:lnTo>
                  <a:cubicBezTo>
                    <a:pt x="20133" y="78330"/>
                    <a:pt x="18456" y="78710"/>
                    <a:pt x="16673" y="78710"/>
                  </a:cubicBezTo>
                  <a:cubicBezTo>
                    <a:pt x="15692" y="78710"/>
                    <a:pt x="14679" y="78595"/>
                    <a:pt x="13891" y="78239"/>
                  </a:cubicBezTo>
                  <a:cubicBezTo>
                    <a:pt x="11824" y="77297"/>
                    <a:pt x="9089" y="75291"/>
                    <a:pt x="8633" y="74926"/>
                  </a:cubicBezTo>
                  <a:cubicBezTo>
                    <a:pt x="8602" y="74713"/>
                    <a:pt x="8542" y="74105"/>
                    <a:pt x="8572" y="73680"/>
                  </a:cubicBezTo>
                  <a:cubicBezTo>
                    <a:pt x="8572" y="73376"/>
                    <a:pt x="9089" y="72920"/>
                    <a:pt x="9423" y="72677"/>
                  </a:cubicBezTo>
                  <a:cubicBezTo>
                    <a:pt x="9484" y="72646"/>
                    <a:pt x="9514" y="72585"/>
                    <a:pt x="9514" y="72525"/>
                  </a:cubicBezTo>
                  <a:cubicBezTo>
                    <a:pt x="9454" y="72251"/>
                    <a:pt x="8967" y="66202"/>
                    <a:pt x="8754" y="65564"/>
                  </a:cubicBezTo>
                  <a:cubicBezTo>
                    <a:pt x="8542" y="64987"/>
                    <a:pt x="4286" y="49606"/>
                    <a:pt x="3618" y="46901"/>
                  </a:cubicBezTo>
                  <a:cubicBezTo>
                    <a:pt x="2979" y="44439"/>
                    <a:pt x="365" y="29120"/>
                    <a:pt x="365" y="19484"/>
                  </a:cubicBezTo>
                  <a:cubicBezTo>
                    <a:pt x="396" y="13436"/>
                    <a:pt x="791" y="7417"/>
                    <a:pt x="1520" y="1429"/>
                  </a:cubicBezTo>
                  <a:lnTo>
                    <a:pt x="29636" y="396"/>
                  </a:lnTo>
                  <a:close/>
                  <a:moveTo>
                    <a:pt x="29849" y="1"/>
                  </a:moveTo>
                  <a:lnTo>
                    <a:pt x="1308" y="1034"/>
                  </a:lnTo>
                  <a:cubicBezTo>
                    <a:pt x="1216" y="1034"/>
                    <a:pt x="1125" y="1125"/>
                    <a:pt x="1125" y="1217"/>
                  </a:cubicBezTo>
                  <a:cubicBezTo>
                    <a:pt x="396" y="7265"/>
                    <a:pt x="0" y="13375"/>
                    <a:pt x="0" y="19484"/>
                  </a:cubicBezTo>
                  <a:cubicBezTo>
                    <a:pt x="0" y="29150"/>
                    <a:pt x="2615" y="44500"/>
                    <a:pt x="3253" y="46992"/>
                  </a:cubicBezTo>
                  <a:cubicBezTo>
                    <a:pt x="3830" y="49394"/>
                    <a:pt x="8147" y="64895"/>
                    <a:pt x="8390" y="65655"/>
                  </a:cubicBezTo>
                  <a:cubicBezTo>
                    <a:pt x="8542" y="66172"/>
                    <a:pt x="8937" y="70610"/>
                    <a:pt x="9089" y="72434"/>
                  </a:cubicBezTo>
                  <a:cubicBezTo>
                    <a:pt x="8846" y="72616"/>
                    <a:pt x="8177" y="73163"/>
                    <a:pt x="8177" y="73680"/>
                  </a:cubicBezTo>
                  <a:cubicBezTo>
                    <a:pt x="8177" y="74227"/>
                    <a:pt x="8268" y="75048"/>
                    <a:pt x="8268" y="75078"/>
                  </a:cubicBezTo>
                  <a:cubicBezTo>
                    <a:pt x="8268" y="75108"/>
                    <a:pt x="8299" y="75169"/>
                    <a:pt x="8359" y="75199"/>
                  </a:cubicBezTo>
                  <a:cubicBezTo>
                    <a:pt x="8359" y="75230"/>
                    <a:pt x="11460" y="77540"/>
                    <a:pt x="13739" y="78573"/>
                  </a:cubicBezTo>
                  <a:cubicBezTo>
                    <a:pt x="14614" y="78912"/>
                    <a:pt x="15541" y="79093"/>
                    <a:pt x="16496" y="79093"/>
                  </a:cubicBezTo>
                  <a:cubicBezTo>
                    <a:pt x="16570" y="79093"/>
                    <a:pt x="16644" y="79092"/>
                    <a:pt x="16718" y="79090"/>
                  </a:cubicBezTo>
                  <a:cubicBezTo>
                    <a:pt x="17904" y="79090"/>
                    <a:pt x="19089" y="78969"/>
                    <a:pt x="20244" y="78725"/>
                  </a:cubicBezTo>
                  <a:cubicBezTo>
                    <a:pt x="21186" y="78665"/>
                    <a:pt x="22129" y="78452"/>
                    <a:pt x="23010" y="78057"/>
                  </a:cubicBezTo>
                  <a:cubicBezTo>
                    <a:pt x="24287" y="77510"/>
                    <a:pt x="25685" y="76780"/>
                    <a:pt x="26171" y="75443"/>
                  </a:cubicBezTo>
                  <a:cubicBezTo>
                    <a:pt x="26597" y="74257"/>
                    <a:pt x="26597" y="72312"/>
                    <a:pt x="26597" y="71400"/>
                  </a:cubicBezTo>
                  <a:cubicBezTo>
                    <a:pt x="26597" y="70914"/>
                    <a:pt x="26384" y="67479"/>
                    <a:pt x="26080" y="63406"/>
                  </a:cubicBezTo>
                  <a:cubicBezTo>
                    <a:pt x="25806" y="59363"/>
                    <a:pt x="25472" y="54743"/>
                    <a:pt x="25320" y="51977"/>
                  </a:cubicBezTo>
                  <a:cubicBezTo>
                    <a:pt x="25016" y="46719"/>
                    <a:pt x="24439" y="42220"/>
                    <a:pt x="24378" y="41825"/>
                  </a:cubicBezTo>
                  <a:cubicBezTo>
                    <a:pt x="24560" y="40883"/>
                    <a:pt x="28633" y="18725"/>
                    <a:pt x="28998" y="15107"/>
                  </a:cubicBezTo>
                  <a:cubicBezTo>
                    <a:pt x="29332" y="11460"/>
                    <a:pt x="29819" y="1551"/>
                    <a:pt x="29819" y="1490"/>
                  </a:cubicBezTo>
                  <a:lnTo>
                    <a:pt x="30031" y="214"/>
                  </a:lnTo>
                  <a:cubicBezTo>
                    <a:pt x="30062" y="153"/>
                    <a:pt x="30031" y="122"/>
                    <a:pt x="30001" y="62"/>
                  </a:cubicBezTo>
                  <a:cubicBezTo>
                    <a:pt x="29940" y="31"/>
                    <a:pt x="29910" y="1"/>
                    <a:pt x="298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0"/>
            <p:cNvSpPr/>
            <p:nvPr/>
          </p:nvSpPr>
          <p:spPr>
            <a:xfrm>
              <a:off x="3329739" y="4428542"/>
              <a:ext cx="8150" cy="96970"/>
            </a:xfrm>
            <a:custGeom>
              <a:rect b="b" l="l" r="r" t="t"/>
              <a:pathLst>
                <a:path extrusionOk="0" h="8329" w="700">
                  <a:moveTo>
                    <a:pt x="214" y="1"/>
                  </a:moveTo>
                  <a:cubicBezTo>
                    <a:pt x="92" y="1"/>
                    <a:pt x="1" y="92"/>
                    <a:pt x="31" y="213"/>
                  </a:cubicBezTo>
                  <a:cubicBezTo>
                    <a:pt x="274" y="4773"/>
                    <a:pt x="305" y="8116"/>
                    <a:pt x="305" y="8147"/>
                  </a:cubicBezTo>
                  <a:cubicBezTo>
                    <a:pt x="335" y="8238"/>
                    <a:pt x="396" y="8329"/>
                    <a:pt x="518" y="8329"/>
                  </a:cubicBezTo>
                  <a:cubicBezTo>
                    <a:pt x="609" y="8329"/>
                    <a:pt x="700" y="8238"/>
                    <a:pt x="700" y="8147"/>
                  </a:cubicBezTo>
                  <a:cubicBezTo>
                    <a:pt x="700" y="8116"/>
                    <a:pt x="639" y="4742"/>
                    <a:pt x="396" y="183"/>
                  </a:cubicBezTo>
                  <a:cubicBezTo>
                    <a:pt x="396" y="92"/>
                    <a:pt x="305"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0"/>
            <p:cNvSpPr/>
            <p:nvPr/>
          </p:nvSpPr>
          <p:spPr>
            <a:xfrm>
              <a:off x="3277716" y="3795972"/>
              <a:ext cx="64069" cy="610230"/>
            </a:xfrm>
            <a:custGeom>
              <a:rect b="b" l="l" r="r" t="t"/>
              <a:pathLst>
                <a:path extrusionOk="0" h="52414" w="5503">
                  <a:moveTo>
                    <a:pt x="5297" y="0"/>
                  </a:moveTo>
                  <a:cubicBezTo>
                    <a:pt x="5274" y="0"/>
                    <a:pt x="5252" y="4"/>
                    <a:pt x="5229" y="12"/>
                  </a:cubicBezTo>
                  <a:lnTo>
                    <a:pt x="396" y="2109"/>
                  </a:lnTo>
                  <a:cubicBezTo>
                    <a:pt x="335" y="2139"/>
                    <a:pt x="274" y="2200"/>
                    <a:pt x="274" y="2291"/>
                  </a:cubicBezTo>
                  <a:cubicBezTo>
                    <a:pt x="274" y="2443"/>
                    <a:pt x="183" y="16273"/>
                    <a:pt x="62" y="21045"/>
                  </a:cubicBezTo>
                  <a:cubicBezTo>
                    <a:pt x="1" y="23629"/>
                    <a:pt x="973" y="28948"/>
                    <a:pt x="1976" y="34602"/>
                  </a:cubicBezTo>
                  <a:cubicBezTo>
                    <a:pt x="2858" y="39496"/>
                    <a:pt x="3770" y="44541"/>
                    <a:pt x="4043" y="48128"/>
                  </a:cubicBezTo>
                  <a:cubicBezTo>
                    <a:pt x="4165" y="49435"/>
                    <a:pt x="4256" y="50833"/>
                    <a:pt x="4347" y="52231"/>
                  </a:cubicBezTo>
                  <a:cubicBezTo>
                    <a:pt x="4347" y="52353"/>
                    <a:pt x="4439" y="52414"/>
                    <a:pt x="4530" y="52414"/>
                  </a:cubicBezTo>
                  <a:lnTo>
                    <a:pt x="4560" y="52414"/>
                  </a:lnTo>
                  <a:cubicBezTo>
                    <a:pt x="4651" y="52414"/>
                    <a:pt x="4742" y="52322"/>
                    <a:pt x="4742" y="52231"/>
                  </a:cubicBezTo>
                  <a:cubicBezTo>
                    <a:pt x="4651" y="50803"/>
                    <a:pt x="4530" y="49405"/>
                    <a:pt x="4439" y="48098"/>
                  </a:cubicBezTo>
                  <a:cubicBezTo>
                    <a:pt x="4135" y="44511"/>
                    <a:pt x="3223" y="39435"/>
                    <a:pt x="2341" y="34511"/>
                  </a:cubicBezTo>
                  <a:cubicBezTo>
                    <a:pt x="1338" y="28918"/>
                    <a:pt x="396" y="23599"/>
                    <a:pt x="457" y="21045"/>
                  </a:cubicBezTo>
                  <a:cubicBezTo>
                    <a:pt x="548" y="16517"/>
                    <a:pt x="669" y="3811"/>
                    <a:pt x="669" y="2413"/>
                  </a:cubicBezTo>
                  <a:lnTo>
                    <a:pt x="5381" y="376"/>
                  </a:lnTo>
                  <a:cubicBezTo>
                    <a:pt x="5472" y="316"/>
                    <a:pt x="5502" y="194"/>
                    <a:pt x="5472" y="103"/>
                  </a:cubicBezTo>
                  <a:cubicBezTo>
                    <a:pt x="5426" y="35"/>
                    <a:pt x="5364" y="0"/>
                    <a:pt x="5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0"/>
            <p:cNvSpPr/>
            <p:nvPr/>
          </p:nvSpPr>
          <p:spPr>
            <a:xfrm>
              <a:off x="3092981" y="3136495"/>
              <a:ext cx="400607" cy="531643"/>
            </a:xfrm>
            <a:custGeom>
              <a:rect b="b" l="l" r="r" t="t"/>
              <a:pathLst>
                <a:path extrusionOk="0" h="45664" w="34409">
                  <a:moveTo>
                    <a:pt x="18715" y="1"/>
                  </a:moveTo>
                  <a:cubicBezTo>
                    <a:pt x="15696" y="1"/>
                    <a:pt x="11550" y="556"/>
                    <a:pt x="6991" y="2759"/>
                  </a:cubicBezTo>
                  <a:cubicBezTo>
                    <a:pt x="6991" y="2759"/>
                    <a:pt x="0" y="5981"/>
                    <a:pt x="0" y="6680"/>
                  </a:cubicBezTo>
                  <a:cubicBezTo>
                    <a:pt x="0" y="7410"/>
                    <a:pt x="1338" y="43155"/>
                    <a:pt x="1338" y="43155"/>
                  </a:cubicBezTo>
                  <a:cubicBezTo>
                    <a:pt x="1338" y="43155"/>
                    <a:pt x="122" y="43885"/>
                    <a:pt x="2553" y="44492"/>
                  </a:cubicBezTo>
                  <a:cubicBezTo>
                    <a:pt x="4156" y="44893"/>
                    <a:pt x="8030" y="45664"/>
                    <a:pt x="12469" y="45664"/>
                  </a:cubicBezTo>
                  <a:cubicBezTo>
                    <a:pt x="14765" y="45664"/>
                    <a:pt x="17213" y="45457"/>
                    <a:pt x="19575" y="44888"/>
                  </a:cubicBezTo>
                  <a:cubicBezTo>
                    <a:pt x="26505" y="43185"/>
                    <a:pt x="30639" y="43185"/>
                    <a:pt x="31247" y="41605"/>
                  </a:cubicBezTo>
                  <a:cubicBezTo>
                    <a:pt x="31855" y="40024"/>
                    <a:pt x="30274" y="33459"/>
                    <a:pt x="30274" y="33459"/>
                  </a:cubicBezTo>
                  <a:cubicBezTo>
                    <a:pt x="30274" y="33459"/>
                    <a:pt x="34408" y="5860"/>
                    <a:pt x="34043" y="4765"/>
                  </a:cubicBezTo>
                  <a:cubicBezTo>
                    <a:pt x="33679" y="3671"/>
                    <a:pt x="23678" y="571"/>
                    <a:pt x="23678" y="571"/>
                  </a:cubicBezTo>
                  <a:cubicBezTo>
                    <a:pt x="23678" y="571"/>
                    <a:pt x="21776" y="1"/>
                    <a:pt x="187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0"/>
            <p:cNvSpPr/>
            <p:nvPr/>
          </p:nvSpPr>
          <p:spPr>
            <a:xfrm>
              <a:off x="3090851" y="3134201"/>
              <a:ext cx="404856" cy="535904"/>
            </a:xfrm>
            <a:custGeom>
              <a:rect b="b" l="l" r="r" t="t"/>
              <a:pathLst>
                <a:path extrusionOk="0" h="46030" w="34774">
                  <a:moveTo>
                    <a:pt x="19319" y="369"/>
                  </a:moveTo>
                  <a:cubicBezTo>
                    <a:pt x="20839" y="369"/>
                    <a:pt x="22333" y="553"/>
                    <a:pt x="23801" y="920"/>
                  </a:cubicBezTo>
                  <a:cubicBezTo>
                    <a:pt x="28603" y="2440"/>
                    <a:pt x="33831" y="4355"/>
                    <a:pt x="34044" y="4993"/>
                  </a:cubicBezTo>
                  <a:cubicBezTo>
                    <a:pt x="34318" y="5844"/>
                    <a:pt x="31916" y="22561"/>
                    <a:pt x="30275" y="33625"/>
                  </a:cubicBezTo>
                  <a:cubicBezTo>
                    <a:pt x="30275" y="33625"/>
                    <a:pt x="30275" y="33656"/>
                    <a:pt x="30275" y="33686"/>
                  </a:cubicBezTo>
                  <a:cubicBezTo>
                    <a:pt x="30275" y="33747"/>
                    <a:pt x="31825" y="40191"/>
                    <a:pt x="31248" y="41711"/>
                  </a:cubicBezTo>
                  <a:cubicBezTo>
                    <a:pt x="30883" y="42653"/>
                    <a:pt x="28998" y="43018"/>
                    <a:pt x="25868" y="43595"/>
                  </a:cubicBezTo>
                  <a:cubicBezTo>
                    <a:pt x="24196" y="43899"/>
                    <a:pt x="22098" y="44294"/>
                    <a:pt x="19697" y="44872"/>
                  </a:cubicBezTo>
                  <a:cubicBezTo>
                    <a:pt x="17325" y="45453"/>
                    <a:pt x="14870" y="45658"/>
                    <a:pt x="12588" y="45658"/>
                  </a:cubicBezTo>
                  <a:cubicBezTo>
                    <a:pt x="7589" y="45658"/>
                    <a:pt x="3423" y="44674"/>
                    <a:pt x="2797" y="44507"/>
                  </a:cubicBezTo>
                  <a:cubicBezTo>
                    <a:pt x="1551" y="44203"/>
                    <a:pt x="1429" y="43930"/>
                    <a:pt x="1399" y="43808"/>
                  </a:cubicBezTo>
                  <a:cubicBezTo>
                    <a:pt x="1399" y="43686"/>
                    <a:pt x="1551" y="43565"/>
                    <a:pt x="1612" y="43504"/>
                  </a:cubicBezTo>
                  <a:cubicBezTo>
                    <a:pt x="1673" y="43474"/>
                    <a:pt x="1703" y="43413"/>
                    <a:pt x="1703" y="43352"/>
                  </a:cubicBezTo>
                  <a:cubicBezTo>
                    <a:pt x="1703" y="42987"/>
                    <a:pt x="366" y="7607"/>
                    <a:pt x="366" y="6908"/>
                  </a:cubicBezTo>
                  <a:cubicBezTo>
                    <a:pt x="518" y="6452"/>
                    <a:pt x="3983" y="4628"/>
                    <a:pt x="7265" y="3108"/>
                  </a:cubicBezTo>
                  <a:cubicBezTo>
                    <a:pt x="10913" y="1345"/>
                    <a:pt x="14925" y="403"/>
                    <a:pt x="18968" y="373"/>
                  </a:cubicBezTo>
                  <a:cubicBezTo>
                    <a:pt x="19085" y="371"/>
                    <a:pt x="19202" y="369"/>
                    <a:pt x="19319" y="369"/>
                  </a:cubicBezTo>
                  <a:close/>
                  <a:moveTo>
                    <a:pt x="18974" y="0"/>
                  </a:moveTo>
                  <a:cubicBezTo>
                    <a:pt x="15910" y="0"/>
                    <a:pt x="11689" y="555"/>
                    <a:pt x="7083" y="2774"/>
                  </a:cubicBezTo>
                  <a:cubicBezTo>
                    <a:pt x="4955" y="3747"/>
                    <a:pt x="1" y="6178"/>
                    <a:pt x="1" y="6877"/>
                  </a:cubicBezTo>
                  <a:cubicBezTo>
                    <a:pt x="1" y="7607"/>
                    <a:pt x="1217" y="40738"/>
                    <a:pt x="1338" y="43261"/>
                  </a:cubicBezTo>
                  <a:cubicBezTo>
                    <a:pt x="1125" y="43382"/>
                    <a:pt x="1004" y="43626"/>
                    <a:pt x="1034" y="43869"/>
                  </a:cubicBezTo>
                  <a:cubicBezTo>
                    <a:pt x="1095" y="44294"/>
                    <a:pt x="1642" y="44629"/>
                    <a:pt x="2676" y="44872"/>
                  </a:cubicBezTo>
                  <a:cubicBezTo>
                    <a:pt x="5928" y="45632"/>
                    <a:pt x="9271" y="46027"/>
                    <a:pt x="12615" y="46027"/>
                  </a:cubicBezTo>
                  <a:cubicBezTo>
                    <a:pt x="12735" y="46028"/>
                    <a:pt x="12856" y="46029"/>
                    <a:pt x="12976" y="46029"/>
                  </a:cubicBezTo>
                  <a:cubicBezTo>
                    <a:pt x="15260" y="46029"/>
                    <a:pt x="17565" y="45756"/>
                    <a:pt x="19788" y="45237"/>
                  </a:cubicBezTo>
                  <a:cubicBezTo>
                    <a:pt x="22190" y="44659"/>
                    <a:pt x="24257" y="44264"/>
                    <a:pt x="25928" y="43960"/>
                  </a:cubicBezTo>
                  <a:cubicBezTo>
                    <a:pt x="29333" y="43322"/>
                    <a:pt x="31156" y="42987"/>
                    <a:pt x="31612" y="41832"/>
                  </a:cubicBezTo>
                  <a:cubicBezTo>
                    <a:pt x="32190" y="40282"/>
                    <a:pt x="30792" y="34203"/>
                    <a:pt x="30640" y="33625"/>
                  </a:cubicBezTo>
                  <a:cubicBezTo>
                    <a:pt x="31096" y="30616"/>
                    <a:pt x="34773" y="6026"/>
                    <a:pt x="34409" y="4902"/>
                  </a:cubicBezTo>
                  <a:cubicBezTo>
                    <a:pt x="34014" y="3747"/>
                    <a:pt x="25624" y="1072"/>
                    <a:pt x="23922" y="555"/>
                  </a:cubicBezTo>
                  <a:cubicBezTo>
                    <a:pt x="23892" y="540"/>
                    <a:pt x="21996" y="0"/>
                    <a:pt x="189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0"/>
            <p:cNvSpPr/>
            <p:nvPr/>
          </p:nvSpPr>
          <p:spPr>
            <a:xfrm>
              <a:off x="3117747" y="2861149"/>
              <a:ext cx="210217" cy="274542"/>
            </a:xfrm>
            <a:custGeom>
              <a:rect b="b" l="l" r="r" t="t"/>
              <a:pathLst>
                <a:path extrusionOk="0" h="23581" w="18056">
                  <a:moveTo>
                    <a:pt x="9171" y="1"/>
                  </a:moveTo>
                  <a:cubicBezTo>
                    <a:pt x="7312" y="1"/>
                    <a:pt x="4530" y="662"/>
                    <a:pt x="4530" y="662"/>
                  </a:cubicBezTo>
                  <a:cubicBezTo>
                    <a:pt x="4530" y="662"/>
                    <a:pt x="1642" y="6559"/>
                    <a:pt x="1855" y="7289"/>
                  </a:cubicBezTo>
                  <a:lnTo>
                    <a:pt x="2068" y="7988"/>
                  </a:lnTo>
                  <a:lnTo>
                    <a:pt x="1" y="13276"/>
                  </a:lnTo>
                  <a:lnTo>
                    <a:pt x="1733" y="14827"/>
                  </a:lnTo>
                  <a:lnTo>
                    <a:pt x="5259" y="18535"/>
                  </a:lnTo>
                  <a:lnTo>
                    <a:pt x="5351" y="20906"/>
                  </a:lnTo>
                  <a:lnTo>
                    <a:pt x="6901" y="21119"/>
                  </a:lnTo>
                  <a:lnTo>
                    <a:pt x="7022" y="23581"/>
                  </a:lnTo>
                  <a:lnTo>
                    <a:pt x="17965" y="21726"/>
                  </a:lnTo>
                  <a:lnTo>
                    <a:pt x="18056" y="15526"/>
                  </a:lnTo>
                  <a:lnTo>
                    <a:pt x="18056" y="15526"/>
                  </a:lnTo>
                  <a:cubicBezTo>
                    <a:pt x="18056" y="15526"/>
                    <a:pt x="17214" y="15608"/>
                    <a:pt x="16152" y="15608"/>
                  </a:cubicBezTo>
                  <a:cubicBezTo>
                    <a:pt x="14559" y="15608"/>
                    <a:pt x="12469" y="15422"/>
                    <a:pt x="11977" y="14492"/>
                  </a:cubicBezTo>
                  <a:cubicBezTo>
                    <a:pt x="11156" y="12942"/>
                    <a:pt x="13436" y="6042"/>
                    <a:pt x="13527" y="3975"/>
                  </a:cubicBezTo>
                  <a:cubicBezTo>
                    <a:pt x="13649" y="1909"/>
                    <a:pt x="11764" y="662"/>
                    <a:pt x="10335" y="146"/>
                  </a:cubicBezTo>
                  <a:cubicBezTo>
                    <a:pt x="10044" y="42"/>
                    <a:pt x="9636" y="1"/>
                    <a:pt x="9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0"/>
            <p:cNvSpPr/>
            <p:nvPr/>
          </p:nvSpPr>
          <p:spPr>
            <a:xfrm>
              <a:off x="3115279" y="2859170"/>
              <a:ext cx="214816" cy="278791"/>
            </a:xfrm>
            <a:custGeom>
              <a:rect b="b" l="l" r="r" t="t"/>
              <a:pathLst>
                <a:path extrusionOk="0" h="23946" w="18451">
                  <a:moveTo>
                    <a:pt x="9393" y="365"/>
                  </a:moveTo>
                  <a:cubicBezTo>
                    <a:pt x="9819" y="365"/>
                    <a:pt x="10190" y="403"/>
                    <a:pt x="10456" y="498"/>
                  </a:cubicBezTo>
                  <a:cubicBezTo>
                    <a:pt x="11216" y="772"/>
                    <a:pt x="13648" y="1835"/>
                    <a:pt x="13526" y="4145"/>
                  </a:cubicBezTo>
                  <a:cubicBezTo>
                    <a:pt x="13374" y="5361"/>
                    <a:pt x="13131" y="6547"/>
                    <a:pt x="12827" y="7732"/>
                  </a:cubicBezTo>
                  <a:cubicBezTo>
                    <a:pt x="12189" y="10559"/>
                    <a:pt x="11429" y="13720"/>
                    <a:pt x="12006" y="14784"/>
                  </a:cubicBezTo>
                  <a:cubicBezTo>
                    <a:pt x="12545" y="15778"/>
                    <a:pt x="14665" y="15982"/>
                    <a:pt x="16307" y="15982"/>
                  </a:cubicBezTo>
                  <a:cubicBezTo>
                    <a:pt x="17074" y="15982"/>
                    <a:pt x="17737" y="15938"/>
                    <a:pt x="18086" y="15909"/>
                  </a:cubicBezTo>
                  <a:lnTo>
                    <a:pt x="18086" y="15909"/>
                  </a:lnTo>
                  <a:lnTo>
                    <a:pt x="17994" y="21744"/>
                  </a:lnTo>
                  <a:lnTo>
                    <a:pt x="7417" y="23538"/>
                  </a:lnTo>
                  <a:lnTo>
                    <a:pt x="7295" y="21258"/>
                  </a:lnTo>
                  <a:cubicBezTo>
                    <a:pt x="7295" y="21167"/>
                    <a:pt x="7234" y="21106"/>
                    <a:pt x="7143" y="21076"/>
                  </a:cubicBezTo>
                  <a:lnTo>
                    <a:pt x="5745" y="20893"/>
                  </a:lnTo>
                  <a:lnTo>
                    <a:pt x="5654" y="18705"/>
                  </a:lnTo>
                  <a:cubicBezTo>
                    <a:pt x="5654" y="18644"/>
                    <a:pt x="5623" y="18614"/>
                    <a:pt x="5593" y="18583"/>
                  </a:cubicBezTo>
                  <a:lnTo>
                    <a:pt x="2067" y="14845"/>
                  </a:lnTo>
                  <a:lnTo>
                    <a:pt x="426" y="13386"/>
                  </a:lnTo>
                  <a:lnTo>
                    <a:pt x="2432" y="8249"/>
                  </a:lnTo>
                  <a:cubicBezTo>
                    <a:pt x="2462" y="8218"/>
                    <a:pt x="2462" y="8158"/>
                    <a:pt x="2432" y="8127"/>
                  </a:cubicBezTo>
                  <a:lnTo>
                    <a:pt x="2219" y="7398"/>
                  </a:lnTo>
                  <a:cubicBezTo>
                    <a:pt x="2128" y="7003"/>
                    <a:pt x="3465" y="3841"/>
                    <a:pt x="4863" y="1015"/>
                  </a:cubicBezTo>
                  <a:cubicBezTo>
                    <a:pt x="5345" y="918"/>
                    <a:pt x="7770" y="365"/>
                    <a:pt x="9393" y="365"/>
                  </a:cubicBezTo>
                  <a:close/>
                  <a:moveTo>
                    <a:pt x="9315" y="1"/>
                  </a:moveTo>
                  <a:cubicBezTo>
                    <a:pt x="7468" y="1"/>
                    <a:pt x="4824" y="626"/>
                    <a:pt x="4681" y="650"/>
                  </a:cubicBezTo>
                  <a:cubicBezTo>
                    <a:pt x="4651" y="680"/>
                    <a:pt x="4590" y="711"/>
                    <a:pt x="4559" y="772"/>
                  </a:cubicBezTo>
                  <a:cubicBezTo>
                    <a:pt x="4073" y="1775"/>
                    <a:pt x="1641" y="6759"/>
                    <a:pt x="1885" y="7519"/>
                  </a:cubicBezTo>
                  <a:lnTo>
                    <a:pt x="2067" y="8158"/>
                  </a:lnTo>
                  <a:lnTo>
                    <a:pt x="31" y="13386"/>
                  </a:lnTo>
                  <a:cubicBezTo>
                    <a:pt x="0" y="13446"/>
                    <a:pt x="0" y="13538"/>
                    <a:pt x="61" y="13598"/>
                  </a:cubicBezTo>
                  <a:lnTo>
                    <a:pt x="1824" y="15118"/>
                  </a:lnTo>
                  <a:lnTo>
                    <a:pt x="5289" y="18766"/>
                  </a:lnTo>
                  <a:lnTo>
                    <a:pt x="5380" y="21076"/>
                  </a:lnTo>
                  <a:cubicBezTo>
                    <a:pt x="5380" y="21167"/>
                    <a:pt x="5471" y="21258"/>
                    <a:pt x="5563" y="21258"/>
                  </a:cubicBezTo>
                  <a:lnTo>
                    <a:pt x="6930" y="21441"/>
                  </a:lnTo>
                  <a:lnTo>
                    <a:pt x="7052" y="23751"/>
                  </a:lnTo>
                  <a:cubicBezTo>
                    <a:pt x="7022" y="23811"/>
                    <a:pt x="7052" y="23872"/>
                    <a:pt x="7113" y="23903"/>
                  </a:cubicBezTo>
                  <a:cubicBezTo>
                    <a:pt x="7134" y="23924"/>
                    <a:pt x="7156" y="23946"/>
                    <a:pt x="7188" y="23946"/>
                  </a:cubicBezTo>
                  <a:cubicBezTo>
                    <a:pt x="7201" y="23946"/>
                    <a:pt x="7216" y="23942"/>
                    <a:pt x="7234" y="23933"/>
                  </a:cubicBezTo>
                  <a:lnTo>
                    <a:pt x="7265" y="23933"/>
                  </a:lnTo>
                  <a:lnTo>
                    <a:pt x="18207" y="22079"/>
                  </a:lnTo>
                  <a:cubicBezTo>
                    <a:pt x="18298" y="22048"/>
                    <a:pt x="18359" y="21988"/>
                    <a:pt x="18359" y="21896"/>
                  </a:cubicBezTo>
                  <a:lnTo>
                    <a:pt x="18450" y="15696"/>
                  </a:lnTo>
                  <a:cubicBezTo>
                    <a:pt x="18450" y="15635"/>
                    <a:pt x="18450" y="15574"/>
                    <a:pt x="18390" y="15544"/>
                  </a:cubicBezTo>
                  <a:cubicBezTo>
                    <a:pt x="18368" y="15522"/>
                    <a:pt x="18331" y="15501"/>
                    <a:pt x="18301" y="15501"/>
                  </a:cubicBezTo>
                  <a:cubicBezTo>
                    <a:pt x="18288" y="15501"/>
                    <a:pt x="18277" y="15504"/>
                    <a:pt x="18268" y="15513"/>
                  </a:cubicBezTo>
                  <a:cubicBezTo>
                    <a:pt x="17832" y="15550"/>
                    <a:pt x="17170" y="15588"/>
                    <a:pt x="16443" y="15588"/>
                  </a:cubicBezTo>
                  <a:cubicBezTo>
                    <a:pt x="14784" y="15588"/>
                    <a:pt x="12784" y="15395"/>
                    <a:pt x="12341" y="14571"/>
                  </a:cubicBezTo>
                  <a:cubicBezTo>
                    <a:pt x="11854" y="13629"/>
                    <a:pt x="12614" y="10407"/>
                    <a:pt x="13222" y="7823"/>
                  </a:cubicBezTo>
                  <a:cubicBezTo>
                    <a:pt x="13526" y="6607"/>
                    <a:pt x="13769" y="5392"/>
                    <a:pt x="13921" y="4176"/>
                  </a:cubicBezTo>
                  <a:cubicBezTo>
                    <a:pt x="14013" y="2109"/>
                    <a:pt x="12250" y="741"/>
                    <a:pt x="10578" y="164"/>
                  </a:cubicBezTo>
                  <a:cubicBezTo>
                    <a:pt x="10260" y="47"/>
                    <a:pt x="9817" y="1"/>
                    <a:pt x="93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0"/>
            <p:cNvSpPr/>
            <p:nvPr/>
          </p:nvSpPr>
          <p:spPr>
            <a:xfrm>
              <a:off x="3123767" y="2816124"/>
              <a:ext cx="269314" cy="296348"/>
            </a:xfrm>
            <a:custGeom>
              <a:rect b="b" l="l" r="r" t="t"/>
              <a:pathLst>
                <a:path extrusionOk="0" h="25454" w="23132">
                  <a:moveTo>
                    <a:pt x="11338" y="0"/>
                  </a:moveTo>
                  <a:cubicBezTo>
                    <a:pt x="9697" y="0"/>
                    <a:pt x="6505" y="1642"/>
                    <a:pt x="6505" y="1642"/>
                  </a:cubicBezTo>
                  <a:cubicBezTo>
                    <a:pt x="6505" y="1642"/>
                    <a:pt x="3800" y="1733"/>
                    <a:pt x="3496" y="3709"/>
                  </a:cubicBezTo>
                  <a:cubicBezTo>
                    <a:pt x="3214" y="5517"/>
                    <a:pt x="4717" y="6275"/>
                    <a:pt x="5345" y="6275"/>
                  </a:cubicBezTo>
                  <a:cubicBezTo>
                    <a:pt x="5393" y="6275"/>
                    <a:pt x="5435" y="6270"/>
                    <a:pt x="5472" y="6262"/>
                  </a:cubicBezTo>
                  <a:cubicBezTo>
                    <a:pt x="5556" y="6247"/>
                    <a:pt x="5742" y="6240"/>
                    <a:pt x="5990" y="6240"/>
                  </a:cubicBezTo>
                  <a:cubicBezTo>
                    <a:pt x="7259" y="6240"/>
                    <a:pt x="10156" y="6418"/>
                    <a:pt x="9393" y="6596"/>
                  </a:cubicBezTo>
                  <a:cubicBezTo>
                    <a:pt x="8451" y="6809"/>
                    <a:pt x="5867" y="6991"/>
                    <a:pt x="5776" y="7417"/>
                  </a:cubicBezTo>
                  <a:cubicBezTo>
                    <a:pt x="5654" y="7812"/>
                    <a:pt x="4013" y="9879"/>
                    <a:pt x="4530" y="10517"/>
                  </a:cubicBezTo>
                  <a:cubicBezTo>
                    <a:pt x="5016" y="10973"/>
                    <a:pt x="5563" y="11308"/>
                    <a:pt x="6201" y="11551"/>
                  </a:cubicBezTo>
                  <a:cubicBezTo>
                    <a:pt x="6201" y="11551"/>
                    <a:pt x="5563" y="15988"/>
                    <a:pt x="4955" y="18147"/>
                  </a:cubicBezTo>
                  <a:cubicBezTo>
                    <a:pt x="4696" y="19022"/>
                    <a:pt x="4082" y="19287"/>
                    <a:pt x="3424" y="19287"/>
                  </a:cubicBezTo>
                  <a:cubicBezTo>
                    <a:pt x="2458" y="19287"/>
                    <a:pt x="1397" y="18717"/>
                    <a:pt x="1216" y="18663"/>
                  </a:cubicBezTo>
                  <a:cubicBezTo>
                    <a:pt x="1211" y="18661"/>
                    <a:pt x="1205" y="18660"/>
                    <a:pt x="1200" y="18660"/>
                  </a:cubicBezTo>
                  <a:cubicBezTo>
                    <a:pt x="938" y="18660"/>
                    <a:pt x="821" y="20747"/>
                    <a:pt x="821" y="21551"/>
                  </a:cubicBezTo>
                  <a:cubicBezTo>
                    <a:pt x="821" y="22372"/>
                    <a:pt x="1" y="23830"/>
                    <a:pt x="1034" y="24864"/>
                  </a:cubicBezTo>
                  <a:cubicBezTo>
                    <a:pt x="1462" y="25292"/>
                    <a:pt x="2119" y="25454"/>
                    <a:pt x="2770" y="25454"/>
                  </a:cubicBezTo>
                  <a:cubicBezTo>
                    <a:pt x="3692" y="25454"/>
                    <a:pt x="4602" y="25129"/>
                    <a:pt x="4834" y="24773"/>
                  </a:cubicBezTo>
                  <a:cubicBezTo>
                    <a:pt x="5259" y="24134"/>
                    <a:pt x="6688" y="22280"/>
                    <a:pt x="6596" y="20639"/>
                  </a:cubicBezTo>
                  <a:cubicBezTo>
                    <a:pt x="6505" y="18967"/>
                    <a:pt x="6900" y="13800"/>
                    <a:pt x="6900" y="13800"/>
                  </a:cubicBezTo>
                  <a:cubicBezTo>
                    <a:pt x="6900" y="13800"/>
                    <a:pt x="7522" y="13189"/>
                    <a:pt x="8154" y="13189"/>
                  </a:cubicBezTo>
                  <a:cubicBezTo>
                    <a:pt x="8587" y="13189"/>
                    <a:pt x="9024" y="13475"/>
                    <a:pt x="9271" y="14438"/>
                  </a:cubicBezTo>
                  <a:cubicBezTo>
                    <a:pt x="9910" y="16809"/>
                    <a:pt x="8967" y="19362"/>
                    <a:pt x="8967" y="19362"/>
                  </a:cubicBezTo>
                  <a:cubicBezTo>
                    <a:pt x="8967" y="19362"/>
                    <a:pt x="10943" y="21733"/>
                    <a:pt x="13618" y="22068"/>
                  </a:cubicBezTo>
                  <a:cubicBezTo>
                    <a:pt x="14037" y="22115"/>
                    <a:pt x="14420" y="22140"/>
                    <a:pt x="14773" y="22140"/>
                  </a:cubicBezTo>
                  <a:cubicBezTo>
                    <a:pt x="16672" y="22140"/>
                    <a:pt x="17667" y="21429"/>
                    <a:pt x="18360" y="19788"/>
                  </a:cubicBezTo>
                  <a:cubicBezTo>
                    <a:pt x="19180" y="17812"/>
                    <a:pt x="23132" y="16110"/>
                    <a:pt x="23132" y="11551"/>
                  </a:cubicBezTo>
                  <a:cubicBezTo>
                    <a:pt x="23132" y="7022"/>
                    <a:pt x="19697" y="2979"/>
                    <a:pt x="17752" y="2462"/>
                  </a:cubicBezTo>
                  <a:cubicBezTo>
                    <a:pt x="15806" y="1946"/>
                    <a:pt x="11977" y="1854"/>
                    <a:pt x="11977" y="1854"/>
                  </a:cubicBezTo>
                  <a:cubicBezTo>
                    <a:pt x="11977" y="1854"/>
                    <a:pt x="13010" y="0"/>
                    <a:pt x="11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0"/>
            <p:cNvSpPr/>
            <p:nvPr/>
          </p:nvSpPr>
          <p:spPr>
            <a:xfrm>
              <a:off x="3124477" y="2813958"/>
              <a:ext cx="271084" cy="300889"/>
            </a:xfrm>
            <a:custGeom>
              <a:rect b="b" l="l" r="r" t="t"/>
              <a:pathLst>
                <a:path extrusionOk="0" h="25844" w="23284">
                  <a:moveTo>
                    <a:pt x="11308" y="338"/>
                  </a:moveTo>
                  <a:cubicBezTo>
                    <a:pt x="11642" y="338"/>
                    <a:pt x="11885" y="430"/>
                    <a:pt x="11976" y="612"/>
                  </a:cubicBezTo>
                  <a:cubicBezTo>
                    <a:pt x="12189" y="977"/>
                    <a:pt x="11885" y="1676"/>
                    <a:pt x="11764" y="1919"/>
                  </a:cubicBezTo>
                  <a:cubicBezTo>
                    <a:pt x="11733" y="1980"/>
                    <a:pt x="11733" y="2040"/>
                    <a:pt x="11764" y="2101"/>
                  </a:cubicBezTo>
                  <a:cubicBezTo>
                    <a:pt x="11794" y="2162"/>
                    <a:pt x="11855" y="2192"/>
                    <a:pt x="11916" y="2223"/>
                  </a:cubicBezTo>
                  <a:cubicBezTo>
                    <a:pt x="11946" y="2223"/>
                    <a:pt x="15745" y="2314"/>
                    <a:pt x="17660" y="2831"/>
                  </a:cubicBezTo>
                  <a:cubicBezTo>
                    <a:pt x="19454" y="3287"/>
                    <a:pt x="22888" y="7147"/>
                    <a:pt x="22888" y="11737"/>
                  </a:cubicBezTo>
                  <a:cubicBezTo>
                    <a:pt x="22888" y="14685"/>
                    <a:pt x="21156" y="16448"/>
                    <a:pt x="19758" y="17877"/>
                  </a:cubicBezTo>
                  <a:cubicBezTo>
                    <a:pt x="19059" y="18606"/>
                    <a:pt x="18420" y="19244"/>
                    <a:pt x="18147" y="19913"/>
                  </a:cubicBezTo>
                  <a:cubicBezTo>
                    <a:pt x="17462" y="21485"/>
                    <a:pt x="16524" y="22148"/>
                    <a:pt x="14749" y="22148"/>
                  </a:cubicBezTo>
                  <a:cubicBezTo>
                    <a:pt x="14396" y="22148"/>
                    <a:pt x="14011" y="22122"/>
                    <a:pt x="13587" y="22071"/>
                  </a:cubicBezTo>
                  <a:cubicBezTo>
                    <a:pt x="11277" y="21828"/>
                    <a:pt x="9514" y="19943"/>
                    <a:pt x="9119" y="19548"/>
                  </a:cubicBezTo>
                  <a:cubicBezTo>
                    <a:pt x="9301" y="19001"/>
                    <a:pt x="9970" y="16722"/>
                    <a:pt x="9393" y="14563"/>
                  </a:cubicBezTo>
                  <a:cubicBezTo>
                    <a:pt x="9210" y="13804"/>
                    <a:pt x="8876" y="13348"/>
                    <a:pt x="8390" y="13226"/>
                  </a:cubicBezTo>
                  <a:cubicBezTo>
                    <a:pt x="8299" y="13202"/>
                    <a:pt x="8208" y="13191"/>
                    <a:pt x="8117" y="13191"/>
                  </a:cubicBezTo>
                  <a:cubicBezTo>
                    <a:pt x="7415" y="13191"/>
                    <a:pt x="6745" y="13837"/>
                    <a:pt x="6718" y="13864"/>
                  </a:cubicBezTo>
                  <a:cubicBezTo>
                    <a:pt x="6687" y="13895"/>
                    <a:pt x="6657" y="13925"/>
                    <a:pt x="6657" y="13986"/>
                  </a:cubicBezTo>
                  <a:cubicBezTo>
                    <a:pt x="6627" y="14199"/>
                    <a:pt x="6262" y="19184"/>
                    <a:pt x="6353" y="20825"/>
                  </a:cubicBezTo>
                  <a:cubicBezTo>
                    <a:pt x="6444" y="22223"/>
                    <a:pt x="5320" y="23834"/>
                    <a:pt x="4803" y="24594"/>
                  </a:cubicBezTo>
                  <a:cubicBezTo>
                    <a:pt x="4712" y="24685"/>
                    <a:pt x="4681" y="24776"/>
                    <a:pt x="4621" y="24837"/>
                  </a:cubicBezTo>
                  <a:cubicBezTo>
                    <a:pt x="4469" y="25080"/>
                    <a:pt x="3830" y="25354"/>
                    <a:pt x="3070" y="25415"/>
                  </a:cubicBezTo>
                  <a:cubicBezTo>
                    <a:pt x="2929" y="25439"/>
                    <a:pt x="2787" y="25451"/>
                    <a:pt x="2645" y="25451"/>
                  </a:cubicBezTo>
                  <a:cubicBezTo>
                    <a:pt x="2084" y="25451"/>
                    <a:pt x="1531" y="25262"/>
                    <a:pt x="1095" y="24898"/>
                  </a:cubicBezTo>
                  <a:cubicBezTo>
                    <a:pt x="426" y="24229"/>
                    <a:pt x="639" y="23348"/>
                    <a:pt x="791" y="22588"/>
                  </a:cubicBezTo>
                  <a:cubicBezTo>
                    <a:pt x="882" y="22314"/>
                    <a:pt x="943" y="22041"/>
                    <a:pt x="943" y="21737"/>
                  </a:cubicBezTo>
                  <a:cubicBezTo>
                    <a:pt x="912" y="20855"/>
                    <a:pt x="1003" y="19943"/>
                    <a:pt x="1186" y="19092"/>
                  </a:cubicBezTo>
                  <a:lnTo>
                    <a:pt x="1277" y="19092"/>
                  </a:lnTo>
                  <a:cubicBezTo>
                    <a:pt x="1687" y="19274"/>
                    <a:pt x="2573" y="19678"/>
                    <a:pt x="3401" y="19678"/>
                  </a:cubicBezTo>
                  <a:cubicBezTo>
                    <a:pt x="3679" y="19678"/>
                    <a:pt x="3951" y="19633"/>
                    <a:pt x="4195" y="19518"/>
                  </a:cubicBezTo>
                  <a:cubicBezTo>
                    <a:pt x="4651" y="19275"/>
                    <a:pt x="4985" y="18880"/>
                    <a:pt x="5076" y="18363"/>
                  </a:cubicBezTo>
                  <a:cubicBezTo>
                    <a:pt x="5684" y="16205"/>
                    <a:pt x="6323" y="11767"/>
                    <a:pt x="6323" y="11737"/>
                  </a:cubicBezTo>
                  <a:cubicBezTo>
                    <a:pt x="6323" y="11645"/>
                    <a:pt x="6292" y="11554"/>
                    <a:pt x="6201" y="11524"/>
                  </a:cubicBezTo>
                  <a:cubicBezTo>
                    <a:pt x="5624" y="11311"/>
                    <a:pt x="5076" y="10977"/>
                    <a:pt x="4621" y="10551"/>
                  </a:cubicBezTo>
                  <a:cubicBezTo>
                    <a:pt x="4347" y="10217"/>
                    <a:pt x="5107" y="8971"/>
                    <a:pt x="5502" y="8393"/>
                  </a:cubicBezTo>
                  <a:cubicBezTo>
                    <a:pt x="5654" y="8150"/>
                    <a:pt x="5806" y="7876"/>
                    <a:pt x="5897" y="7633"/>
                  </a:cubicBezTo>
                  <a:cubicBezTo>
                    <a:pt x="6049" y="7421"/>
                    <a:pt x="7447" y="7208"/>
                    <a:pt x="8207" y="7117"/>
                  </a:cubicBezTo>
                  <a:cubicBezTo>
                    <a:pt x="8663" y="7056"/>
                    <a:pt x="9119" y="6995"/>
                    <a:pt x="9393" y="6934"/>
                  </a:cubicBezTo>
                  <a:cubicBezTo>
                    <a:pt x="9666" y="6843"/>
                    <a:pt x="9666" y="6721"/>
                    <a:pt x="9666" y="6630"/>
                  </a:cubicBezTo>
                  <a:cubicBezTo>
                    <a:pt x="9579" y="6305"/>
                    <a:pt x="7445" y="6258"/>
                    <a:pt x="6222" y="6258"/>
                  </a:cubicBezTo>
                  <a:cubicBezTo>
                    <a:pt x="5733" y="6258"/>
                    <a:pt x="5389" y="6265"/>
                    <a:pt x="5380" y="6265"/>
                  </a:cubicBezTo>
                  <a:cubicBezTo>
                    <a:pt x="4925" y="6235"/>
                    <a:pt x="4499" y="6053"/>
                    <a:pt x="4195" y="5718"/>
                  </a:cubicBezTo>
                  <a:cubicBezTo>
                    <a:pt x="3709" y="5232"/>
                    <a:pt x="3496" y="4563"/>
                    <a:pt x="3648" y="3895"/>
                  </a:cubicBezTo>
                  <a:cubicBezTo>
                    <a:pt x="3921" y="2101"/>
                    <a:pt x="6414" y="1980"/>
                    <a:pt x="6444" y="1980"/>
                  </a:cubicBezTo>
                  <a:lnTo>
                    <a:pt x="6535" y="1980"/>
                  </a:lnTo>
                  <a:cubicBezTo>
                    <a:pt x="6566" y="1980"/>
                    <a:pt x="9727" y="338"/>
                    <a:pt x="11308" y="338"/>
                  </a:cubicBezTo>
                  <a:close/>
                  <a:moveTo>
                    <a:pt x="11394" y="1"/>
                  </a:moveTo>
                  <a:cubicBezTo>
                    <a:pt x="11365" y="1"/>
                    <a:pt x="11336" y="2"/>
                    <a:pt x="11308" y="4"/>
                  </a:cubicBezTo>
                  <a:cubicBezTo>
                    <a:pt x="9697" y="4"/>
                    <a:pt x="6779" y="1493"/>
                    <a:pt x="6414" y="1676"/>
                  </a:cubicBezTo>
                  <a:cubicBezTo>
                    <a:pt x="6049" y="1706"/>
                    <a:pt x="3587" y="1919"/>
                    <a:pt x="3283" y="3895"/>
                  </a:cubicBezTo>
                  <a:cubicBezTo>
                    <a:pt x="3101" y="4685"/>
                    <a:pt x="3374" y="5506"/>
                    <a:pt x="3952" y="6083"/>
                  </a:cubicBezTo>
                  <a:cubicBezTo>
                    <a:pt x="4325" y="6456"/>
                    <a:pt x="4833" y="6694"/>
                    <a:pt x="5374" y="6694"/>
                  </a:cubicBezTo>
                  <a:cubicBezTo>
                    <a:pt x="5407" y="6694"/>
                    <a:pt x="5439" y="6693"/>
                    <a:pt x="5472" y="6691"/>
                  </a:cubicBezTo>
                  <a:cubicBezTo>
                    <a:pt x="5722" y="6683"/>
                    <a:pt x="5973" y="6680"/>
                    <a:pt x="6223" y="6680"/>
                  </a:cubicBezTo>
                  <a:cubicBezTo>
                    <a:pt x="6974" y="6680"/>
                    <a:pt x="7721" y="6714"/>
                    <a:pt x="8450" y="6782"/>
                  </a:cubicBezTo>
                  <a:lnTo>
                    <a:pt x="8146" y="6813"/>
                  </a:lnTo>
                  <a:cubicBezTo>
                    <a:pt x="6444" y="7056"/>
                    <a:pt x="5654" y="7208"/>
                    <a:pt x="5563" y="7572"/>
                  </a:cubicBezTo>
                  <a:cubicBezTo>
                    <a:pt x="5441" y="7816"/>
                    <a:pt x="5320" y="8028"/>
                    <a:pt x="5168" y="8241"/>
                  </a:cubicBezTo>
                  <a:cubicBezTo>
                    <a:pt x="4469" y="9366"/>
                    <a:pt x="3921" y="10338"/>
                    <a:pt x="4347" y="10855"/>
                  </a:cubicBezTo>
                  <a:cubicBezTo>
                    <a:pt x="4803" y="11311"/>
                    <a:pt x="5320" y="11645"/>
                    <a:pt x="5928" y="11889"/>
                  </a:cubicBezTo>
                  <a:cubicBezTo>
                    <a:pt x="5624" y="14047"/>
                    <a:pt x="5228" y="16174"/>
                    <a:pt x="4712" y="18302"/>
                  </a:cubicBezTo>
                  <a:cubicBezTo>
                    <a:pt x="4621" y="18697"/>
                    <a:pt x="4377" y="19032"/>
                    <a:pt x="4043" y="19184"/>
                  </a:cubicBezTo>
                  <a:cubicBezTo>
                    <a:pt x="3843" y="19280"/>
                    <a:pt x="3613" y="19319"/>
                    <a:pt x="3374" y="19319"/>
                  </a:cubicBezTo>
                  <a:cubicBezTo>
                    <a:pt x="2633" y="19319"/>
                    <a:pt x="1797" y="18949"/>
                    <a:pt x="1429" y="18788"/>
                  </a:cubicBezTo>
                  <a:lnTo>
                    <a:pt x="1247" y="18697"/>
                  </a:lnTo>
                  <a:cubicBezTo>
                    <a:pt x="1220" y="18688"/>
                    <a:pt x="1193" y="18685"/>
                    <a:pt x="1167" y="18685"/>
                  </a:cubicBezTo>
                  <a:cubicBezTo>
                    <a:pt x="1105" y="18685"/>
                    <a:pt x="1046" y="18706"/>
                    <a:pt x="1003" y="18728"/>
                  </a:cubicBezTo>
                  <a:cubicBezTo>
                    <a:pt x="578" y="19062"/>
                    <a:pt x="578" y="21676"/>
                    <a:pt x="578" y="21767"/>
                  </a:cubicBezTo>
                  <a:cubicBezTo>
                    <a:pt x="548" y="22041"/>
                    <a:pt x="517" y="22284"/>
                    <a:pt x="456" y="22527"/>
                  </a:cubicBezTo>
                  <a:cubicBezTo>
                    <a:pt x="244" y="23348"/>
                    <a:pt x="0" y="24381"/>
                    <a:pt x="821" y="25202"/>
                  </a:cubicBezTo>
                  <a:cubicBezTo>
                    <a:pt x="1306" y="25629"/>
                    <a:pt x="1924" y="25843"/>
                    <a:pt x="2575" y="25843"/>
                  </a:cubicBezTo>
                  <a:cubicBezTo>
                    <a:pt x="2618" y="25843"/>
                    <a:pt x="2662" y="25842"/>
                    <a:pt x="2706" y="25840"/>
                  </a:cubicBezTo>
                  <a:cubicBezTo>
                    <a:pt x="2827" y="25840"/>
                    <a:pt x="2979" y="25840"/>
                    <a:pt x="3101" y="25810"/>
                  </a:cubicBezTo>
                  <a:cubicBezTo>
                    <a:pt x="3952" y="25719"/>
                    <a:pt x="4681" y="25445"/>
                    <a:pt x="4925" y="25050"/>
                  </a:cubicBezTo>
                  <a:lnTo>
                    <a:pt x="5107" y="24807"/>
                  </a:lnTo>
                  <a:cubicBezTo>
                    <a:pt x="5654" y="24016"/>
                    <a:pt x="6809" y="22345"/>
                    <a:pt x="6718" y="20825"/>
                  </a:cubicBezTo>
                  <a:cubicBezTo>
                    <a:pt x="6627" y="19305"/>
                    <a:pt x="6991" y="14746"/>
                    <a:pt x="7052" y="14138"/>
                  </a:cubicBezTo>
                  <a:cubicBezTo>
                    <a:pt x="7215" y="14003"/>
                    <a:pt x="7691" y="13602"/>
                    <a:pt x="8136" y="13602"/>
                  </a:cubicBezTo>
                  <a:cubicBezTo>
                    <a:pt x="8191" y="13602"/>
                    <a:pt x="8245" y="13608"/>
                    <a:pt x="8298" y="13621"/>
                  </a:cubicBezTo>
                  <a:cubicBezTo>
                    <a:pt x="8663" y="13712"/>
                    <a:pt x="8906" y="14077"/>
                    <a:pt x="9058" y="14715"/>
                  </a:cubicBezTo>
                  <a:cubicBezTo>
                    <a:pt x="9666" y="16995"/>
                    <a:pt x="8785" y="19548"/>
                    <a:pt x="8785" y="19548"/>
                  </a:cubicBezTo>
                  <a:cubicBezTo>
                    <a:pt x="8754" y="19609"/>
                    <a:pt x="8754" y="19700"/>
                    <a:pt x="8815" y="19731"/>
                  </a:cubicBezTo>
                  <a:cubicBezTo>
                    <a:pt x="8876" y="19852"/>
                    <a:pt x="10852" y="22193"/>
                    <a:pt x="13587" y="22497"/>
                  </a:cubicBezTo>
                  <a:cubicBezTo>
                    <a:pt x="14007" y="22544"/>
                    <a:pt x="14394" y="22568"/>
                    <a:pt x="14752" y="22568"/>
                  </a:cubicBezTo>
                  <a:cubicBezTo>
                    <a:pt x="16704" y="22568"/>
                    <a:pt x="17792" y="21842"/>
                    <a:pt x="18511" y="20095"/>
                  </a:cubicBezTo>
                  <a:cubicBezTo>
                    <a:pt x="18785" y="19488"/>
                    <a:pt x="19362" y="18880"/>
                    <a:pt x="20062" y="18181"/>
                  </a:cubicBezTo>
                  <a:cubicBezTo>
                    <a:pt x="21490" y="16722"/>
                    <a:pt x="23284" y="14898"/>
                    <a:pt x="23284" y="11767"/>
                  </a:cubicBezTo>
                  <a:cubicBezTo>
                    <a:pt x="23284" y="7299"/>
                    <a:pt x="19940" y="3074"/>
                    <a:pt x="17751" y="2496"/>
                  </a:cubicBezTo>
                  <a:cubicBezTo>
                    <a:pt x="16080" y="2071"/>
                    <a:pt x="13162" y="1919"/>
                    <a:pt x="12219" y="1889"/>
                  </a:cubicBezTo>
                  <a:cubicBezTo>
                    <a:pt x="12371" y="1524"/>
                    <a:pt x="12584" y="916"/>
                    <a:pt x="12311" y="460"/>
                  </a:cubicBezTo>
                  <a:cubicBezTo>
                    <a:pt x="12113" y="178"/>
                    <a:pt x="11759" y="1"/>
                    <a:pt x="11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0"/>
            <p:cNvSpPr/>
            <p:nvPr/>
          </p:nvSpPr>
          <p:spPr>
            <a:xfrm>
              <a:off x="3142874" y="2943597"/>
              <a:ext cx="27977" cy="10560"/>
            </a:xfrm>
            <a:custGeom>
              <a:rect b="b" l="l" r="r" t="t"/>
              <a:pathLst>
                <a:path extrusionOk="0" h="907" w="2403">
                  <a:moveTo>
                    <a:pt x="1043" y="1"/>
                  </a:moveTo>
                  <a:cubicBezTo>
                    <a:pt x="721" y="1"/>
                    <a:pt x="399" y="98"/>
                    <a:pt x="123" y="299"/>
                  </a:cubicBezTo>
                  <a:cubicBezTo>
                    <a:pt x="31" y="360"/>
                    <a:pt x="1" y="481"/>
                    <a:pt x="62" y="572"/>
                  </a:cubicBezTo>
                  <a:cubicBezTo>
                    <a:pt x="112" y="622"/>
                    <a:pt x="162" y="645"/>
                    <a:pt x="212" y="645"/>
                  </a:cubicBezTo>
                  <a:cubicBezTo>
                    <a:pt x="253" y="645"/>
                    <a:pt x="294" y="630"/>
                    <a:pt x="335" y="603"/>
                  </a:cubicBezTo>
                  <a:cubicBezTo>
                    <a:pt x="557" y="455"/>
                    <a:pt x="809" y="382"/>
                    <a:pt x="1056" y="382"/>
                  </a:cubicBezTo>
                  <a:cubicBezTo>
                    <a:pt x="1419" y="382"/>
                    <a:pt x="1772" y="539"/>
                    <a:pt x="2007" y="846"/>
                  </a:cubicBezTo>
                  <a:cubicBezTo>
                    <a:pt x="2037" y="876"/>
                    <a:pt x="2098" y="907"/>
                    <a:pt x="2159" y="907"/>
                  </a:cubicBezTo>
                  <a:cubicBezTo>
                    <a:pt x="2311" y="907"/>
                    <a:pt x="2402" y="694"/>
                    <a:pt x="2281" y="572"/>
                  </a:cubicBezTo>
                  <a:cubicBezTo>
                    <a:pt x="1959" y="197"/>
                    <a:pt x="1502" y="1"/>
                    <a:pt x="10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0"/>
            <p:cNvSpPr/>
            <p:nvPr/>
          </p:nvSpPr>
          <p:spPr>
            <a:xfrm>
              <a:off x="3151723" y="2958396"/>
              <a:ext cx="8860" cy="17708"/>
            </a:xfrm>
            <a:custGeom>
              <a:rect b="b" l="l" r="r" t="t"/>
              <a:pathLst>
                <a:path extrusionOk="0" h="1521" w="761">
                  <a:moveTo>
                    <a:pt x="396" y="0"/>
                  </a:moveTo>
                  <a:cubicBezTo>
                    <a:pt x="183" y="0"/>
                    <a:pt x="1" y="365"/>
                    <a:pt x="1" y="760"/>
                  </a:cubicBezTo>
                  <a:cubicBezTo>
                    <a:pt x="1" y="1186"/>
                    <a:pt x="183" y="1520"/>
                    <a:pt x="396" y="1520"/>
                  </a:cubicBezTo>
                  <a:cubicBezTo>
                    <a:pt x="609" y="1520"/>
                    <a:pt x="761" y="1186"/>
                    <a:pt x="761" y="760"/>
                  </a:cubicBezTo>
                  <a:cubicBezTo>
                    <a:pt x="761" y="335"/>
                    <a:pt x="609" y="0"/>
                    <a:pt x="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0"/>
            <p:cNvSpPr/>
            <p:nvPr/>
          </p:nvSpPr>
          <p:spPr>
            <a:xfrm>
              <a:off x="3174381" y="3102158"/>
              <a:ext cx="194290" cy="66467"/>
            </a:xfrm>
            <a:custGeom>
              <a:rect b="b" l="l" r="r" t="t"/>
              <a:pathLst>
                <a:path extrusionOk="0" h="5709" w="16688">
                  <a:moveTo>
                    <a:pt x="12580" y="1"/>
                  </a:moveTo>
                  <a:cubicBezTo>
                    <a:pt x="9423" y="1"/>
                    <a:pt x="3206" y="900"/>
                    <a:pt x="639" y="2669"/>
                  </a:cubicBezTo>
                  <a:lnTo>
                    <a:pt x="0" y="5708"/>
                  </a:lnTo>
                  <a:cubicBezTo>
                    <a:pt x="0" y="5708"/>
                    <a:pt x="6626" y="4128"/>
                    <a:pt x="9788" y="3581"/>
                  </a:cubicBezTo>
                  <a:cubicBezTo>
                    <a:pt x="10962" y="3375"/>
                    <a:pt x="12225" y="3311"/>
                    <a:pt x="13347" y="3311"/>
                  </a:cubicBezTo>
                  <a:cubicBezTo>
                    <a:pt x="15215" y="3311"/>
                    <a:pt x="16687" y="3489"/>
                    <a:pt x="16687" y="3489"/>
                  </a:cubicBezTo>
                  <a:cubicBezTo>
                    <a:pt x="16687" y="3489"/>
                    <a:pt x="15776" y="723"/>
                    <a:pt x="14286" y="176"/>
                  </a:cubicBezTo>
                  <a:cubicBezTo>
                    <a:pt x="13990" y="59"/>
                    <a:pt x="13384" y="1"/>
                    <a:pt x="125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0"/>
            <p:cNvSpPr/>
            <p:nvPr/>
          </p:nvSpPr>
          <p:spPr>
            <a:xfrm>
              <a:off x="3171901" y="3100004"/>
              <a:ext cx="199250" cy="70740"/>
            </a:xfrm>
            <a:custGeom>
              <a:rect b="b" l="l" r="r" t="t"/>
              <a:pathLst>
                <a:path extrusionOk="0" h="6076" w="17114">
                  <a:moveTo>
                    <a:pt x="12780" y="379"/>
                  </a:moveTo>
                  <a:cubicBezTo>
                    <a:pt x="13558" y="379"/>
                    <a:pt x="14145" y="434"/>
                    <a:pt x="14438" y="544"/>
                  </a:cubicBezTo>
                  <a:cubicBezTo>
                    <a:pt x="15563" y="939"/>
                    <a:pt x="16353" y="2763"/>
                    <a:pt x="16627" y="3462"/>
                  </a:cubicBezTo>
                  <a:cubicBezTo>
                    <a:pt x="16091" y="3411"/>
                    <a:pt x="14916" y="3315"/>
                    <a:pt x="13533" y="3315"/>
                  </a:cubicBezTo>
                  <a:cubicBezTo>
                    <a:pt x="12407" y="3315"/>
                    <a:pt x="11143" y="3379"/>
                    <a:pt x="9970" y="3583"/>
                  </a:cubicBezTo>
                  <a:cubicBezTo>
                    <a:pt x="7235" y="4070"/>
                    <a:pt x="1794" y="5316"/>
                    <a:pt x="456" y="5650"/>
                  </a:cubicBezTo>
                  <a:lnTo>
                    <a:pt x="1034" y="2945"/>
                  </a:lnTo>
                  <a:cubicBezTo>
                    <a:pt x="3584" y="1245"/>
                    <a:pt x="9687" y="379"/>
                    <a:pt x="12780" y="379"/>
                  </a:cubicBezTo>
                  <a:close/>
                  <a:moveTo>
                    <a:pt x="12780" y="1"/>
                  </a:moveTo>
                  <a:cubicBezTo>
                    <a:pt x="9573" y="1"/>
                    <a:pt x="3392" y="891"/>
                    <a:pt x="760" y="2702"/>
                  </a:cubicBezTo>
                  <a:cubicBezTo>
                    <a:pt x="700" y="2732"/>
                    <a:pt x="669" y="2763"/>
                    <a:pt x="669" y="2823"/>
                  </a:cubicBezTo>
                  <a:lnTo>
                    <a:pt x="31" y="5863"/>
                  </a:lnTo>
                  <a:cubicBezTo>
                    <a:pt x="0" y="5954"/>
                    <a:pt x="92" y="6076"/>
                    <a:pt x="213" y="6076"/>
                  </a:cubicBezTo>
                  <a:lnTo>
                    <a:pt x="244" y="6076"/>
                  </a:lnTo>
                  <a:cubicBezTo>
                    <a:pt x="304" y="6076"/>
                    <a:pt x="6961" y="4495"/>
                    <a:pt x="10031" y="3978"/>
                  </a:cubicBezTo>
                  <a:cubicBezTo>
                    <a:pt x="11171" y="3773"/>
                    <a:pt x="12413" y="3709"/>
                    <a:pt x="13523" y="3709"/>
                  </a:cubicBezTo>
                  <a:cubicBezTo>
                    <a:pt x="15372" y="3709"/>
                    <a:pt x="16851" y="3887"/>
                    <a:pt x="16870" y="3887"/>
                  </a:cubicBezTo>
                  <a:cubicBezTo>
                    <a:pt x="17022" y="3887"/>
                    <a:pt x="17113" y="3766"/>
                    <a:pt x="17083" y="3644"/>
                  </a:cubicBezTo>
                  <a:cubicBezTo>
                    <a:pt x="17052" y="3522"/>
                    <a:pt x="16110" y="787"/>
                    <a:pt x="14560" y="179"/>
                  </a:cubicBezTo>
                  <a:cubicBezTo>
                    <a:pt x="14241" y="60"/>
                    <a:pt x="13610" y="1"/>
                    <a:pt x="127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0"/>
            <p:cNvSpPr/>
            <p:nvPr/>
          </p:nvSpPr>
          <p:spPr>
            <a:xfrm>
              <a:off x="3309922" y="3326808"/>
              <a:ext cx="44661" cy="112199"/>
            </a:xfrm>
            <a:custGeom>
              <a:rect b="b" l="l" r="r" t="t"/>
              <a:pathLst>
                <a:path extrusionOk="0" h="9637" w="3836">
                  <a:moveTo>
                    <a:pt x="3610" y="1"/>
                  </a:moveTo>
                  <a:cubicBezTo>
                    <a:pt x="3528" y="1"/>
                    <a:pt x="3448" y="49"/>
                    <a:pt x="3435" y="153"/>
                  </a:cubicBezTo>
                  <a:cubicBezTo>
                    <a:pt x="3405" y="214"/>
                    <a:pt x="2341" y="5868"/>
                    <a:pt x="62" y="9333"/>
                  </a:cubicBezTo>
                  <a:cubicBezTo>
                    <a:pt x="1" y="9424"/>
                    <a:pt x="1" y="9545"/>
                    <a:pt x="92" y="9576"/>
                  </a:cubicBezTo>
                  <a:cubicBezTo>
                    <a:pt x="122" y="9606"/>
                    <a:pt x="183" y="9606"/>
                    <a:pt x="214" y="9637"/>
                  </a:cubicBezTo>
                  <a:cubicBezTo>
                    <a:pt x="274" y="9637"/>
                    <a:pt x="335" y="9606"/>
                    <a:pt x="396" y="9545"/>
                  </a:cubicBezTo>
                  <a:cubicBezTo>
                    <a:pt x="2676" y="6019"/>
                    <a:pt x="3800" y="275"/>
                    <a:pt x="3800" y="244"/>
                  </a:cubicBezTo>
                  <a:cubicBezTo>
                    <a:pt x="3835" y="88"/>
                    <a:pt x="3720" y="1"/>
                    <a:pt x="36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0"/>
            <p:cNvSpPr/>
            <p:nvPr/>
          </p:nvSpPr>
          <p:spPr>
            <a:xfrm>
              <a:off x="3281617" y="3471828"/>
              <a:ext cx="26196" cy="26650"/>
            </a:xfrm>
            <a:custGeom>
              <a:rect b="b" l="l" r="r" t="t"/>
              <a:pathLst>
                <a:path extrusionOk="0" h="2289" w="2250">
                  <a:moveTo>
                    <a:pt x="2040" y="1"/>
                  </a:moveTo>
                  <a:cubicBezTo>
                    <a:pt x="1991" y="1"/>
                    <a:pt x="1945" y="24"/>
                    <a:pt x="1915" y="69"/>
                  </a:cubicBezTo>
                  <a:cubicBezTo>
                    <a:pt x="1338" y="738"/>
                    <a:pt x="730" y="1346"/>
                    <a:pt x="91" y="1923"/>
                  </a:cubicBezTo>
                  <a:cubicBezTo>
                    <a:pt x="0" y="2014"/>
                    <a:pt x="0" y="2106"/>
                    <a:pt x="61" y="2197"/>
                  </a:cubicBezTo>
                  <a:cubicBezTo>
                    <a:pt x="91" y="2258"/>
                    <a:pt x="152" y="2258"/>
                    <a:pt x="213" y="2288"/>
                  </a:cubicBezTo>
                  <a:cubicBezTo>
                    <a:pt x="243" y="2288"/>
                    <a:pt x="304" y="2258"/>
                    <a:pt x="334" y="2258"/>
                  </a:cubicBezTo>
                  <a:cubicBezTo>
                    <a:pt x="1003" y="1650"/>
                    <a:pt x="1611" y="1011"/>
                    <a:pt x="2189" y="343"/>
                  </a:cubicBezTo>
                  <a:cubicBezTo>
                    <a:pt x="2249" y="252"/>
                    <a:pt x="2249" y="130"/>
                    <a:pt x="2189" y="69"/>
                  </a:cubicBezTo>
                  <a:cubicBezTo>
                    <a:pt x="2143" y="24"/>
                    <a:pt x="2090" y="1"/>
                    <a:pt x="20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0"/>
            <p:cNvSpPr/>
            <p:nvPr/>
          </p:nvSpPr>
          <p:spPr>
            <a:xfrm>
              <a:off x="3310982" y="3406077"/>
              <a:ext cx="47792" cy="60192"/>
            </a:xfrm>
            <a:custGeom>
              <a:rect b="b" l="l" r="r" t="t"/>
              <a:pathLst>
                <a:path extrusionOk="0" h="5170" w="4105">
                  <a:moveTo>
                    <a:pt x="3901" y="1"/>
                  </a:moveTo>
                  <a:cubicBezTo>
                    <a:pt x="3843" y="1"/>
                    <a:pt x="3779" y="34"/>
                    <a:pt x="3740" y="93"/>
                  </a:cubicBezTo>
                  <a:cubicBezTo>
                    <a:pt x="3709" y="123"/>
                    <a:pt x="1885" y="2677"/>
                    <a:pt x="92" y="4865"/>
                  </a:cubicBezTo>
                  <a:cubicBezTo>
                    <a:pt x="1" y="4987"/>
                    <a:pt x="92" y="5169"/>
                    <a:pt x="244" y="5169"/>
                  </a:cubicBezTo>
                  <a:cubicBezTo>
                    <a:pt x="305" y="5169"/>
                    <a:pt x="366" y="5139"/>
                    <a:pt x="396" y="5108"/>
                  </a:cubicBezTo>
                  <a:cubicBezTo>
                    <a:pt x="2189" y="2889"/>
                    <a:pt x="4013" y="336"/>
                    <a:pt x="4044" y="306"/>
                  </a:cubicBezTo>
                  <a:cubicBezTo>
                    <a:pt x="4104" y="215"/>
                    <a:pt x="4074" y="93"/>
                    <a:pt x="3983" y="32"/>
                  </a:cubicBezTo>
                  <a:cubicBezTo>
                    <a:pt x="3961" y="11"/>
                    <a:pt x="3932" y="1"/>
                    <a:pt x="3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0"/>
            <p:cNvSpPr/>
            <p:nvPr/>
          </p:nvSpPr>
          <p:spPr>
            <a:xfrm>
              <a:off x="2871430" y="3369284"/>
              <a:ext cx="236401" cy="165277"/>
            </a:xfrm>
            <a:custGeom>
              <a:rect b="b" l="l" r="r" t="t"/>
              <a:pathLst>
                <a:path extrusionOk="0" h="14196" w="20305">
                  <a:moveTo>
                    <a:pt x="12797" y="1"/>
                  </a:moveTo>
                  <a:cubicBezTo>
                    <a:pt x="12797" y="1"/>
                    <a:pt x="8329" y="1004"/>
                    <a:pt x="7508" y="1156"/>
                  </a:cubicBezTo>
                  <a:cubicBezTo>
                    <a:pt x="7412" y="1174"/>
                    <a:pt x="7227" y="1182"/>
                    <a:pt x="6978" y="1182"/>
                  </a:cubicBezTo>
                  <a:cubicBezTo>
                    <a:pt x="5179" y="1182"/>
                    <a:pt x="1" y="761"/>
                    <a:pt x="0" y="761"/>
                  </a:cubicBezTo>
                  <a:lnTo>
                    <a:pt x="0" y="761"/>
                  </a:lnTo>
                  <a:lnTo>
                    <a:pt x="2615" y="4499"/>
                  </a:lnTo>
                  <a:lnTo>
                    <a:pt x="9575" y="14195"/>
                  </a:lnTo>
                  <a:lnTo>
                    <a:pt x="20305" y="10730"/>
                  </a:lnTo>
                  <a:lnTo>
                    <a:pt x="127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0"/>
            <p:cNvSpPr/>
            <p:nvPr/>
          </p:nvSpPr>
          <p:spPr>
            <a:xfrm>
              <a:off x="2869311" y="3366664"/>
              <a:ext cx="241000" cy="170015"/>
            </a:xfrm>
            <a:custGeom>
              <a:rect b="b" l="l" r="r" t="t"/>
              <a:pathLst>
                <a:path extrusionOk="0" h="14603" w="20700">
                  <a:moveTo>
                    <a:pt x="12888" y="408"/>
                  </a:moveTo>
                  <a:lnTo>
                    <a:pt x="20183" y="10834"/>
                  </a:lnTo>
                  <a:lnTo>
                    <a:pt x="9848" y="14177"/>
                  </a:lnTo>
                  <a:lnTo>
                    <a:pt x="2948" y="4603"/>
                  </a:lnTo>
                  <a:lnTo>
                    <a:pt x="578" y="1229"/>
                  </a:lnTo>
                  <a:lnTo>
                    <a:pt x="578" y="1229"/>
                  </a:lnTo>
                  <a:cubicBezTo>
                    <a:pt x="1817" y="1330"/>
                    <a:pt x="5457" y="1599"/>
                    <a:pt x="7064" y="1599"/>
                  </a:cubicBezTo>
                  <a:cubicBezTo>
                    <a:pt x="7387" y="1599"/>
                    <a:pt x="7629" y="1589"/>
                    <a:pt x="7751" y="1563"/>
                  </a:cubicBezTo>
                  <a:lnTo>
                    <a:pt x="12888" y="408"/>
                  </a:lnTo>
                  <a:close/>
                  <a:moveTo>
                    <a:pt x="13003" y="1"/>
                  </a:moveTo>
                  <a:cubicBezTo>
                    <a:pt x="12983" y="1"/>
                    <a:pt x="12965" y="5"/>
                    <a:pt x="12949" y="13"/>
                  </a:cubicBezTo>
                  <a:lnTo>
                    <a:pt x="7690" y="1168"/>
                  </a:lnTo>
                  <a:cubicBezTo>
                    <a:pt x="7584" y="1193"/>
                    <a:pt x="7357" y="1204"/>
                    <a:pt x="7043" y="1204"/>
                  </a:cubicBezTo>
                  <a:cubicBezTo>
                    <a:pt x="5477" y="1204"/>
                    <a:pt x="1758" y="930"/>
                    <a:pt x="213" y="803"/>
                  </a:cubicBezTo>
                  <a:cubicBezTo>
                    <a:pt x="152" y="803"/>
                    <a:pt x="91" y="834"/>
                    <a:pt x="30" y="925"/>
                  </a:cubicBezTo>
                  <a:cubicBezTo>
                    <a:pt x="0" y="986"/>
                    <a:pt x="0" y="1046"/>
                    <a:pt x="30" y="1107"/>
                  </a:cubicBezTo>
                  <a:lnTo>
                    <a:pt x="2645" y="4846"/>
                  </a:lnTo>
                  <a:lnTo>
                    <a:pt x="9605" y="14512"/>
                  </a:lnTo>
                  <a:cubicBezTo>
                    <a:pt x="9636" y="14572"/>
                    <a:pt x="9696" y="14603"/>
                    <a:pt x="9757" y="14603"/>
                  </a:cubicBezTo>
                  <a:lnTo>
                    <a:pt x="9818" y="14572"/>
                  </a:lnTo>
                  <a:lnTo>
                    <a:pt x="20548" y="11107"/>
                  </a:lnTo>
                  <a:cubicBezTo>
                    <a:pt x="20608" y="11077"/>
                    <a:pt x="20669" y="11046"/>
                    <a:pt x="20669" y="10986"/>
                  </a:cubicBezTo>
                  <a:cubicBezTo>
                    <a:pt x="20700" y="10925"/>
                    <a:pt x="20700" y="10864"/>
                    <a:pt x="20669" y="10803"/>
                  </a:cubicBezTo>
                  <a:lnTo>
                    <a:pt x="13161" y="74"/>
                  </a:lnTo>
                  <a:cubicBezTo>
                    <a:pt x="13117" y="29"/>
                    <a:pt x="13056" y="1"/>
                    <a:pt x="13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0"/>
            <p:cNvSpPr/>
            <p:nvPr/>
          </p:nvSpPr>
          <p:spPr>
            <a:xfrm>
              <a:off x="2897267" y="3418874"/>
              <a:ext cx="100160" cy="138383"/>
            </a:xfrm>
            <a:custGeom>
              <a:rect b="b" l="l" r="r" t="t"/>
              <a:pathLst>
                <a:path extrusionOk="0" h="11886" w="8603">
                  <a:moveTo>
                    <a:pt x="3169" y="1"/>
                  </a:moveTo>
                  <a:cubicBezTo>
                    <a:pt x="3107" y="1"/>
                    <a:pt x="3043" y="28"/>
                    <a:pt x="2979" y="88"/>
                  </a:cubicBezTo>
                  <a:cubicBezTo>
                    <a:pt x="2493" y="575"/>
                    <a:pt x="2280" y="1304"/>
                    <a:pt x="2493" y="1942"/>
                  </a:cubicBezTo>
                  <a:cubicBezTo>
                    <a:pt x="2706" y="2550"/>
                    <a:pt x="2949" y="3280"/>
                    <a:pt x="3040" y="3462"/>
                  </a:cubicBezTo>
                  <a:cubicBezTo>
                    <a:pt x="3042" y="3467"/>
                    <a:pt x="3043" y="3469"/>
                    <a:pt x="3041" y="3469"/>
                  </a:cubicBezTo>
                  <a:cubicBezTo>
                    <a:pt x="2990" y="3469"/>
                    <a:pt x="396" y="240"/>
                    <a:pt x="396" y="240"/>
                  </a:cubicBezTo>
                  <a:cubicBezTo>
                    <a:pt x="396" y="240"/>
                    <a:pt x="0" y="3037"/>
                    <a:pt x="213" y="3766"/>
                  </a:cubicBezTo>
                  <a:cubicBezTo>
                    <a:pt x="456" y="4496"/>
                    <a:pt x="1551" y="7900"/>
                    <a:pt x="1763" y="8386"/>
                  </a:cubicBezTo>
                  <a:cubicBezTo>
                    <a:pt x="1976" y="8842"/>
                    <a:pt x="6110" y="11730"/>
                    <a:pt x="6353" y="11882"/>
                  </a:cubicBezTo>
                  <a:cubicBezTo>
                    <a:pt x="6358" y="11884"/>
                    <a:pt x="6364" y="11886"/>
                    <a:pt x="6370" y="11886"/>
                  </a:cubicBezTo>
                  <a:cubicBezTo>
                    <a:pt x="6656" y="11886"/>
                    <a:pt x="8602" y="9359"/>
                    <a:pt x="8602" y="9359"/>
                  </a:cubicBezTo>
                  <a:cubicBezTo>
                    <a:pt x="8602" y="9359"/>
                    <a:pt x="7387" y="8082"/>
                    <a:pt x="7174" y="7535"/>
                  </a:cubicBezTo>
                  <a:cubicBezTo>
                    <a:pt x="6931" y="6988"/>
                    <a:pt x="6475" y="4222"/>
                    <a:pt x="6262" y="3918"/>
                  </a:cubicBezTo>
                  <a:cubicBezTo>
                    <a:pt x="6019" y="3584"/>
                    <a:pt x="4833" y="2368"/>
                    <a:pt x="4408" y="1821"/>
                  </a:cubicBezTo>
                  <a:cubicBezTo>
                    <a:pt x="4009" y="1342"/>
                    <a:pt x="3609" y="1"/>
                    <a:pt x="3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0"/>
            <p:cNvSpPr/>
            <p:nvPr/>
          </p:nvSpPr>
          <p:spPr>
            <a:xfrm>
              <a:off x="2895136" y="3416708"/>
              <a:ext cx="104410" cy="142632"/>
            </a:xfrm>
            <a:custGeom>
              <a:rect b="b" l="l" r="r" t="t"/>
              <a:pathLst>
                <a:path extrusionOk="0" h="12251" w="8968">
                  <a:moveTo>
                    <a:pt x="3345" y="396"/>
                  </a:moveTo>
                  <a:cubicBezTo>
                    <a:pt x="3496" y="396"/>
                    <a:pt x="3770" y="973"/>
                    <a:pt x="3952" y="1277"/>
                  </a:cubicBezTo>
                  <a:cubicBezTo>
                    <a:pt x="4074" y="1581"/>
                    <a:pt x="4226" y="1885"/>
                    <a:pt x="4408" y="2128"/>
                  </a:cubicBezTo>
                  <a:cubicBezTo>
                    <a:pt x="4621" y="2372"/>
                    <a:pt x="4955" y="2736"/>
                    <a:pt x="5351" y="3162"/>
                  </a:cubicBezTo>
                  <a:cubicBezTo>
                    <a:pt x="5746" y="3587"/>
                    <a:pt x="6141" y="4043"/>
                    <a:pt x="6263" y="4195"/>
                  </a:cubicBezTo>
                  <a:cubicBezTo>
                    <a:pt x="6475" y="4834"/>
                    <a:pt x="6627" y="5441"/>
                    <a:pt x="6749" y="6080"/>
                  </a:cubicBezTo>
                  <a:cubicBezTo>
                    <a:pt x="6840" y="6657"/>
                    <a:pt x="6992" y="7235"/>
                    <a:pt x="7144" y="7812"/>
                  </a:cubicBezTo>
                  <a:cubicBezTo>
                    <a:pt x="7357" y="8268"/>
                    <a:pt x="8208" y="9211"/>
                    <a:pt x="8542" y="9545"/>
                  </a:cubicBezTo>
                  <a:cubicBezTo>
                    <a:pt x="7934" y="10366"/>
                    <a:pt x="7266" y="11125"/>
                    <a:pt x="6536" y="11825"/>
                  </a:cubicBezTo>
                  <a:cubicBezTo>
                    <a:pt x="5898" y="11429"/>
                    <a:pt x="2311" y="8846"/>
                    <a:pt x="2098" y="8451"/>
                  </a:cubicBezTo>
                  <a:cubicBezTo>
                    <a:pt x="1886" y="8025"/>
                    <a:pt x="822" y="4712"/>
                    <a:pt x="579" y="3891"/>
                  </a:cubicBezTo>
                  <a:cubicBezTo>
                    <a:pt x="427" y="3435"/>
                    <a:pt x="579" y="1824"/>
                    <a:pt x="700" y="882"/>
                  </a:cubicBezTo>
                  <a:cubicBezTo>
                    <a:pt x="2189" y="2736"/>
                    <a:pt x="2767" y="3466"/>
                    <a:pt x="3041" y="3739"/>
                  </a:cubicBezTo>
                  <a:cubicBezTo>
                    <a:pt x="3122" y="3821"/>
                    <a:pt x="3177" y="3850"/>
                    <a:pt x="3221" y="3850"/>
                  </a:cubicBezTo>
                  <a:cubicBezTo>
                    <a:pt x="3258" y="3850"/>
                    <a:pt x="3286" y="3828"/>
                    <a:pt x="3314" y="3800"/>
                  </a:cubicBezTo>
                  <a:cubicBezTo>
                    <a:pt x="3375" y="3770"/>
                    <a:pt x="3405" y="3648"/>
                    <a:pt x="3375" y="3557"/>
                  </a:cubicBezTo>
                  <a:cubicBezTo>
                    <a:pt x="3345" y="3466"/>
                    <a:pt x="3253" y="3223"/>
                    <a:pt x="3162" y="2949"/>
                  </a:cubicBezTo>
                  <a:cubicBezTo>
                    <a:pt x="3041" y="2675"/>
                    <a:pt x="2949" y="2372"/>
                    <a:pt x="2828" y="2068"/>
                  </a:cubicBezTo>
                  <a:cubicBezTo>
                    <a:pt x="2676" y="1490"/>
                    <a:pt x="2828" y="852"/>
                    <a:pt x="3284" y="426"/>
                  </a:cubicBezTo>
                  <a:cubicBezTo>
                    <a:pt x="3314" y="396"/>
                    <a:pt x="3345" y="396"/>
                    <a:pt x="3345" y="396"/>
                  </a:cubicBezTo>
                  <a:close/>
                  <a:moveTo>
                    <a:pt x="3405" y="1"/>
                  </a:moveTo>
                  <a:cubicBezTo>
                    <a:pt x="3284" y="1"/>
                    <a:pt x="3132" y="31"/>
                    <a:pt x="3041" y="153"/>
                  </a:cubicBezTo>
                  <a:cubicBezTo>
                    <a:pt x="2463" y="669"/>
                    <a:pt x="2281" y="1490"/>
                    <a:pt x="2493" y="2220"/>
                  </a:cubicBezTo>
                  <a:cubicBezTo>
                    <a:pt x="2554" y="2372"/>
                    <a:pt x="2615" y="2554"/>
                    <a:pt x="2676" y="2706"/>
                  </a:cubicBezTo>
                  <a:cubicBezTo>
                    <a:pt x="2129" y="2037"/>
                    <a:pt x="1338" y="1064"/>
                    <a:pt x="730" y="305"/>
                  </a:cubicBezTo>
                  <a:cubicBezTo>
                    <a:pt x="686" y="260"/>
                    <a:pt x="641" y="232"/>
                    <a:pt x="597" y="232"/>
                  </a:cubicBezTo>
                  <a:cubicBezTo>
                    <a:pt x="581" y="232"/>
                    <a:pt x="564" y="236"/>
                    <a:pt x="548" y="244"/>
                  </a:cubicBezTo>
                  <a:cubicBezTo>
                    <a:pt x="457" y="244"/>
                    <a:pt x="396" y="305"/>
                    <a:pt x="396" y="396"/>
                  </a:cubicBezTo>
                  <a:cubicBezTo>
                    <a:pt x="366" y="700"/>
                    <a:pt x="1" y="3253"/>
                    <a:pt x="214" y="4013"/>
                  </a:cubicBezTo>
                  <a:cubicBezTo>
                    <a:pt x="366" y="4530"/>
                    <a:pt x="1490" y="8086"/>
                    <a:pt x="1764" y="8633"/>
                  </a:cubicBezTo>
                  <a:cubicBezTo>
                    <a:pt x="2037" y="9180"/>
                    <a:pt x="6384" y="12189"/>
                    <a:pt x="6445" y="12220"/>
                  </a:cubicBezTo>
                  <a:cubicBezTo>
                    <a:pt x="6475" y="12220"/>
                    <a:pt x="6506" y="12250"/>
                    <a:pt x="6536" y="12250"/>
                  </a:cubicBezTo>
                  <a:cubicBezTo>
                    <a:pt x="6749" y="12250"/>
                    <a:pt x="7205" y="11916"/>
                    <a:pt x="8907" y="9666"/>
                  </a:cubicBezTo>
                  <a:cubicBezTo>
                    <a:pt x="8968" y="9575"/>
                    <a:pt x="8968" y="9484"/>
                    <a:pt x="8907" y="9423"/>
                  </a:cubicBezTo>
                  <a:cubicBezTo>
                    <a:pt x="8360" y="8876"/>
                    <a:pt x="7904" y="8299"/>
                    <a:pt x="7478" y="7660"/>
                  </a:cubicBezTo>
                  <a:cubicBezTo>
                    <a:pt x="7418" y="7417"/>
                    <a:pt x="7266" y="6688"/>
                    <a:pt x="7114" y="5989"/>
                  </a:cubicBezTo>
                  <a:cubicBezTo>
                    <a:pt x="6840" y="4773"/>
                    <a:pt x="6718" y="4165"/>
                    <a:pt x="6597" y="3982"/>
                  </a:cubicBezTo>
                  <a:cubicBezTo>
                    <a:pt x="6445" y="3800"/>
                    <a:pt x="6050" y="3375"/>
                    <a:pt x="5624" y="2919"/>
                  </a:cubicBezTo>
                  <a:cubicBezTo>
                    <a:pt x="5290" y="2523"/>
                    <a:pt x="4925" y="2128"/>
                    <a:pt x="4712" y="1885"/>
                  </a:cubicBezTo>
                  <a:cubicBezTo>
                    <a:pt x="4560" y="1642"/>
                    <a:pt x="4408" y="1399"/>
                    <a:pt x="4287" y="1125"/>
                  </a:cubicBezTo>
                  <a:cubicBezTo>
                    <a:pt x="4013" y="548"/>
                    <a:pt x="3770" y="61"/>
                    <a:pt x="3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0"/>
            <p:cNvSpPr/>
            <p:nvPr/>
          </p:nvSpPr>
          <p:spPr>
            <a:xfrm>
              <a:off x="2932651" y="3459184"/>
              <a:ext cx="19478" cy="45301"/>
            </a:xfrm>
            <a:custGeom>
              <a:rect b="b" l="l" r="r" t="t"/>
              <a:pathLst>
                <a:path extrusionOk="0" h="3891" w="1673">
                  <a:moveTo>
                    <a:pt x="1" y="0"/>
                  </a:moveTo>
                  <a:lnTo>
                    <a:pt x="1" y="0"/>
                  </a:lnTo>
                  <a:cubicBezTo>
                    <a:pt x="1" y="1"/>
                    <a:pt x="548" y="2280"/>
                    <a:pt x="578" y="2553"/>
                  </a:cubicBezTo>
                  <a:cubicBezTo>
                    <a:pt x="639" y="2797"/>
                    <a:pt x="1673" y="3891"/>
                    <a:pt x="1673" y="3891"/>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0"/>
            <p:cNvSpPr/>
            <p:nvPr/>
          </p:nvSpPr>
          <p:spPr>
            <a:xfrm>
              <a:off x="2930183" y="3456960"/>
              <a:ext cx="24426" cy="50005"/>
            </a:xfrm>
            <a:custGeom>
              <a:rect b="b" l="l" r="r" t="t"/>
              <a:pathLst>
                <a:path extrusionOk="0" h="4295" w="2098">
                  <a:moveTo>
                    <a:pt x="214" y="1"/>
                  </a:moveTo>
                  <a:cubicBezTo>
                    <a:pt x="194" y="1"/>
                    <a:pt x="174" y="3"/>
                    <a:pt x="152" y="9"/>
                  </a:cubicBezTo>
                  <a:cubicBezTo>
                    <a:pt x="61" y="39"/>
                    <a:pt x="0" y="130"/>
                    <a:pt x="31" y="222"/>
                  </a:cubicBezTo>
                  <a:cubicBezTo>
                    <a:pt x="243" y="1012"/>
                    <a:pt x="578" y="2562"/>
                    <a:pt x="608" y="2775"/>
                  </a:cubicBezTo>
                  <a:cubicBezTo>
                    <a:pt x="669" y="3048"/>
                    <a:pt x="1429" y="3869"/>
                    <a:pt x="1763" y="4234"/>
                  </a:cubicBezTo>
                  <a:cubicBezTo>
                    <a:pt x="1794" y="4264"/>
                    <a:pt x="1824" y="4264"/>
                    <a:pt x="1885" y="4295"/>
                  </a:cubicBezTo>
                  <a:cubicBezTo>
                    <a:pt x="1945" y="4295"/>
                    <a:pt x="1976" y="4264"/>
                    <a:pt x="2037" y="4234"/>
                  </a:cubicBezTo>
                  <a:cubicBezTo>
                    <a:pt x="2097" y="4143"/>
                    <a:pt x="2097" y="4021"/>
                    <a:pt x="2037" y="3960"/>
                  </a:cubicBezTo>
                  <a:cubicBezTo>
                    <a:pt x="1642" y="3595"/>
                    <a:pt x="1277" y="3170"/>
                    <a:pt x="973" y="2714"/>
                  </a:cubicBezTo>
                  <a:cubicBezTo>
                    <a:pt x="942" y="2410"/>
                    <a:pt x="426" y="252"/>
                    <a:pt x="395" y="130"/>
                  </a:cubicBezTo>
                  <a:cubicBezTo>
                    <a:pt x="370" y="55"/>
                    <a:pt x="304" y="1"/>
                    <a:pt x="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0"/>
            <p:cNvSpPr/>
            <p:nvPr/>
          </p:nvSpPr>
          <p:spPr>
            <a:xfrm>
              <a:off x="2962389" y="3197286"/>
              <a:ext cx="248078" cy="447910"/>
            </a:xfrm>
            <a:custGeom>
              <a:rect b="b" l="l" r="r" t="t"/>
              <a:pathLst>
                <a:path extrusionOk="0" h="38472" w="21308">
                  <a:moveTo>
                    <a:pt x="13769" y="0"/>
                  </a:moveTo>
                  <a:cubicBezTo>
                    <a:pt x="12827" y="304"/>
                    <a:pt x="11946" y="791"/>
                    <a:pt x="11216" y="1459"/>
                  </a:cubicBezTo>
                  <a:cubicBezTo>
                    <a:pt x="11216" y="1459"/>
                    <a:pt x="10000" y="2067"/>
                    <a:pt x="10000" y="5593"/>
                  </a:cubicBezTo>
                  <a:cubicBezTo>
                    <a:pt x="10000" y="9119"/>
                    <a:pt x="8785" y="28937"/>
                    <a:pt x="8785" y="28937"/>
                  </a:cubicBezTo>
                  <a:cubicBezTo>
                    <a:pt x="8785" y="28937"/>
                    <a:pt x="5380" y="28694"/>
                    <a:pt x="4286" y="28207"/>
                  </a:cubicBezTo>
                  <a:cubicBezTo>
                    <a:pt x="3816" y="27999"/>
                    <a:pt x="3324" y="27745"/>
                    <a:pt x="2818" y="27745"/>
                  </a:cubicBezTo>
                  <a:cubicBezTo>
                    <a:pt x="2147" y="27745"/>
                    <a:pt x="1454" y="28193"/>
                    <a:pt x="760" y="29788"/>
                  </a:cubicBezTo>
                  <a:cubicBezTo>
                    <a:pt x="0" y="31277"/>
                    <a:pt x="487" y="33101"/>
                    <a:pt x="1854" y="34043"/>
                  </a:cubicBezTo>
                  <a:cubicBezTo>
                    <a:pt x="1854" y="34043"/>
                    <a:pt x="8055" y="36840"/>
                    <a:pt x="9879" y="37691"/>
                  </a:cubicBezTo>
                  <a:cubicBezTo>
                    <a:pt x="10869" y="38153"/>
                    <a:pt x="11967" y="38472"/>
                    <a:pt x="12900" y="38472"/>
                  </a:cubicBezTo>
                  <a:cubicBezTo>
                    <a:pt x="13685" y="38472"/>
                    <a:pt x="14353" y="38246"/>
                    <a:pt x="14742" y="37691"/>
                  </a:cubicBezTo>
                  <a:cubicBezTo>
                    <a:pt x="15593" y="36475"/>
                    <a:pt x="20092" y="24438"/>
                    <a:pt x="20700" y="18967"/>
                  </a:cubicBezTo>
                  <a:lnTo>
                    <a:pt x="21308" y="13496"/>
                  </a:lnTo>
                  <a:lnTo>
                    <a:pt x="137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0"/>
            <p:cNvSpPr/>
            <p:nvPr/>
          </p:nvSpPr>
          <p:spPr>
            <a:xfrm>
              <a:off x="2959909" y="3195388"/>
              <a:ext cx="252875" cy="452043"/>
            </a:xfrm>
            <a:custGeom>
              <a:rect b="b" l="l" r="r" t="t"/>
              <a:pathLst>
                <a:path extrusionOk="0" h="38827" w="21720">
                  <a:moveTo>
                    <a:pt x="13990" y="0"/>
                  </a:moveTo>
                  <a:cubicBezTo>
                    <a:pt x="13966" y="0"/>
                    <a:pt x="13943" y="4"/>
                    <a:pt x="13922" y="11"/>
                  </a:cubicBezTo>
                  <a:cubicBezTo>
                    <a:pt x="12949" y="285"/>
                    <a:pt x="12067" y="802"/>
                    <a:pt x="11308" y="1470"/>
                  </a:cubicBezTo>
                  <a:cubicBezTo>
                    <a:pt x="11125" y="1622"/>
                    <a:pt x="10031" y="2473"/>
                    <a:pt x="10031" y="5756"/>
                  </a:cubicBezTo>
                  <a:cubicBezTo>
                    <a:pt x="10031" y="9069"/>
                    <a:pt x="8937" y="26851"/>
                    <a:pt x="8815" y="28887"/>
                  </a:cubicBezTo>
                  <a:cubicBezTo>
                    <a:pt x="8086" y="28857"/>
                    <a:pt x="5472" y="28614"/>
                    <a:pt x="4590" y="28219"/>
                  </a:cubicBezTo>
                  <a:lnTo>
                    <a:pt x="4408" y="28127"/>
                  </a:lnTo>
                  <a:cubicBezTo>
                    <a:pt x="3990" y="27930"/>
                    <a:pt x="3525" y="27716"/>
                    <a:pt x="3036" y="27716"/>
                  </a:cubicBezTo>
                  <a:cubicBezTo>
                    <a:pt x="2848" y="27716"/>
                    <a:pt x="2656" y="27748"/>
                    <a:pt x="2462" y="27823"/>
                  </a:cubicBezTo>
                  <a:cubicBezTo>
                    <a:pt x="1855" y="28067"/>
                    <a:pt x="1307" y="28735"/>
                    <a:pt x="791" y="29890"/>
                  </a:cubicBezTo>
                  <a:cubicBezTo>
                    <a:pt x="31" y="31471"/>
                    <a:pt x="517" y="33386"/>
                    <a:pt x="2007" y="34389"/>
                  </a:cubicBezTo>
                  <a:cubicBezTo>
                    <a:pt x="2037" y="34419"/>
                    <a:pt x="8207" y="37185"/>
                    <a:pt x="10001" y="38036"/>
                  </a:cubicBezTo>
                  <a:cubicBezTo>
                    <a:pt x="10973" y="38492"/>
                    <a:pt x="12037" y="38766"/>
                    <a:pt x="13131" y="38827"/>
                  </a:cubicBezTo>
                  <a:cubicBezTo>
                    <a:pt x="13952" y="38827"/>
                    <a:pt x="14682" y="38583"/>
                    <a:pt x="15107" y="37975"/>
                  </a:cubicBezTo>
                  <a:cubicBezTo>
                    <a:pt x="16019" y="36699"/>
                    <a:pt x="20487" y="24693"/>
                    <a:pt x="21095" y="19161"/>
                  </a:cubicBezTo>
                  <a:lnTo>
                    <a:pt x="21703" y="13689"/>
                  </a:lnTo>
                  <a:cubicBezTo>
                    <a:pt x="21719" y="13557"/>
                    <a:pt x="21619" y="13479"/>
                    <a:pt x="21519" y="13479"/>
                  </a:cubicBezTo>
                  <a:cubicBezTo>
                    <a:pt x="21436" y="13479"/>
                    <a:pt x="21352" y="13534"/>
                    <a:pt x="21338" y="13659"/>
                  </a:cubicBezTo>
                  <a:lnTo>
                    <a:pt x="20730" y="19130"/>
                  </a:lnTo>
                  <a:cubicBezTo>
                    <a:pt x="20122" y="24541"/>
                    <a:pt x="15624" y="36577"/>
                    <a:pt x="14803" y="37732"/>
                  </a:cubicBezTo>
                  <a:cubicBezTo>
                    <a:pt x="14446" y="38235"/>
                    <a:pt x="13829" y="38433"/>
                    <a:pt x="13114" y="38433"/>
                  </a:cubicBezTo>
                  <a:cubicBezTo>
                    <a:pt x="12186" y="38433"/>
                    <a:pt x="11093" y="38101"/>
                    <a:pt x="10183" y="37672"/>
                  </a:cubicBezTo>
                  <a:cubicBezTo>
                    <a:pt x="8359" y="36820"/>
                    <a:pt x="2250" y="34085"/>
                    <a:pt x="2158" y="34024"/>
                  </a:cubicBezTo>
                  <a:cubicBezTo>
                    <a:pt x="2098" y="33994"/>
                    <a:pt x="0" y="32626"/>
                    <a:pt x="1155" y="30012"/>
                  </a:cubicBezTo>
                  <a:cubicBezTo>
                    <a:pt x="1611" y="28978"/>
                    <a:pt x="2067" y="28370"/>
                    <a:pt x="2614" y="28158"/>
                  </a:cubicBezTo>
                  <a:cubicBezTo>
                    <a:pt x="2753" y="28104"/>
                    <a:pt x="2891" y="28081"/>
                    <a:pt x="3029" y="28081"/>
                  </a:cubicBezTo>
                  <a:cubicBezTo>
                    <a:pt x="3438" y="28081"/>
                    <a:pt x="3847" y="28280"/>
                    <a:pt x="4256" y="28462"/>
                  </a:cubicBezTo>
                  <a:lnTo>
                    <a:pt x="4438" y="28522"/>
                  </a:lnTo>
                  <a:cubicBezTo>
                    <a:pt x="5532" y="29039"/>
                    <a:pt x="8846" y="29282"/>
                    <a:pt x="8998" y="29282"/>
                  </a:cubicBezTo>
                  <a:cubicBezTo>
                    <a:pt x="9006" y="29291"/>
                    <a:pt x="9018" y="29295"/>
                    <a:pt x="9031" y="29295"/>
                  </a:cubicBezTo>
                  <a:cubicBezTo>
                    <a:pt x="9061" y="29295"/>
                    <a:pt x="9098" y="29273"/>
                    <a:pt x="9119" y="29252"/>
                  </a:cubicBezTo>
                  <a:cubicBezTo>
                    <a:pt x="9150" y="29222"/>
                    <a:pt x="9180" y="29161"/>
                    <a:pt x="9180" y="29130"/>
                  </a:cubicBezTo>
                  <a:cubicBezTo>
                    <a:pt x="9210" y="28918"/>
                    <a:pt x="10396" y="9252"/>
                    <a:pt x="10396" y="5756"/>
                  </a:cubicBezTo>
                  <a:cubicBezTo>
                    <a:pt x="10396" y="2443"/>
                    <a:pt x="11520" y="1805"/>
                    <a:pt x="11520" y="1805"/>
                  </a:cubicBezTo>
                  <a:cubicBezTo>
                    <a:pt x="11520" y="1805"/>
                    <a:pt x="11551" y="1774"/>
                    <a:pt x="11551" y="1774"/>
                  </a:cubicBezTo>
                  <a:cubicBezTo>
                    <a:pt x="12280" y="1136"/>
                    <a:pt x="13131" y="650"/>
                    <a:pt x="14043" y="346"/>
                  </a:cubicBezTo>
                  <a:cubicBezTo>
                    <a:pt x="14134" y="315"/>
                    <a:pt x="14195" y="224"/>
                    <a:pt x="14165" y="133"/>
                  </a:cubicBezTo>
                  <a:cubicBezTo>
                    <a:pt x="14142" y="40"/>
                    <a:pt x="14065" y="0"/>
                    <a:pt x="13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0"/>
            <p:cNvSpPr/>
            <p:nvPr/>
          </p:nvSpPr>
          <p:spPr>
            <a:xfrm>
              <a:off x="3054046" y="3531990"/>
              <a:ext cx="13109" cy="53893"/>
            </a:xfrm>
            <a:custGeom>
              <a:rect b="b" l="l" r="r" t="t"/>
              <a:pathLst>
                <a:path extrusionOk="0" h="4629" w="1126">
                  <a:moveTo>
                    <a:pt x="896" y="1"/>
                  </a:moveTo>
                  <a:cubicBezTo>
                    <a:pt x="822" y="1"/>
                    <a:pt x="755" y="60"/>
                    <a:pt x="730" y="161"/>
                  </a:cubicBezTo>
                  <a:cubicBezTo>
                    <a:pt x="700" y="282"/>
                    <a:pt x="1" y="3413"/>
                    <a:pt x="761" y="4568"/>
                  </a:cubicBezTo>
                  <a:cubicBezTo>
                    <a:pt x="791" y="4598"/>
                    <a:pt x="852" y="4629"/>
                    <a:pt x="913" y="4629"/>
                  </a:cubicBezTo>
                  <a:cubicBezTo>
                    <a:pt x="943" y="4629"/>
                    <a:pt x="973" y="4629"/>
                    <a:pt x="1004" y="4598"/>
                  </a:cubicBezTo>
                  <a:cubicBezTo>
                    <a:pt x="1095" y="4538"/>
                    <a:pt x="1125" y="4446"/>
                    <a:pt x="1065" y="4355"/>
                  </a:cubicBezTo>
                  <a:cubicBezTo>
                    <a:pt x="517" y="3504"/>
                    <a:pt x="913" y="1103"/>
                    <a:pt x="1095" y="252"/>
                  </a:cubicBezTo>
                  <a:cubicBezTo>
                    <a:pt x="1125" y="130"/>
                    <a:pt x="1065" y="39"/>
                    <a:pt x="943" y="9"/>
                  </a:cubicBezTo>
                  <a:cubicBezTo>
                    <a:pt x="927" y="3"/>
                    <a:pt x="912" y="1"/>
                    <a:pt x="8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0"/>
            <p:cNvSpPr/>
            <p:nvPr/>
          </p:nvSpPr>
          <p:spPr>
            <a:xfrm>
              <a:off x="2989634" y="3533760"/>
              <a:ext cx="25136" cy="66630"/>
            </a:xfrm>
            <a:custGeom>
              <a:rect b="b" l="l" r="r" t="t"/>
              <a:pathLst>
                <a:path extrusionOk="0" h="5723" w="2159">
                  <a:moveTo>
                    <a:pt x="1936" y="1"/>
                  </a:moveTo>
                  <a:cubicBezTo>
                    <a:pt x="1918" y="1"/>
                    <a:pt x="1901" y="3"/>
                    <a:pt x="1885" y="9"/>
                  </a:cubicBezTo>
                  <a:cubicBezTo>
                    <a:pt x="1216" y="313"/>
                    <a:pt x="700" y="860"/>
                    <a:pt x="426" y="1528"/>
                  </a:cubicBezTo>
                  <a:cubicBezTo>
                    <a:pt x="1" y="2623"/>
                    <a:pt x="213" y="3990"/>
                    <a:pt x="1034" y="5632"/>
                  </a:cubicBezTo>
                  <a:cubicBezTo>
                    <a:pt x="1095" y="5693"/>
                    <a:pt x="1156" y="5723"/>
                    <a:pt x="1216" y="5723"/>
                  </a:cubicBezTo>
                  <a:lnTo>
                    <a:pt x="1308" y="5723"/>
                  </a:lnTo>
                  <a:cubicBezTo>
                    <a:pt x="1399" y="5662"/>
                    <a:pt x="1429" y="5541"/>
                    <a:pt x="1399" y="5449"/>
                  </a:cubicBezTo>
                  <a:cubicBezTo>
                    <a:pt x="609" y="3930"/>
                    <a:pt x="396" y="2683"/>
                    <a:pt x="791" y="1711"/>
                  </a:cubicBezTo>
                  <a:cubicBezTo>
                    <a:pt x="1004" y="1103"/>
                    <a:pt x="1429" y="647"/>
                    <a:pt x="2007" y="373"/>
                  </a:cubicBezTo>
                  <a:cubicBezTo>
                    <a:pt x="2098" y="343"/>
                    <a:pt x="2159" y="221"/>
                    <a:pt x="2128" y="130"/>
                  </a:cubicBezTo>
                  <a:cubicBezTo>
                    <a:pt x="2103" y="55"/>
                    <a:pt x="2017" y="1"/>
                    <a:pt x="19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0"/>
            <p:cNvSpPr/>
            <p:nvPr/>
          </p:nvSpPr>
          <p:spPr>
            <a:xfrm>
              <a:off x="3187072" y="3335983"/>
              <a:ext cx="7137" cy="28000"/>
            </a:xfrm>
            <a:custGeom>
              <a:rect b="b" l="l" r="r" t="t"/>
              <a:pathLst>
                <a:path extrusionOk="0" h="2405" w="613">
                  <a:moveTo>
                    <a:pt x="218" y="1"/>
                  </a:moveTo>
                  <a:cubicBezTo>
                    <a:pt x="110" y="1"/>
                    <a:pt x="1" y="80"/>
                    <a:pt x="35" y="216"/>
                  </a:cubicBezTo>
                  <a:cubicBezTo>
                    <a:pt x="156" y="885"/>
                    <a:pt x="217" y="1554"/>
                    <a:pt x="248" y="2222"/>
                  </a:cubicBezTo>
                  <a:cubicBezTo>
                    <a:pt x="248" y="2314"/>
                    <a:pt x="339" y="2405"/>
                    <a:pt x="430" y="2405"/>
                  </a:cubicBezTo>
                  <a:cubicBezTo>
                    <a:pt x="552" y="2405"/>
                    <a:pt x="612" y="2314"/>
                    <a:pt x="612" y="2192"/>
                  </a:cubicBezTo>
                  <a:cubicBezTo>
                    <a:pt x="612" y="1523"/>
                    <a:pt x="521" y="824"/>
                    <a:pt x="400" y="155"/>
                  </a:cubicBezTo>
                  <a:cubicBezTo>
                    <a:pt x="386" y="49"/>
                    <a:pt x="303" y="1"/>
                    <a:pt x="2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0"/>
            <p:cNvSpPr/>
            <p:nvPr/>
          </p:nvSpPr>
          <p:spPr>
            <a:xfrm>
              <a:off x="3148078" y="3248902"/>
              <a:ext cx="41529" cy="79693"/>
            </a:xfrm>
            <a:custGeom>
              <a:rect b="b" l="l" r="r" t="t"/>
              <a:pathLst>
                <a:path extrusionOk="0" h="6845" w="3567">
                  <a:moveTo>
                    <a:pt x="254" y="0"/>
                  </a:moveTo>
                  <a:cubicBezTo>
                    <a:pt x="120" y="0"/>
                    <a:pt x="1" y="178"/>
                    <a:pt x="131" y="309"/>
                  </a:cubicBezTo>
                  <a:cubicBezTo>
                    <a:pt x="1499" y="2224"/>
                    <a:pt x="2533" y="4413"/>
                    <a:pt x="3171" y="6692"/>
                  </a:cubicBezTo>
                  <a:cubicBezTo>
                    <a:pt x="3171" y="6783"/>
                    <a:pt x="3262" y="6844"/>
                    <a:pt x="3353" y="6844"/>
                  </a:cubicBezTo>
                  <a:lnTo>
                    <a:pt x="3414" y="6814"/>
                  </a:lnTo>
                  <a:cubicBezTo>
                    <a:pt x="3505" y="6783"/>
                    <a:pt x="3566" y="6692"/>
                    <a:pt x="3536" y="6601"/>
                  </a:cubicBezTo>
                  <a:cubicBezTo>
                    <a:pt x="2898" y="4261"/>
                    <a:pt x="1834" y="2042"/>
                    <a:pt x="405" y="96"/>
                  </a:cubicBezTo>
                  <a:cubicBezTo>
                    <a:pt x="362" y="28"/>
                    <a:pt x="307"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0"/>
            <p:cNvSpPr/>
            <p:nvPr/>
          </p:nvSpPr>
          <p:spPr>
            <a:xfrm>
              <a:off x="2682795" y="3967039"/>
              <a:ext cx="140863" cy="557792"/>
            </a:xfrm>
            <a:custGeom>
              <a:rect b="b" l="l" r="r" t="t"/>
              <a:pathLst>
                <a:path extrusionOk="0" h="47910" w="12099">
                  <a:moveTo>
                    <a:pt x="1" y="1"/>
                  </a:moveTo>
                  <a:cubicBezTo>
                    <a:pt x="1" y="1"/>
                    <a:pt x="1338" y="10062"/>
                    <a:pt x="1338" y="10761"/>
                  </a:cubicBezTo>
                  <a:cubicBezTo>
                    <a:pt x="1338" y="11490"/>
                    <a:pt x="1672" y="17691"/>
                    <a:pt x="2797" y="21065"/>
                  </a:cubicBezTo>
                  <a:cubicBezTo>
                    <a:pt x="3922" y="24439"/>
                    <a:pt x="5837" y="40944"/>
                    <a:pt x="5837" y="41430"/>
                  </a:cubicBezTo>
                  <a:cubicBezTo>
                    <a:pt x="5837" y="41938"/>
                    <a:pt x="7922" y="47910"/>
                    <a:pt x="9928" y="47910"/>
                  </a:cubicBezTo>
                  <a:cubicBezTo>
                    <a:pt x="9962" y="47910"/>
                    <a:pt x="9997" y="47908"/>
                    <a:pt x="10031" y="47904"/>
                  </a:cubicBezTo>
                  <a:cubicBezTo>
                    <a:pt x="12098" y="47691"/>
                    <a:pt x="11673" y="44014"/>
                    <a:pt x="11065" y="42463"/>
                  </a:cubicBezTo>
                  <a:cubicBezTo>
                    <a:pt x="10457" y="40944"/>
                    <a:pt x="9788" y="38482"/>
                    <a:pt x="9788" y="38482"/>
                  </a:cubicBezTo>
                  <a:cubicBezTo>
                    <a:pt x="9788" y="38482"/>
                    <a:pt x="11277" y="19484"/>
                    <a:pt x="11065" y="16202"/>
                  </a:cubicBezTo>
                  <a:cubicBezTo>
                    <a:pt x="10852" y="12919"/>
                    <a:pt x="9910" y="7904"/>
                    <a:pt x="9910" y="7904"/>
                  </a:cubicBezTo>
                  <a:lnTo>
                    <a:pt x="10730" y="305"/>
                  </a:lnTo>
                  <a:lnTo>
                    <a:pt x="1" y="1"/>
                  </a:lnTo>
                  <a:close/>
                </a:path>
              </a:pathLst>
            </a:custGeom>
            <a:solidFill>
              <a:srgbClr val="763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0"/>
            <p:cNvSpPr/>
            <p:nvPr/>
          </p:nvSpPr>
          <p:spPr>
            <a:xfrm>
              <a:off x="2680675" y="3964920"/>
              <a:ext cx="142621" cy="561972"/>
            </a:xfrm>
            <a:custGeom>
              <a:rect b="b" l="l" r="r" t="t"/>
              <a:pathLst>
                <a:path extrusionOk="0" h="48269" w="12250">
                  <a:moveTo>
                    <a:pt x="395" y="396"/>
                  </a:moveTo>
                  <a:lnTo>
                    <a:pt x="10699" y="669"/>
                  </a:lnTo>
                  <a:lnTo>
                    <a:pt x="9909" y="8055"/>
                  </a:lnTo>
                  <a:cubicBezTo>
                    <a:pt x="9909" y="8055"/>
                    <a:pt x="9909" y="8086"/>
                    <a:pt x="9909" y="8116"/>
                  </a:cubicBezTo>
                  <a:cubicBezTo>
                    <a:pt x="9940" y="8146"/>
                    <a:pt x="10851" y="13131"/>
                    <a:pt x="11064" y="16384"/>
                  </a:cubicBezTo>
                  <a:cubicBezTo>
                    <a:pt x="11247" y="19636"/>
                    <a:pt x="9788" y="38451"/>
                    <a:pt x="9788" y="38633"/>
                  </a:cubicBezTo>
                  <a:cubicBezTo>
                    <a:pt x="9757" y="38633"/>
                    <a:pt x="9757" y="38664"/>
                    <a:pt x="9788" y="38694"/>
                  </a:cubicBezTo>
                  <a:cubicBezTo>
                    <a:pt x="9788" y="38724"/>
                    <a:pt x="10456" y="41186"/>
                    <a:pt x="11064" y="42706"/>
                  </a:cubicBezTo>
                  <a:cubicBezTo>
                    <a:pt x="11520" y="43892"/>
                    <a:pt x="11824" y="46171"/>
                    <a:pt x="11155" y="47266"/>
                  </a:cubicBezTo>
                  <a:cubicBezTo>
                    <a:pt x="10943" y="47630"/>
                    <a:pt x="10578" y="47843"/>
                    <a:pt x="10183" y="47904"/>
                  </a:cubicBezTo>
                  <a:cubicBezTo>
                    <a:pt x="9788" y="47873"/>
                    <a:pt x="9423" y="47721"/>
                    <a:pt x="9149" y="47417"/>
                  </a:cubicBezTo>
                  <a:cubicBezTo>
                    <a:pt x="7569" y="45989"/>
                    <a:pt x="6201" y="41977"/>
                    <a:pt x="6201" y="41612"/>
                  </a:cubicBezTo>
                  <a:cubicBezTo>
                    <a:pt x="6201" y="40974"/>
                    <a:pt x="4256" y="24530"/>
                    <a:pt x="3131" y="21186"/>
                  </a:cubicBezTo>
                  <a:cubicBezTo>
                    <a:pt x="2006" y="17782"/>
                    <a:pt x="1702" y="11551"/>
                    <a:pt x="1702" y="10943"/>
                  </a:cubicBezTo>
                  <a:cubicBezTo>
                    <a:pt x="1702" y="10274"/>
                    <a:pt x="578" y="1915"/>
                    <a:pt x="395" y="396"/>
                  </a:cubicBezTo>
                  <a:close/>
                  <a:moveTo>
                    <a:pt x="183" y="0"/>
                  </a:moveTo>
                  <a:cubicBezTo>
                    <a:pt x="152" y="0"/>
                    <a:pt x="91" y="31"/>
                    <a:pt x="61" y="92"/>
                  </a:cubicBezTo>
                  <a:cubicBezTo>
                    <a:pt x="0" y="122"/>
                    <a:pt x="0" y="183"/>
                    <a:pt x="0" y="244"/>
                  </a:cubicBezTo>
                  <a:cubicBezTo>
                    <a:pt x="456" y="3678"/>
                    <a:pt x="1307" y="10365"/>
                    <a:pt x="1307" y="10943"/>
                  </a:cubicBezTo>
                  <a:cubicBezTo>
                    <a:pt x="1307" y="11551"/>
                    <a:pt x="1642" y="17873"/>
                    <a:pt x="2797" y="21308"/>
                  </a:cubicBezTo>
                  <a:cubicBezTo>
                    <a:pt x="3891" y="24621"/>
                    <a:pt x="5836" y="40974"/>
                    <a:pt x="5836" y="41642"/>
                  </a:cubicBezTo>
                  <a:cubicBezTo>
                    <a:pt x="5836" y="42098"/>
                    <a:pt x="7265" y="46232"/>
                    <a:pt x="8906" y="47721"/>
                  </a:cubicBezTo>
                  <a:cubicBezTo>
                    <a:pt x="9210" y="48025"/>
                    <a:pt x="9636" y="48238"/>
                    <a:pt x="10122" y="48269"/>
                  </a:cubicBezTo>
                  <a:lnTo>
                    <a:pt x="10274" y="48269"/>
                  </a:lnTo>
                  <a:cubicBezTo>
                    <a:pt x="10791" y="48238"/>
                    <a:pt x="11247" y="47934"/>
                    <a:pt x="11520" y="47478"/>
                  </a:cubicBezTo>
                  <a:cubicBezTo>
                    <a:pt x="12250" y="46262"/>
                    <a:pt x="11946" y="43861"/>
                    <a:pt x="11459" y="42585"/>
                  </a:cubicBezTo>
                  <a:cubicBezTo>
                    <a:pt x="10882" y="41186"/>
                    <a:pt x="10274" y="38937"/>
                    <a:pt x="10183" y="38633"/>
                  </a:cubicBezTo>
                  <a:cubicBezTo>
                    <a:pt x="10274" y="37509"/>
                    <a:pt x="11672" y="19606"/>
                    <a:pt x="11459" y="16384"/>
                  </a:cubicBezTo>
                  <a:cubicBezTo>
                    <a:pt x="11247" y="13253"/>
                    <a:pt x="10396" y="8481"/>
                    <a:pt x="10335" y="8086"/>
                  </a:cubicBezTo>
                  <a:lnTo>
                    <a:pt x="11125" y="548"/>
                  </a:lnTo>
                  <a:cubicBezTo>
                    <a:pt x="11155" y="487"/>
                    <a:pt x="11125" y="426"/>
                    <a:pt x="11095" y="396"/>
                  </a:cubicBezTo>
                  <a:cubicBezTo>
                    <a:pt x="11064" y="335"/>
                    <a:pt x="11003" y="335"/>
                    <a:pt x="10943" y="335"/>
                  </a:cubicBezTo>
                  <a:lnTo>
                    <a:pt x="1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0"/>
            <p:cNvSpPr/>
            <p:nvPr/>
          </p:nvSpPr>
          <p:spPr>
            <a:xfrm>
              <a:off x="2757476" y="4470656"/>
              <a:ext cx="62287" cy="54196"/>
            </a:xfrm>
            <a:custGeom>
              <a:rect b="b" l="l" r="r" t="t"/>
              <a:pathLst>
                <a:path extrusionOk="0" h="4655" w="5350">
                  <a:moveTo>
                    <a:pt x="0" y="1"/>
                  </a:moveTo>
                  <a:cubicBezTo>
                    <a:pt x="744" y="1905"/>
                    <a:pt x="2158" y="4655"/>
                    <a:pt x="3529" y="4655"/>
                  </a:cubicBezTo>
                  <a:cubicBezTo>
                    <a:pt x="3559" y="4655"/>
                    <a:pt x="3588" y="4654"/>
                    <a:pt x="3617" y="4651"/>
                  </a:cubicBezTo>
                  <a:cubicBezTo>
                    <a:pt x="5350" y="4469"/>
                    <a:pt x="5319" y="1824"/>
                    <a:pt x="4894" y="92"/>
                  </a:cubicBezTo>
                  <a:lnTo>
                    <a:pt x="4894" y="92"/>
                  </a:lnTo>
                  <a:lnTo>
                    <a:pt x="638" y="882"/>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0"/>
            <p:cNvSpPr/>
            <p:nvPr/>
          </p:nvSpPr>
          <p:spPr>
            <a:xfrm>
              <a:off x="2754996" y="4468153"/>
              <a:ext cx="66537" cy="58783"/>
            </a:xfrm>
            <a:custGeom>
              <a:rect b="b" l="l" r="r" t="t"/>
              <a:pathLst>
                <a:path extrusionOk="0" h="5049" w="5715">
                  <a:moveTo>
                    <a:pt x="4985" y="520"/>
                  </a:moveTo>
                  <a:lnTo>
                    <a:pt x="4985" y="520"/>
                  </a:lnTo>
                  <a:cubicBezTo>
                    <a:pt x="5259" y="1796"/>
                    <a:pt x="5259" y="3377"/>
                    <a:pt x="4712" y="4167"/>
                  </a:cubicBezTo>
                  <a:cubicBezTo>
                    <a:pt x="4499" y="4471"/>
                    <a:pt x="4164" y="4653"/>
                    <a:pt x="3800" y="4684"/>
                  </a:cubicBezTo>
                  <a:cubicBezTo>
                    <a:pt x="3774" y="4686"/>
                    <a:pt x="3748" y="4687"/>
                    <a:pt x="3722" y="4687"/>
                  </a:cubicBezTo>
                  <a:cubicBezTo>
                    <a:pt x="2769" y="4687"/>
                    <a:pt x="1709" y="3083"/>
                    <a:pt x="851" y="1249"/>
                  </a:cubicBezTo>
                  <a:lnTo>
                    <a:pt x="851" y="1249"/>
                  </a:lnTo>
                  <a:lnTo>
                    <a:pt x="882" y="1280"/>
                  </a:lnTo>
                  <a:lnTo>
                    <a:pt x="4985" y="520"/>
                  </a:lnTo>
                  <a:close/>
                  <a:moveTo>
                    <a:pt x="204" y="0"/>
                  </a:moveTo>
                  <a:cubicBezTo>
                    <a:pt x="166" y="0"/>
                    <a:pt x="126" y="10"/>
                    <a:pt x="91" y="33"/>
                  </a:cubicBezTo>
                  <a:cubicBezTo>
                    <a:pt x="31" y="64"/>
                    <a:pt x="0" y="155"/>
                    <a:pt x="31" y="246"/>
                  </a:cubicBezTo>
                  <a:cubicBezTo>
                    <a:pt x="608" y="1705"/>
                    <a:pt x="2098" y="5049"/>
                    <a:pt x="3739" y="5049"/>
                  </a:cubicBezTo>
                  <a:lnTo>
                    <a:pt x="3861" y="5049"/>
                  </a:lnTo>
                  <a:cubicBezTo>
                    <a:pt x="4316" y="5018"/>
                    <a:pt x="4742" y="4775"/>
                    <a:pt x="5016" y="4380"/>
                  </a:cubicBezTo>
                  <a:cubicBezTo>
                    <a:pt x="5715" y="3377"/>
                    <a:pt x="5623" y="1523"/>
                    <a:pt x="5289" y="246"/>
                  </a:cubicBezTo>
                  <a:cubicBezTo>
                    <a:pt x="5289" y="155"/>
                    <a:pt x="5168" y="94"/>
                    <a:pt x="5076" y="94"/>
                  </a:cubicBezTo>
                  <a:lnTo>
                    <a:pt x="943" y="854"/>
                  </a:lnTo>
                  <a:lnTo>
                    <a:pt x="365" y="64"/>
                  </a:lnTo>
                  <a:cubicBezTo>
                    <a:pt x="327" y="26"/>
                    <a:pt x="267" y="0"/>
                    <a:pt x="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0"/>
            <p:cNvSpPr/>
            <p:nvPr/>
          </p:nvSpPr>
          <p:spPr>
            <a:xfrm>
              <a:off x="2485671" y="3973059"/>
              <a:ext cx="168455" cy="534367"/>
            </a:xfrm>
            <a:custGeom>
              <a:rect b="b" l="l" r="r" t="t"/>
              <a:pathLst>
                <a:path extrusionOk="0" h="45898" w="14469">
                  <a:moveTo>
                    <a:pt x="3921" y="0"/>
                  </a:moveTo>
                  <a:lnTo>
                    <a:pt x="5654" y="10669"/>
                  </a:lnTo>
                  <a:cubicBezTo>
                    <a:pt x="5654" y="10669"/>
                    <a:pt x="5532" y="12706"/>
                    <a:pt x="5958" y="20001"/>
                  </a:cubicBezTo>
                  <a:cubicBezTo>
                    <a:pt x="6353" y="27265"/>
                    <a:pt x="6778" y="38421"/>
                    <a:pt x="6778" y="38421"/>
                  </a:cubicBezTo>
                  <a:cubicBezTo>
                    <a:pt x="6778" y="38421"/>
                    <a:pt x="2705" y="42737"/>
                    <a:pt x="1976" y="43345"/>
                  </a:cubicBezTo>
                  <a:cubicBezTo>
                    <a:pt x="1246" y="43952"/>
                    <a:pt x="0" y="45898"/>
                    <a:pt x="2371" y="45898"/>
                  </a:cubicBezTo>
                  <a:cubicBezTo>
                    <a:pt x="4711" y="45898"/>
                    <a:pt x="7082" y="45290"/>
                    <a:pt x="8116" y="44591"/>
                  </a:cubicBezTo>
                  <a:cubicBezTo>
                    <a:pt x="9149" y="43861"/>
                    <a:pt x="10973" y="42220"/>
                    <a:pt x="11277" y="42007"/>
                  </a:cubicBezTo>
                  <a:cubicBezTo>
                    <a:pt x="11581" y="41825"/>
                    <a:pt x="11885" y="41187"/>
                    <a:pt x="11885" y="40062"/>
                  </a:cubicBezTo>
                  <a:cubicBezTo>
                    <a:pt x="11885" y="38937"/>
                    <a:pt x="11490" y="37205"/>
                    <a:pt x="11490" y="36171"/>
                  </a:cubicBezTo>
                  <a:cubicBezTo>
                    <a:pt x="11490" y="35138"/>
                    <a:pt x="14165" y="21125"/>
                    <a:pt x="14165" y="17934"/>
                  </a:cubicBezTo>
                  <a:cubicBezTo>
                    <a:pt x="14165" y="14773"/>
                    <a:pt x="13830" y="7903"/>
                    <a:pt x="13830" y="7903"/>
                  </a:cubicBezTo>
                  <a:lnTo>
                    <a:pt x="14469" y="517"/>
                  </a:lnTo>
                  <a:lnTo>
                    <a:pt x="3921" y="0"/>
                  </a:lnTo>
                  <a:close/>
                </a:path>
              </a:pathLst>
            </a:custGeom>
            <a:solidFill>
              <a:srgbClr val="763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0"/>
            <p:cNvSpPr/>
            <p:nvPr/>
          </p:nvSpPr>
          <p:spPr>
            <a:xfrm>
              <a:off x="2492389" y="3970940"/>
              <a:ext cx="163857" cy="538966"/>
            </a:xfrm>
            <a:custGeom>
              <a:rect b="b" l="l" r="r" t="t"/>
              <a:pathLst>
                <a:path extrusionOk="0" h="46293" w="14074">
                  <a:moveTo>
                    <a:pt x="3557" y="395"/>
                  </a:moveTo>
                  <a:lnTo>
                    <a:pt x="13679" y="851"/>
                  </a:lnTo>
                  <a:lnTo>
                    <a:pt x="13071" y="8085"/>
                  </a:lnTo>
                  <a:cubicBezTo>
                    <a:pt x="13071" y="8146"/>
                    <a:pt x="13375" y="14985"/>
                    <a:pt x="13375" y="18116"/>
                  </a:cubicBezTo>
                  <a:cubicBezTo>
                    <a:pt x="13375" y="20122"/>
                    <a:pt x="12311" y="26535"/>
                    <a:pt x="11521" y="31216"/>
                  </a:cubicBezTo>
                  <a:cubicBezTo>
                    <a:pt x="11034" y="33982"/>
                    <a:pt x="10700" y="35958"/>
                    <a:pt x="10700" y="36353"/>
                  </a:cubicBezTo>
                  <a:cubicBezTo>
                    <a:pt x="10730" y="36992"/>
                    <a:pt x="10791" y="37630"/>
                    <a:pt x="10913" y="38238"/>
                  </a:cubicBezTo>
                  <a:cubicBezTo>
                    <a:pt x="11034" y="38906"/>
                    <a:pt x="11095" y="39575"/>
                    <a:pt x="11126" y="40274"/>
                  </a:cubicBezTo>
                  <a:cubicBezTo>
                    <a:pt x="11126" y="41308"/>
                    <a:pt x="10822" y="41885"/>
                    <a:pt x="10578" y="42037"/>
                  </a:cubicBezTo>
                  <a:cubicBezTo>
                    <a:pt x="10457" y="42128"/>
                    <a:pt x="10153" y="42402"/>
                    <a:pt x="9697" y="42797"/>
                  </a:cubicBezTo>
                  <a:cubicBezTo>
                    <a:pt x="8998" y="43375"/>
                    <a:pt x="8056" y="44165"/>
                    <a:pt x="7417" y="44621"/>
                  </a:cubicBezTo>
                  <a:cubicBezTo>
                    <a:pt x="6505" y="45229"/>
                    <a:pt x="4226" y="45897"/>
                    <a:pt x="1794" y="45897"/>
                  </a:cubicBezTo>
                  <a:cubicBezTo>
                    <a:pt x="1338" y="45897"/>
                    <a:pt x="791" y="45837"/>
                    <a:pt x="639" y="45472"/>
                  </a:cubicBezTo>
                  <a:cubicBezTo>
                    <a:pt x="457" y="44986"/>
                    <a:pt x="1034" y="44104"/>
                    <a:pt x="1520" y="43679"/>
                  </a:cubicBezTo>
                  <a:cubicBezTo>
                    <a:pt x="2220" y="43071"/>
                    <a:pt x="6171" y="38906"/>
                    <a:pt x="6323" y="38754"/>
                  </a:cubicBezTo>
                  <a:cubicBezTo>
                    <a:pt x="6384" y="38694"/>
                    <a:pt x="6384" y="38663"/>
                    <a:pt x="6384" y="38603"/>
                  </a:cubicBezTo>
                  <a:cubicBezTo>
                    <a:pt x="6384" y="38481"/>
                    <a:pt x="5958" y="27326"/>
                    <a:pt x="5563" y="20152"/>
                  </a:cubicBezTo>
                  <a:cubicBezTo>
                    <a:pt x="5168" y="12979"/>
                    <a:pt x="5259" y="10882"/>
                    <a:pt x="5259" y="10851"/>
                  </a:cubicBezTo>
                  <a:lnTo>
                    <a:pt x="5259" y="10821"/>
                  </a:lnTo>
                  <a:lnTo>
                    <a:pt x="3557" y="395"/>
                  </a:lnTo>
                  <a:close/>
                  <a:moveTo>
                    <a:pt x="3314" y="0"/>
                  </a:moveTo>
                  <a:cubicBezTo>
                    <a:pt x="3192" y="0"/>
                    <a:pt x="3101" y="91"/>
                    <a:pt x="3131" y="213"/>
                  </a:cubicBezTo>
                  <a:lnTo>
                    <a:pt x="4864" y="10851"/>
                  </a:lnTo>
                  <a:cubicBezTo>
                    <a:pt x="4864" y="11095"/>
                    <a:pt x="4803" y="13313"/>
                    <a:pt x="5168" y="20183"/>
                  </a:cubicBezTo>
                  <a:cubicBezTo>
                    <a:pt x="5563" y="27052"/>
                    <a:pt x="5958" y="37508"/>
                    <a:pt x="5989" y="38542"/>
                  </a:cubicBezTo>
                  <a:cubicBezTo>
                    <a:pt x="5502" y="39058"/>
                    <a:pt x="1916" y="42827"/>
                    <a:pt x="1247" y="43375"/>
                  </a:cubicBezTo>
                  <a:cubicBezTo>
                    <a:pt x="821" y="43739"/>
                    <a:pt x="1" y="44834"/>
                    <a:pt x="274" y="45593"/>
                  </a:cubicBezTo>
                  <a:cubicBezTo>
                    <a:pt x="457" y="46049"/>
                    <a:pt x="973" y="46293"/>
                    <a:pt x="1794" y="46293"/>
                  </a:cubicBezTo>
                  <a:cubicBezTo>
                    <a:pt x="4043" y="46293"/>
                    <a:pt x="6505" y="45715"/>
                    <a:pt x="7630" y="44925"/>
                  </a:cubicBezTo>
                  <a:cubicBezTo>
                    <a:pt x="8299" y="44469"/>
                    <a:pt x="9241" y="43648"/>
                    <a:pt x="9940" y="43071"/>
                  </a:cubicBezTo>
                  <a:cubicBezTo>
                    <a:pt x="10366" y="42736"/>
                    <a:pt x="10700" y="42432"/>
                    <a:pt x="10822" y="42372"/>
                  </a:cubicBezTo>
                  <a:cubicBezTo>
                    <a:pt x="11247" y="42068"/>
                    <a:pt x="11521" y="41277"/>
                    <a:pt x="11521" y="40244"/>
                  </a:cubicBezTo>
                  <a:cubicBezTo>
                    <a:pt x="11490" y="39545"/>
                    <a:pt x="11399" y="38876"/>
                    <a:pt x="11308" y="38177"/>
                  </a:cubicBezTo>
                  <a:cubicBezTo>
                    <a:pt x="11186" y="37569"/>
                    <a:pt x="11126" y="36961"/>
                    <a:pt x="11095" y="36353"/>
                  </a:cubicBezTo>
                  <a:cubicBezTo>
                    <a:pt x="11095" y="35988"/>
                    <a:pt x="11460" y="33830"/>
                    <a:pt x="11885" y="31277"/>
                  </a:cubicBezTo>
                  <a:cubicBezTo>
                    <a:pt x="12676" y="26596"/>
                    <a:pt x="13770" y="20152"/>
                    <a:pt x="13770" y="18116"/>
                  </a:cubicBezTo>
                  <a:cubicBezTo>
                    <a:pt x="13770" y="14985"/>
                    <a:pt x="13466" y="8146"/>
                    <a:pt x="13466" y="8085"/>
                  </a:cubicBezTo>
                  <a:lnTo>
                    <a:pt x="14074" y="730"/>
                  </a:lnTo>
                  <a:cubicBezTo>
                    <a:pt x="14074" y="669"/>
                    <a:pt x="14074" y="608"/>
                    <a:pt x="14013" y="578"/>
                  </a:cubicBezTo>
                  <a:cubicBezTo>
                    <a:pt x="13983" y="547"/>
                    <a:pt x="13952" y="517"/>
                    <a:pt x="13892" y="517"/>
                  </a:cubicBezTo>
                  <a:lnTo>
                    <a:pt x="3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0"/>
            <p:cNvSpPr/>
            <p:nvPr/>
          </p:nvSpPr>
          <p:spPr>
            <a:xfrm>
              <a:off x="2485671" y="4424653"/>
              <a:ext cx="138371" cy="82813"/>
            </a:xfrm>
            <a:custGeom>
              <a:rect b="b" l="l" r="r" t="t"/>
              <a:pathLst>
                <a:path extrusionOk="0" h="7113" w="11885">
                  <a:moveTo>
                    <a:pt x="11794" y="0"/>
                  </a:moveTo>
                  <a:cubicBezTo>
                    <a:pt x="11399" y="426"/>
                    <a:pt x="10973" y="943"/>
                    <a:pt x="10578" y="1490"/>
                  </a:cubicBezTo>
                  <a:cubicBezTo>
                    <a:pt x="9332" y="3131"/>
                    <a:pt x="6566" y="4256"/>
                    <a:pt x="6566" y="4256"/>
                  </a:cubicBezTo>
                  <a:lnTo>
                    <a:pt x="3313" y="3222"/>
                  </a:lnTo>
                  <a:cubicBezTo>
                    <a:pt x="2705" y="3860"/>
                    <a:pt x="2189" y="4377"/>
                    <a:pt x="1976" y="4560"/>
                  </a:cubicBezTo>
                  <a:cubicBezTo>
                    <a:pt x="1246" y="5167"/>
                    <a:pt x="0" y="7113"/>
                    <a:pt x="2371" y="7113"/>
                  </a:cubicBezTo>
                  <a:cubicBezTo>
                    <a:pt x="4711" y="7113"/>
                    <a:pt x="7082" y="6505"/>
                    <a:pt x="8116" y="5806"/>
                  </a:cubicBezTo>
                  <a:cubicBezTo>
                    <a:pt x="9119" y="5076"/>
                    <a:pt x="10973" y="3435"/>
                    <a:pt x="11277" y="3222"/>
                  </a:cubicBezTo>
                  <a:cubicBezTo>
                    <a:pt x="11581" y="3040"/>
                    <a:pt x="11885" y="2402"/>
                    <a:pt x="11885" y="1277"/>
                  </a:cubicBezTo>
                  <a:cubicBezTo>
                    <a:pt x="11885" y="851"/>
                    <a:pt x="11854" y="426"/>
                    <a:pt x="11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0"/>
            <p:cNvSpPr/>
            <p:nvPr/>
          </p:nvSpPr>
          <p:spPr>
            <a:xfrm>
              <a:off x="2492389" y="4422475"/>
              <a:ext cx="133784" cy="87470"/>
            </a:xfrm>
            <a:custGeom>
              <a:rect b="b" l="l" r="r" t="t"/>
              <a:pathLst>
                <a:path extrusionOk="0" h="7513" w="11491">
                  <a:moveTo>
                    <a:pt x="11065" y="643"/>
                  </a:moveTo>
                  <a:cubicBezTo>
                    <a:pt x="11095" y="917"/>
                    <a:pt x="11126" y="1190"/>
                    <a:pt x="11126" y="1464"/>
                  </a:cubicBezTo>
                  <a:cubicBezTo>
                    <a:pt x="11126" y="2528"/>
                    <a:pt x="10822" y="3105"/>
                    <a:pt x="10578" y="3257"/>
                  </a:cubicBezTo>
                  <a:cubicBezTo>
                    <a:pt x="10457" y="3348"/>
                    <a:pt x="10153" y="3622"/>
                    <a:pt x="9697" y="3987"/>
                  </a:cubicBezTo>
                  <a:cubicBezTo>
                    <a:pt x="8998" y="4595"/>
                    <a:pt x="8056" y="5385"/>
                    <a:pt x="7417" y="5841"/>
                  </a:cubicBezTo>
                  <a:cubicBezTo>
                    <a:pt x="6505" y="6449"/>
                    <a:pt x="4226" y="7117"/>
                    <a:pt x="1794" y="7117"/>
                  </a:cubicBezTo>
                  <a:cubicBezTo>
                    <a:pt x="1338" y="7117"/>
                    <a:pt x="791" y="7057"/>
                    <a:pt x="639" y="6662"/>
                  </a:cubicBezTo>
                  <a:cubicBezTo>
                    <a:pt x="457" y="6175"/>
                    <a:pt x="1034" y="5294"/>
                    <a:pt x="1520" y="4899"/>
                  </a:cubicBezTo>
                  <a:cubicBezTo>
                    <a:pt x="1703" y="4747"/>
                    <a:pt x="2128" y="4321"/>
                    <a:pt x="2797" y="3622"/>
                  </a:cubicBezTo>
                  <a:lnTo>
                    <a:pt x="5928" y="4625"/>
                  </a:lnTo>
                  <a:lnTo>
                    <a:pt x="6049" y="4625"/>
                  </a:lnTo>
                  <a:cubicBezTo>
                    <a:pt x="6171" y="4564"/>
                    <a:pt x="8876" y="3440"/>
                    <a:pt x="10122" y="1798"/>
                  </a:cubicBezTo>
                  <a:cubicBezTo>
                    <a:pt x="10426" y="1403"/>
                    <a:pt x="10730" y="1008"/>
                    <a:pt x="11065" y="643"/>
                  </a:cubicBezTo>
                  <a:close/>
                  <a:moveTo>
                    <a:pt x="11199" y="1"/>
                  </a:moveTo>
                  <a:cubicBezTo>
                    <a:pt x="11148" y="1"/>
                    <a:pt x="11098" y="21"/>
                    <a:pt x="11065" y="66"/>
                  </a:cubicBezTo>
                  <a:cubicBezTo>
                    <a:pt x="10609" y="552"/>
                    <a:pt x="10214" y="1069"/>
                    <a:pt x="9818" y="1555"/>
                  </a:cubicBezTo>
                  <a:cubicBezTo>
                    <a:pt x="8755" y="3014"/>
                    <a:pt x="6384" y="4047"/>
                    <a:pt x="5989" y="4230"/>
                  </a:cubicBezTo>
                  <a:lnTo>
                    <a:pt x="2797" y="3227"/>
                  </a:lnTo>
                  <a:cubicBezTo>
                    <a:pt x="2706" y="3227"/>
                    <a:pt x="2645" y="3227"/>
                    <a:pt x="2584" y="3288"/>
                  </a:cubicBezTo>
                  <a:cubicBezTo>
                    <a:pt x="1885" y="3987"/>
                    <a:pt x="1429" y="4443"/>
                    <a:pt x="1247" y="4595"/>
                  </a:cubicBezTo>
                  <a:cubicBezTo>
                    <a:pt x="821" y="4959"/>
                    <a:pt x="1" y="6054"/>
                    <a:pt x="274" y="6813"/>
                  </a:cubicBezTo>
                  <a:cubicBezTo>
                    <a:pt x="457" y="7269"/>
                    <a:pt x="973" y="7513"/>
                    <a:pt x="1794" y="7513"/>
                  </a:cubicBezTo>
                  <a:cubicBezTo>
                    <a:pt x="4043" y="7513"/>
                    <a:pt x="6505" y="6935"/>
                    <a:pt x="7630" y="6145"/>
                  </a:cubicBezTo>
                  <a:cubicBezTo>
                    <a:pt x="8268" y="5689"/>
                    <a:pt x="9241" y="4868"/>
                    <a:pt x="9940" y="4291"/>
                  </a:cubicBezTo>
                  <a:cubicBezTo>
                    <a:pt x="10335" y="3956"/>
                    <a:pt x="10700" y="3652"/>
                    <a:pt x="10791" y="3561"/>
                  </a:cubicBezTo>
                  <a:cubicBezTo>
                    <a:pt x="11247" y="3288"/>
                    <a:pt x="11490" y="2497"/>
                    <a:pt x="11490" y="1464"/>
                  </a:cubicBezTo>
                  <a:cubicBezTo>
                    <a:pt x="11490" y="1038"/>
                    <a:pt x="11460" y="613"/>
                    <a:pt x="11399" y="157"/>
                  </a:cubicBezTo>
                  <a:cubicBezTo>
                    <a:pt x="11380" y="61"/>
                    <a:pt x="11288" y="1"/>
                    <a:pt x="11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0"/>
            <p:cNvSpPr/>
            <p:nvPr/>
          </p:nvSpPr>
          <p:spPr>
            <a:xfrm>
              <a:off x="2503718" y="2863175"/>
              <a:ext cx="275683" cy="255332"/>
            </a:xfrm>
            <a:custGeom>
              <a:rect b="b" l="l" r="r" t="t"/>
              <a:pathLst>
                <a:path extrusionOk="0" h="21931" w="23679">
                  <a:moveTo>
                    <a:pt x="11516" y="0"/>
                  </a:moveTo>
                  <a:cubicBezTo>
                    <a:pt x="9034" y="0"/>
                    <a:pt x="6706" y="749"/>
                    <a:pt x="5563" y="1947"/>
                  </a:cubicBezTo>
                  <a:cubicBezTo>
                    <a:pt x="5563" y="1947"/>
                    <a:pt x="3526" y="2130"/>
                    <a:pt x="2067" y="6324"/>
                  </a:cubicBezTo>
                  <a:cubicBezTo>
                    <a:pt x="608" y="10488"/>
                    <a:pt x="0" y="17267"/>
                    <a:pt x="304" y="18239"/>
                  </a:cubicBezTo>
                  <a:cubicBezTo>
                    <a:pt x="608" y="19182"/>
                    <a:pt x="3526" y="20884"/>
                    <a:pt x="6323" y="21522"/>
                  </a:cubicBezTo>
                  <a:cubicBezTo>
                    <a:pt x="7555" y="21793"/>
                    <a:pt x="8944" y="21931"/>
                    <a:pt x="10488" y="21931"/>
                  </a:cubicBezTo>
                  <a:cubicBezTo>
                    <a:pt x="12408" y="21931"/>
                    <a:pt x="14568" y="21717"/>
                    <a:pt x="16961" y="21279"/>
                  </a:cubicBezTo>
                  <a:cubicBezTo>
                    <a:pt x="21277" y="20458"/>
                    <a:pt x="23679" y="17783"/>
                    <a:pt x="23679" y="17267"/>
                  </a:cubicBezTo>
                  <a:cubicBezTo>
                    <a:pt x="23679" y="16780"/>
                    <a:pt x="22341" y="8725"/>
                    <a:pt x="19362" y="3801"/>
                  </a:cubicBezTo>
                  <a:cubicBezTo>
                    <a:pt x="17733" y="1092"/>
                    <a:pt x="14513" y="0"/>
                    <a:pt x="115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0"/>
            <p:cNvSpPr/>
            <p:nvPr/>
          </p:nvSpPr>
          <p:spPr>
            <a:xfrm>
              <a:off x="2500889" y="2860893"/>
              <a:ext cx="280631" cy="259930"/>
            </a:xfrm>
            <a:custGeom>
              <a:rect b="b" l="l" r="r" t="t"/>
              <a:pathLst>
                <a:path extrusionOk="0" h="22326" w="24104">
                  <a:moveTo>
                    <a:pt x="11716" y="393"/>
                  </a:moveTo>
                  <a:cubicBezTo>
                    <a:pt x="12165" y="393"/>
                    <a:pt x="12619" y="419"/>
                    <a:pt x="13070" y="472"/>
                  </a:cubicBezTo>
                  <a:cubicBezTo>
                    <a:pt x="14742" y="654"/>
                    <a:pt x="17812" y="1353"/>
                    <a:pt x="19453" y="4089"/>
                  </a:cubicBezTo>
                  <a:cubicBezTo>
                    <a:pt x="22402" y="9013"/>
                    <a:pt x="23739" y="17068"/>
                    <a:pt x="23709" y="17493"/>
                  </a:cubicBezTo>
                  <a:cubicBezTo>
                    <a:pt x="23709" y="17888"/>
                    <a:pt x="21368" y="20472"/>
                    <a:pt x="17174" y="21293"/>
                  </a:cubicBezTo>
                  <a:cubicBezTo>
                    <a:pt x="14814" y="21734"/>
                    <a:pt x="12663" y="21957"/>
                    <a:pt x="10737" y="21957"/>
                  </a:cubicBezTo>
                  <a:cubicBezTo>
                    <a:pt x="9214" y="21957"/>
                    <a:pt x="7831" y="21818"/>
                    <a:pt x="6596" y="21536"/>
                  </a:cubicBezTo>
                  <a:cubicBezTo>
                    <a:pt x="3921" y="20928"/>
                    <a:pt x="1034" y="19256"/>
                    <a:pt x="730" y="18375"/>
                  </a:cubicBezTo>
                  <a:cubicBezTo>
                    <a:pt x="426" y="17463"/>
                    <a:pt x="1034" y="10776"/>
                    <a:pt x="2493" y="6581"/>
                  </a:cubicBezTo>
                  <a:cubicBezTo>
                    <a:pt x="3891" y="2599"/>
                    <a:pt x="5806" y="2356"/>
                    <a:pt x="5836" y="2356"/>
                  </a:cubicBezTo>
                  <a:cubicBezTo>
                    <a:pt x="5867" y="2326"/>
                    <a:pt x="5897" y="2326"/>
                    <a:pt x="5927" y="2295"/>
                  </a:cubicBezTo>
                  <a:cubicBezTo>
                    <a:pt x="7053" y="1118"/>
                    <a:pt x="9322" y="393"/>
                    <a:pt x="11716" y="393"/>
                  </a:cubicBezTo>
                  <a:close/>
                  <a:moveTo>
                    <a:pt x="11761" y="0"/>
                  </a:moveTo>
                  <a:cubicBezTo>
                    <a:pt x="9264" y="0"/>
                    <a:pt x="6924" y="752"/>
                    <a:pt x="5715" y="1961"/>
                  </a:cubicBezTo>
                  <a:cubicBezTo>
                    <a:pt x="5319" y="2052"/>
                    <a:pt x="3496" y="2599"/>
                    <a:pt x="2128" y="6459"/>
                  </a:cubicBezTo>
                  <a:cubicBezTo>
                    <a:pt x="730" y="10502"/>
                    <a:pt x="0" y="17402"/>
                    <a:pt x="365" y="18466"/>
                  </a:cubicBezTo>
                  <a:cubicBezTo>
                    <a:pt x="730" y="19560"/>
                    <a:pt x="3830" y="21293"/>
                    <a:pt x="6535" y="21900"/>
                  </a:cubicBezTo>
                  <a:cubicBezTo>
                    <a:pt x="7903" y="22204"/>
                    <a:pt x="9332" y="22326"/>
                    <a:pt x="10730" y="22326"/>
                  </a:cubicBezTo>
                  <a:cubicBezTo>
                    <a:pt x="12918" y="22296"/>
                    <a:pt x="15107" y="22052"/>
                    <a:pt x="17235" y="21627"/>
                  </a:cubicBezTo>
                  <a:cubicBezTo>
                    <a:pt x="21612" y="20776"/>
                    <a:pt x="24104" y="18071"/>
                    <a:pt x="24104" y="17463"/>
                  </a:cubicBezTo>
                  <a:cubicBezTo>
                    <a:pt x="24104" y="17037"/>
                    <a:pt x="22827" y="8952"/>
                    <a:pt x="19757" y="3876"/>
                  </a:cubicBezTo>
                  <a:cubicBezTo>
                    <a:pt x="18481" y="1748"/>
                    <a:pt x="16079" y="380"/>
                    <a:pt x="13131" y="76"/>
                  </a:cubicBezTo>
                  <a:cubicBezTo>
                    <a:pt x="12673" y="25"/>
                    <a:pt x="12214" y="0"/>
                    <a:pt x="1176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0"/>
            <p:cNvSpPr/>
            <p:nvPr/>
          </p:nvSpPr>
          <p:spPr>
            <a:xfrm>
              <a:off x="2454525" y="3472271"/>
              <a:ext cx="384680" cy="520222"/>
            </a:xfrm>
            <a:custGeom>
              <a:rect b="b" l="l" r="r" t="t"/>
              <a:pathLst>
                <a:path extrusionOk="0" h="44683" w="33041">
                  <a:moveTo>
                    <a:pt x="6535" y="1"/>
                  </a:moveTo>
                  <a:cubicBezTo>
                    <a:pt x="6535" y="1"/>
                    <a:pt x="3313" y="5533"/>
                    <a:pt x="1642" y="15199"/>
                  </a:cubicBezTo>
                  <a:cubicBezTo>
                    <a:pt x="0" y="24864"/>
                    <a:pt x="1064" y="44682"/>
                    <a:pt x="1064" y="44682"/>
                  </a:cubicBezTo>
                  <a:lnTo>
                    <a:pt x="32767" y="44682"/>
                  </a:lnTo>
                  <a:cubicBezTo>
                    <a:pt x="32767" y="44682"/>
                    <a:pt x="33040" y="23588"/>
                    <a:pt x="31308" y="13831"/>
                  </a:cubicBezTo>
                  <a:cubicBezTo>
                    <a:pt x="29545" y="4074"/>
                    <a:pt x="25989" y="31"/>
                    <a:pt x="25989" y="31"/>
                  </a:cubicBezTo>
                  <a:lnTo>
                    <a:pt x="65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0"/>
            <p:cNvSpPr/>
            <p:nvPr/>
          </p:nvSpPr>
          <p:spPr>
            <a:xfrm>
              <a:off x="2452394" y="3470152"/>
              <a:ext cx="388929" cy="524460"/>
            </a:xfrm>
            <a:custGeom>
              <a:rect b="b" l="l" r="r" t="t"/>
              <a:pathLst>
                <a:path extrusionOk="0" h="45047" w="33406">
                  <a:moveTo>
                    <a:pt x="26080" y="365"/>
                  </a:moveTo>
                  <a:cubicBezTo>
                    <a:pt x="26536" y="943"/>
                    <a:pt x="29698" y="5137"/>
                    <a:pt x="31278" y="14043"/>
                  </a:cubicBezTo>
                  <a:cubicBezTo>
                    <a:pt x="32950" y="23192"/>
                    <a:pt x="32768" y="42554"/>
                    <a:pt x="32768" y="44651"/>
                  </a:cubicBezTo>
                  <a:lnTo>
                    <a:pt x="1430" y="44651"/>
                  </a:lnTo>
                  <a:cubicBezTo>
                    <a:pt x="1308" y="42645"/>
                    <a:pt x="457" y="24469"/>
                    <a:pt x="2007" y="15411"/>
                  </a:cubicBezTo>
                  <a:cubicBezTo>
                    <a:pt x="3527" y="6566"/>
                    <a:pt x="6414" y="1125"/>
                    <a:pt x="6840" y="365"/>
                  </a:cubicBezTo>
                  <a:close/>
                  <a:moveTo>
                    <a:pt x="6718" y="0"/>
                  </a:moveTo>
                  <a:cubicBezTo>
                    <a:pt x="6658" y="0"/>
                    <a:pt x="6597" y="31"/>
                    <a:pt x="6566" y="92"/>
                  </a:cubicBezTo>
                  <a:cubicBezTo>
                    <a:pt x="6506" y="152"/>
                    <a:pt x="3284" y="5776"/>
                    <a:pt x="1642" y="15350"/>
                  </a:cubicBezTo>
                  <a:cubicBezTo>
                    <a:pt x="1" y="24925"/>
                    <a:pt x="1034" y="44651"/>
                    <a:pt x="1034" y="44864"/>
                  </a:cubicBezTo>
                  <a:cubicBezTo>
                    <a:pt x="1065" y="44955"/>
                    <a:pt x="1126" y="45047"/>
                    <a:pt x="1247" y="45047"/>
                  </a:cubicBezTo>
                  <a:lnTo>
                    <a:pt x="32950" y="45047"/>
                  </a:lnTo>
                  <a:cubicBezTo>
                    <a:pt x="33041" y="45047"/>
                    <a:pt x="33132" y="44955"/>
                    <a:pt x="33132" y="44864"/>
                  </a:cubicBezTo>
                  <a:cubicBezTo>
                    <a:pt x="33132" y="44651"/>
                    <a:pt x="33406" y="23679"/>
                    <a:pt x="31673" y="13982"/>
                  </a:cubicBezTo>
                  <a:cubicBezTo>
                    <a:pt x="29941" y="4286"/>
                    <a:pt x="26354" y="122"/>
                    <a:pt x="26324" y="61"/>
                  </a:cubicBezTo>
                  <a:cubicBezTo>
                    <a:pt x="26263" y="31"/>
                    <a:pt x="26232" y="0"/>
                    <a:pt x="26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0"/>
            <p:cNvSpPr/>
            <p:nvPr/>
          </p:nvSpPr>
          <p:spPr>
            <a:xfrm>
              <a:off x="2494520" y="3151632"/>
              <a:ext cx="322043" cy="341568"/>
            </a:xfrm>
            <a:custGeom>
              <a:rect b="b" l="l" r="r" t="t"/>
              <a:pathLst>
                <a:path extrusionOk="0" h="29338" w="27661">
                  <a:moveTo>
                    <a:pt x="17052" y="0"/>
                  </a:moveTo>
                  <a:lnTo>
                    <a:pt x="9332" y="456"/>
                  </a:lnTo>
                  <a:cubicBezTo>
                    <a:pt x="9332" y="456"/>
                    <a:pt x="304" y="4073"/>
                    <a:pt x="152" y="4529"/>
                  </a:cubicBezTo>
                  <a:cubicBezTo>
                    <a:pt x="0" y="4985"/>
                    <a:pt x="1763" y="12767"/>
                    <a:pt x="1763" y="12767"/>
                  </a:cubicBezTo>
                  <a:cubicBezTo>
                    <a:pt x="1763" y="12767"/>
                    <a:pt x="1246" y="16566"/>
                    <a:pt x="1763" y="19606"/>
                  </a:cubicBezTo>
                  <a:cubicBezTo>
                    <a:pt x="2006" y="21308"/>
                    <a:pt x="2553" y="22919"/>
                    <a:pt x="3313" y="24438"/>
                  </a:cubicBezTo>
                  <a:cubicBezTo>
                    <a:pt x="3313" y="24438"/>
                    <a:pt x="2644" y="26718"/>
                    <a:pt x="3100" y="27569"/>
                  </a:cubicBezTo>
                  <a:cubicBezTo>
                    <a:pt x="3537" y="28356"/>
                    <a:pt x="8526" y="29338"/>
                    <a:pt x="13114" y="29338"/>
                  </a:cubicBezTo>
                  <a:cubicBezTo>
                    <a:pt x="13313" y="29338"/>
                    <a:pt x="13511" y="29336"/>
                    <a:pt x="13709" y="29332"/>
                  </a:cubicBezTo>
                  <a:cubicBezTo>
                    <a:pt x="18450" y="29241"/>
                    <a:pt x="22554" y="27843"/>
                    <a:pt x="22554" y="27539"/>
                  </a:cubicBezTo>
                  <a:cubicBezTo>
                    <a:pt x="22554" y="27265"/>
                    <a:pt x="22766" y="24651"/>
                    <a:pt x="22766" y="24651"/>
                  </a:cubicBezTo>
                  <a:cubicBezTo>
                    <a:pt x="22766" y="24651"/>
                    <a:pt x="27660" y="4529"/>
                    <a:pt x="27599" y="3952"/>
                  </a:cubicBezTo>
                  <a:cubicBezTo>
                    <a:pt x="27508" y="3344"/>
                    <a:pt x="17052" y="0"/>
                    <a:pt x="170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0"/>
            <p:cNvSpPr/>
            <p:nvPr/>
          </p:nvSpPr>
          <p:spPr>
            <a:xfrm>
              <a:off x="2492389" y="3149862"/>
              <a:ext cx="326642" cy="345747"/>
            </a:xfrm>
            <a:custGeom>
              <a:rect b="b" l="l" r="r" t="t"/>
              <a:pathLst>
                <a:path extrusionOk="0" h="29697" w="28056">
                  <a:moveTo>
                    <a:pt x="17174" y="335"/>
                  </a:moveTo>
                  <a:cubicBezTo>
                    <a:pt x="20974" y="1551"/>
                    <a:pt x="27053" y="3648"/>
                    <a:pt x="27570" y="4134"/>
                  </a:cubicBezTo>
                  <a:cubicBezTo>
                    <a:pt x="27478" y="5046"/>
                    <a:pt x="24652" y="16900"/>
                    <a:pt x="22737" y="24803"/>
                  </a:cubicBezTo>
                  <a:cubicBezTo>
                    <a:pt x="22737" y="24894"/>
                    <a:pt x="22524" y="27174"/>
                    <a:pt x="22524" y="27660"/>
                  </a:cubicBezTo>
                  <a:cubicBezTo>
                    <a:pt x="22068" y="27995"/>
                    <a:pt x="18299" y="29241"/>
                    <a:pt x="13861" y="29302"/>
                  </a:cubicBezTo>
                  <a:cubicBezTo>
                    <a:pt x="13727" y="29303"/>
                    <a:pt x="13593" y="29304"/>
                    <a:pt x="13459" y="29304"/>
                  </a:cubicBezTo>
                  <a:cubicBezTo>
                    <a:pt x="8715" y="29304"/>
                    <a:pt x="3789" y="28279"/>
                    <a:pt x="3405" y="27600"/>
                  </a:cubicBezTo>
                  <a:cubicBezTo>
                    <a:pt x="3071" y="26992"/>
                    <a:pt x="3466" y="25259"/>
                    <a:pt x="3648" y="24651"/>
                  </a:cubicBezTo>
                  <a:cubicBezTo>
                    <a:pt x="3679" y="24590"/>
                    <a:pt x="3648" y="24530"/>
                    <a:pt x="3648" y="24499"/>
                  </a:cubicBezTo>
                  <a:cubicBezTo>
                    <a:pt x="2858" y="22979"/>
                    <a:pt x="2372" y="21399"/>
                    <a:pt x="2128" y="19727"/>
                  </a:cubicBezTo>
                  <a:cubicBezTo>
                    <a:pt x="1612" y="16748"/>
                    <a:pt x="2128" y="13010"/>
                    <a:pt x="2128" y="12949"/>
                  </a:cubicBezTo>
                  <a:cubicBezTo>
                    <a:pt x="2128" y="12949"/>
                    <a:pt x="2128" y="12919"/>
                    <a:pt x="2128" y="12888"/>
                  </a:cubicBezTo>
                  <a:cubicBezTo>
                    <a:pt x="1460" y="10001"/>
                    <a:pt x="457" y="5259"/>
                    <a:pt x="487" y="4772"/>
                  </a:cubicBezTo>
                  <a:lnTo>
                    <a:pt x="517" y="4772"/>
                  </a:lnTo>
                  <a:cubicBezTo>
                    <a:pt x="973" y="4347"/>
                    <a:pt x="6262" y="2128"/>
                    <a:pt x="9515" y="791"/>
                  </a:cubicBezTo>
                  <a:lnTo>
                    <a:pt x="17174" y="335"/>
                  </a:lnTo>
                  <a:close/>
                  <a:moveTo>
                    <a:pt x="17235" y="0"/>
                  </a:moveTo>
                  <a:lnTo>
                    <a:pt x="9515" y="456"/>
                  </a:lnTo>
                  <a:lnTo>
                    <a:pt x="9454" y="456"/>
                  </a:lnTo>
                  <a:cubicBezTo>
                    <a:pt x="5290" y="2098"/>
                    <a:pt x="305" y="4165"/>
                    <a:pt x="153" y="4621"/>
                  </a:cubicBezTo>
                  <a:cubicBezTo>
                    <a:pt x="1" y="5076"/>
                    <a:pt x="1338" y="11034"/>
                    <a:pt x="1764" y="12949"/>
                  </a:cubicBezTo>
                  <a:cubicBezTo>
                    <a:pt x="1703" y="13314"/>
                    <a:pt x="1277" y="16900"/>
                    <a:pt x="1764" y="19788"/>
                  </a:cubicBezTo>
                  <a:cubicBezTo>
                    <a:pt x="2007" y="21460"/>
                    <a:pt x="2524" y="23071"/>
                    <a:pt x="3314" y="24590"/>
                  </a:cubicBezTo>
                  <a:cubicBezTo>
                    <a:pt x="3162" y="25046"/>
                    <a:pt x="2675" y="26992"/>
                    <a:pt x="3101" y="27782"/>
                  </a:cubicBezTo>
                  <a:cubicBezTo>
                    <a:pt x="3618" y="28724"/>
                    <a:pt x="8907" y="29666"/>
                    <a:pt x="13405" y="29666"/>
                  </a:cubicBezTo>
                  <a:lnTo>
                    <a:pt x="13892" y="29697"/>
                  </a:lnTo>
                  <a:cubicBezTo>
                    <a:pt x="18390" y="29636"/>
                    <a:pt x="22919" y="28299"/>
                    <a:pt x="22919" y="27721"/>
                  </a:cubicBezTo>
                  <a:cubicBezTo>
                    <a:pt x="22919" y="27508"/>
                    <a:pt x="23071" y="25745"/>
                    <a:pt x="23132" y="24864"/>
                  </a:cubicBezTo>
                  <a:cubicBezTo>
                    <a:pt x="23952" y="21520"/>
                    <a:pt x="28056" y="4681"/>
                    <a:pt x="27965" y="4104"/>
                  </a:cubicBezTo>
                  <a:cubicBezTo>
                    <a:pt x="27904" y="3496"/>
                    <a:pt x="22129" y="1551"/>
                    <a:pt x="172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0"/>
            <p:cNvSpPr/>
            <p:nvPr/>
          </p:nvSpPr>
          <p:spPr>
            <a:xfrm>
              <a:off x="2576618" y="3133584"/>
              <a:ext cx="123166" cy="118206"/>
            </a:xfrm>
            <a:custGeom>
              <a:rect b="b" l="l" r="r" t="t"/>
              <a:pathLst>
                <a:path extrusionOk="0" h="10153" w="10579">
                  <a:moveTo>
                    <a:pt x="8360" y="0"/>
                  </a:moveTo>
                  <a:cubicBezTo>
                    <a:pt x="8177" y="0"/>
                    <a:pt x="3040" y="578"/>
                    <a:pt x="3040" y="578"/>
                  </a:cubicBezTo>
                  <a:cubicBezTo>
                    <a:pt x="3040" y="578"/>
                    <a:pt x="1581" y="1034"/>
                    <a:pt x="1125" y="1915"/>
                  </a:cubicBezTo>
                  <a:cubicBezTo>
                    <a:pt x="700" y="2797"/>
                    <a:pt x="578" y="5715"/>
                    <a:pt x="366" y="6839"/>
                  </a:cubicBezTo>
                  <a:cubicBezTo>
                    <a:pt x="183" y="7994"/>
                    <a:pt x="1" y="9453"/>
                    <a:pt x="1" y="9453"/>
                  </a:cubicBezTo>
                  <a:lnTo>
                    <a:pt x="3861" y="6900"/>
                  </a:lnTo>
                  <a:lnTo>
                    <a:pt x="8846" y="10152"/>
                  </a:lnTo>
                  <a:cubicBezTo>
                    <a:pt x="8846" y="10152"/>
                    <a:pt x="10305" y="3678"/>
                    <a:pt x="10457" y="2675"/>
                  </a:cubicBezTo>
                  <a:cubicBezTo>
                    <a:pt x="10579" y="1642"/>
                    <a:pt x="10366" y="1398"/>
                    <a:pt x="10062" y="973"/>
                  </a:cubicBezTo>
                  <a:cubicBezTo>
                    <a:pt x="9758" y="517"/>
                    <a:pt x="8542" y="0"/>
                    <a:pt x="8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0"/>
            <p:cNvSpPr/>
            <p:nvPr/>
          </p:nvSpPr>
          <p:spPr>
            <a:xfrm>
              <a:off x="2574150" y="3131453"/>
              <a:ext cx="127753" cy="122456"/>
            </a:xfrm>
            <a:custGeom>
              <a:rect b="b" l="l" r="r" t="t"/>
              <a:pathLst>
                <a:path extrusionOk="0" h="10518" w="10973">
                  <a:moveTo>
                    <a:pt x="8572" y="366"/>
                  </a:moveTo>
                  <a:cubicBezTo>
                    <a:pt x="8724" y="396"/>
                    <a:pt x="9818" y="821"/>
                    <a:pt x="10122" y="1247"/>
                  </a:cubicBezTo>
                  <a:cubicBezTo>
                    <a:pt x="10426" y="1673"/>
                    <a:pt x="10578" y="1946"/>
                    <a:pt x="10456" y="2828"/>
                  </a:cubicBezTo>
                  <a:cubicBezTo>
                    <a:pt x="10365" y="3709"/>
                    <a:pt x="9210" y="8785"/>
                    <a:pt x="8936" y="10001"/>
                  </a:cubicBezTo>
                  <a:lnTo>
                    <a:pt x="4164" y="6931"/>
                  </a:lnTo>
                  <a:cubicBezTo>
                    <a:pt x="4134" y="6901"/>
                    <a:pt x="4104" y="6901"/>
                    <a:pt x="4073" y="6901"/>
                  </a:cubicBezTo>
                  <a:cubicBezTo>
                    <a:pt x="4043" y="6901"/>
                    <a:pt x="3982" y="6931"/>
                    <a:pt x="3952" y="6931"/>
                  </a:cubicBezTo>
                  <a:lnTo>
                    <a:pt x="456" y="9241"/>
                  </a:lnTo>
                  <a:cubicBezTo>
                    <a:pt x="517" y="8724"/>
                    <a:pt x="638" y="7812"/>
                    <a:pt x="790" y="7053"/>
                  </a:cubicBezTo>
                  <a:cubicBezTo>
                    <a:pt x="821" y="6688"/>
                    <a:pt x="882" y="6171"/>
                    <a:pt x="942" y="5533"/>
                  </a:cubicBezTo>
                  <a:cubicBezTo>
                    <a:pt x="1064" y="4287"/>
                    <a:pt x="1216" y="2736"/>
                    <a:pt x="1520" y="2159"/>
                  </a:cubicBezTo>
                  <a:cubicBezTo>
                    <a:pt x="1885" y="1429"/>
                    <a:pt x="3131" y="1004"/>
                    <a:pt x="3283" y="943"/>
                  </a:cubicBezTo>
                  <a:cubicBezTo>
                    <a:pt x="5319" y="730"/>
                    <a:pt x="8389" y="366"/>
                    <a:pt x="8572" y="366"/>
                  </a:cubicBezTo>
                  <a:close/>
                  <a:moveTo>
                    <a:pt x="8541" y="1"/>
                  </a:moveTo>
                  <a:cubicBezTo>
                    <a:pt x="8359" y="1"/>
                    <a:pt x="3739" y="518"/>
                    <a:pt x="3222" y="578"/>
                  </a:cubicBezTo>
                  <a:lnTo>
                    <a:pt x="3192" y="578"/>
                  </a:lnTo>
                  <a:cubicBezTo>
                    <a:pt x="3131" y="578"/>
                    <a:pt x="1641" y="1034"/>
                    <a:pt x="1186" y="2007"/>
                  </a:cubicBezTo>
                  <a:cubicBezTo>
                    <a:pt x="851" y="2645"/>
                    <a:pt x="699" y="4165"/>
                    <a:pt x="578" y="5502"/>
                  </a:cubicBezTo>
                  <a:cubicBezTo>
                    <a:pt x="517" y="6080"/>
                    <a:pt x="456" y="6627"/>
                    <a:pt x="395" y="6992"/>
                  </a:cubicBezTo>
                  <a:cubicBezTo>
                    <a:pt x="213" y="8116"/>
                    <a:pt x="30" y="9575"/>
                    <a:pt x="30" y="9575"/>
                  </a:cubicBezTo>
                  <a:cubicBezTo>
                    <a:pt x="0" y="9667"/>
                    <a:pt x="30" y="9727"/>
                    <a:pt x="122" y="9788"/>
                  </a:cubicBezTo>
                  <a:cubicBezTo>
                    <a:pt x="152" y="9803"/>
                    <a:pt x="182" y="9811"/>
                    <a:pt x="213" y="9811"/>
                  </a:cubicBezTo>
                  <a:cubicBezTo>
                    <a:pt x="243" y="9811"/>
                    <a:pt x="274" y="9803"/>
                    <a:pt x="304" y="9788"/>
                  </a:cubicBezTo>
                  <a:lnTo>
                    <a:pt x="4073" y="7296"/>
                  </a:lnTo>
                  <a:lnTo>
                    <a:pt x="8967" y="10487"/>
                  </a:lnTo>
                  <a:cubicBezTo>
                    <a:pt x="8997" y="10487"/>
                    <a:pt x="9028" y="10518"/>
                    <a:pt x="9058" y="10518"/>
                  </a:cubicBezTo>
                  <a:cubicBezTo>
                    <a:pt x="9088" y="10518"/>
                    <a:pt x="9119" y="10487"/>
                    <a:pt x="9119" y="10487"/>
                  </a:cubicBezTo>
                  <a:cubicBezTo>
                    <a:pt x="9180" y="10457"/>
                    <a:pt x="9210" y="10426"/>
                    <a:pt x="9240" y="10366"/>
                  </a:cubicBezTo>
                  <a:cubicBezTo>
                    <a:pt x="9301" y="10092"/>
                    <a:pt x="10699" y="3891"/>
                    <a:pt x="10821" y="2858"/>
                  </a:cubicBezTo>
                  <a:cubicBezTo>
                    <a:pt x="10973" y="1794"/>
                    <a:pt x="10760" y="1521"/>
                    <a:pt x="10426" y="1034"/>
                  </a:cubicBezTo>
                  <a:cubicBezTo>
                    <a:pt x="10061" y="548"/>
                    <a:pt x="8815" y="1"/>
                    <a:pt x="85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0"/>
            <p:cNvSpPr/>
            <p:nvPr/>
          </p:nvSpPr>
          <p:spPr>
            <a:xfrm>
              <a:off x="2606705" y="3065633"/>
              <a:ext cx="76806" cy="148372"/>
            </a:xfrm>
            <a:custGeom>
              <a:rect b="b" l="l" r="r" t="t"/>
              <a:pathLst>
                <a:path extrusionOk="0" h="12744" w="6597">
                  <a:moveTo>
                    <a:pt x="6596" y="0"/>
                  </a:moveTo>
                  <a:lnTo>
                    <a:pt x="6596" y="0"/>
                  </a:lnTo>
                  <a:cubicBezTo>
                    <a:pt x="6596" y="0"/>
                    <a:pt x="3800" y="2158"/>
                    <a:pt x="3040" y="2797"/>
                  </a:cubicBezTo>
                  <a:cubicBezTo>
                    <a:pt x="2280" y="3435"/>
                    <a:pt x="0" y="5076"/>
                    <a:pt x="0" y="5076"/>
                  </a:cubicBezTo>
                  <a:lnTo>
                    <a:pt x="122" y="8876"/>
                  </a:lnTo>
                  <a:cubicBezTo>
                    <a:pt x="122" y="8876"/>
                    <a:pt x="1156" y="12493"/>
                    <a:pt x="1277" y="12736"/>
                  </a:cubicBezTo>
                  <a:cubicBezTo>
                    <a:pt x="1280" y="12741"/>
                    <a:pt x="1284" y="12744"/>
                    <a:pt x="1291" y="12744"/>
                  </a:cubicBezTo>
                  <a:cubicBezTo>
                    <a:pt x="1589" y="12744"/>
                    <a:pt x="5836" y="7478"/>
                    <a:pt x="5836" y="7478"/>
                  </a:cubicBezTo>
                  <a:lnTo>
                    <a:pt x="6596" y="0"/>
                  </a:lnTo>
                  <a:close/>
                </a:path>
              </a:pathLst>
            </a:custGeom>
            <a:solidFill>
              <a:srgbClr val="763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0"/>
            <p:cNvSpPr/>
            <p:nvPr/>
          </p:nvSpPr>
          <p:spPr>
            <a:xfrm>
              <a:off x="2604935" y="3063595"/>
              <a:ext cx="81055" cy="152796"/>
            </a:xfrm>
            <a:custGeom>
              <a:rect b="b" l="l" r="r" t="t"/>
              <a:pathLst>
                <a:path extrusionOk="0" h="13124" w="6962">
                  <a:moveTo>
                    <a:pt x="6505" y="601"/>
                  </a:moveTo>
                  <a:lnTo>
                    <a:pt x="5806" y="7592"/>
                  </a:lnTo>
                  <a:cubicBezTo>
                    <a:pt x="4408" y="9324"/>
                    <a:pt x="2159" y="12030"/>
                    <a:pt x="1520" y="12637"/>
                  </a:cubicBezTo>
                  <a:cubicBezTo>
                    <a:pt x="1338" y="12030"/>
                    <a:pt x="821" y="10206"/>
                    <a:pt x="487" y="9020"/>
                  </a:cubicBezTo>
                  <a:lnTo>
                    <a:pt x="335" y="5342"/>
                  </a:lnTo>
                  <a:cubicBezTo>
                    <a:pt x="760" y="5039"/>
                    <a:pt x="2645" y="3701"/>
                    <a:pt x="3314" y="3124"/>
                  </a:cubicBezTo>
                  <a:cubicBezTo>
                    <a:pt x="3891" y="2637"/>
                    <a:pt x="5745" y="1209"/>
                    <a:pt x="6505" y="601"/>
                  </a:cubicBezTo>
                  <a:close/>
                  <a:moveTo>
                    <a:pt x="6764" y="0"/>
                  </a:moveTo>
                  <a:cubicBezTo>
                    <a:pt x="6726" y="0"/>
                    <a:pt x="6688" y="8"/>
                    <a:pt x="6657" y="23"/>
                  </a:cubicBezTo>
                  <a:cubicBezTo>
                    <a:pt x="6627" y="54"/>
                    <a:pt x="3861" y="2181"/>
                    <a:pt x="3101" y="2820"/>
                  </a:cubicBezTo>
                  <a:cubicBezTo>
                    <a:pt x="2341" y="3458"/>
                    <a:pt x="92" y="5099"/>
                    <a:pt x="61" y="5099"/>
                  </a:cubicBezTo>
                  <a:cubicBezTo>
                    <a:pt x="1" y="5130"/>
                    <a:pt x="1" y="5191"/>
                    <a:pt x="1" y="5251"/>
                  </a:cubicBezTo>
                  <a:lnTo>
                    <a:pt x="122" y="9051"/>
                  </a:lnTo>
                  <a:cubicBezTo>
                    <a:pt x="122" y="9081"/>
                    <a:pt x="122" y="9081"/>
                    <a:pt x="122" y="9112"/>
                  </a:cubicBezTo>
                  <a:cubicBezTo>
                    <a:pt x="274" y="9719"/>
                    <a:pt x="1125" y="12759"/>
                    <a:pt x="1247" y="13002"/>
                  </a:cubicBezTo>
                  <a:cubicBezTo>
                    <a:pt x="1277" y="13063"/>
                    <a:pt x="1338" y="13093"/>
                    <a:pt x="1429" y="13124"/>
                  </a:cubicBezTo>
                  <a:cubicBezTo>
                    <a:pt x="1581" y="13124"/>
                    <a:pt x="2037" y="12881"/>
                    <a:pt x="6171" y="7774"/>
                  </a:cubicBezTo>
                  <a:cubicBezTo>
                    <a:pt x="6171" y="7744"/>
                    <a:pt x="6201" y="7713"/>
                    <a:pt x="6201" y="7683"/>
                  </a:cubicBezTo>
                  <a:lnTo>
                    <a:pt x="6961" y="206"/>
                  </a:lnTo>
                  <a:cubicBezTo>
                    <a:pt x="6961" y="145"/>
                    <a:pt x="6931" y="54"/>
                    <a:pt x="6870" y="23"/>
                  </a:cubicBezTo>
                  <a:cubicBezTo>
                    <a:pt x="6840" y="8"/>
                    <a:pt x="6802" y="0"/>
                    <a:pt x="67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0"/>
            <p:cNvSpPr/>
            <p:nvPr/>
          </p:nvSpPr>
          <p:spPr>
            <a:xfrm>
              <a:off x="2606705" y="3094299"/>
              <a:ext cx="55919" cy="66898"/>
            </a:xfrm>
            <a:custGeom>
              <a:rect b="b" l="l" r="r" t="t"/>
              <a:pathLst>
                <a:path extrusionOk="0" h="5746" w="4803">
                  <a:moveTo>
                    <a:pt x="4803" y="0"/>
                  </a:moveTo>
                  <a:lnTo>
                    <a:pt x="0" y="2614"/>
                  </a:lnTo>
                  <a:lnTo>
                    <a:pt x="274" y="5745"/>
                  </a:lnTo>
                  <a:lnTo>
                    <a:pt x="4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0"/>
            <p:cNvSpPr/>
            <p:nvPr/>
          </p:nvSpPr>
          <p:spPr>
            <a:xfrm>
              <a:off x="2604225" y="3092319"/>
              <a:ext cx="60529" cy="70996"/>
            </a:xfrm>
            <a:custGeom>
              <a:rect b="b" l="l" r="r" t="t"/>
              <a:pathLst>
                <a:path extrusionOk="0" h="6098" w="5199">
                  <a:moveTo>
                    <a:pt x="4287" y="809"/>
                  </a:moveTo>
                  <a:lnTo>
                    <a:pt x="639" y="5398"/>
                  </a:lnTo>
                  <a:lnTo>
                    <a:pt x="426" y="2906"/>
                  </a:lnTo>
                  <a:lnTo>
                    <a:pt x="4287" y="809"/>
                  </a:lnTo>
                  <a:close/>
                  <a:moveTo>
                    <a:pt x="5010" y="0"/>
                  </a:moveTo>
                  <a:cubicBezTo>
                    <a:pt x="4977" y="0"/>
                    <a:pt x="4947" y="7"/>
                    <a:pt x="4925" y="18"/>
                  </a:cubicBezTo>
                  <a:lnTo>
                    <a:pt x="122" y="2632"/>
                  </a:lnTo>
                  <a:cubicBezTo>
                    <a:pt x="62" y="2663"/>
                    <a:pt x="1" y="2724"/>
                    <a:pt x="31" y="2815"/>
                  </a:cubicBezTo>
                  <a:lnTo>
                    <a:pt x="305" y="5915"/>
                  </a:lnTo>
                  <a:cubicBezTo>
                    <a:pt x="305" y="6006"/>
                    <a:pt x="365" y="6067"/>
                    <a:pt x="426" y="6097"/>
                  </a:cubicBezTo>
                  <a:lnTo>
                    <a:pt x="487" y="6097"/>
                  </a:lnTo>
                  <a:cubicBezTo>
                    <a:pt x="548" y="6097"/>
                    <a:pt x="609" y="6067"/>
                    <a:pt x="639" y="6037"/>
                  </a:cubicBezTo>
                  <a:lnTo>
                    <a:pt x="5168" y="322"/>
                  </a:lnTo>
                  <a:cubicBezTo>
                    <a:pt x="5198" y="231"/>
                    <a:pt x="5198" y="140"/>
                    <a:pt x="5168" y="79"/>
                  </a:cubicBezTo>
                  <a:cubicBezTo>
                    <a:pt x="5129" y="21"/>
                    <a:pt x="5066" y="0"/>
                    <a:pt x="50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0"/>
            <p:cNvSpPr/>
            <p:nvPr/>
          </p:nvSpPr>
          <p:spPr>
            <a:xfrm>
              <a:off x="2535924" y="2921940"/>
              <a:ext cx="186501" cy="212056"/>
            </a:xfrm>
            <a:custGeom>
              <a:rect b="b" l="l" r="r" t="t"/>
              <a:pathLst>
                <a:path extrusionOk="0" h="18214" w="16019">
                  <a:moveTo>
                    <a:pt x="8298" y="1"/>
                  </a:moveTo>
                  <a:cubicBezTo>
                    <a:pt x="8297" y="1"/>
                    <a:pt x="3921" y="3496"/>
                    <a:pt x="2280" y="4834"/>
                  </a:cubicBezTo>
                  <a:cubicBezTo>
                    <a:pt x="639" y="6141"/>
                    <a:pt x="0" y="6596"/>
                    <a:pt x="0" y="6596"/>
                  </a:cubicBezTo>
                  <a:cubicBezTo>
                    <a:pt x="0" y="6596"/>
                    <a:pt x="973" y="11217"/>
                    <a:pt x="1155" y="12554"/>
                  </a:cubicBezTo>
                  <a:cubicBezTo>
                    <a:pt x="1338" y="13861"/>
                    <a:pt x="3313" y="17113"/>
                    <a:pt x="4195" y="17600"/>
                  </a:cubicBezTo>
                  <a:cubicBezTo>
                    <a:pt x="4902" y="18014"/>
                    <a:pt x="5531" y="18213"/>
                    <a:pt x="6018" y="18213"/>
                  </a:cubicBezTo>
                  <a:cubicBezTo>
                    <a:pt x="6139" y="18213"/>
                    <a:pt x="6251" y="18201"/>
                    <a:pt x="6353" y="18177"/>
                  </a:cubicBezTo>
                  <a:cubicBezTo>
                    <a:pt x="6839" y="18056"/>
                    <a:pt x="10821" y="15381"/>
                    <a:pt x="11581" y="14834"/>
                  </a:cubicBezTo>
                  <a:cubicBezTo>
                    <a:pt x="12341" y="14256"/>
                    <a:pt x="12675" y="12341"/>
                    <a:pt x="12675" y="12341"/>
                  </a:cubicBezTo>
                  <a:cubicBezTo>
                    <a:pt x="13618" y="11885"/>
                    <a:pt x="14469" y="11186"/>
                    <a:pt x="15077" y="10335"/>
                  </a:cubicBezTo>
                  <a:cubicBezTo>
                    <a:pt x="16019" y="8937"/>
                    <a:pt x="15654" y="7052"/>
                    <a:pt x="14773" y="6840"/>
                  </a:cubicBezTo>
                  <a:cubicBezTo>
                    <a:pt x="14697" y="6824"/>
                    <a:pt x="14620" y="6817"/>
                    <a:pt x="14542" y="6817"/>
                  </a:cubicBezTo>
                  <a:cubicBezTo>
                    <a:pt x="13691" y="6817"/>
                    <a:pt x="12797" y="7660"/>
                    <a:pt x="12797" y="7660"/>
                  </a:cubicBezTo>
                  <a:cubicBezTo>
                    <a:pt x="12797" y="7660"/>
                    <a:pt x="9514" y="3922"/>
                    <a:pt x="8481" y="2341"/>
                  </a:cubicBezTo>
                  <a:cubicBezTo>
                    <a:pt x="7478" y="761"/>
                    <a:pt x="8298" y="1"/>
                    <a:pt x="8298" y="1"/>
                  </a:cubicBezTo>
                  <a:close/>
                </a:path>
              </a:pathLst>
            </a:custGeom>
            <a:solidFill>
              <a:srgbClr val="763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0"/>
            <p:cNvSpPr/>
            <p:nvPr/>
          </p:nvSpPr>
          <p:spPr>
            <a:xfrm>
              <a:off x="2533793" y="2919786"/>
              <a:ext cx="188632" cy="216620"/>
            </a:xfrm>
            <a:custGeom>
              <a:rect b="b" l="l" r="r" t="t"/>
              <a:pathLst>
                <a:path extrusionOk="0" h="18606" w="16202">
                  <a:moveTo>
                    <a:pt x="7995" y="824"/>
                  </a:moveTo>
                  <a:lnTo>
                    <a:pt x="7995" y="824"/>
                  </a:lnTo>
                  <a:cubicBezTo>
                    <a:pt x="7934" y="1462"/>
                    <a:pt x="8117" y="2101"/>
                    <a:pt x="8512" y="2617"/>
                  </a:cubicBezTo>
                  <a:cubicBezTo>
                    <a:pt x="9515" y="4198"/>
                    <a:pt x="12706" y="7815"/>
                    <a:pt x="12828" y="7967"/>
                  </a:cubicBezTo>
                  <a:cubicBezTo>
                    <a:pt x="12858" y="8028"/>
                    <a:pt x="12919" y="8028"/>
                    <a:pt x="12980" y="8028"/>
                  </a:cubicBezTo>
                  <a:cubicBezTo>
                    <a:pt x="13010" y="8028"/>
                    <a:pt x="13071" y="8028"/>
                    <a:pt x="13102" y="7997"/>
                  </a:cubicBezTo>
                  <a:cubicBezTo>
                    <a:pt x="13129" y="7997"/>
                    <a:pt x="13966" y="7214"/>
                    <a:pt x="14689" y="7214"/>
                  </a:cubicBezTo>
                  <a:cubicBezTo>
                    <a:pt x="14759" y="7214"/>
                    <a:pt x="14828" y="7221"/>
                    <a:pt x="14895" y="7237"/>
                  </a:cubicBezTo>
                  <a:cubicBezTo>
                    <a:pt x="15168" y="7329"/>
                    <a:pt x="15381" y="7541"/>
                    <a:pt x="15472" y="7815"/>
                  </a:cubicBezTo>
                  <a:cubicBezTo>
                    <a:pt x="15746" y="8696"/>
                    <a:pt x="15624" y="9669"/>
                    <a:pt x="15108" y="10429"/>
                  </a:cubicBezTo>
                  <a:cubicBezTo>
                    <a:pt x="14500" y="11250"/>
                    <a:pt x="13709" y="11918"/>
                    <a:pt x="12767" y="12374"/>
                  </a:cubicBezTo>
                  <a:cubicBezTo>
                    <a:pt x="12706" y="12405"/>
                    <a:pt x="12676" y="12465"/>
                    <a:pt x="12676" y="12526"/>
                  </a:cubicBezTo>
                  <a:cubicBezTo>
                    <a:pt x="12585" y="13043"/>
                    <a:pt x="12220" y="14441"/>
                    <a:pt x="11673" y="14867"/>
                  </a:cubicBezTo>
                  <a:cubicBezTo>
                    <a:pt x="10852" y="15475"/>
                    <a:pt x="6931" y="18089"/>
                    <a:pt x="6475" y="18180"/>
                  </a:cubicBezTo>
                  <a:cubicBezTo>
                    <a:pt x="6384" y="18204"/>
                    <a:pt x="6281" y="18216"/>
                    <a:pt x="6167" y="18216"/>
                  </a:cubicBezTo>
                  <a:cubicBezTo>
                    <a:pt x="5714" y="18216"/>
                    <a:pt x="5101" y="18022"/>
                    <a:pt x="4469" y="17633"/>
                  </a:cubicBezTo>
                  <a:cubicBezTo>
                    <a:pt x="3648" y="17177"/>
                    <a:pt x="1703" y="14046"/>
                    <a:pt x="1521" y="12709"/>
                  </a:cubicBezTo>
                  <a:cubicBezTo>
                    <a:pt x="1338" y="11493"/>
                    <a:pt x="548" y="7602"/>
                    <a:pt x="396" y="6873"/>
                  </a:cubicBezTo>
                  <a:cubicBezTo>
                    <a:pt x="639" y="6690"/>
                    <a:pt x="1308" y="6174"/>
                    <a:pt x="2585" y="5140"/>
                  </a:cubicBezTo>
                  <a:cubicBezTo>
                    <a:pt x="3892" y="4137"/>
                    <a:pt x="6749" y="1857"/>
                    <a:pt x="7995" y="824"/>
                  </a:cubicBezTo>
                  <a:close/>
                  <a:moveTo>
                    <a:pt x="8493" y="1"/>
                  </a:moveTo>
                  <a:cubicBezTo>
                    <a:pt x="8459" y="1"/>
                    <a:pt x="8424" y="11"/>
                    <a:pt x="8390" y="34"/>
                  </a:cubicBezTo>
                  <a:cubicBezTo>
                    <a:pt x="8390" y="34"/>
                    <a:pt x="4013" y="3560"/>
                    <a:pt x="2372" y="4867"/>
                  </a:cubicBezTo>
                  <a:cubicBezTo>
                    <a:pt x="730" y="6174"/>
                    <a:pt x="92" y="6629"/>
                    <a:pt x="92" y="6629"/>
                  </a:cubicBezTo>
                  <a:cubicBezTo>
                    <a:pt x="31" y="6660"/>
                    <a:pt x="1" y="6751"/>
                    <a:pt x="31" y="6812"/>
                  </a:cubicBezTo>
                  <a:cubicBezTo>
                    <a:pt x="31" y="6873"/>
                    <a:pt x="974" y="11402"/>
                    <a:pt x="1156" y="12769"/>
                  </a:cubicBezTo>
                  <a:cubicBezTo>
                    <a:pt x="1338" y="14107"/>
                    <a:pt x="3345" y="17420"/>
                    <a:pt x="4287" y="17967"/>
                  </a:cubicBezTo>
                  <a:cubicBezTo>
                    <a:pt x="4864" y="18332"/>
                    <a:pt x="5503" y="18545"/>
                    <a:pt x="6202" y="18605"/>
                  </a:cubicBezTo>
                  <a:cubicBezTo>
                    <a:pt x="6323" y="18575"/>
                    <a:pt x="6475" y="18575"/>
                    <a:pt x="6597" y="18545"/>
                  </a:cubicBezTo>
                  <a:cubicBezTo>
                    <a:pt x="7174" y="18393"/>
                    <a:pt x="11187" y="15687"/>
                    <a:pt x="11916" y="15140"/>
                  </a:cubicBezTo>
                  <a:cubicBezTo>
                    <a:pt x="12646" y="14593"/>
                    <a:pt x="12980" y="13073"/>
                    <a:pt x="13071" y="12648"/>
                  </a:cubicBezTo>
                  <a:cubicBezTo>
                    <a:pt x="14013" y="12161"/>
                    <a:pt x="14834" y="11462"/>
                    <a:pt x="15442" y="10611"/>
                  </a:cubicBezTo>
                  <a:cubicBezTo>
                    <a:pt x="16050" y="9730"/>
                    <a:pt x="16202" y="8636"/>
                    <a:pt x="15868" y="7663"/>
                  </a:cubicBezTo>
                  <a:cubicBezTo>
                    <a:pt x="15746" y="7268"/>
                    <a:pt x="15412" y="6933"/>
                    <a:pt x="15016" y="6842"/>
                  </a:cubicBezTo>
                  <a:cubicBezTo>
                    <a:pt x="14934" y="6826"/>
                    <a:pt x="14851" y="6818"/>
                    <a:pt x="14766" y="6818"/>
                  </a:cubicBezTo>
                  <a:cubicBezTo>
                    <a:pt x="14072" y="6818"/>
                    <a:pt x="13339" y="7331"/>
                    <a:pt x="13041" y="7602"/>
                  </a:cubicBezTo>
                  <a:cubicBezTo>
                    <a:pt x="12402" y="6903"/>
                    <a:pt x="9758" y="3863"/>
                    <a:pt x="8846" y="2435"/>
                  </a:cubicBezTo>
                  <a:cubicBezTo>
                    <a:pt x="7965" y="1037"/>
                    <a:pt x="8603" y="368"/>
                    <a:pt x="8633" y="338"/>
                  </a:cubicBezTo>
                  <a:cubicBezTo>
                    <a:pt x="8757" y="189"/>
                    <a:pt x="8639" y="1"/>
                    <a:pt x="84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0"/>
            <p:cNvSpPr/>
            <p:nvPr/>
          </p:nvSpPr>
          <p:spPr>
            <a:xfrm>
              <a:off x="2573078" y="2996528"/>
              <a:ext cx="26801" cy="67003"/>
            </a:xfrm>
            <a:custGeom>
              <a:rect b="b" l="l" r="r" t="t"/>
              <a:pathLst>
                <a:path extrusionOk="0" h="5755" w="2302">
                  <a:moveTo>
                    <a:pt x="961" y="0"/>
                  </a:moveTo>
                  <a:cubicBezTo>
                    <a:pt x="945" y="0"/>
                    <a:pt x="929" y="3"/>
                    <a:pt x="913" y="8"/>
                  </a:cubicBezTo>
                  <a:cubicBezTo>
                    <a:pt x="791" y="38"/>
                    <a:pt x="761" y="160"/>
                    <a:pt x="791" y="251"/>
                  </a:cubicBezTo>
                  <a:lnTo>
                    <a:pt x="1338" y="1832"/>
                  </a:lnTo>
                  <a:lnTo>
                    <a:pt x="31" y="5175"/>
                  </a:lnTo>
                  <a:cubicBezTo>
                    <a:pt x="1" y="5236"/>
                    <a:pt x="1" y="5297"/>
                    <a:pt x="31" y="5358"/>
                  </a:cubicBezTo>
                  <a:cubicBezTo>
                    <a:pt x="62" y="5388"/>
                    <a:pt x="92" y="5419"/>
                    <a:pt x="153" y="5449"/>
                  </a:cubicBezTo>
                  <a:lnTo>
                    <a:pt x="2007" y="5753"/>
                  </a:lnTo>
                  <a:lnTo>
                    <a:pt x="2037" y="5753"/>
                  </a:lnTo>
                  <a:cubicBezTo>
                    <a:pt x="2046" y="5754"/>
                    <a:pt x="2055" y="5755"/>
                    <a:pt x="2064" y="5755"/>
                  </a:cubicBezTo>
                  <a:cubicBezTo>
                    <a:pt x="2282" y="5755"/>
                    <a:pt x="2302" y="5388"/>
                    <a:pt x="2068" y="5388"/>
                  </a:cubicBezTo>
                  <a:lnTo>
                    <a:pt x="457" y="5115"/>
                  </a:lnTo>
                  <a:lnTo>
                    <a:pt x="1703" y="1893"/>
                  </a:lnTo>
                  <a:cubicBezTo>
                    <a:pt x="1733" y="1862"/>
                    <a:pt x="1733" y="1801"/>
                    <a:pt x="1703" y="1771"/>
                  </a:cubicBezTo>
                  <a:lnTo>
                    <a:pt x="1126" y="130"/>
                  </a:lnTo>
                  <a:cubicBezTo>
                    <a:pt x="1101" y="55"/>
                    <a:pt x="1034" y="0"/>
                    <a:pt x="9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0"/>
            <p:cNvSpPr/>
            <p:nvPr/>
          </p:nvSpPr>
          <p:spPr>
            <a:xfrm>
              <a:off x="2585828" y="3059776"/>
              <a:ext cx="52892" cy="21445"/>
            </a:xfrm>
            <a:custGeom>
              <a:rect b="b" l="l" r="r" t="t"/>
              <a:pathLst>
                <a:path extrusionOk="0" h="1842" w="4543">
                  <a:moveTo>
                    <a:pt x="4271" y="0"/>
                  </a:moveTo>
                  <a:cubicBezTo>
                    <a:pt x="4223" y="0"/>
                    <a:pt x="4173" y="23"/>
                    <a:pt x="4134" y="78"/>
                  </a:cubicBezTo>
                  <a:cubicBezTo>
                    <a:pt x="3111" y="1268"/>
                    <a:pt x="1673" y="1454"/>
                    <a:pt x="862" y="1454"/>
                  </a:cubicBezTo>
                  <a:cubicBezTo>
                    <a:pt x="492" y="1454"/>
                    <a:pt x="253" y="1415"/>
                    <a:pt x="243" y="1415"/>
                  </a:cubicBezTo>
                  <a:cubicBezTo>
                    <a:pt x="228" y="1410"/>
                    <a:pt x="212" y="1407"/>
                    <a:pt x="197" y="1407"/>
                  </a:cubicBezTo>
                  <a:cubicBezTo>
                    <a:pt x="123" y="1407"/>
                    <a:pt x="56" y="1466"/>
                    <a:pt x="31" y="1567"/>
                  </a:cubicBezTo>
                  <a:cubicBezTo>
                    <a:pt x="0" y="1658"/>
                    <a:pt x="91" y="1749"/>
                    <a:pt x="183" y="1780"/>
                  </a:cubicBezTo>
                  <a:cubicBezTo>
                    <a:pt x="426" y="1810"/>
                    <a:pt x="669" y="1841"/>
                    <a:pt x="912" y="1841"/>
                  </a:cubicBezTo>
                  <a:cubicBezTo>
                    <a:pt x="947" y="1841"/>
                    <a:pt x="983" y="1842"/>
                    <a:pt x="1018" y="1842"/>
                  </a:cubicBezTo>
                  <a:cubicBezTo>
                    <a:pt x="2317" y="1842"/>
                    <a:pt x="3549" y="1297"/>
                    <a:pt x="4408" y="321"/>
                  </a:cubicBezTo>
                  <a:cubicBezTo>
                    <a:pt x="4543" y="186"/>
                    <a:pt x="4411" y="0"/>
                    <a:pt x="4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0"/>
            <p:cNvSpPr/>
            <p:nvPr/>
          </p:nvSpPr>
          <p:spPr>
            <a:xfrm>
              <a:off x="2601395" y="2985944"/>
              <a:ext cx="42483" cy="9978"/>
            </a:xfrm>
            <a:custGeom>
              <a:rect b="b" l="l" r="r" t="t"/>
              <a:pathLst>
                <a:path extrusionOk="0" h="857" w="3649">
                  <a:moveTo>
                    <a:pt x="1745" y="1"/>
                  </a:moveTo>
                  <a:cubicBezTo>
                    <a:pt x="899" y="1"/>
                    <a:pt x="207" y="261"/>
                    <a:pt x="153" y="279"/>
                  </a:cubicBezTo>
                  <a:cubicBezTo>
                    <a:pt x="61" y="309"/>
                    <a:pt x="1" y="431"/>
                    <a:pt x="61" y="522"/>
                  </a:cubicBezTo>
                  <a:cubicBezTo>
                    <a:pt x="85" y="615"/>
                    <a:pt x="143" y="655"/>
                    <a:pt x="224" y="655"/>
                  </a:cubicBezTo>
                  <a:cubicBezTo>
                    <a:pt x="249" y="655"/>
                    <a:pt x="276" y="651"/>
                    <a:pt x="305" y="644"/>
                  </a:cubicBezTo>
                  <a:cubicBezTo>
                    <a:pt x="305" y="644"/>
                    <a:pt x="958" y="407"/>
                    <a:pt x="1743" y="407"/>
                  </a:cubicBezTo>
                  <a:cubicBezTo>
                    <a:pt x="2248" y="407"/>
                    <a:pt x="2808" y="505"/>
                    <a:pt x="3283" y="826"/>
                  </a:cubicBezTo>
                  <a:cubicBezTo>
                    <a:pt x="3314" y="826"/>
                    <a:pt x="3344" y="856"/>
                    <a:pt x="3405" y="856"/>
                  </a:cubicBezTo>
                  <a:cubicBezTo>
                    <a:pt x="3587" y="826"/>
                    <a:pt x="3648" y="613"/>
                    <a:pt x="3496" y="492"/>
                  </a:cubicBezTo>
                  <a:cubicBezTo>
                    <a:pt x="2938" y="115"/>
                    <a:pt x="2307" y="1"/>
                    <a:pt x="17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0"/>
            <p:cNvSpPr/>
            <p:nvPr/>
          </p:nvSpPr>
          <p:spPr>
            <a:xfrm>
              <a:off x="2546182" y="2986713"/>
              <a:ext cx="32215" cy="10618"/>
            </a:xfrm>
            <a:custGeom>
              <a:rect b="b" l="l" r="r" t="t"/>
              <a:pathLst>
                <a:path extrusionOk="0" h="912" w="2767">
                  <a:moveTo>
                    <a:pt x="1454" y="0"/>
                  </a:moveTo>
                  <a:cubicBezTo>
                    <a:pt x="984" y="0"/>
                    <a:pt x="459" y="127"/>
                    <a:pt x="62" y="578"/>
                  </a:cubicBezTo>
                  <a:cubicBezTo>
                    <a:pt x="1" y="669"/>
                    <a:pt x="1" y="790"/>
                    <a:pt x="92" y="851"/>
                  </a:cubicBezTo>
                  <a:cubicBezTo>
                    <a:pt x="122" y="881"/>
                    <a:pt x="153" y="912"/>
                    <a:pt x="214" y="912"/>
                  </a:cubicBezTo>
                  <a:cubicBezTo>
                    <a:pt x="274" y="912"/>
                    <a:pt x="305" y="881"/>
                    <a:pt x="335" y="821"/>
                  </a:cubicBezTo>
                  <a:cubicBezTo>
                    <a:pt x="638" y="480"/>
                    <a:pt x="1057" y="380"/>
                    <a:pt x="1442" y="380"/>
                  </a:cubicBezTo>
                  <a:cubicBezTo>
                    <a:pt x="1985" y="380"/>
                    <a:pt x="2463" y="578"/>
                    <a:pt x="2463" y="578"/>
                  </a:cubicBezTo>
                  <a:cubicBezTo>
                    <a:pt x="2484" y="583"/>
                    <a:pt x="2505" y="585"/>
                    <a:pt x="2525" y="585"/>
                  </a:cubicBezTo>
                  <a:cubicBezTo>
                    <a:pt x="2616" y="585"/>
                    <a:pt x="2686" y="531"/>
                    <a:pt x="2736" y="456"/>
                  </a:cubicBezTo>
                  <a:cubicBezTo>
                    <a:pt x="2767" y="365"/>
                    <a:pt x="2706" y="243"/>
                    <a:pt x="2615" y="213"/>
                  </a:cubicBezTo>
                  <a:cubicBezTo>
                    <a:pt x="2581" y="213"/>
                    <a:pt x="2063" y="0"/>
                    <a:pt x="1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0"/>
            <p:cNvSpPr/>
            <p:nvPr/>
          </p:nvSpPr>
          <p:spPr>
            <a:xfrm>
              <a:off x="2565650" y="3006879"/>
              <a:ext cx="9570" cy="19117"/>
            </a:xfrm>
            <a:custGeom>
              <a:rect b="b" l="l" r="r" t="t"/>
              <a:pathLst>
                <a:path extrusionOk="0" h="1642" w="822">
                  <a:moveTo>
                    <a:pt x="396" y="1"/>
                  </a:moveTo>
                  <a:cubicBezTo>
                    <a:pt x="183" y="1"/>
                    <a:pt x="1" y="365"/>
                    <a:pt x="1" y="821"/>
                  </a:cubicBezTo>
                  <a:cubicBezTo>
                    <a:pt x="1" y="1277"/>
                    <a:pt x="183" y="1642"/>
                    <a:pt x="396" y="1642"/>
                  </a:cubicBezTo>
                  <a:cubicBezTo>
                    <a:pt x="639" y="1642"/>
                    <a:pt x="821" y="1277"/>
                    <a:pt x="821" y="821"/>
                  </a:cubicBezTo>
                  <a:cubicBezTo>
                    <a:pt x="821" y="365"/>
                    <a:pt x="639" y="1"/>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0"/>
            <p:cNvSpPr/>
            <p:nvPr/>
          </p:nvSpPr>
          <p:spPr>
            <a:xfrm>
              <a:off x="2616613" y="3006879"/>
              <a:ext cx="9570" cy="19117"/>
            </a:xfrm>
            <a:custGeom>
              <a:rect b="b" l="l" r="r" t="t"/>
              <a:pathLst>
                <a:path extrusionOk="0" h="1642" w="822">
                  <a:moveTo>
                    <a:pt x="426" y="1"/>
                  </a:moveTo>
                  <a:cubicBezTo>
                    <a:pt x="183" y="1"/>
                    <a:pt x="1" y="365"/>
                    <a:pt x="1" y="821"/>
                  </a:cubicBezTo>
                  <a:cubicBezTo>
                    <a:pt x="1" y="1277"/>
                    <a:pt x="183" y="1642"/>
                    <a:pt x="426" y="1642"/>
                  </a:cubicBezTo>
                  <a:cubicBezTo>
                    <a:pt x="639" y="1642"/>
                    <a:pt x="821" y="1277"/>
                    <a:pt x="821" y="821"/>
                  </a:cubicBezTo>
                  <a:cubicBezTo>
                    <a:pt x="821" y="365"/>
                    <a:pt x="639" y="1"/>
                    <a:pt x="4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0"/>
            <p:cNvSpPr/>
            <p:nvPr/>
          </p:nvSpPr>
          <p:spPr>
            <a:xfrm>
              <a:off x="2521055" y="3689935"/>
              <a:ext cx="140152" cy="49900"/>
            </a:xfrm>
            <a:custGeom>
              <a:rect b="b" l="l" r="r" t="t"/>
              <a:pathLst>
                <a:path extrusionOk="0" h="4286" w="12038">
                  <a:moveTo>
                    <a:pt x="62" y="0"/>
                  </a:moveTo>
                  <a:lnTo>
                    <a:pt x="1" y="4286"/>
                  </a:lnTo>
                  <a:lnTo>
                    <a:pt x="1277" y="4286"/>
                  </a:lnTo>
                  <a:lnTo>
                    <a:pt x="1277" y="1033"/>
                  </a:lnTo>
                  <a:lnTo>
                    <a:pt x="10548" y="1033"/>
                  </a:lnTo>
                  <a:lnTo>
                    <a:pt x="10548" y="4103"/>
                  </a:lnTo>
                  <a:lnTo>
                    <a:pt x="12037" y="4164"/>
                  </a:lnTo>
                  <a:lnTo>
                    <a:pt x="117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0"/>
            <p:cNvSpPr/>
            <p:nvPr/>
          </p:nvSpPr>
          <p:spPr>
            <a:xfrm>
              <a:off x="2518936" y="3687804"/>
              <a:ext cx="144751" cy="54161"/>
            </a:xfrm>
            <a:custGeom>
              <a:rect b="b" l="l" r="r" t="t"/>
              <a:pathLst>
                <a:path extrusionOk="0" h="4652" w="12433">
                  <a:moveTo>
                    <a:pt x="11794" y="365"/>
                  </a:moveTo>
                  <a:lnTo>
                    <a:pt x="12007" y="4134"/>
                  </a:lnTo>
                  <a:lnTo>
                    <a:pt x="12007" y="4134"/>
                  </a:lnTo>
                  <a:lnTo>
                    <a:pt x="10912" y="4104"/>
                  </a:lnTo>
                  <a:lnTo>
                    <a:pt x="10912" y="1216"/>
                  </a:lnTo>
                  <a:cubicBezTo>
                    <a:pt x="10912" y="1095"/>
                    <a:pt x="10821" y="1034"/>
                    <a:pt x="10730" y="1034"/>
                  </a:cubicBezTo>
                  <a:lnTo>
                    <a:pt x="1459" y="1034"/>
                  </a:lnTo>
                  <a:cubicBezTo>
                    <a:pt x="1338" y="1034"/>
                    <a:pt x="1247" y="1095"/>
                    <a:pt x="1247" y="1216"/>
                  </a:cubicBezTo>
                  <a:lnTo>
                    <a:pt x="1247" y="4286"/>
                  </a:lnTo>
                  <a:lnTo>
                    <a:pt x="365" y="4286"/>
                  </a:lnTo>
                  <a:lnTo>
                    <a:pt x="426" y="365"/>
                  </a:lnTo>
                  <a:close/>
                  <a:moveTo>
                    <a:pt x="244" y="1"/>
                  </a:moveTo>
                  <a:cubicBezTo>
                    <a:pt x="122" y="1"/>
                    <a:pt x="61" y="92"/>
                    <a:pt x="61" y="183"/>
                  </a:cubicBezTo>
                  <a:lnTo>
                    <a:pt x="0" y="4469"/>
                  </a:lnTo>
                  <a:cubicBezTo>
                    <a:pt x="0" y="4560"/>
                    <a:pt x="61" y="4651"/>
                    <a:pt x="183" y="4651"/>
                  </a:cubicBezTo>
                  <a:lnTo>
                    <a:pt x="1459" y="4651"/>
                  </a:lnTo>
                  <a:cubicBezTo>
                    <a:pt x="1551" y="4651"/>
                    <a:pt x="1642" y="4560"/>
                    <a:pt x="1642" y="4469"/>
                  </a:cubicBezTo>
                  <a:lnTo>
                    <a:pt x="1642" y="1399"/>
                  </a:lnTo>
                  <a:lnTo>
                    <a:pt x="10517" y="1399"/>
                  </a:lnTo>
                  <a:lnTo>
                    <a:pt x="10517" y="4286"/>
                  </a:lnTo>
                  <a:cubicBezTo>
                    <a:pt x="10517" y="4378"/>
                    <a:pt x="10608" y="4469"/>
                    <a:pt x="10700" y="4469"/>
                  </a:cubicBezTo>
                  <a:lnTo>
                    <a:pt x="12219" y="4530"/>
                  </a:lnTo>
                  <a:cubicBezTo>
                    <a:pt x="12280" y="4530"/>
                    <a:pt x="12341" y="4499"/>
                    <a:pt x="12371" y="4469"/>
                  </a:cubicBezTo>
                  <a:cubicBezTo>
                    <a:pt x="12402" y="4438"/>
                    <a:pt x="12432" y="4378"/>
                    <a:pt x="12432" y="4317"/>
                  </a:cubicBezTo>
                  <a:lnTo>
                    <a:pt x="12189" y="183"/>
                  </a:lnTo>
                  <a:cubicBezTo>
                    <a:pt x="12189" y="61"/>
                    <a:pt x="12098" y="1"/>
                    <a:pt x="1200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0"/>
            <p:cNvSpPr/>
            <p:nvPr/>
          </p:nvSpPr>
          <p:spPr>
            <a:xfrm>
              <a:off x="2521055" y="3689935"/>
              <a:ext cx="140152" cy="49900"/>
            </a:xfrm>
            <a:custGeom>
              <a:rect b="b" l="l" r="r" t="t"/>
              <a:pathLst>
                <a:path extrusionOk="0" h="4286" w="12038">
                  <a:moveTo>
                    <a:pt x="62" y="0"/>
                  </a:moveTo>
                  <a:lnTo>
                    <a:pt x="1" y="4286"/>
                  </a:lnTo>
                  <a:lnTo>
                    <a:pt x="1277" y="4286"/>
                  </a:lnTo>
                  <a:lnTo>
                    <a:pt x="1277" y="1033"/>
                  </a:lnTo>
                  <a:lnTo>
                    <a:pt x="10548" y="1033"/>
                  </a:lnTo>
                  <a:lnTo>
                    <a:pt x="10548" y="4103"/>
                  </a:lnTo>
                  <a:lnTo>
                    <a:pt x="12037" y="4164"/>
                  </a:lnTo>
                  <a:lnTo>
                    <a:pt x="117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0"/>
            <p:cNvSpPr/>
            <p:nvPr/>
          </p:nvSpPr>
          <p:spPr>
            <a:xfrm>
              <a:off x="2518936" y="3687804"/>
              <a:ext cx="144751" cy="54161"/>
            </a:xfrm>
            <a:custGeom>
              <a:rect b="b" l="l" r="r" t="t"/>
              <a:pathLst>
                <a:path extrusionOk="0" h="4652" w="12433">
                  <a:moveTo>
                    <a:pt x="11794" y="365"/>
                  </a:moveTo>
                  <a:lnTo>
                    <a:pt x="12007" y="4134"/>
                  </a:lnTo>
                  <a:lnTo>
                    <a:pt x="12007" y="4134"/>
                  </a:lnTo>
                  <a:lnTo>
                    <a:pt x="10912" y="4104"/>
                  </a:lnTo>
                  <a:lnTo>
                    <a:pt x="10912" y="1216"/>
                  </a:lnTo>
                  <a:cubicBezTo>
                    <a:pt x="10912" y="1095"/>
                    <a:pt x="10821" y="1034"/>
                    <a:pt x="10730" y="1034"/>
                  </a:cubicBezTo>
                  <a:lnTo>
                    <a:pt x="1459" y="1034"/>
                  </a:lnTo>
                  <a:cubicBezTo>
                    <a:pt x="1338" y="1034"/>
                    <a:pt x="1247" y="1095"/>
                    <a:pt x="1247" y="1216"/>
                  </a:cubicBezTo>
                  <a:lnTo>
                    <a:pt x="1247" y="4286"/>
                  </a:lnTo>
                  <a:lnTo>
                    <a:pt x="365" y="4286"/>
                  </a:lnTo>
                  <a:lnTo>
                    <a:pt x="426" y="365"/>
                  </a:lnTo>
                  <a:close/>
                  <a:moveTo>
                    <a:pt x="244" y="1"/>
                  </a:moveTo>
                  <a:cubicBezTo>
                    <a:pt x="122" y="1"/>
                    <a:pt x="61" y="92"/>
                    <a:pt x="61" y="183"/>
                  </a:cubicBezTo>
                  <a:lnTo>
                    <a:pt x="0" y="4469"/>
                  </a:lnTo>
                  <a:cubicBezTo>
                    <a:pt x="0" y="4560"/>
                    <a:pt x="61" y="4651"/>
                    <a:pt x="183" y="4651"/>
                  </a:cubicBezTo>
                  <a:lnTo>
                    <a:pt x="1459" y="4651"/>
                  </a:lnTo>
                  <a:cubicBezTo>
                    <a:pt x="1551" y="4651"/>
                    <a:pt x="1642" y="4560"/>
                    <a:pt x="1642" y="4469"/>
                  </a:cubicBezTo>
                  <a:lnTo>
                    <a:pt x="1642" y="1399"/>
                  </a:lnTo>
                  <a:lnTo>
                    <a:pt x="10517" y="1399"/>
                  </a:lnTo>
                  <a:lnTo>
                    <a:pt x="10517" y="4286"/>
                  </a:lnTo>
                  <a:cubicBezTo>
                    <a:pt x="10517" y="4378"/>
                    <a:pt x="10608" y="4469"/>
                    <a:pt x="10700" y="4469"/>
                  </a:cubicBezTo>
                  <a:lnTo>
                    <a:pt x="12219" y="4530"/>
                  </a:lnTo>
                  <a:cubicBezTo>
                    <a:pt x="12280" y="4530"/>
                    <a:pt x="12341" y="4499"/>
                    <a:pt x="12371" y="4469"/>
                  </a:cubicBezTo>
                  <a:cubicBezTo>
                    <a:pt x="12402" y="4438"/>
                    <a:pt x="12432" y="4378"/>
                    <a:pt x="12432" y="4317"/>
                  </a:cubicBezTo>
                  <a:lnTo>
                    <a:pt x="12189" y="183"/>
                  </a:lnTo>
                  <a:cubicBezTo>
                    <a:pt x="12189" y="61"/>
                    <a:pt x="12098" y="1"/>
                    <a:pt x="120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0"/>
            <p:cNvSpPr/>
            <p:nvPr/>
          </p:nvSpPr>
          <p:spPr>
            <a:xfrm>
              <a:off x="2519286" y="3622682"/>
              <a:ext cx="75397" cy="86772"/>
            </a:xfrm>
            <a:custGeom>
              <a:rect b="b" l="l" r="r" t="t"/>
              <a:pathLst>
                <a:path extrusionOk="0" h="7453" w="6476">
                  <a:moveTo>
                    <a:pt x="3040" y="1"/>
                  </a:moveTo>
                  <a:lnTo>
                    <a:pt x="1" y="1217"/>
                  </a:lnTo>
                  <a:cubicBezTo>
                    <a:pt x="1" y="1217"/>
                    <a:pt x="669" y="5502"/>
                    <a:pt x="669" y="6110"/>
                  </a:cubicBezTo>
                  <a:cubicBezTo>
                    <a:pt x="761" y="6688"/>
                    <a:pt x="1156" y="7144"/>
                    <a:pt x="1703" y="7296"/>
                  </a:cubicBezTo>
                  <a:cubicBezTo>
                    <a:pt x="2007" y="7296"/>
                    <a:pt x="4530" y="6931"/>
                    <a:pt x="4530" y="6931"/>
                  </a:cubicBezTo>
                  <a:cubicBezTo>
                    <a:pt x="4773" y="7144"/>
                    <a:pt x="5046" y="7296"/>
                    <a:pt x="5350" y="7448"/>
                  </a:cubicBezTo>
                  <a:cubicBezTo>
                    <a:pt x="5367" y="7451"/>
                    <a:pt x="5386" y="7453"/>
                    <a:pt x="5406" y="7453"/>
                  </a:cubicBezTo>
                  <a:cubicBezTo>
                    <a:pt x="5743" y="7453"/>
                    <a:pt x="6475" y="6992"/>
                    <a:pt x="6475" y="6992"/>
                  </a:cubicBezTo>
                  <a:lnTo>
                    <a:pt x="5958" y="3952"/>
                  </a:lnTo>
                  <a:cubicBezTo>
                    <a:pt x="5867" y="3496"/>
                    <a:pt x="3040" y="1"/>
                    <a:pt x="3040" y="1"/>
                  </a:cubicBezTo>
                  <a:close/>
                </a:path>
              </a:pathLst>
            </a:custGeom>
            <a:solidFill>
              <a:srgbClr val="763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0"/>
            <p:cNvSpPr/>
            <p:nvPr/>
          </p:nvSpPr>
          <p:spPr>
            <a:xfrm>
              <a:off x="2516806" y="3621040"/>
              <a:ext cx="79996" cy="90486"/>
            </a:xfrm>
            <a:custGeom>
              <a:rect b="b" l="l" r="r" t="t"/>
              <a:pathLst>
                <a:path extrusionOk="0" h="7772" w="6871">
                  <a:moveTo>
                    <a:pt x="3223" y="385"/>
                  </a:moveTo>
                  <a:cubicBezTo>
                    <a:pt x="4560" y="2026"/>
                    <a:pt x="5928" y="3850"/>
                    <a:pt x="5989" y="4124"/>
                  </a:cubicBezTo>
                  <a:cubicBezTo>
                    <a:pt x="6050" y="4519"/>
                    <a:pt x="6384" y="6525"/>
                    <a:pt x="6475" y="7042"/>
                  </a:cubicBezTo>
                  <a:cubicBezTo>
                    <a:pt x="6232" y="7224"/>
                    <a:pt x="5928" y="7346"/>
                    <a:pt x="5624" y="7406"/>
                  </a:cubicBezTo>
                  <a:cubicBezTo>
                    <a:pt x="5351" y="7285"/>
                    <a:pt x="5107" y="7102"/>
                    <a:pt x="4864" y="6920"/>
                  </a:cubicBezTo>
                  <a:cubicBezTo>
                    <a:pt x="4834" y="6890"/>
                    <a:pt x="4804" y="6859"/>
                    <a:pt x="4743" y="6859"/>
                  </a:cubicBezTo>
                  <a:cubicBezTo>
                    <a:pt x="3740" y="7011"/>
                    <a:pt x="2159" y="7254"/>
                    <a:pt x="1946" y="7254"/>
                  </a:cubicBezTo>
                  <a:cubicBezTo>
                    <a:pt x="1490" y="7072"/>
                    <a:pt x="1186" y="6707"/>
                    <a:pt x="1095" y="6251"/>
                  </a:cubicBezTo>
                  <a:cubicBezTo>
                    <a:pt x="1095" y="5704"/>
                    <a:pt x="578" y="2239"/>
                    <a:pt x="457" y="1479"/>
                  </a:cubicBezTo>
                  <a:lnTo>
                    <a:pt x="3223" y="385"/>
                  </a:lnTo>
                  <a:close/>
                  <a:moveTo>
                    <a:pt x="3279" y="0"/>
                  </a:moveTo>
                  <a:cubicBezTo>
                    <a:pt x="3248" y="0"/>
                    <a:pt x="3218" y="8"/>
                    <a:pt x="3193" y="20"/>
                  </a:cubicBezTo>
                  <a:lnTo>
                    <a:pt x="153" y="1206"/>
                  </a:lnTo>
                  <a:cubicBezTo>
                    <a:pt x="62" y="1236"/>
                    <a:pt x="1" y="1327"/>
                    <a:pt x="31" y="1418"/>
                  </a:cubicBezTo>
                  <a:cubicBezTo>
                    <a:pt x="275" y="2877"/>
                    <a:pt x="700" y="5826"/>
                    <a:pt x="700" y="6282"/>
                  </a:cubicBezTo>
                  <a:cubicBezTo>
                    <a:pt x="791" y="6950"/>
                    <a:pt x="1278" y="7498"/>
                    <a:pt x="1916" y="7650"/>
                  </a:cubicBezTo>
                  <a:cubicBezTo>
                    <a:pt x="2220" y="7650"/>
                    <a:pt x="4196" y="7346"/>
                    <a:pt x="4682" y="7285"/>
                  </a:cubicBezTo>
                  <a:cubicBezTo>
                    <a:pt x="4925" y="7498"/>
                    <a:pt x="5229" y="7650"/>
                    <a:pt x="5533" y="7771"/>
                  </a:cubicBezTo>
                  <a:lnTo>
                    <a:pt x="5624" y="7771"/>
                  </a:lnTo>
                  <a:cubicBezTo>
                    <a:pt x="6019" y="7710"/>
                    <a:pt x="6414" y="7558"/>
                    <a:pt x="6779" y="7315"/>
                  </a:cubicBezTo>
                  <a:cubicBezTo>
                    <a:pt x="6840" y="7285"/>
                    <a:pt x="6870" y="7194"/>
                    <a:pt x="6870" y="7133"/>
                  </a:cubicBezTo>
                  <a:cubicBezTo>
                    <a:pt x="6870" y="7133"/>
                    <a:pt x="6414" y="4549"/>
                    <a:pt x="6354" y="4093"/>
                  </a:cubicBezTo>
                  <a:cubicBezTo>
                    <a:pt x="6262" y="3637"/>
                    <a:pt x="4074" y="902"/>
                    <a:pt x="3405" y="51"/>
                  </a:cubicBezTo>
                  <a:cubicBezTo>
                    <a:pt x="3370" y="15"/>
                    <a:pt x="3324" y="0"/>
                    <a:pt x="3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0"/>
            <p:cNvSpPr/>
            <p:nvPr/>
          </p:nvSpPr>
          <p:spPr>
            <a:xfrm>
              <a:off x="2464783" y="3204365"/>
              <a:ext cx="89903" cy="432449"/>
            </a:xfrm>
            <a:custGeom>
              <a:rect b="b" l="l" r="r" t="t"/>
              <a:pathLst>
                <a:path extrusionOk="0" h="37144" w="7722">
                  <a:moveTo>
                    <a:pt x="2706" y="0"/>
                  </a:moveTo>
                  <a:cubicBezTo>
                    <a:pt x="2706" y="0"/>
                    <a:pt x="1" y="18572"/>
                    <a:pt x="1" y="19453"/>
                  </a:cubicBezTo>
                  <a:cubicBezTo>
                    <a:pt x="1" y="20335"/>
                    <a:pt x="4682" y="37144"/>
                    <a:pt x="4682" y="37144"/>
                  </a:cubicBezTo>
                  <a:lnTo>
                    <a:pt x="7721" y="35928"/>
                  </a:lnTo>
                  <a:lnTo>
                    <a:pt x="5654" y="23010"/>
                  </a:lnTo>
                  <a:lnTo>
                    <a:pt x="5867" y="19909"/>
                  </a:lnTo>
                  <a:cubicBezTo>
                    <a:pt x="5867" y="19909"/>
                    <a:pt x="4165" y="15958"/>
                    <a:pt x="4074" y="13678"/>
                  </a:cubicBezTo>
                  <a:cubicBezTo>
                    <a:pt x="4074" y="11855"/>
                    <a:pt x="4135" y="10061"/>
                    <a:pt x="4317" y="8238"/>
                  </a:cubicBezTo>
                  <a:lnTo>
                    <a:pt x="27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0"/>
            <p:cNvSpPr/>
            <p:nvPr/>
          </p:nvSpPr>
          <p:spPr>
            <a:xfrm>
              <a:off x="2462664" y="3202234"/>
              <a:ext cx="94141" cy="436710"/>
            </a:xfrm>
            <a:custGeom>
              <a:rect b="b" l="l" r="r" t="t"/>
              <a:pathLst>
                <a:path extrusionOk="0" h="37510" w="8086">
                  <a:moveTo>
                    <a:pt x="2918" y="1308"/>
                  </a:moveTo>
                  <a:lnTo>
                    <a:pt x="4317" y="8451"/>
                  </a:lnTo>
                  <a:cubicBezTo>
                    <a:pt x="4134" y="10244"/>
                    <a:pt x="4073" y="12038"/>
                    <a:pt x="4073" y="13861"/>
                  </a:cubicBezTo>
                  <a:cubicBezTo>
                    <a:pt x="4165" y="16080"/>
                    <a:pt x="5684" y="19667"/>
                    <a:pt x="5867" y="20123"/>
                  </a:cubicBezTo>
                  <a:lnTo>
                    <a:pt x="5654" y="23193"/>
                  </a:lnTo>
                  <a:cubicBezTo>
                    <a:pt x="5654" y="23193"/>
                    <a:pt x="5654" y="23223"/>
                    <a:pt x="5654" y="23223"/>
                  </a:cubicBezTo>
                  <a:lnTo>
                    <a:pt x="7691" y="35989"/>
                  </a:lnTo>
                  <a:lnTo>
                    <a:pt x="4985" y="37053"/>
                  </a:lnTo>
                  <a:cubicBezTo>
                    <a:pt x="3648" y="32251"/>
                    <a:pt x="396" y="20305"/>
                    <a:pt x="396" y="19636"/>
                  </a:cubicBezTo>
                  <a:cubicBezTo>
                    <a:pt x="396" y="18998"/>
                    <a:pt x="1946" y="7934"/>
                    <a:pt x="2918" y="1308"/>
                  </a:cubicBezTo>
                  <a:close/>
                  <a:moveTo>
                    <a:pt x="2888" y="1"/>
                  </a:moveTo>
                  <a:cubicBezTo>
                    <a:pt x="2797" y="1"/>
                    <a:pt x="2706" y="62"/>
                    <a:pt x="2706" y="153"/>
                  </a:cubicBezTo>
                  <a:cubicBezTo>
                    <a:pt x="2584" y="913"/>
                    <a:pt x="0" y="18725"/>
                    <a:pt x="0" y="19636"/>
                  </a:cubicBezTo>
                  <a:cubicBezTo>
                    <a:pt x="0" y="20548"/>
                    <a:pt x="4499" y="36688"/>
                    <a:pt x="4681" y="37357"/>
                  </a:cubicBezTo>
                  <a:cubicBezTo>
                    <a:pt x="4712" y="37418"/>
                    <a:pt x="4742" y="37448"/>
                    <a:pt x="4773" y="37479"/>
                  </a:cubicBezTo>
                  <a:cubicBezTo>
                    <a:pt x="4803" y="37509"/>
                    <a:pt x="4833" y="37509"/>
                    <a:pt x="4864" y="37509"/>
                  </a:cubicBezTo>
                  <a:lnTo>
                    <a:pt x="4925" y="37509"/>
                  </a:lnTo>
                  <a:lnTo>
                    <a:pt x="7964" y="36293"/>
                  </a:lnTo>
                  <a:cubicBezTo>
                    <a:pt x="8055" y="36263"/>
                    <a:pt x="8086" y="36172"/>
                    <a:pt x="8086" y="36111"/>
                  </a:cubicBezTo>
                  <a:lnTo>
                    <a:pt x="5988" y="23193"/>
                  </a:lnTo>
                  <a:lnTo>
                    <a:pt x="6201" y="20092"/>
                  </a:lnTo>
                  <a:cubicBezTo>
                    <a:pt x="6232" y="20062"/>
                    <a:pt x="6232" y="20032"/>
                    <a:pt x="6201" y="20001"/>
                  </a:cubicBezTo>
                  <a:cubicBezTo>
                    <a:pt x="6201" y="19971"/>
                    <a:pt x="4529" y="16080"/>
                    <a:pt x="4438" y="13861"/>
                  </a:cubicBezTo>
                  <a:cubicBezTo>
                    <a:pt x="4438" y="12038"/>
                    <a:pt x="4499" y="10244"/>
                    <a:pt x="4681" y="8451"/>
                  </a:cubicBezTo>
                  <a:cubicBezTo>
                    <a:pt x="4681" y="8421"/>
                    <a:pt x="4681" y="8421"/>
                    <a:pt x="4681" y="8390"/>
                  </a:cubicBezTo>
                  <a:lnTo>
                    <a:pt x="3070" y="153"/>
                  </a:lnTo>
                  <a:cubicBezTo>
                    <a:pt x="3070" y="62"/>
                    <a:pt x="2979" y="1"/>
                    <a:pt x="28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0"/>
            <p:cNvSpPr/>
            <p:nvPr/>
          </p:nvSpPr>
          <p:spPr>
            <a:xfrm>
              <a:off x="2628292" y="3182068"/>
              <a:ext cx="212348" cy="463243"/>
            </a:xfrm>
            <a:custGeom>
              <a:rect b="b" l="l" r="r" t="t"/>
              <a:pathLst>
                <a:path extrusionOk="0" h="39789" w="18239">
                  <a:moveTo>
                    <a:pt x="12402" y="0"/>
                  </a:moveTo>
                  <a:lnTo>
                    <a:pt x="10548" y="8754"/>
                  </a:lnTo>
                  <a:lnTo>
                    <a:pt x="6445" y="24925"/>
                  </a:lnTo>
                  <a:lnTo>
                    <a:pt x="1" y="38603"/>
                  </a:lnTo>
                  <a:lnTo>
                    <a:pt x="3040" y="39788"/>
                  </a:lnTo>
                  <a:lnTo>
                    <a:pt x="13496" y="23405"/>
                  </a:lnTo>
                  <a:cubicBezTo>
                    <a:pt x="13496" y="23405"/>
                    <a:pt x="18116" y="3496"/>
                    <a:pt x="18177" y="2584"/>
                  </a:cubicBezTo>
                  <a:cubicBezTo>
                    <a:pt x="18238" y="1703"/>
                    <a:pt x="12402" y="0"/>
                    <a:pt x="124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0"/>
            <p:cNvSpPr/>
            <p:nvPr/>
          </p:nvSpPr>
          <p:spPr>
            <a:xfrm>
              <a:off x="2626172" y="3179855"/>
              <a:ext cx="216935" cy="467574"/>
            </a:xfrm>
            <a:custGeom>
              <a:rect b="b" l="l" r="r" t="t"/>
              <a:pathLst>
                <a:path extrusionOk="0" h="40161" w="18633">
                  <a:moveTo>
                    <a:pt x="12564" y="0"/>
                  </a:moveTo>
                  <a:cubicBezTo>
                    <a:pt x="12484" y="0"/>
                    <a:pt x="12402" y="55"/>
                    <a:pt x="12402" y="130"/>
                  </a:cubicBezTo>
                  <a:cubicBezTo>
                    <a:pt x="12371" y="221"/>
                    <a:pt x="12402" y="342"/>
                    <a:pt x="12523" y="373"/>
                  </a:cubicBezTo>
                  <a:cubicBezTo>
                    <a:pt x="15624" y="1254"/>
                    <a:pt x="18207" y="2379"/>
                    <a:pt x="18177" y="2774"/>
                  </a:cubicBezTo>
                  <a:cubicBezTo>
                    <a:pt x="18116" y="3473"/>
                    <a:pt x="15107" y="16604"/>
                    <a:pt x="13496" y="23504"/>
                  </a:cubicBezTo>
                  <a:lnTo>
                    <a:pt x="3131" y="39735"/>
                  </a:lnTo>
                  <a:lnTo>
                    <a:pt x="426" y="38702"/>
                  </a:lnTo>
                  <a:lnTo>
                    <a:pt x="6809" y="25176"/>
                  </a:lnTo>
                  <a:lnTo>
                    <a:pt x="10912" y="9005"/>
                  </a:lnTo>
                  <a:cubicBezTo>
                    <a:pt x="10912" y="8884"/>
                    <a:pt x="10852" y="8792"/>
                    <a:pt x="10760" y="8762"/>
                  </a:cubicBezTo>
                  <a:cubicBezTo>
                    <a:pt x="10745" y="8757"/>
                    <a:pt x="10728" y="8754"/>
                    <a:pt x="10711" y="8754"/>
                  </a:cubicBezTo>
                  <a:cubicBezTo>
                    <a:pt x="10631" y="8754"/>
                    <a:pt x="10548" y="8813"/>
                    <a:pt x="10548" y="8914"/>
                  </a:cubicBezTo>
                  <a:lnTo>
                    <a:pt x="6475" y="25054"/>
                  </a:lnTo>
                  <a:lnTo>
                    <a:pt x="0" y="38732"/>
                  </a:lnTo>
                  <a:cubicBezTo>
                    <a:pt x="0" y="38762"/>
                    <a:pt x="0" y="38823"/>
                    <a:pt x="0" y="38884"/>
                  </a:cubicBezTo>
                  <a:cubicBezTo>
                    <a:pt x="31" y="38914"/>
                    <a:pt x="61" y="38945"/>
                    <a:pt x="122" y="38975"/>
                  </a:cubicBezTo>
                  <a:lnTo>
                    <a:pt x="3161" y="40161"/>
                  </a:lnTo>
                  <a:lnTo>
                    <a:pt x="3222" y="40161"/>
                  </a:lnTo>
                  <a:cubicBezTo>
                    <a:pt x="3283" y="40161"/>
                    <a:pt x="3344" y="40130"/>
                    <a:pt x="3374" y="40069"/>
                  </a:cubicBezTo>
                  <a:lnTo>
                    <a:pt x="13861" y="23686"/>
                  </a:lnTo>
                  <a:cubicBezTo>
                    <a:pt x="13861" y="23656"/>
                    <a:pt x="13861" y="23625"/>
                    <a:pt x="13861" y="23625"/>
                  </a:cubicBezTo>
                  <a:cubicBezTo>
                    <a:pt x="14073" y="22805"/>
                    <a:pt x="18481" y="3747"/>
                    <a:pt x="18542" y="2804"/>
                  </a:cubicBezTo>
                  <a:cubicBezTo>
                    <a:pt x="18633" y="1862"/>
                    <a:pt x="14438" y="525"/>
                    <a:pt x="12614" y="8"/>
                  </a:cubicBezTo>
                  <a:cubicBezTo>
                    <a:pt x="12598" y="3"/>
                    <a:pt x="12581" y="0"/>
                    <a:pt x="12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0"/>
            <p:cNvSpPr/>
            <p:nvPr/>
          </p:nvSpPr>
          <p:spPr>
            <a:xfrm>
              <a:off x="2588657" y="3631531"/>
              <a:ext cx="75036" cy="86422"/>
            </a:xfrm>
            <a:custGeom>
              <a:rect b="b" l="l" r="r" t="t"/>
              <a:pathLst>
                <a:path extrusionOk="0" h="7423" w="6445">
                  <a:moveTo>
                    <a:pt x="3405" y="1"/>
                  </a:moveTo>
                  <a:cubicBezTo>
                    <a:pt x="3405" y="1"/>
                    <a:pt x="578" y="3466"/>
                    <a:pt x="517" y="3922"/>
                  </a:cubicBezTo>
                  <a:cubicBezTo>
                    <a:pt x="426" y="4378"/>
                    <a:pt x="0" y="6961"/>
                    <a:pt x="0" y="6961"/>
                  </a:cubicBezTo>
                  <a:cubicBezTo>
                    <a:pt x="0" y="6961"/>
                    <a:pt x="705" y="7422"/>
                    <a:pt x="1040" y="7422"/>
                  </a:cubicBezTo>
                  <a:cubicBezTo>
                    <a:pt x="1059" y="7422"/>
                    <a:pt x="1078" y="7421"/>
                    <a:pt x="1095" y="7417"/>
                  </a:cubicBezTo>
                  <a:cubicBezTo>
                    <a:pt x="1399" y="7265"/>
                    <a:pt x="1672" y="7113"/>
                    <a:pt x="1915" y="6901"/>
                  </a:cubicBezTo>
                  <a:cubicBezTo>
                    <a:pt x="1915" y="6901"/>
                    <a:pt x="4438" y="7265"/>
                    <a:pt x="4742" y="7265"/>
                  </a:cubicBezTo>
                  <a:cubicBezTo>
                    <a:pt x="5289" y="7113"/>
                    <a:pt x="5684" y="6657"/>
                    <a:pt x="5775" y="6080"/>
                  </a:cubicBezTo>
                  <a:cubicBezTo>
                    <a:pt x="5775" y="5472"/>
                    <a:pt x="6444" y="1186"/>
                    <a:pt x="6444" y="1186"/>
                  </a:cubicBezTo>
                  <a:lnTo>
                    <a:pt x="3405" y="1"/>
                  </a:lnTo>
                  <a:close/>
                </a:path>
              </a:pathLst>
            </a:custGeom>
            <a:solidFill>
              <a:srgbClr val="763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0"/>
            <p:cNvSpPr/>
            <p:nvPr/>
          </p:nvSpPr>
          <p:spPr>
            <a:xfrm>
              <a:off x="2586177" y="3629272"/>
              <a:ext cx="79635" cy="91103"/>
            </a:xfrm>
            <a:custGeom>
              <a:rect b="b" l="l" r="r" t="t"/>
              <a:pathLst>
                <a:path extrusionOk="0" h="7825" w="6840">
                  <a:moveTo>
                    <a:pt x="3678" y="438"/>
                  </a:moveTo>
                  <a:lnTo>
                    <a:pt x="6444" y="1502"/>
                  </a:lnTo>
                  <a:cubicBezTo>
                    <a:pt x="6323" y="2292"/>
                    <a:pt x="5806" y="5757"/>
                    <a:pt x="5806" y="6274"/>
                  </a:cubicBezTo>
                  <a:cubicBezTo>
                    <a:pt x="5715" y="6760"/>
                    <a:pt x="5381" y="7125"/>
                    <a:pt x="4955" y="7277"/>
                  </a:cubicBezTo>
                  <a:cubicBezTo>
                    <a:pt x="4742" y="7277"/>
                    <a:pt x="3162" y="7064"/>
                    <a:pt x="2159" y="6912"/>
                  </a:cubicBezTo>
                  <a:cubicBezTo>
                    <a:pt x="2098" y="6912"/>
                    <a:pt x="2037" y="6912"/>
                    <a:pt x="2007" y="6943"/>
                  </a:cubicBezTo>
                  <a:cubicBezTo>
                    <a:pt x="1794" y="7155"/>
                    <a:pt x="1551" y="7307"/>
                    <a:pt x="1277" y="7429"/>
                  </a:cubicBezTo>
                  <a:cubicBezTo>
                    <a:pt x="943" y="7368"/>
                    <a:pt x="669" y="7247"/>
                    <a:pt x="396" y="7064"/>
                  </a:cubicBezTo>
                  <a:cubicBezTo>
                    <a:pt x="517" y="6547"/>
                    <a:pt x="852" y="4541"/>
                    <a:pt x="912" y="4177"/>
                  </a:cubicBezTo>
                  <a:cubicBezTo>
                    <a:pt x="973" y="3903"/>
                    <a:pt x="2341" y="2079"/>
                    <a:pt x="3678" y="438"/>
                  </a:cubicBezTo>
                  <a:close/>
                  <a:moveTo>
                    <a:pt x="3624" y="0"/>
                  </a:moveTo>
                  <a:cubicBezTo>
                    <a:pt x="3571" y="0"/>
                    <a:pt x="3510" y="29"/>
                    <a:pt x="3466" y="73"/>
                  </a:cubicBezTo>
                  <a:cubicBezTo>
                    <a:pt x="2827" y="894"/>
                    <a:pt x="608" y="3629"/>
                    <a:pt x="548" y="4085"/>
                  </a:cubicBezTo>
                  <a:lnTo>
                    <a:pt x="1" y="7125"/>
                  </a:lnTo>
                  <a:cubicBezTo>
                    <a:pt x="1" y="7216"/>
                    <a:pt x="31" y="7277"/>
                    <a:pt x="92" y="7338"/>
                  </a:cubicBezTo>
                  <a:cubicBezTo>
                    <a:pt x="456" y="7581"/>
                    <a:pt x="852" y="7733"/>
                    <a:pt x="1247" y="7824"/>
                  </a:cubicBezTo>
                  <a:cubicBezTo>
                    <a:pt x="1277" y="7824"/>
                    <a:pt x="1308" y="7794"/>
                    <a:pt x="1368" y="7794"/>
                  </a:cubicBezTo>
                  <a:cubicBezTo>
                    <a:pt x="1642" y="7672"/>
                    <a:pt x="1946" y="7520"/>
                    <a:pt x="2189" y="7307"/>
                  </a:cubicBezTo>
                  <a:cubicBezTo>
                    <a:pt x="2675" y="7368"/>
                    <a:pt x="4651" y="7672"/>
                    <a:pt x="4955" y="7672"/>
                  </a:cubicBezTo>
                  <a:cubicBezTo>
                    <a:pt x="5593" y="7490"/>
                    <a:pt x="6080" y="6943"/>
                    <a:pt x="6171" y="6274"/>
                  </a:cubicBezTo>
                  <a:cubicBezTo>
                    <a:pt x="6171" y="5818"/>
                    <a:pt x="6627" y="2900"/>
                    <a:pt x="6840" y="1411"/>
                  </a:cubicBezTo>
                  <a:cubicBezTo>
                    <a:pt x="6840" y="1319"/>
                    <a:pt x="6809" y="1228"/>
                    <a:pt x="6718" y="1198"/>
                  </a:cubicBezTo>
                  <a:lnTo>
                    <a:pt x="3678" y="12"/>
                  </a:lnTo>
                  <a:cubicBezTo>
                    <a:pt x="3662" y="4"/>
                    <a:pt x="3644" y="0"/>
                    <a:pt x="3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0"/>
            <p:cNvSpPr/>
            <p:nvPr/>
          </p:nvSpPr>
          <p:spPr>
            <a:xfrm>
              <a:off x="2436117" y="3729919"/>
              <a:ext cx="309306" cy="249150"/>
            </a:xfrm>
            <a:custGeom>
              <a:rect b="b" l="l" r="r" t="t"/>
              <a:pathLst>
                <a:path extrusionOk="0" h="21400" w="26567">
                  <a:moveTo>
                    <a:pt x="1855" y="1"/>
                  </a:moveTo>
                  <a:cubicBezTo>
                    <a:pt x="1855" y="1"/>
                    <a:pt x="1" y="18329"/>
                    <a:pt x="396" y="19758"/>
                  </a:cubicBezTo>
                  <a:cubicBezTo>
                    <a:pt x="791" y="21186"/>
                    <a:pt x="2828" y="21369"/>
                    <a:pt x="2828" y="21369"/>
                  </a:cubicBezTo>
                  <a:lnTo>
                    <a:pt x="24105" y="21369"/>
                  </a:lnTo>
                  <a:cubicBezTo>
                    <a:pt x="24217" y="21390"/>
                    <a:pt x="24328" y="21400"/>
                    <a:pt x="24438" y="21400"/>
                  </a:cubicBezTo>
                  <a:cubicBezTo>
                    <a:pt x="25278" y="21400"/>
                    <a:pt x="26014" y="20804"/>
                    <a:pt x="26202" y="19971"/>
                  </a:cubicBezTo>
                  <a:cubicBezTo>
                    <a:pt x="26506" y="19028"/>
                    <a:pt x="26567" y="18025"/>
                    <a:pt x="26445" y="17053"/>
                  </a:cubicBezTo>
                  <a:lnTo>
                    <a:pt x="25077" y="548"/>
                  </a:lnTo>
                  <a:lnTo>
                    <a:pt x="18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0"/>
            <p:cNvSpPr/>
            <p:nvPr/>
          </p:nvSpPr>
          <p:spPr>
            <a:xfrm>
              <a:off x="2433997" y="3727730"/>
              <a:ext cx="313905" cy="253469"/>
            </a:xfrm>
            <a:custGeom>
              <a:rect b="b" l="l" r="r" t="t"/>
              <a:pathLst>
                <a:path extrusionOk="0" h="21771" w="26962">
                  <a:moveTo>
                    <a:pt x="2189" y="371"/>
                  </a:moveTo>
                  <a:lnTo>
                    <a:pt x="25077" y="918"/>
                  </a:lnTo>
                  <a:lnTo>
                    <a:pt x="26445" y="17241"/>
                  </a:lnTo>
                  <a:cubicBezTo>
                    <a:pt x="26566" y="18213"/>
                    <a:pt x="26475" y="19186"/>
                    <a:pt x="26171" y="20098"/>
                  </a:cubicBezTo>
                  <a:cubicBezTo>
                    <a:pt x="26035" y="20857"/>
                    <a:pt x="25343" y="21399"/>
                    <a:pt x="24570" y="21399"/>
                  </a:cubicBezTo>
                  <a:cubicBezTo>
                    <a:pt x="24476" y="21399"/>
                    <a:pt x="24382" y="21391"/>
                    <a:pt x="24287" y="21374"/>
                  </a:cubicBezTo>
                  <a:lnTo>
                    <a:pt x="3040" y="21374"/>
                  </a:lnTo>
                  <a:cubicBezTo>
                    <a:pt x="3010" y="21374"/>
                    <a:pt x="1095" y="21131"/>
                    <a:pt x="760" y="19885"/>
                  </a:cubicBezTo>
                  <a:cubicBezTo>
                    <a:pt x="456" y="18791"/>
                    <a:pt x="1551" y="6754"/>
                    <a:pt x="2189" y="371"/>
                  </a:cubicBezTo>
                  <a:close/>
                  <a:moveTo>
                    <a:pt x="2000" y="0"/>
                  </a:moveTo>
                  <a:cubicBezTo>
                    <a:pt x="1923" y="0"/>
                    <a:pt x="1855" y="79"/>
                    <a:pt x="1855" y="158"/>
                  </a:cubicBezTo>
                  <a:cubicBezTo>
                    <a:pt x="1763" y="918"/>
                    <a:pt x="0" y="18548"/>
                    <a:pt x="396" y="19976"/>
                  </a:cubicBezTo>
                  <a:cubicBezTo>
                    <a:pt x="821" y="21496"/>
                    <a:pt x="2918" y="21739"/>
                    <a:pt x="3010" y="21739"/>
                  </a:cubicBezTo>
                  <a:lnTo>
                    <a:pt x="24256" y="21739"/>
                  </a:lnTo>
                  <a:cubicBezTo>
                    <a:pt x="24347" y="21770"/>
                    <a:pt x="24469" y="21770"/>
                    <a:pt x="24560" y="21770"/>
                  </a:cubicBezTo>
                  <a:cubicBezTo>
                    <a:pt x="24581" y="21770"/>
                    <a:pt x="24603" y="21771"/>
                    <a:pt x="24624" y="21771"/>
                  </a:cubicBezTo>
                  <a:cubicBezTo>
                    <a:pt x="25568" y="21771"/>
                    <a:pt x="26358" y="21111"/>
                    <a:pt x="26566" y="20189"/>
                  </a:cubicBezTo>
                  <a:cubicBezTo>
                    <a:pt x="26870" y="19216"/>
                    <a:pt x="26961" y="18213"/>
                    <a:pt x="26809" y="17210"/>
                  </a:cubicBezTo>
                  <a:lnTo>
                    <a:pt x="25442" y="705"/>
                  </a:lnTo>
                  <a:cubicBezTo>
                    <a:pt x="25442" y="614"/>
                    <a:pt x="25350" y="523"/>
                    <a:pt x="25259" y="523"/>
                  </a:cubicBezTo>
                  <a:lnTo>
                    <a:pt x="2037" y="6"/>
                  </a:lnTo>
                  <a:cubicBezTo>
                    <a:pt x="2025" y="2"/>
                    <a:pt x="2012" y="0"/>
                    <a:pt x="2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0"/>
            <p:cNvSpPr/>
            <p:nvPr/>
          </p:nvSpPr>
          <p:spPr>
            <a:xfrm>
              <a:off x="2457005" y="3850254"/>
              <a:ext cx="242059" cy="8860"/>
            </a:xfrm>
            <a:custGeom>
              <a:rect b="b" l="l" r="r" t="t"/>
              <a:pathLst>
                <a:path extrusionOk="0" h="761" w="20791">
                  <a:moveTo>
                    <a:pt x="182" y="0"/>
                  </a:moveTo>
                  <a:cubicBezTo>
                    <a:pt x="91" y="0"/>
                    <a:pt x="0" y="91"/>
                    <a:pt x="0" y="183"/>
                  </a:cubicBezTo>
                  <a:cubicBezTo>
                    <a:pt x="0" y="304"/>
                    <a:pt x="61" y="395"/>
                    <a:pt x="182" y="395"/>
                  </a:cubicBezTo>
                  <a:lnTo>
                    <a:pt x="20608" y="760"/>
                  </a:lnTo>
                  <a:cubicBezTo>
                    <a:pt x="20730" y="760"/>
                    <a:pt x="20791" y="699"/>
                    <a:pt x="20791" y="578"/>
                  </a:cubicBezTo>
                  <a:cubicBezTo>
                    <a:pt x="20791" y="487"/>
                    <a:pt x="20730" y="395"/>
                    <a:pt x="20608" y="395"/>
                  </a:cubicBezTo>
                  <a:lnTo>
                    <a:pt x="1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0"/>
            <p:cNvSpPr/>
            <p:nvPr/>
          </p:nvSpPr>
          <p:spPr>
            <a:xfrm>
              <a:off x="2704381" y="3736288"/>
              <a:ext cx="41063" cy="242781"/>
            </a:xfrm>
            <a:custGeom>
              <a:rect b="b" l="l" r="r" t="t"/>
              <a:pathLst>
                <a:path extrusionOk="0" h="20853" w="3527">
                  <a:moveTo>
                    <a:pt x="2037" y="1"/>
                  </a:moveTo>
                  <a:cubicBezTo>
                    <a:pt x="2037" y="1"/>
                    <a:pt x="1" y="19302"/>
                    <a:pt x="1065" y="20822"/>
                  </a:cubicBezTo>
                  <a:cubicBezTo>
                    <a:pt x="1176" y="20843"/>
                    <a:pt x="1288" y="20853"/>
                    <a:pt x="1397" y="20853"/>
                  </a:cubicBezTo>
                  <a:cubicBezTo>
                    <a:pt x="2238" y="20853"/>
                    <a:pt x="2974" y="20254"/>
                    <a:pt x="3162" y="19393"/>
                  </a:cubicBezTo>
                  <a:cubicBezTo>
                    <a:pt x="3435" y="18451"/>
                    <a:pt x="3527" y="17448"/>
                    <a:pt x="3405" y="16475"/>
                  </a:cubicBezTo>
                  <a:lnTo>
                    <a:pt x="20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0"/>
            <p:cNvSpPr/>
            <p:nvPr/>
          </p:nvSpPr>
          <p:spPr>
            <a:xfrm>
              <a:off x="2702262" y="3734099"/>
              <a:ext cx="45662" cy="247100"/>
            </a:xfrm>
            <a:custGeom>
              <a:rect b="b" l="l" r="r" t="t"/>
              <a:pathLst>
                <a:path extrusionOk="0" h="21224" w="3922">
                  <a:moveTo>
                    <a:pt x="2189" y="2256"/>
                  </a:moveTo>
                  <a:lnTo>
                    <a:pt x="3405" y="16724"/>
                  </a:lnTo>
                  <a:cubicBezTo>
                    <a:pt x="3526" y="17666"/>
                    <a:pt x="3435" y="18639"/>
                    <a:pt x="3161" y="19551"/>
                  </a:cubicBezTo>
                  <a:cubicBezTo>
                    <a:pt x="2995" y="20298"/>
                    <a:pt x="2326" y="20844"/>
                    <a:pt x="1588" y="20844"/>
                  </a:cubicBezTo>
                  <a:cubicBezTo>
                    <a:pt x="1515" y="20844"/>
                    <a:pt x="1442" y="20838"/>
                    <a:pt x="1368" y="20827"/>
                  </a:cubicBezTo>
                  <a:cubicBezTo>
                    <a:pt x="730" y="19551"/>
                    <a:pt x="1459" y="9733"/>
                    <a:pt x="2189" y="2256"/>
                  </a:cubicBezTo>
                  <a:close/>
                  <a:moveTo>
                    <a:pt x="2256" y="1"/>
                  </a:moveTo>
                  <a:cubicBezTo>
                    <a:pt x="2244" y="1"/>
                    <a:pt x="2231" y="2"/>
                    <a:pt x="2219" y="6"/>
                  </a:cubicBezTo>
                  <a:cubicBezTo>
                    <a:pt x="2128" y="6"/>
                    <a:pt x="2037" y="67"/>
                    <a:pt x="2037" y="158"/>
                  </a:cubicBezTo>
                  <a:cubicBezTo>
                    <a:pt x="1824" y="2134"/>
                    <a:pt x="0" y="19612"/>
                    <a:pt x="1095" y="21131"/>
                  </a:cubicBezTo>
                  <a:cubicBezTo>
                    <a:pt x="1125" y="21162"/>
                    <a:pt x="1155" y="21192"/>
                    <a:pt x="1216" y="21192"/>
                  </a:cubicBezTo>
                  <a:cubicBezTo>
                    <a:pt x="1307" y="21223"/>
                    <a:pt x="1429" y="21223"/>
                    <a:pt x="1520" y="21223"/>
                  </a:cubicBezTo>
                  <a:cubicBezTo>
                    <a:pt x="1541" y="21223"/>
                    <a:pt x="1563" y="21224"/>
                    <a:pt x="1584" y="21224"/>
                  </a:cubicBezTo>
                  <a:cubicBezTo>
                    <a:pt x="2528" y="21224"/>
                    <a:pt x="3318" y="20564"/>
                    <a:pt x="3526" y="19642"/>
                  </a:cubicBezTo>
                  <a:cubicBezTo>
                    <a:pt x="3830" y="18669"/>
                    <a:pt x="3921" y="17666"/>
                    <a:pt x="3769" y="16663"/>
                  </a:cubicBezTo>
                  <a:lnTo>
                    <a:pt x="2402" y="158"/>
                  </a:lnTo>
                  <a:cubicBezTo>
                    <a:pt x="2402" y="79"/>
                    <a:pt x="2333" y="1"/>
                    <a:pt x="22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0"/>
            <p:cNvSpPr/>
            <p:nvPr/>
          </p:nvSpPr>
          <p:spPr>
            <a:xfrm>
              <a:off x="2337729" y="3693463"/>
              <a:ext cx="43194" cy="110429"/>
            </a:xfrm>
            <a:custGeom>
              <a:rect b="b" l="l" r="r" t="t"/>
              <a:pathLst>
                <a:path extrusionOk="0" h="9485" w="3710">
                  <a:moveTo>
                    <a:pt x="3709" y="1"/>
                  </a:moveTo>
                  <a:lnTo>
                    <a:pt x="1" y="366"/>
                  </a:lnTo>
                  <a:lnTo>
                    <a:pt x="609" y="9484"/>
                  </a:lnTo>
                  <a:cubicBezTo>
                    <a:pt x="609" y="9484"/>
                    <a:pt x="3587" y="6566"/>
                    <a:pt x="3618" y="5381"/>
                  </a:cubicBezTo>
                  <a:cubicBezTo>
                    <a:pt x="3648" y="4196"/>
                    <a:pt x="3709" y="1"/>
                    <a:pt x="3709" y="1"/>
                  </a:cubicBezTo>
                  <a:close/>
                </a:path>
              </a:pathLst>
            </a:custGeom>
            <a:solidFill>
              <a:srgbClr val="A1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0"/>
            <p:cNvSpPr/>
            <p:nvPr/>
          </p:nvSpPr>
          <p:spPr>
            <a:xfrm>
              <a:off x="2335610" y="3690994"/>
              <a:ext cx="47781" cy="115016"/>
            </a:xfrm>
            <a:custGeom>
              <a:rect b="b" l="l" r="r" t="t"/>
              <a:pathLst>
                <a:path extrusionOk="0" h="9879" w="4104">
                  <a:moveTo>
                    <a:pt x="3709" y="456"/>
                  </a:moveTo>
                  <a:cubicBezTo>
                    <a:pt x="3709" y="1307"/>
                    <a:pt x="3648" y="4590"/>
                    <a:pt x="3617" y="5593"/>
                  </a:cubicBezTo>
                  <a:cubicBezTo>
                    <a:pt x="3587" y="6414"/>
                    <a:pt x="1885" y="8298"/>
                    <a:pt x="943" y="9271"/>
                  </a:cubicBezTo>
                  <a:lnTo>
                    <a:pt x="365" y="760"/>
                  </a:lnTo>
                  <a:lnTo>
                    <a:pt x="3709" y="456"/>
                  </a:lnTo>
                  <a:close/>
                  <a:moveTo>
                    <a:pt x="3891" y="0"/>
                  </a:moveTo>
                  <a:lnTo>
                    <a:pt x="183" y="365"/>
                  </a:lnTo>
                  <a:cubicBezTo>
                    <a:pt x="61" y="395"/>
                    <a:pt x="0" y="487"/>
                    <a:pt x="0" y="578"/>
                  </a:cubicBezTo>
                  <a:lnTo>
                    <a:pt x="608" y="9727"/>
                  </a:lnTo>
                  <a:cubicBezTo>
                    <a:pt x="608" y="9788"/>
                    <a:pt x="639" y="9848"/>
                    <a:pt x="730" y="9879"/>
                  </a:cubicBezTo>
                  <a:lnTo>
                    <a:pt x="791" y="9879"/>
                  </a:lnTo>
                  <a:cubicBezTo>
                    <a:pt x="851" y="9879"/>
                    <a:pt x="912" y="9848"/>
                    <a:pt x="943" y="9788"/>
                  </a:cubicBezTo>
                  <a:cubicBezTo>
                    <a:pt x="1247" y="9484"/>
                    <a:pt x="3952" y="6748"/>
                    <a:pt x="3982" y="5563"/>
                  </a:cubicBezTo>
                  <a:cubicBezTo>
                    <a:pt x="4013" y="4377"/>
                    <a:pt x="4104" y="183"/>
                    <a:pt x="4104" y="183"/>
                  </a:cubicBezTo>
                  <a:cubicBezTo>
                    <a:pt x="4104" y="122"/>
                    <a:pt x="4073" y="91"/>
                    <a:pt x="4043" y="61"/>
                  </a:cubicBezTo>
                  <a:cubicBezTo>
                    <a:pt x="4013" y="0"/>
                    <a:pt x="3952" y="0"/>
                    <a:pt x="38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0"/>
            <p:cNvSpPr/>
            <p:nvPr/>
          </p:nvSpPr>
          <p:spPr>
            <a:xfrm>
              <a:off x="2335960" y="3706212"/>
              <a:ext cx="30806" cy="79635"/>
            </a:xfrm>
            <a:custGeom>
              <a:rect b="b" l="l" r="r" t="t"/>
              <a:pathLst>
                <a:path extrusionOk="0" h="6840" w="2646">
                  <a:moveTo>
                    <a:pt x="2463" y="0"/>
                  </a:moveTo>
                  <a:cubicBezTo>
                    <a:pt x="2341" y="0"/>
                    <a:pt x="2250" y="61"/>
                    <a:pt x="2250" y="183"/>
                  </a:cubicBezTo>
                  <a:lnTo>
                    <a:pt x="2189" y="3253"/>
                  </a:lnTo>
                  <a:cubicBezTo>
                    <a:pt x="2189" y="3617"/>
                    <a:pt x="1308" y="5836"/>
                    <a:pt x="1034" y="6383"/>
                  </a:cubicBezTo>
                  <a:cubicBezTo>
                    <a:pt x="943" y="6140"/>
                    <a:pt x="882" y="5897"/>
                    <a:pt x="913" y="5623"/>
                  </a:cubicBezTo>
                  <a:cubicBezTo>
                    <a:pt x="913" y="5016"/>
                    <a:pt x="1065" y="3587"/>
                    <a:pt x="1065" y="3587"/>
                  </a:cubicBezTo>
                  <a:cubicBezTo>
                    <a:pt x="1065" y="3557"/>
                    <a:pt x="1065" y="3557"/>
                    <a:pt x="1065" y="3526"/>
                  </a:cubicBezTo>
                  <a:lnTo>
                    <a:pt x="396" y="213"/>
                  </a:lnTo>
                  <a:cubicBezTo>
                    <a:pt x="371" y="112"/>
                    <a:pt x="304" y="53"/>
                    <a:pt x="230" y="53"/>
                  </a:cubicBezTo>
                  <a:cubicBezTo>
                    <a:pt x="214" y="53"/>
                    <a:pt x="199" y="56"/>
                    <a:pt x="183" y="61"/>
                  </a:cubicBezTo>
                  <a:cubicBezTo>
                    <a:pt x="62" y="91"/>
                    <a:pt x="1" y="183"/>
                    <a:pt x="31" y="274"/>
                  </a:cubicBezTo>
                  <a:lnTo>
                    <a:pt x="700" y="3587"/>
                  </a:lnTo>
                  <a:cubicBezTo>
                    <a:pt x="669" y="3800"/>
                    <a:pt x="518" y="5016"/>
                    <a:pt x="518" y="5623"/>
                  </a:cubicBezTo>
                  <a:cubicBezTo>
                    <a:pt x="518" y="6079"/>
                    <a:pt x="639" y="6748"/>
                    <a:pt x="973" y="6839"/>
                  </a:cubicBezTo>
                  <a:lnTo>
                    <a:pt x="1065" y="6839"/>
                  </a:lnTo>
                  <a:cubicBezTo>
                    <a:pt x="1156" y="6839"/>
                    <a:pt x="1277" y="6778"/>
                    <a:pt x="1308" y="6687"/>
                  </a:cubicBezTo>
                  <a:cubicBezTo>
                    <a:pt x="1521" y="6383"/>
                    <a:pt x="2554" y="3769"/>
                    <a:pt x="2554" y="3253"/>
                  </a:cubicBezTo>
                  <a:lnTo>
                    <a:pt x="2645" y="183"/>
                  </a:lnTo>
                  <a:cubicBezTo>
                    <a:pt x="2645" y="91"/>
                    <a:pt x="2554" y="0"/>
                    <a:pt x="2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0"/>
            <p:cNvSpPr/>
            <p:nvPr/>
          </p:nvSpPr>
          <p:spPr>
            <a:xfrm>
              <a:off x="2328182" y="3181008"/>
              <a:ext cx="63708" cy="517032"/>
            </a:xfrm>
            <a:custGeom>
              <a:rect b="b" l="l" r="r" t="t"/>
              <a:pathLst>
                <a:path extrusionOk="0" h="44409" w="5472">
                  <a:moveTo>
                    <a:pt x="3313" y="0"/>
                  </a:moveTo>
                  <a:lnTo>
                    <a:pt x="2493" y="7417"/>
                  </a:lnTo>
                  <a:lnTo>
                    <a:pt x="0" y="28602"/>
                  </a:lnTo>
                  <a:lnTo>
                    <a:pt x="821" y="44408"/>
                  </a:lnTo>
                  <a:lnTo>
                    <a:pt x="4529" y="44013"/>
                  </a:lnTo>
                  <a:cubicBezTo>
                    <a:pt x="4529" y="44013"/>
                    <a:pt x="5471" y="34499"/>
                    <a:pt x="5411" y="30973"/>
                  </a:cubicBezTo>
                  <a:cubicBezTo>
                    <a:pt x="5319" y="27447"/>
                    <a:pt x="5319" y="12766"/>
                    <a:pt x="5167" y="8785"/>
                  </a:cubicBezTo>
                  <a:cubicBezTo>
                    <a:pt x="4985" y="4772"/>
                    <a:pt x="3313" y="0"/>
                    <a:pt x="3313"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0"/>
            <p:cNvSpPr/>
            <p:nvPr/>
          </p:nvSpPr>
          <p:spPr>
            <a:xfrm>
              <a:off x="2326051" y="3178528"/>
              <a:ext cx="68318" cy="521281"/>
            </a:xfrm>
            <a:custGeom>
              <a:rect b="b" l="l" r="r" t="t"/>
              <a:pathLst>
                <a:path extrusionOk="0" h="44774" w="5868">
                  <a:moveTo>
                    <a:pt x="3587" y="1125"/>
                  </a:moveTo>
                  <a:cubicBezTo>
                    <a:pt x="4074" y="2645"/>
                    <a:pt x="5016" y="6049"/>
                    <a:pt x="5138" y="8998"/>
                  </a:cubicBezTo>
                  <a:cubicBezTo>
                    <a:pt x="5259" y="11368"/>
                    <a:pt x="5290" y="17417"/>
                    <a:pt x="5320" y="22767"/>
                  </a:cubicBezTo>
                  <a:cubicBezTo>
                    <a:pt x="5350" y="26505"/>
                    <a:pt x="5350" y="29727"/>
                    <a:pt x="5381" y="31186"/>
                  </a:cubicBezTo>
                  <a:cubicBezTo>
                    <a:pt x="5472" y="34408"/>
                    <a:pt x="4651" y="42797"/>
                    <a:pt x="4530" y="44044"/>
                  </a:cubicBezTo>
                  <a:lnTo>
                    <a:pt x="1186" y="44378"/>
                  </a:lnTo>
                  <a:lnTo>
                    <a:pt x="365" y="28815"/>
                  </a:lnTo>
                  <a:lnTo>
                    <a:pt x="2888" y="7630"/>
                  </a:lnTo>
                  <a:lnTo>
                    <a:pt x="3587" y="1125"/>
                  </a:lnTo>
                  <a:close/>
                  <a:moveTo>
                    <a:pt x="3496" y="0"/>
                  </a:moveTo>
                  <a:cubicBezTo>
                    <a:pt x="3405" y="31"/>
                    <a:pt x="3344" y="92"/>
                    <a:pt x="3344" y="183"/>
                  </a:cubicBezTo>
                  <a:lnTo>
                    <a:pt x="2524" y="7569"/>
                  </a:lnTo>
                  <a:lnTo>
                    <a:pt x="1" y="28815"/>
                  </a:lnTo>
                  <a:lnTo>
                    <a:pt x="821" y="44591"/>
                  </a:lnTo>
                  <a:cubicBezTo>
                    <a:pt x="821" y="44652"/>
                    <a:pt x="821" y="44712"/>
                    <a:pt x="882" y="44743"/>
                  </a:cubicBezTo>
                  <a:cubicBezTo>
                    <a:pt x="913" y="44773"/>
                    <a:pt x="943" y="44773"/>
                    <a:pt x="1004" y="44773"/>
                  </a:cubicBezTo>
                  <a:lnTo>
                    <a:pt x="1034" y="44773"/>
                  </a:lnTo>
                  <a:lnTo>
                    <a:pt x="4742" y="44408"/>
                  </a:lnTo>
                  <a:cubicBezTo>
                    <a:pt x="4834" y="44408"/>
                    <a:pt x="4925" y="44317"/>
                    <a:pt x="4925" y="44226"/>
                  </a:cubicBezTo>
                  <a:cubicBezTo>
                    <a:pt x="4925" y="44135"/>
                    <a:pt x="5867" y="34651"/>
                    <a:pt x="5776" y="31156"/>
                  </a:cubicBezTo>
                  <a:cubicBezTo>
                    <a:pt x="5745" y="29727"/>
                    <a:pt x="5715" y="26505"/>
                    <a:pt x="5715" y="22767"/>
                  </a:cubicBezTo>
                  <a:cubicBezTo>
                    <a:pt x="5685" y="17387"/>
                    <a:pt x="5654" y="11338"/>
                    <a:pt x="5533" y="8967"/>
                  </a:cubicBezTo>
                  <a:cubicBezTo>
                    <a:pt x="5381" y="4985"/>
                    <a:pt x="3709" y="183"/>
                    <a:pt x="3709" y="152"/>
                  </a:cubicBezTo>
                  <a:cubicBezTo>
                    <a:pt x="3679" y="61"/>
                    <a:pt x="3587" y="0"/>
                    <a:pt x="34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0"/>
            <p:cNvSpPr/>
            <p:nvPr/>
          </p:nvSpPr>
          <p:spPr>
            <a:xfrm>
              <a:off x="1958584" y="4402611"/>
              <a:ext cx="161703" cy="104620"/>
            </a:xfrm>
            <a:custGeom>
              <a:rect b="b" l="l" r="r" t="t"/>
              <a:pathLst>
                <a:path extrusionOk="0" h="8986" w="13889">
                  <a:moveTo>
                    <a:pt x="10347" y="1"/>
                  </a:moveTo>
                  <a:cubicBezTo>
                    <a:pt x="8643" y="1"/>
                    <a:pt x="6940" y="373"/>
                    <a:pt x="6940" y="373"/>
                  </a:cubicBezTo>
                  <a:lnTo>
                    <a:pt x="4660" y="2744"/>
                  </a:lnTo>
                  <a:cubicBezTo>
                    <a:pt x="4660" y="2744"/>
                    <a:pt x="375" y="6422"/>
                    <a:pt x="162" y="7152"/>
                  </a:cubicBezTo>
                  <a:cubicBezTo>
                    <a:pt x="1" y="7703"/>
                    <a:pt x="849" y="8986"/>
                    <a:pt x="3008" y="8986"/>
                  </a:cubicBezTo>
                  <a:cubicBezTo>
                    <a:pt x="3703" y="8986"/>
                    <a:pt x="4534" y="8853"/>
                    <a:pt x="5512" y="8519"/>
                  </a:cubicBezTo>
                  <a:cubicBezTo>
                    <a:pt x="9524" y="7121"/>
                    <a:pt x="9919" y="6118"/>
                    <a:pt x="11044" y="5784"/>
                  </a:cubicBezTo>
                  <a:cubicBezTo>
                    <a:pt x="12168" y="5450"/>
                    <a:pt x="13475" y="5298"/>
                    <a:pt x="13749" y="2045"/>
                  </a:cubicBezTo>
                  <a:cubicBezTo>
                    <a:pt x="13888" y="403"/>
                    <a:pt x="12117" y="1"/>
                    <a:pt x="10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0"/>
            <p:cNvSpPr/>
            <p:nvPr/>
          </p:nvSpPr>
          <p:spPr>
            <a:xfrm>
              <a:off x="1957629" y="4400516"/>
              <a:ext cx="164217" cy="109102"/>
            </a:xfrm>
            <a:custGeom>
              <a:rect b="b" l="l" r="r" t="t"/>
              <a:pathLst>
                <a:path extrusionOk="0" h="9371" w="14105">
                  <a:moveTo>
                    <a:pt x="10431" y="371"/>
                  </a:moveTo>
                  <a:cubicBezTo>
                    <a:pt x="11523" y="371"/>
                    <a:pt x="12603" y="527"/>
                    <a:pt x="13193" y="1040"/>
                  </a:cubicBezTo>
                  <a:cubicBezTo>
                    <a:pt x="13527" y="1344"/>
                    <a:pt x="13709" y="1769"/>
                    <a:pt x="13648" y="2225"/>
                  </a:cubicBezTo>
                  <a:cubicBezTo>
                    <a:pt x="13405" y="5113"/>
                    <a:pt x="12341" y="5417"/>
                    <a:pt x="11308" y="5721"/>
                  </a:cubicBezTo>
                  <a:lnTo>
                    <a:pt x="11065" y="5782"/>
                  </a:lnTo>
                  <a:cubicBezTo>
                    <a:pt x="10639" y="5933"/>
                    <a:pt x="10244" y="6146"/>
                    <a:pt x="9910" y="6420"/>
                  </a:cubicBezTo>
                  <a:cubicBezTo>
                    <a:pt x="8542" y="7332"/>
                    <a:pt x="7083" y="8031"/>
                    <a:pt x="5533" y="8517"/>
                  </a:cubicBezTo>
                  <a:cubicBezTo>
                    <a:pt x="4533" y="8861"/>
                    <a:pt x="3719" y="8987"/>
                    <a:pt x="3062" y="8987"/>
                  </a:cubicBezTo>
                  <a:cubicBezTo>
                    <a:pt x="1802" y="8987"/>
                    <a:pt x="1121" y="8523"/>
                    <a:pt x="821" y="8244"/>
                  </a:cubicBezTo>
                  <a:cubicBezTo>
                    <a:pt x="548" y="8031"/>
                    <a:pt x="426" y="7727"/>
                    <a:pt x="426" y="7392"/>
                  </a:cubicBezTo>
                  <a:cubicBezTo>
                    <a:pt x="548" y="6906"/>
                    <a:pt x="3223" y="4475"/>
                    <a:pt x="4864" y="3046"/>
                  </a:cubicBezTo>
                  <a:lnTo>
                    <a:pt x="7113" y="736"/>
                  </a:lnTo>
                  <a:cubicBezTo>
                    <a:pt x="7412" y="666"/>
                    <a:pt x="8932" y="371"/>
                    <a:pt x="10431" y="371"/>
                  </a:cubicBezTo>
                  <a:close/>
                  <a:moveTo>
                    <a:pt x="10414" y="1"/>
                  </a:moveTo>
                  <a:cubicBezTo>
                    <a:pt x="8738" y="1"/>
                    <a:pt x="7086" y="353"/>
                    <a:pt x="6961" y="371"/>
                  </a:cubicBezTo>
                  <a:cubicBezTo>
                    <a:pt x="6931" y="371"/>
                    <a:pt x="6901" y="401"/>
                    <a:pt x="6870" y="432"/>
                  </a:cubicBezTo>
                  <a:lnTo>
                    <a:pt x="4591" y="2772"/>
                  </a:lnTo>
                  <a:cubicBezTo>
                    <a:pt x="3861" y="3380"/>
                    <a:pt x="274" y="6541"/>
                    <a:pt x="62" y="7301"/>
                  </a:cubicBezTo>
                  <a:cubicBezTo>
                    <a:pt x="1" y="7757"/>
                    <a:pt x="183" y="8213"/>
                    <a:pt x="578" y="8517"/>
                  </a:cubicBezTo>
                  <a:cubicBezTo>
                    <a:pt x="1216" y="9068"/>
                    <a:pt x="2076" y="9370"/>
                    <a:pt x="2946" y="9370"/>
                  </a:cubicBezTo>
                  <a:cubicBezTo>
                    <a:pt x="2987" y="9370"/>
                    <a:pt x="3029" y="9370"/>
                    <a:pt x="3071" y="9368"/>
                  </a:cubicBezTo>
                  <a:cubicBezTo>
                    <a:pt x="3952" y="9338"/>
                    <a:pt x="4803" y="9155"/>
                    <a:pt x="5654" y="8851"/>
                  </a:cubicBezTo>
                  <a:cubicBezTo>
                    <a:pt x="7235" y="8365"/>
                    <a:pt x="8724" y="7636"/>
                    <a:pt x="10123" y="6724"/>
                  </a:cubicBezTo>
                  <a:cubicBezTo>
                    <a:pt x="10426" y="6481"/>
                    <a:pt x="10791" y="6268"/>
                    <a:pt x="11186" y="6146"/>
                  </a:cubicBezTo>
                  <a:lnTo>
                    <a:pt x="11399" y="6085"/>
                  </a:lnTo>
                  <a:cubicBezTo>
                    <a:pt x="12493" y="5751"/>
                    <a:pt x="13770" y="5417"/>
                    <a:pt x="14013" y="2256"/>
                  </a:cubicBezTo>
                  <a:cubicBezTo>
                    <a:pt x="14104" y="1678"/>
                    <a:pt x="13892" y="1131"/>
                    <a:pt x="13466" y="766"/>
                  </a:cubicBezTo>
                  <a:cubicBezTo>
                    <a:pt x="12788" y="176"/>
                    <a:pt x="11595" y="1"/>
                    <a:pt x="104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0"/>
            <p:cNvSpPr/>
            <p:nvPr/>
          </p:nvSpPr>
          <p:spPr>
            <a:xfrm>
              <a:off x="2262897" y="4407606"/>
              <a:ext cx="156696" cy="110406"/>
            </a:xfrm>
            <a:custGeom>
              <a:rect b="b" l="l" r="r" t="t"/>
              <a:pathLst>
                <a:path extrusionOk="0" h="9483" w="13459">
                  <a:moveTo>
                    <a:pt x="2948" y="0"/>
                  </a:moveTo>
                  <a:cubicBezTo>
                    <a:pt x="1446" y="0"/>
                    <a:pt x="1" y="406"/>
                    <a:pt x="45" y="1981"/>
                  </a:cubicBezTo>
                  <a:cubicBezTo>
                    <a:pt x="136" y="5233"/>
                    <a:pt x="1443" y="5446"/>
                    <a:pt x="2537" y="5841"/>
                  </a:cubicBezTo>
                  <a:cubicBezTo>
                    <a:pt x="3631" y="6236"/>
                    <a:pt x="3996" y="7270"/>
                    <a:pt x="7917" y="8850"/>
                  </a:cubicBezTo>
                  <a:cubicBezTo>
                    <a:pt x="9038" y="9307"/>
                    <a:pt x="9972" y="9483"/>
                    <a:pt x="10733" y="9483"/>
                  </a:cubicBezTo>
                  <a:cubicBezTo>
                    <a:pt x="12653" y="9483"/>
                    <a:pt x="13458" y="8361"/>
                    <a:pt x="13328" y="7817"/>
                  </a:cubicBezTo>
                  <a:cubicBezTo>
                    <a:pt x="13176" y="7057"/>
                    <a:pt x="9103" y="3106"/>
                    <a:pt x="9103" y="3106"/>
                  </a:cubicBezTo>
                  <a:lnTo>
                    <a:pt x="6215" y="461"/>
                  </a:lnTo>
                  <a:cubicBezTo>
                    <a:pt x="6215" y="461"/>
                    <a:pt x="4549" y="0"/>
                    <a:pt x="2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0"/>
            <p:cNvSpPr/>
            <p:nvPr/>
          </p:nvSpPr>
          <p:spPr>
            <a:xfrm>
              <a:off x="2260580" y="4405336"/>
              <a:ext cx="159968" cy="114900"/>
            </a:xfrm>
            <a:custGeom>
              <a:rect b="b" l="l" r="r" t="t"/>
              <a:pathLst>
                <a:path extrusionOk="0" h="9869" w="13740">
                  <a:moveTo>
                    <a:pt x="3101" y="352"/>
                  </a:moveTo>
                  <a:lnTo>
                    <a:pt x="3101" y="383"/>
                  </a:lnTo>
                  <a:cubicBezTo>
                    <a:pt x="4195" y="383"/>
                    <a:pt x="5259" y="565"/>
                    <a:pt x="6323" y="839"/>
                  </a:cubicBezTo>
                  <a:lnTo>
                    <a:pt x="9180" y="3453"/>
                  </a:lnTo>
                  <a:cubicBezTo>
                    <a:pt x="10730" y="4972"/>
                    <a:pt x="13253" y="7526"/>
                    <a:pt x="13344" y="8012"/>
                  </a:cubicBezTo>
                  <a:cubicBezTo>
                    <a:pt x="13344" y="8346"/>
                    <a:pt x="13162" y="8681"/>
                    <a:pt x="12888" y="8863"/>
                  </a:cubicBezTo>
                  <a:cubicBezTo>
                    <a:pt x="12610" y="9085"/>
                    <a:pt x="11994" y="9454"/>
                    <a:pt x="10909" y="9454"/>
                  </a:cubicBezTo>
                  <a:cubicBezTo>
                    <a:pt x="10213" y="9454"/>
                    <a:pt x="9324" y="9302"/>
                    <a:pt x="8207" y="8863"/>
                  </a:cubicBezTo>
                  <a:cubicBezTo>
                    <a:pt x="6657" y="8285"/>
                    <a:pt x="5229" y="7526"/>
                    <a:pt x="3952" y="6523"/>
                  </a:cubicBezTo>
                  <a:cubicBezTo>
                    <a:pt x="3587" y="6249"/>
                    <a:pt x="3222" y="6006"/>
                    <a:pt x="2797" y="5823"/>
                  </a:cubicBezTo>
                  <a:lnTo>
                    <a:pt x="2584" y="5763"/>
                  </a:lnTo>
                  <a:cubicBezTo>
                    <a:pt x="1581" y="5398"/>
                    <a:pt x="517" y="5033"/>
                    <a:pt x="426" y="2146"/>
                  </a:cubicBezTo>
                  <a:cubicBezTo>
                    <a:pt x="396" y="1659"/>
                    <a:pt x="578" y="1173"/>
                    <a:pt x="973" y="899"/>
                  </a:cubicBezTo>
                  <a:cubicBezTo>
                    <a:pt x="1459" y="504"/>
                    <a:pt x="2280" y="352"/>
                    <a:pt x="3101" y="352"/>
                  </a:cubicBezTo>
                  <a:close/>
                  <a:moveTo>
                    <a:pt x="3101" y="1"/>
                  </a:moveTo>
                  <a:cubicBezTo>
                    <a:pt x="2198" y="1"/>
                    <a:pt x="1312" y="145"/>
                    <a:pt x="730" y="595"/>
                  </a:cubicBezTo>
                  <a:cubicBezTo>
                    <a:pt x="244" y="991"/>
                    <a:pt x="0" y="1568"/>
                    <a:pt x="61" y="2176"/>
                  </a:cubicBezTo>
                  <a:cubicBezTo>
                    <a:pt x="152" y="5337"/>
                    <a:pt x="1368" y="5763"/>
                    <a:pt x="2463" y="6127"/>
                  </a:cubicBezTo>
                  <a:lnTo>
                    <a:pt x="2675" y="6219"/>
                  </a:lnTo>
                  <a:cubicBezTo>
                    <a:pt x="3040" y="6371"/>
                    <a:pt x="3405" y="6583"/>
                    <a:pt x="3709" y="6857"/>
                  </a:cubicBezTo>
                  <a:cubicBezTo>
                    <a:pt x="5046" y="7860"/>
                    <a:pt x="6505" y="8650"/>
                    <a:pt x="8055" y="9228"/>
                  </a:cubicBezTo>
                  <a:cubicBezTo>
                    <a:pt x="8967" y="9623"/>
                    <a:pt x="9909" y="9836"/>
                    <a:pt x="10913" y="9866"/>
                  </a:cubicBezTo>
                  <a:cubicBezTo>
                    <a:pt x="10952" y="9868"/>
                    <a:pt x="10992" y="9868"/>
                    <a:pt x="11032" y="9868"/>
                  </a:cubicBezTo>
                  <a:cubicBezTo>
                    <a:pt x="11782" y="9868"/>
                    <a:pt x="12525" y="9598"/>
                    <a:pt x="13131" y="9137"/>
                  </a:cubicBezTo>
                  <a:cubicBezTo>
                    <a:pt x="13527" y="8863"/>
                    <a:pt x="13739" y="8407"/>
                    <a:pt x="13709" y="7951"/>
                  </a:cubicBezTo>
                  <a:cubicBezTo>
                    <a:pt x="13557" y="7161"/>
                    <a:pt x="10122" y="3848"/>
                    <a:pt x="9423" y="3179"/>
                  </a:cubicBezTo>
                  <a:lnTo>
                    <a:pt x="6536" y="535"/>
                  </a:lnTo>
                  <a:cubicBezTo>
                    <a:pt x="6505" y="504"/>
                    <a:pt x="6475" y="474"/>
                    <a:pt x="6444" y="474"/>
                  </a:cubicBezTo>
                  <a:cubicBezTo>
                    <a:pt x="6347" y="454"/>
                    <a:pt x="4699" y="1"/>
                    <a:pt x="3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0"/>
            <p:cNvSpPr/>
            <p:nvPr/>
          </p:nvSpPr>
          <p:spPr>
            <a:xfrm>
              <a:off x="2026291" y="3566409"/>
              <a:ext cx="328062" cy="868647"/>
            </a:xfrm>
            <a:custGeom>
              <a:rect b="b" l="l" r="r" t="t"/>
              <a:pathLst>
                <a:path extrusionOk="0" h="74610" w="28178">
                  <a:moveTo>
                    <a:pt x="27509" y="1"/>
                  </a:moveTo>
                  <a:lnTo>
                    <a:pt x="882" y="214"/>
                  </a:lnTo>
                  <a:lnTo>
                    <a:pt x="578" y="6506"/>
                  </a:lnTo>
                  <a:cubicBezTo>
                    <a:pt x="578" y="6506"/>
                    <a:pt x="1" y="41309"/>
                    <a:pt x="396" y="44348"/>
                  </a:cubicBezTo>
                  <a:cubicBezTo>
                    <a:pt x="760" y="47388"/>
                    <a:pt x="1277" y="69516"/>
                    <a:pt x="1277" y="69516"/>
                  </a:cubicBezTo>
                  <a:lnTo>
                    <a:pt x="578" y="70975"/>
                  </a:lnTo>
                  <a:lnTo>
                    <a:pt x="639" y="72920"/>
                  </a:lnTo>
                  <a:cubicBezTo>
                    <a:pt x="639" y="72920"/>
                    <a:pt x="1460" y="73406"/>
                    <a:pt x="3405" y="73741"/>
                  </a:cubicBezTo>
                  <a:cubicBezTo>
                    <a:pt x="4367" y="73858"/>
                    <a:pt x="5341" y="73925"/>
                    <a:pt x="6328" y="73925"/>
                  </a:cubicBezTo>
                  <a:cubicBezTo>
                    <a:pt x="6870" y="73925"/>
                    <a:pt x="7415" y="73905"/>
                    <a:pt x="7964" y="73862"/>
                  </a:cubicBezTo>
                  <a:lnTo>
                    <a:pt x="8785" y="69972"/>
                  </a:lnTo>
                  <a:lnTo>
                    <a:pt x="14043" y="19667"/>
                  </a:lnTo>
                  <a:lnTo>
                    <a:pt x="19241" y="63984"/>
                  </a:lnTo>
                  <a:lnTo>
                    <a:pt x="20335" y="74561"/>
                  </a:lnTo>
                  <a:cubicBezTo>
                    <a:pt x="20335" y="74561"/>
                    <a:pt x="20665" y="74609"/>
                    <a:pt x="21115" y="74609"/>
                  </a:cubicBezTo>
                  <a:cubicBezTo>
                    <a:pt x="21677" y="74609"/>
                    <a:pt x="22426" y="74534"/>
                    <a:pt x="22949" y="74197"/>
                  </a:cubicBezTo>
                  <a:cubicBezTo>
                    <a:pt x="23892" y="73589"/>
                    <a:pt x="26688" y="73285"/>
                    <a:pt x="26688" y="73285"/>
                  </a:cubicBezTo>
                  <a:cubicBezTo>
                    <a:pt x="26688" y="73285"/>
                    <a:pt x="26962" y="70397"/>
                    <a:pt x="26870" y="69394"/>
                  </a:cubicBezTo>
                  <a:cubicBezTo>
                    <a:pt x="26810" y="68361"/>
                    <a:pt x="26475" y="67692"/>
                    <a:pt x="26475" y="67236"/>
                  </a:cubicBezTo>
                  <a:cubicBezTo>
                    <a:pt x="26475" y="66780"/>
                    <a:pt x="28177" y="20883"/>
                    <a:pt x="28177" y="20883"/>
                  </a:cubicBezTo>
                  <a:lnTo>
                    <a:pt x="275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0"/>
            <p:cNvSpPr/>
            <p:nvPr/>
          </p:nvSpPr>
          <p:spPr>
            <a:xfrm>
              <a:off x="2023810" y="3563940"/>
              <a:ext cx="332661" cy="873432"/>
            </a:xfrm>
            <a:custGeom>
              <a:rect b="b" l="l" r="r" t="t"/>
              <a:pathLst>
                <a:path extrusionOk="0" h="75021" w="28573">
                  <a:moveTo>
                    <a:pt x="27539" y="365"/>
                  </a:moveTo>
                  <a:lnTo>
                    <a:pt x="28208" y="21095"/>
                  </a:lnTo>
                  <a:cubicBezTo>
                    <a:pt x="28208" y="21551"/>
                    <a:pt x="26506" y="66962"/>
                    <a:pt x="26506" y="67448"/>
                  </a:cubicBezTo>
                  <a:cubicBezTo>
                    <a:pt x="26506" y="67722"/>
                    <a:pt x="26567" y="67965"/>
                    <a:pt x="26658" y="68238"/>
                  </a:cubicBezTo>
                  <a:cubicBezTo>
                    <a:pt x="26779" y="68694"/>
                    <a:pt x="26871" y="69120"/>
                    <a:pt x="26901" y="69606"/>
                  </a:cubicBezTo>
                  <a:cubicBezTo>
                    <a:pt x="26962" y="70457"/>
                    <a:pt x="26779" y="72706"/>
                    <a:pt x="26719" y="73314"/>
                  </a:cubicBezTo>
                  <a:cubicBezTo>
                    <a:pt x="26111" y="73375"/>
                    <a:pt x="23922" y="73679"/>
                    <a:pt x="23071" y="74226"/>
                  </a:cubicBezTo>
                  <a:cubicBezTo>
                    <a:pt x="22552" y="74572"/>
                    <a:pt x="21801" y="74641"/>
                    <a:pt x="21258" y="74641"/>
                  </a:cubicBezTo>
                  <a:cubicBezTo>
                    <a:pt x="21039" y="74641"/>
                    <a:pt x="20853" y="74630"/>
                    <a:pt x="20731" y="74621"/>
                  </a:cubicBezTo>
                  <a:lnTo>
                    <a:pt x="19636" y="64165"/>
                  </a:lnTo>
                  <a:lnTo>
                    <a:pt x="14439" y="19849"/>
                  </a:lnTo>
                  <a:cubicBezTo>
                    <a:pt x="14439" y="19757"/>
                    <a:pt x="14348" y="19666"/>
                    <a:pt x="14256" y="19666"/>
                  </a:cubicBezTo>
                  <a:cubicBezTo>
                    <a:pt x="14165" y="19666"/>
                    <a:pt x="14074" y="19757"/>
                    <a:pt x="14074" y="19849"/>
                  </a:cubicBezTo>
                  <a:lnTo>
                    <a:pt x="8785" y="70184"/>
                  </a:lnTo>
                  <a:lnTo>
                    <a:pt x="7964" y="73922"/>
                  </a:lnTo>
                  <a:cubicBezTo>
                    <a:pt x="7452" y="73955"/>
                    <a:pt x="6935" y="73972"/>
                    <a:pt x="6416" y="73972"/>
                  </a:cubicBezTo>
                  <a:cubicBezTo>
                    <a:pt x="5489" y="73972"/>
                    <a:pt x="4553" y="73918"/>
                    <a:pt x="3618" y="73801"/>
                  </a:cubicBezTo>
                  <a:cubicBezTo>
                    <a:pt x="2736" y="73649"/>
                    <a:pt x="1855" y="73406"/>
                    <a:pt x="1004" y="73041"/>
                  </a:cubicBezTo>
                  <a:lnTo>
                    <a:pt x="973" y="71247"/>
                  </a:lnTo>
                  <a:lnTo>
                    <a:pt x="1642" y="69819"/>
                  </a:lnTo>
                  <a:cubicBezTo>
                    <a:pt x="1673" y="69788"/>
                    <a:pt x="1673" y="69758"/>
                    <a:pt x="1673" y="69728"/>
                  </a:cubicBezTo>
                  <a:cubicBezTo>
                    <a:pt x="1673" y="69515"/>
                    <a:pt x="1156" y="47569"/>
                    <a:pt x="761" y="44530"/>
                  </a:cubicBezTo>
                  <a:cubicBezTo>
                    <a:pt x="396" y="41521"/>
                    <a:pt x="943" y="7052"/>
                    <a:pt x="943" y="6718"/>
                  </a:cubicBezTo>
                  <a:lnTo>
                    <a:pt x="1277" y="608"/>
                  </a:lnTo>
                  <a:lnTo>
                    <a:pt x="27539" y="365"/>
                  </a:lnTo>
                  <a:close/>
                  <a:moveTo>
                    <a:pt x="27722" y="0"/>
                  </a:moveTo>
                  <a:lnTo>
                    <a:pt x="1095" y="243"/>
                  </a:lnTo>
                  <a:cubicBezTo>
                    <a:pt x="1004" y="243"/>
                    <a:pt x="913" y="304"/>
                    <a:pt x="913" y="426"/>
                  </a:cubicBezTo>
                  <a:lnTo>
                    <a:pt x="578" y="6718"/>
                  </a:lnTo>
                  <a:cubicBezTo>
                    <a:pt x="548" y="8146"/>
                    <a:pt x="1" y="41551"/>
                    <a:pt x="396" y="44591"/>
                  </a:cubicBezTo>
                  <a:cubicBezTo>
                    <a:pt x="761" y="47539"/>
                    <a:pt x="1247" y="68573"/>
                    <a:pt x="1277" y="69697"/>
                  </a:cubicBezTo>
                  <a:lnTo>
                    <a:pt x="609" y="71126"/>
                  </a:lnTo>
                  <a:cubicBezTo>
                    <a:pt x="609" y="71156"/>
                    <a:pt x="609" y="71187"/>
                    <a:pt x="609" y="71217"/>
                  </a:cubicBezTo>
                  <a:lnTo>
                    <a:pt x="639" y="73162"/>
                  </a:lnTo>
                  <a:cubicBezTo>
                    <a:pt x="639" y="73223"/>
                    <a:pt x="700" y="73284"/>
                    <a:pt x="761" y="73314"/>
                  </a:cubicBezTo>
                  <a:cubicBezTo>
                    <a:pt x="791" y="73345"/>
                    <a:pt x="1612" y="73831"/>
                    <a:pt x="3587" y="74165"/>
                  </a:cubicBezTo>
                  <a:cubicBezTo>
                    <a:pt x="4562" y="74282"/>
                    <a:pt x="5536" y="74337"/>
                    <a:pt x="6518" y="74337"/>
                  </a:cubicBezTo>
                  <a:cubicBezTo>
                    <a:pt x="7068" y="74337"/>
                    <a:pt x="7621" y="74320"/>
                    <a:pt x="8177" y="74287"/>
                  </a:cubicBezTo>
                  <a:cubicBezTo>
                    <a:pt x="8238" y="74257"/>
                    <a:pt x="8329" y="74196"/>
                    <a:pt x="8329" y="74135"/>
                  </a:cubicBezTo>
                  <a:lnTo>
                    <a:pt x="9180" y="70244"/>
                  </a:lnTo>
                  <a:lnTo>
                    <a:pt x="14256" y="21611"/>
                  </a:lnTo>
                  <a:lnTo>
                    <a:pt x="19241" y="64196"/>
                  </a:lnTo>
                  <a:lnTo>
                    <a:pt x="20366" y="74804"/>
                  </a:lnTo>
                  <a:cubicBezTo>
                    <a:pt x="20366" y="74895"/>
                    <a:pt x="20427" y="74956"/>
                    <a:pt x="20518" y="74986"/>
                  </a:cubicBezTo>
                  <a:cubicBezTo>
                    <a:pt x="20761" y="75016"/>
                    <a:pt x="21035" y="75016"/>
                    <a:pt x="21278" y="75016"/>
                  </a:cubicBezTo>
                  <a:cubicBezTo>
                    <a:pt x="21336" y="75019"/>
                    <a:pt x="21393" y="75020"/>
                    <a:pt x="21451" y="75020"/>
                  </a:cubicBezTo>
                  <a:cubicBezTo>
                    <a:pt x="22087" y="75020"/>
                    <a:pt x="22696" y="74865"/>
                    <a:pt x="23253" y="74530"/>
                  </a:cubicBezTo>
                  <a:cubicBezTo>
                    <a:pt x="24165" y="73953"/>
                    <a:pt x="26871" y="73649"/>
                    <a:pt x="26901" y="73649"/>
                  </a:cubicBezTo>
                  <a:cubicBezTo>
                    <a:pt x="26992" y="73649"/>
                    <a:pt x="27083" y="73588"/>
                    <a:pt x="27083" y="73497"/>
                  </a:cubicBezTo>
                  <a:cubicBezTo>
                    <a:pt x="27083" y="73375"/>
                    <a:pt x="27357" y="70579"/>
                    <a:pt x="27266" y="69576"/>
                  </a:cubicBezTo>
                  <a:cubicBezTo>
                    <a:pt x="27235" y="69089"/>
                    <a:pt x="27144" y="68603"/>
                    <a:pt x="27023" y="68147"/>
                  </a:cubicBezTo>
                  <a:cubicBezTo>
                    <a:pt x="26931" y="67904"/>
                    <a:pt x="26871" y="67661"/>
                    <a:pt x="26871" y="67448"/>
                  </a:cubicBezTo>
                  <a:cubicBezTo>
                    <a:pt x="26871" y="66992"/>
                    <a:pt x="28573" y="21551"/>
                    <a:pt x="28573" y="21095"/>
                  </a:cubicBezTo>
                  <a:lnTo>
                    <a:pt x="27904" y="183"/>
                  </a:lnTo>
                  <a:cubicBezTo>
                    <a:pt x="27904" y="91"/>
                    <a:pt x="27813" y="0"/>
                    <a:pt x="277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0"/>
            <p:cNvSpPr/>
            <p:nvPr/>
          </p:nvSpPr>
          <p:spPr>
            <a:xfrm>
              <a:off x="2035850" y="3566059"/>
              <a:ext cx="311775" cy="38292"/>
            </a:xfrm>
            <a:custGeom>
              <a:rect b="b" l="l" r="r" t="t"/>
              <a:pathLst>
                <a:path extrusionOk="0" h="3289" w="26779">
                  <a:moveTo>
                    <a:pt x="26718" y="1"/>
                  </a:moveTo>
                  <a:lnTo>
                    <a:pt x="91" y="244"/>
                  </a:lnTo>
                  <a:lnTo>
                    <a:pt x="0" y="1885"/>
                  </a:lnTo>
                  <a:cubicBezTo>
                    <a:pt x="4363" y="2804"/>
                    <a:pt x="8807" y="3288"/>
                    <a:pt x="13255" y="3288"/>
                  </a:cubicBezTo>
                  <a:cubicBezTo>
                    <a:pt x="13518" y="3288"/>
                    <a:pt x="13780" y="3287"/>
                    <a:pt x="14043" y="3283"/>
                  </a:cubicBezTo>
                  <a:cubicBezTo>
                    <a:pt x="18329" y="3223"/>
                    <a:pt x="22584" y="2736"/>
                    <a:pt x="26779" y="1916"/>
                  </a:cubicBezTo>
                  <a:lnTo>
                    <a:pt x="26718" y="1"/>
                  </a:lnTo>
                  <a:close/>
                </a:path>
              </a:pathLst>
            </a:custGeom>
            <a:solidFill>
              <a:srgbClr val="9696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0"/>
            <p:cNvSpPr/>
            <p:nvPr/>
          </p:nvSpPr>
          <p:spPr>
            <a:xfrm>
              <a:off x="2033370" y="3563940"/>
              <a:ext cx="316385" cy="42833"/>
            </a:xfrm>
            <a:custGeom>
              <a:rect b="b" l="l" r="r" t="t"/>
              <a:pathLst>
                <a:path extrusionOk="0" h="3679" w="27175">
                  <a:moveTo>
                    <a:pt x="26718" y="365"/>
                  </a:moveTo>
                  <a:lnTo>
                    <a:pt x="26779" y="1946"/>
                  </a:lnTo>
                  <a:cubicBezTo>
                    <a:pt x="22645" y="2766"/>
                    <a:pt x="18451" y="3192"/>
                    <a:pt x="14226" y="3283"/>
                  </a:cubicBezTo>
                  <a:cubicBezTo>
                    <a:pt x="13966" y="3286"/>
                    <a:pt x="13707" y="3288"/>
                    <a:pt x="13447" y="3288"/>
                  </a:cubicBezTo>
                  <a:cubicBezTo>
                    <a:pt x="9060" y="3288"/>
                    <a:pt x="4700" y="2805"/>
                    <a:pt x="396" y="1915"/>
                  </a:cubicBezTo>
                  <a:lnTo>
                    <a:pt x="456" y="608"/>
                  </a:lnTo>
                  <a:lnTo>
                    <a:pt x="26718" y="365"/>
                  </a:lnTo>
                  <a:close/>
                  <a:moveTo>
                    <a:pt x="26931" y="0"/>
                  </a:moveTo>
                  <a:lnTo>
                    <a:pt x="274" y="213"/>
                  </a:lnTo>
                  <a:cubicBezTo>
                    <a:pt x="183" y="213"/>
                    <a:pt x="92" y="304"/>
                    <a:pt x="92" y="395"/>
                  </a:cubicBezTo>
                  <a:lnTo>
                    <a:pt x="0" y="2037"/>
                  </a:lnTo>
                  <a:cubicBezTo>
                    <a:pt x="0" y="2128"/>
                    <a:pt x="61" y="2219"/>
                    <a:pt x="152" y="2249"/>
                  </a:cubicBezTo>
                  <a:cubicBezTo>
                    <a:pt x="4499" y="3161"/>
                    <a:pt x="8906" y="3648"/>
                    <a:pt x="13344" y="3678"/>
                  </a:cubicBezTo>
                  <a:lnTo>
                    <a:pt x="14256" y="3648"/>
                  </a:lnTo>
                  <a:cubicBezTo>
                    <a:pt x="18542" y="3587"/>
                    <a:pt x="22797" y="3101"/>
                    <a:pt x="27022" y="2280"/>
                  </a:cubicBezTo>
                  <a:cubicBezTo>
                    <a:pt x="27113" y="2249"/>
                    <a:pt x="27174" y="2158"/>
                    <a:pt x="27174" y="2067"/>
                  </a:cubicBezTo>
                  <a:lnTo>
                    <a:pt x="27113" y="183"/>
                  </a:lnTo>
                  <a:cubicBezTo>
                    <a:pt x="27083" y="91"/>
                    <a:pt x="27022" y="0"/>
                    <a:pt x="26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0"/>
            <p:cNvSpPr/>
            <p:nvPr/>
          </p:nvSpPr>
          <p:spPr>
            <a:xfrm>
              <a:off x="2194049" y="3579508"/>
              <a:ext cx="44591" cy="26906"/>
            </a:xfrm>
            <a:custGeom>
              <a:rect b="b" l="l" r="r" t="t"/>
              <a:pathLst>
                <a:path extrusionOk="0" h="2311" w="3830">
                  <a:moveTo>
                    <a:pt x="3769" y="1"/>
                  </a:moveTo>
                  <a:lnTo>
                    <a:pt x="0" y="153"/>
                  </a:lnTo>
                  <a:lnTo>
                    <a:pt x="61" y="2311"/>
                  </a:lnTo>
                  <a:lnTo>
                    <a:pt x="3830" y="2159"/>
                  </a:lnTo>
                  <a:lnTo>
                    <a:pt x="37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0"/>
            <p:cNvSpPr/>
            <p:nvPr/>
          </p:nvSpPr>
          <p:spPr>
            <a:xfrm>
              <a:off x="2191569" y="3577389"/>
              <a:ext cx="49550" cy="31155"/>
            </a:xfrm>
            <a:custGeom>
              <a:rect b="b" l="l" r="r" t="t"/>
              <a:pathLst>
                <a:path extrusionOk="0" h="2676" w="4256">
                  <a:moveTo>
                    <a:pt x="3800" y="395"/>
                  </a:moveTo>
                  <a:lnTo>
                    <a:pt x="3861" y="2158"/>
                  </a:lnTo>
                  <a:lnTo>
                    <a:pt x="456" y="2280"/>
                  </a:lnTo>
                  <a:lnTo>
                    <a:pt x="395" y="517"/>
                  </a:lnTo>
                  <a:lnTo>
                    <a:pt x="3800" y="395"/>
                  </a:lnTo>
                  <a:close/>
                  <a:moveTo>
                    <a:pt x="3952" y="0"/>
                  </a:moveTo>
                  <a:lnTo>
                    <a:pt x="183" y="152"/>
                  </a:lnTo>
                  <a:cubicBezTo>
                    <a:pt x="92" y="152"/>
                    <a:pt x="0" y="243"/>
                    <a:pt x="0" y="335"/>
                  </a:cubicBezTo>
                  <a:lnTo>
                    <a:pt x="92" y="2493"/>
                  </a:lnTo>
                  <a:cubicBezTo>
                    <a:pt x="92" y="2553"/>
                    <a:pt x="122" y="2584"/>
                    <a:pt x="152" y="2614"/>
                  </a:cubicBezTo>
                  <a:cubicBezTo>
                    <a:pt x="183" y="2645"/>
                    <a:pt x="243" y="2675"/>
                    <a:pt x="274" y="2675"/>
                  </a:cubicBezTo>
                  <a:lnTo>
                    <a:pt x="304" y="2675"/>
                  </a:lnTo>
                  <a:lnTo>
                    <a:pt x="4073" y="2523"/>
                  </a:lnTo>
                  <a:cubicBezTo>
                    <a:pt x="4165" y="2523"/>
                    <a:pt x="4256" y="2432"/>
                    <a:pt x="4256" y="2341"/>
                  </a:cubicBezTo>
                  <a:lnTo>
                    <a:pt x="4165" y="183"/>
                  </a:lnTo>
                  <a:cubicBezTo>
                    <a:pt x="4134" y="61"/>
                    <a:pt x="4073" y="0"/>
                    <a:pt x="39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0"/>
            <p:cNvSpPr/>
            <p:nvPr/>
          </p:nvSpPr>
          <p:spPr>
            <a:xfrm>
              <a:off x="2064155" y="3563230"/>
              <a:ext cx="28675" cy="50971"/>
            </a:xfrm>
            <a:custGeom>
              <a:rect b="b" l="l" r="r" t="t"/>
              <a:pathLst>
                <a:path extrusionOk="0" h="4378" w="2463">
                  <a:moveTo>
                    <a:pt x="1" y="0"/>
                  </a:moveTo>
                  <a:lnTo>
                    <a:pt x="92" y="4377"/>
                  </a:lnTo>
                  <a:lnTo>
                    <a:pt x="2463" y="3800"/>
                  </a:lnTo>
                  <a:lnTo>
                    <a:pt x="2098" y="18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0"/>
            <p:cNvSpPr/>
            <p:nvPr/>
          </p:nvSpPr>
          <p:spPr>
            <a:xfrm>
              <a:off x="2062036" y="3561111"/>
              <a:ext cx="33111" cy="55570"/>
            </a:xfrm>
            <a:custGeom>
              <a:rect b="b" l="l" r="r" t="t"/>
              <a:pathLst>
                <a:path extrusionOk="0" h="4773" w="2844">
                  <a:moveTo>
                    <a:pt x="213" y="0"/>
                  </a:moveTo>
                  <a:cubicBezTo>
                    <a:pt x="152" y="0"/>
                    <a:pt x="92" y="0"/>
                    <a:pt x="61" y="30"/>
                  </a:cubicBezTo>
                  <a:cubicBezTo>
                    <a:pt x="1" y="91"/>
                    <a:pt x="1" y="122"/>
                    <a:pt x="1" y="182"/>
                  </a:cubicBezTo>
                  <a:lnTo>
                    <a:pt x="92" y="4559"/>
                  </a:lnTo>
                  <a:cubicBezTo>
                    <a:pt x="92" y="4681"/>
                    <a:pt x="183" y="4742"/>
                    <a:pt x="274" y="4742"/>
                  </a:cubicBezTo>
                  <a:lnTo>
                    <a:pt x="274" y="4772"/>
                  </a:lnTo>
                  <a:cubicBezTo>
                    <a:pt x="396" y="4772"/>
                    <a:pt x="456" y="4681"/>
                    <a:pt x="456" y="4559"/>
                  </a:cubicBezTo>
                  <a:lnTo>
                    <a:pt x="365" y="395"/>
                  </a:lnTo>
                  <a:lnTo>
                    <a:pt x="365" y="395"/>
                  </a:lnTo>
                  <a:lnTo>
                    <a:pt x="2098" y="547"/>
                  </a:lnTo>
                  <a:lnTo>
                    <a:pt x="2463" y="4012"/>
                  </a:lnTo>
                  <a:cubicBezTo>
                    <a:pt x="2476" y="4123"/>
                    <a:pt x="2560" y="4177"/>
                    <a:pt x="2644" y="4177"/>
                  </a:cubicBezTo>
                  <a:cubicBezTo>
                    <a:pt x="2743" y="4177"/>
                    <a:pt x="2844" y="4100"/>
                    <a:pt x="2827" y="3951"/>
                  </a:cubicBezTo>
                  <a:lnTo>
                    <a:pt x="2463" y="365"/>
                  </a:lnTo>
                  <a:cubicBezTo>
                    <a:pt x="2463" y="274"/>
                    <a:pt x="2371" y="182"/>
                    <a:pt x="2280" y="182"/>
                  </a:cubicBezTo>
                  <a:lnTo>
                    <a:pt x="2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0"/>
            <p:cNvSpPr/>
            <p:nvPr/>
          </p:nvSpPr>
          <p:spPr>
            <a:xfrm>
              <a:off x="2303754" y="3562170"/>
              <a:ext cx="28675" cy="50610"/>
            </a:xfrm>
            <a:custGeom>
              <a:rect b="b" l="l" r="r" t="t"/>
              <a:pathLst>
                <a:path extrusionOk="0" h="4347" w="2463">
                  <a:moveTo>
                    <a:pt x="1" y="0"/>
                  </a:moveTo>
                  <a:lnTo>
                    <a:pt x="92" y="4347"/>
                  </a:lnTo>
                  <a:lnTo>
                    <a:pt x="2463" y="3769"/>
                  </a:lnTo>
                  <a:lnTo>
                    <a:pt x="2068" y="18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0"/>
            <p:cNvSpPr/>
            <p:nvPr/>
          </p:nvSpPr>
          <p:spPr>
            <a:xfrm>
              <a:off x="2301274" y="3559690"/>
              <a:ext cx="33286" cy="55570"/>
            </a:xfrm>
            <a:custGeom>
              <a:rect b="b" l="l" r="r" t="t"/>
              <a:pathLst>
                <a:path extrusionOk="0" h="4773" w="2859">
                  <a:moveTo>
                    <a:pt x="214" y="0"/>
                  </a:moveTo>
                  <a:cubicBezTo>
                    <a:pt x="153" y="0"/>
                    <a:pt x="92" y="31"/>
                    <a:pt x="62" y="61"/>
                  </a:cubicBezTo>
                  <a:cubicBezTo>
                    <a:pt x="31" y="92"/>
                    <a:pt x="1" y="152"/>
                    <a:pt x="1" y="213"/>
                  </a:cubicBezTo>
                  <a:lnTo>
                    <a:pt x="92" y="4590"/>
                  </a:lnTo>
                  <a:cubicBezTo>
                    <a:pt x="92" y="4681"/>
                    <a:pt x="183" y="4773"/>
                    <a:pt x="305" y="4773"/>
                  </a:cubicBezTo>
                  <a:cubicBezTo>
                    <a:pt x="396" y="4773"/>
                    <a:pt x="487" y="4681"/>
                    <a:pt x="487" y="4590"/>
                  </a:cubicBezTo>
                  <a:lnTo>
                    <a:pt x="396" y="396"/>
                  </a:lnTo>
                  <a:lnTo>
                    <a:pt x="2129" y="548"/>
                  </a:lnTo>
                  <a:lnTo>
                    <a:pt x="2463" y="4013"/>
                  </a:lnTo>
                  <a:cubicBezTo>
                    <a:pt x="2493" y="4104"/>
                    <a:pt x="2585" y="4195"/>
                    <a:pt x="2676" y="4195"/>
                  </a:cubicBezTo>
                  <a:cubicBezTo>
                    <a:pt x="2797" y="4165"/>
                    <a:pt x="2858" y="4073"/>
                    <a:pt x="2858" y="3982"/>
                  </a:cubicBezTo>
                  <a:lnTo>
                    <a:pt x="2463" y="365"/>
                  </a:lnTo>
                  <a:cubicBezTo>
                    <a:pt x="2463" y="274"/>
                    <a:pt x="2402" y="213"/>
                    <a:pt x="2311" y="183"/>
                  </a:cubicBezTo>
                  <a:lnTo>
                    <a:pt x="2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0"/>
            <p:cNvSpPr/>
            <p:nvPr/>
          </p:nvSpPr>
          <p:spPr>
            <a:xfrm>
              <a:off x="1996914" y="3134283"/>
              <a:ext cx="378311" cy="448411"/>
            </a:xfrm>
            <a:custGeom>
              <a:rect b="b" l="l" r="r" t="t"/>
              <a:pathLst>
                <a:path extrusionOk="0" h="38515" w="32494">
                  <a:moveTo>
                    <a:pt x="21308" y="1"/>
                  </a:moveTo>
                  <a:lnTo>
                    <a:pt x="9241" y="1460"/>
                  </a:lnTo>
                  <a:cubicBezTo>
                    <a:pt x="9241" y="1460"/>
                    <a:pt x="61" y="4803"/>
                    <a:pt x="31" y="6171"/>
                  </a:cubicBezTo>
                  <a:cubicBezTo>
                    <a:pt x="1" y="7539"/>
                    <a:pt x="3405" y="37327"/>
                    <a:pt x="3405" y="37327"/>
                  </a:cubicBezTo>
                  <a:cubicBezTo>
                    <a:pt x="3405" y="37327"/>
                    <a:pt x="9852" y="38514"/>
                    <a:pt x="17468" y="38514"/>
                  </a:cubicBezTo>
                  <a:cubicBezTo>
                    <a:pt x="21603" y="38514"/>
                    <a:pt x="26083" y="38164"/>
                    <a:pt x="30062" y="37084"/>
                  </a:cubicBezTo>
                  <a:lnTo>
                    <a:pt x="31369" y="14591"/>
                  </a:lnTo>
                  <a:cubicBezTo>
                    <a:pt x="31369" y="14591"/>
                    <a:pt x="32494" y="4469"/>
                    <a:pt x="31764" y="4013"/>
                  </a:cubicBezTo>
                  <a:cubicBezTo>
                    <a:pt x="31004" y="3588"/>
                    <a:pt x="21308" y="1"/>
                    <a:pt x="21308" y="1"/>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0"/>
            <p:cNvSpPr/>
            <p:nvPr/>
          </p:nvSpPr>
          <p:spPr>
            <a:xfrm>
              <a:off x="1994795" y="3131814"/>
              <a:ext cx="381851" cy="452975"/>
            </a:xfrm>
            <a:custGeom>
              <a:rect b="b" l="l" r="r" t="t"/>
              <a:pathLst>
                <a:path extrusionOk="0" h="38907" w="32798">
                  <a:moveTo>
                    <a:pt x="21490" y="395"/>
                  </a:moveTo>
                  <a:cubicBezTo>
                    <a:pt x="24864" y="1642"/>
                    <a:pt x="31308" y="4073"/>
                    <a:pt x="31855" y="4408"/>
                  </a:cubicBezTo>
                  <a:cubicBezTo>
                    <a:pt x="32220" y="4803"/>
                    <a:pt x="31916" y="10000"/>
                    <a:pt x="31369" y="14803"/>
                  </a:cubicBezTo>
                  <a:lnTo>
                    <a:pt x="30062" y="37174"/>
                  </a:lnTo>
                  <a:cubicBezTo>
                    <a:pt x="26173" y="38216"/>
                    <a:pt x="21789" y="38556"/>
                    <a:pt x="17725" y="38556"/>
                  </a:cubicBezTo>
                  <a:cubicBezTo>
                    <a:pt x="10767" y="38556"/>
                    <a:pt x="4748" y="37559"/>
                    <a:pt x="3769" y="37387"/>
                  </a:cubicBezTo>
                  <a:lnTo>
                    <a:pt x="3769" y="37356"/>
                  </a:lnTo>
                  <a:cubicBezTo>
                    <a:pt x="3526" y="35137"/>
                    <a:pt x="365" y="7690"/>
                    <a:pt x="395" y="6414"/>
                  </a:cubicBezTo>
                  <a:cubicBezTo>
                    <a:pt x="426" y="5532"/>
                    <a:pt x="5715" y="3222"/>
                    <a:pt x="9484" y="1854"/>
                  </a:cubicBezTo>
                  <a:lnTo>
                    <a:pt x="21490" y="395"/>
                  </a:lnTo>
                  <a:close/>
                  <a:moveTo>
                    <a:pt x="21490" y="0"/>
                  </a:moveTo>
                  <a:lnTo>
                    <a:pt x="9393" y="1490"/>
                  </a:lnTo>
                  <a:lnTo>
                    <a:pt x="9362" y="1490"/>
                  </a:lnTo>
                  <a:cubicBezTo>
                    <a:pt x="7812" y="2037"/>
                    <a:pt x="61" y="4924"/>
                    <a:pt x="31" y="6383"/>
                  </a:cubicBezTo>
                  <a:cubicBezTo>
                    <a:pt x="0" y="7751"/>
                    <a:pt x="3283" y="36323"/>
                    <a:pt x="3405" y="37539"/>
                  </a:cubicBezTo>
                  <a:cubicBezTo>
                    <a:pt x="3405" y="37630"/>
                    <a:pt x="3496" y="37691"/>
                    <a:pt x="3557" y="37721"/>
                  </a:cubicBezTo>
                  <a:cubicBezTo>
                    <a:pt x="8238" y="38481"/>
                    <a:pt x="12979" y="38876"/>
                    <a:pt x="17721" y="38907"/>
                  </a:cubicBezTo>
                  <a:cubicBezTo>
                    <a:pt x="21855" y="38907"/>
                    <a:pt x="26323" y="38572"/>
                    <a:pt x="30274" y="37478"/>
                  </a:cubicBezTo>
                  <a:cubicBezTo>
                    <a:pt x="30366" y="37448"/>
                    <a:pt x="30396" y="37387"/>
                    <a:pt x="30426" y="37296"/>
                  </a:cubicBezTo>
                  <a:lnTo>
                    <a:pt x="31764" y="14803"/>
                  </a:lnTo>
                  <a:cubicBezTo>
                    <a:pt x="32098" y="11733"/>
                    <a:pt x="32797" y="4499"/>
                    <a:pt x="32037" y="4073"/>
                  </a:cubicBezTo>
                  <a:cubicBezTo>
                    <a:pt x="31308" y="3617"/>
                    <a:pt x="21976" y="152"/>
                    <a:pt x="215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0"/>
            <p:cNvSpPr/>
            <p:nvPr/>
          </p:nvSpPr>
          <p:spPr>
            <a:xfrm>
              <a:off x="2096011" y="3107957"/>
              <a:ext cx="177304" cy="155148"/>
            </a:xfrm>
            <a:custGeom>
              <a:rect b="b" l="l" r="r" t="t"/>
              <a:pathLst>
                <a:path extrusionOk="0" h="13326" w="15229">
                  <a:moveTo>
                    <a:pt x="12085" y="0"/>
                  </a:moveTo>
                  <a:cubicBezTo>
                    <a:pt x="12014" y="0"/>
                    <a:pt x="11976" y="13"/>
                    <a:pt x="11976" y="13"/>
                  </a:cubicBezTo>
                  <a:lnTo>
                    <a:pt x="3678" y="590"/>
                  </a:lnTo>
                  <a:cubicBezTo>
                    <a:pt x="3678" y="590"/>
                    <a:pt x="1885" y="1016"/>
                    <a:pt x="1672" y="1259"/>
                  </a:cubicBezTo>
                  <a:cubicBezTo>
                    <a:pt x="1459" y="1532"/>
                    <a:pt x="0" y="4177"/>
                    <a:pt x="0" y="4177"/>
                  </a:cubicBezTo>
                  <a:lnTo>
                    <a:pt x="3557" y="13326"/>
                  </a:lnTo>
                  <a:lnTo>
                    <a:pt x="9150" y="8280"/>
                  </a:lnTo>
                  <a:lnTo>
                    <a:pt x="15168" y="12992"/>
                  </a:lnTo>
                  <a:cubicBezTo>
                    <a:pt x="15168" y="12992"/>
                    <a:pt x="15229" y="5909"/>
                    <a:pt x="14955" y="3751"/>
                  </a:cubicBezTo>
                  <a:cubicBezTo>
                    <a:pt x="14682" y="1624"/>
                    <a:pt x="14347" y="1867"/>
                    <a:pt x="13435" y="864"/>
                  </a:cubicBezTo>
                  <a:cubicBezTo>
                    <a:pt x="12761" y="100"/>
                    <a:pt x="12287" y="0"/>
                    <a:pt x="120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0"/>
            <p:cNvSpPr/>
            <p:nvPr/>
          </p:nvSpPr>
          <p:spPr>
            <a:xfrm>
              <a:off x="2093531" y="3105814"/>
              <a:ext cx="181914" cy="159770"/>
            </a:xfrm>
            <a:custGeom>
              <a:rect b="b" l="l" r="r" t="t"/>
              <a:pathLst>
                <a:path extrusionOk="0" h="13723" w="15625">
                  <a:moveTo>
                    <a:pt x="12290" y="376"/>
                  </a:moveTo>
                  <a:cubicBezTo>
                    <a:pt x="12416" y="376"/>
                    <a:pt x="12842" y="439"/>
                    <a:pt x="13496" y="1169"/>
                  </a:cubicBezTo>
                  <a:cubicBezTo>
                    <a:pt x="13709" y="1413"/>
                    <a:pt x="13892" y="1595"/>
                    <a:pt x="14044" y="1747"/>
                  </a:cubicBezTo>
                  <a:cubicBezTo>
                    <a:pt x="14530" y="2203"/>
                    <a:pt x="14773" y="2416"/>
                    <a:pt x="14955" y="3996"/>
                  </a:cubicBezTo>
                  <a:cubicBezTo>
                    <a:pt x="15168" y="5789"/>
                    <a:pt x="15168" y="11261"/>
                    <a:pt x="15168" y="12780"/>
                  </a:cubicBezTo>
                  <a:lnTo>
                    <a:pt x="9484" y="8312"/>
                  </a:lnTo>
                  <a:cubicBezTo>
                    <a:pt x="9454" y="8282"/>
                    <a:pt x="9408" y="8267"/>
                    <a:pt x="9363" y="8267"/>
                  </a:cubicBezTo>
                  <a:cubicBezTo>
                    <a:pt x="9317" y="8267"/>
                    <a:pt x="9271" y="8282"/>
                    <a:pt x="9241" y="8312"/>
                  </a:cubicBezTo>
                  <a:lnTo>
                    <a:pt x="3831" y="13206"/>
                  </a:lnTo>
                  <a:lnTo>
                    <a:pt x="426" y="4361"/>
                  </a:lnTo>
                  <a:cubicBezTo>
                    <a:pt x="1004" y="3297"/>
                    <a:pt x="1885" y="1747"/>
                    <a:pt x="2007" y="1565"/>
                  </a:cubicBezTo>
                  <a:cubicBezTo>
                    <a:pt x="2615" y="1291"/>
                    <a:pt x="3253" y="1078"/>
                    <a:pt x="3922" y="957"/>
                  </a:cubicBezTo>
                  <a:lnTo>
                    <a:pt x="12189" y="379"/>
                  </a:lnTo>
                  <a:lnTo>
                    <a:pt x="12250" y="379"/>
                  </a:lnTo>
                  <a:cubicBezTo>
                    <a:pt x="12250" y="379"/>
                    <a:pt x="12264" y="376"/>
                    <a:pt x="12290" y="376"/>
                  </a:cubicBezTo>
                  <a:close/>
                  <a:moveTo>
                    <a:pt x="12300" y="1"/>
                  </a:moveTo>
                  <a:cubicBezTo>
                    <a:pt x="12237" y="1"/>
                    <a:pt x="12189" y="8"/>
                    <a:pt x="12159" y="14"/>
                  </a:cubicBezTo>
                  <a:lnTo>
                    <a:pt x="3861" y="592"/>
                  </a:lnTo>
                  <a:cubicBezTo>
                    <a:pt x="3283" y="713"/>
                    <a:pt x="1946" y="1078"/>
                    <a:pt x="1733" y="1352"/>
                  </a:cubicBezTo>
                  <a:cubicBezTo>
                    <a:pt x="1521" y="1595"/>
                    <a:pt x="183" y="3996"/>
                    <a:pt x="31" y="4270"/>
                  </a:cubicBezTo>
                  <a:cubicBezTo>
                    <a:pt x="1" y="4300"/>
                    <a:pt x="1" y="4361"/>
                    <a:pt x="31" y="4422"/>
                  </a:cubicBezTo>
                  <a:lnTo>
                    <a:pt x="3587" y="13601"/>
                  </a:lnTo>
                  <a:cubicBezTo>
                    <a:pt x="3618" y="13662"/>
                    <a:pt x="3648" y="13692"/>
                    <a:pt x="3709" y="13723"/>
                  </a:cubicBezTo>
                  <a:lnTo>
                    <a:pt x="3770" y="13723"/>
                  </a:lnTo>
                  <a:cubicBezTo>
                    <a:pt x="3800" y="13723"/>
                    <a:pt x="3861" y="13692"/>
                    <a:pt x="3891" y="13662"/>
                  </a:cubicBezTo>
                  <a:lnTo>
                    <a:pt x="9393" y="8707"/>
                  </a:lnTo>
                  <a:lnTo>
                    <a:pt x="15259" y="13297"/>
                  </a:lnTo>
                  <a:cubicBezTo>
                    <a:pt x="15306" y="13325"/>
                    <a:pt x="15356" y="13339"/>
                    <a:pt x="15403" y="13339"/>
                  </a:cubicBezTo>
                  <a:cubicBezTo>
                    <a:pt x="15507" y="13339"/>
                    <a:pt x="15594" y="13271"/>
                    <a:pt x="15594" y="13145"/>
                  </a:cubicBezTo>
                  <a:cubicBezTo>
                    <a:pt x="15594" y="12872"/>
                    <a:pt x="15624" y="6033"/>
                    <a:pt x="15351" y="3905"/>
                  </a:cubicBezTo>
                  <a:cubicBezTo>
                    <a:pt x="15168" y="2264"/>
                    <a:pt x="14925" y="1990"/>
                    <a:pt x="14347" y="1443"/>
                  </a:cubicBezTo>
                  <a:cubicBezTo>
                    <a:pt x="14135" y="1261"/>
                    <a:pt x="13952" y="1109"/>
                    <a:pt x="13770" y="896"/>
                  </a:cubicBezTo>
                  <a:cubicBezTo>
                    <a:pt x="13065" y="118"/>
                    <a:pt x="12554" y="1"/>
                    <a:pt x="123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0"/>
            <p:cNvSpPr/>
            <p:nvPr/>
          </p:nvSpPr>
          <p:spPr>
            <a:xfrm>
              <a:off x="2129638" y="3071291"/>
              <a:ext cx="120686" cy="171098"/>
            </a:xfrm>
            <a:custGeom>
              <a:rect b="b" l="l" r="r" t="t"/>
              <a:pathLst>
                <a:path extrusionOk="0" h="14696" w="10366">
                  <a:moveTo>
                    <a:pt x="9636" y="1"/>
                  </a:moveTo>
                  <a:cubicBezTo>
                    <a:pt x="9636" y="1"/>
                    <a:pt x="5745" y="3405"/>
                    <a:pt x="4316" y="3587"/>
                  </a:cubicBezTo>
                  <a:cubicBezTo>
                    <a:pt x="4259" y="3595"/>
                    <a:pt x="4199" y="3598"/>
                    <a:pt x="4136" y="3598"/>
                  </a:cubicBezTo>
                  <a:cubicBezTo>
                    <a:pt x="2683" y="3598"/>
                    <a:pt x="0" y="1642"/>
                    <a:pt x="0" y="1642"/>
                  </a:cubicBezTo>
                  <a:lnTo>
                    <a:pt x="0" y="1642"/>
                  </a:lnTo>
                  <a:lnTo>
                    <a:pt x="91" y="5867"/>
                  </a:lnTo>
                  <a:cubicBezTo>
                    <a:pt x="91" y="5867"/>
                    <a:pt x="2067" y="9302"/>
                    <a:pt x="2645" y="10213"/>
                  </a:cubicBezTo>
                  <a:cubicBezTo>
                    <a:pt x="3202" y="11065"/>
                    <a:pt x="5405" y="14695"/>
                    <a:pt x="5691" y="14695"/>
                  </a:cubicBezTo>
                  <a:cubicBezTo>
                    <a:pt x="5702" y="14695"/>
                    <a:pt x="5709" y="14691"/>
                    <a:pt x="5714" y="14682"/>
                  </a:cubicBezTo>
                  <a:cubicBezTo>
                    <a:pt x="5866" y="14438"/>
                    <a:pt x="10061" y="6809"/>
                    <a:pt x="10213" y="6080"/>
                  </a:cubicBezTo>
                  <a:cubicBezTo>
                    <a:pt x="10365" y="5350"/>
                    <a:pt x="9636" y="1"/>
                    <a:pt x="9636" y="1"/>
                  </a:cubicBezTo>
                  <a:close/>
                </a:path>
              </a:pathLst>
            </a:custGeom>
            <a:solidFill>
              <a:srgbClr val="A1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0"/>
            <p:cNvSpPr/>
            <p:nvPr/>
          </p:nvSpPr>
          <p:spPr>
            <a:xfrm>
              <a:off x="2127158" y="3068671"/>
              <a:ext cx="125285" cy="176035"/>
            </a:xfrm>
            <a:custGeom>
              <a:rect b="b" l="l" r="r" t="t"/>
              <a:pathLst>
                <a:path extrusionOk="0" h="15120" w="10761">
                  <a:moveTo>
                    <a:pt x="9727" y="560"/>
                  </a:moveTo>
                  <a:cubicBezTo>
                    <a:pt x="10000" y="2718"/>
                    <a:pt x="10335" y="5758"/>
                    <a:pt x="10244" y="6244"/>
                  </a:cubicBezTo>
                  <a:cubicBezTo>
                    <a:pt x="10183" y="6487"/>
                    <a:pt x="9575" y="7855"/>
                    <a:pt x="5927" y="14481"/>
                  </a:cubicBezTo>
                  <a:lnTo>
                    <a:pt x="5867" y="14633"/>
                  </a:lnTo>
                  <a:cubicBezTo>
                    <a:pt x="5411" y="14116"/>
                    <a:pt x="4104" y="12080"/>
                    <a:pt x="3526" y="11138"/>
                  </a:cubicBezTo>
                  <a:lnTo>
                    <a:pt x="3009" y="10317"/>
                  </a:lnTo>
                  <a:cubicBezTo>
                    <a:pt x="2462" y="9496"/>
                    <a:pt x="699" y="6426"/>
                    <a:pt x="487" y="6031"/>
                  </a:cubicBezTo>
                  <a:lnTo>
                    <a:pt x="395" y="2232"/>
                  </a:lnTo>
                  <a:lnTo>
                    <a:pt x="395" y="2232"/>
                  </a:lnTo>
                  <a:cubicBezTo>
                    <a:pt x="1173" y="2750"/>
                    <a:pt x="3126" y="4006"/>
                    <a:pt x="4388" y="4006"/>
                  </a:cubicBezTo>
                  <a:cubicBezTo>
                    <a:pt x="4458" y="4006"/>
                    <a:pt x="4525" y="4003"/>
                    <a:pt x="4590" y="3995"/>
                  </a:cubicBezTo>
                  <a:cubicBezTo>
                    <a:pt x="5836" y="3843"/>
                    <a:pt x="8815" y="1350"/>
                    <a:pt x="9727" y="560"/>
                  </a:cubicBezTo>
                  <a:close/>
                  <a:moveTo>
                    <a:pt x="9856" y="0"/>
                  </a:moveTo>
                  <a:cubicBezTo>
                    <a:pt x="9813" y="0"/>
                    <a:pt x="9770" y="22"/>
                    <a:pt x="9727" y="43"/>
                  </a:cubicBezTo>
                  <a:cubicBezTo>
                    <a:pt x="8663" y="1016"/>
                    <a:pt x="5654" y="3478"/>
                    <a:pt x="4529" y="3599"/>
                  </a:cubicBezTo>
                  <a:cubicBezTo>
                    <a:pt x="4482" y="3605"/>
                    <a:pt x="4433" y="3608"/>
                    <a:pt x="4382" y="3608"/>
                  </a:cubicBezTo>
                  <a:cubicBezTo>
                    <a:pt x="3018" y="3608"/>
                    <a:pt x="334" y="1715"/>
                    <a:pt x="304" y="1715"/>
                  </a:cubicBezTo>
                  <a:cubicBezTo>
                    <a:pt x="274" y="1685"/>
                    <a:pt x="243" y="1669"/>
                    <a:pt x="213" y="1669"/>
                  </a:cubicBezTo>
                  <a:cubicBezTo>
                    <a:pt x="183" y="1669"/>
                    <a:pt x="152" y="1685"/>
                    <a:pt x="122" y="1715"/>
                  </a:cubicBezTo>
                  <a:cubicBezTo>
                    <a:pt x="61" y="1745"/>
                    <a:pt x="0" y="1806"/>
                    <a:pt x="0" y="1867"/>
                  </a:cubicBezTo>
                  <a:lnTo>
                    <a:pt x="91" y="6092"/>
                  </a:lnTo>
                  <a:cubicBezTo>
                    <a:pt x="91" y="6122"/>
                    <a:pt x="122" y="6153"/>
                    <a:pt x="122" y="6183"/>
                  </a:cubicBezTo>
                  <a:cubicBezTo>
                    <a:pt x="213" y="6305"/>
                    <a:pt x="2098" y="9648"/>
                    <a:pt x="2675" y="10530"/>
                  </a:cubicBezTo>
                  <a:cubicBezTo>
                    <a:pt x="2797" y="10712"/>
                    <a:pt x="2979" y="10986"/>
                    <a:pt x="3222" y="11350"/>
                  </a:cubicBezTo>
                  <a:cubicBezTo>
                    <a:pt x="5350" y="14724"/>
                    <a:pt x="5684" y="15119"/>
                    <a:pt x="5897" y="15119"/>
                  </a:cubicBezTo>
                  <a:cubicBezTo>
                    <a:pt x="5988" y="15119"/>
                    <a:pt x="6049" y="15089"/>
                    <a:pt x="6079" y="14998"/>
                  </a:cubicBezTo>
                  <a:lnTo>
                    <a:pt x="6262" y="14694"/>
                  </a:lnTo>
                  <a:cubicBezTo>
                    <a:pt x="9058" y="9587"/>
                    <a:pt x="10517" y="6761"/>
                    <a:pt x="10608" y="6335"/>
                  </a:cubicBezTo>
                  <a:cubicBezTo>
                    <a:pt x="10760" y="5575"/>
                    <a:pt x="10122" y="712"/>
                    <a:pt x="10031" y="165"/>
                  </a:cubicBezTo>
                  <a:cubicBezTo>
                    <a:pt x="10031" y="104"/>
                    <a:pt x="10000" y="43"/>
                    <a:pt x="9909" y="13"/>
                  </a:cubicBezTo>
                  <a:cubicBezTo>
                    <a:pt x="9892" y="4"/>
                    <a:pt x="9874" y="0"/>
                    <a:pt x="9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0"/>
            <p:cNvSpPr/>
            <p:nvPr/>
          </p:nvSpPr>
          <p:spPr>
            <a:xfrm>
              <a:off x="2129638" y="3090398"/>
              <a:ext cx="58399" cy="78226"/>
            </a:xfrm>
            <a:custGeom>
              <a:rect b="b" l="l" r="r" t="t"/>
              <a:pathLst>
                <a:path extrusionOk="0" h="6719" w="5016">
                  <a:moveTo>
                    <a:pt x="0" y="1"/>
                  </a:moveTo>
                  <a:lnTo>
                    <a:pt x="91" y="4226"/>
                  </a:lnTo>
                  <a:lnTo>
                    <a:pt x="1611" y="6718"/>
                  </a:lnTo>
                  <a:lnTo>
                    <a:pt x="5015" y="228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0"/>
            <p:cNvSpPr/>
            <p:nvPr/>
          </p:nvSpPr>
          <p:spPr>
            <a:xfrm>
              <a:off x="2127507" y="3088209"/>
              <a:ext cx="63358" cy="82673"/>
            </a:xfrm>
            <a:custGeom>
              <a:rect b="b" l="l" r="r" t="t"/>
              <a:pathLst>
                <a:path extrusionOk="0" h="7101" w="5442">
                  <a:moveTo>
                    <a:pt x="365" y="493"/>
                  </a:moveTo>
                  <a:lnTo>
                    <a:pt x="4925" y="2529"/>
                  </a:lnTo>
                  <a:lnTo>
                    <a:pt x="1794" y="6572"/>
                  </a:lnTo>
                  <a:lnTo>
                    <a:pt x="457" y="4353"/>
                  </a:lnTo>
                  <a:lnTo>
                    <a:pt x="365" y="493"/>
                  </a:lnTo>
                  <a:close/>
                  <a:moveTo>
                    <a:pt x="225" y="1"/>
                  </a:moveTo>
                  <a:cubicBezTo>
                    <a:pt x="115" y="1"/>
                    <a:pt x="1" y="83"/>
                    <a:pt x="1" y="189"/>
                  </a:cubicBezTo>
                  <a:lnTo>
                    <a:pt x="92" y="4414"/>
                  </a:lnTo>
                  <a:cubicBezTo>
                    <a:pt x="92" y="4444"/>
                    <a:pt x="92" y="4475"/>
                    <a:pt x="122" y="4505"/>
                  </a:cubicBezTo>
                  <a:lnTo>
                    <a:pt x="1642" y="6998"/>
                  </a:lnTo>
                  <a:cubicBezTo>
                    <a:pt x="1672" y="7058"/>
                    <a:pt x="1733" y="7089"/>
                    <a:pt x="1794" y="7089"/>
                  </a:cubicBezTo>
                  <a:cubicBezTo>
                    <a:pt x="1810" y="7097"/>
                    <a:pt x="1827" y="7101"/>
                    <a:pt x="1842" y="7101"/>
                  </a:cubicBezTo>
                  <a:cubicBezTo>
                    <a:pt x="1885" y="7101"/>
                    <a:pt x="1924" y="7072"/>
                    <a:pt x="1946" y="7028"/>
                  </a:cubicBezTo>
                  <a:lnTo>
                    <a:pt x="5381" y="2560"/>
                  </a:lnTo>
                  <a:cubicBezTo>
                    <a:pt x="5442" y="2469"/>
                    <a:pt x="5411" y="2347"/>
                    <a:pt x="5320" y="2286"/>
                  </a:cubicBezTo>
                  <a:lnTo>
                    <a:pt x="274" y="7"/>
                  </a:lnTo>
                  <a:cubicBezTo>
                    <a:pt x="258" y="3"/>
                    <a:pt x="242"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0"/>
            <p:cNvSpPr/>
            <p:nvPr/>
          </p:nvSpPr>
          <p:spPr>
            <a:xfrm>
              <a:off x="2079734" y="2975675"/>
              <a:ext cx="20537" cy="46430"/>
            </a:xfrm>
            <a:custGeom>
              <a:rect b="b" l="l" r="r" t="t"/>
              <a:pathLst>
                <a:path extrusionOk="0" h="3988" w="1764">
                  <a:moveTo>
                    <a:pt x="1417" y="1"/>
                  </a:moveTo>
                  <a:cubicBezTo>
                    <a:pt x="1083" y="1"/>
                    <a:pt x="513" y="174"/>
                    <a:pt x="304" y="1282"/>
                  </a:cubicBezTo>
                  <a:cubicBezTo>
                    <a:pt x="0" y="2893"/>
                    <a:pt x="1763" y="3988"/>
                    <a:pt x="1763" y="3988"/>
                  </a:cubicBezTo>
                  <a:lnTo>
                    <a:pt x="1672" y="36"/>
                  </a:lnTo>
                  <a:cubicBezTo>
                    <a:pt x="1672" y="36"/>
                    <a:pt x="1569" y="1"/>
                    <a:pt x="1417" y="1"/>
                  </a:cubicBezTo>
                  <a:close/>
                </a:path>
              </a:pathLst>
            </a:custGeom>
            <a:solidFill>
              <a:srgbClr val="A1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0"/>
            <p:cNvSpPr/>
            <p:nvPr/>
          </p:nvSpPr>
          <p:spPr>
            <a:xfrm>
              <a:off x="2077254" y="2973625"/>
              <a:ext cx="25485" cy="50598"/>
            </a:xfrm>
            <a:custGeom>
              <a:rect b="b" l="l" r="r" t="t"/>
              <a:pathLst>
                <a:path extrusionOk="0" h="4346" w="2189">
                  <a:moveTo>
                    <a:pt x="1672" y="364"/>
                  </a:moveTo>
                  <a:lnTo>
                    <a:pt x="1763" y="3768"/>
                  </a:lnTo>
                  <a:cubicBezTo>
                    <a:pt x="1308" y="3404"/>
                    <a:pt x="487" y="2553"/>
                    <a:pt x="700" y="1489"/>
                  </a:cubicBezTo>
                  <a:cubicBezTo>
                    <a:pt x="730" y="1094"/>
                    <a:pt x="912" y="729"/>
                    <a:pt x="1247" y="486"/>
                  </a:cubicBezTo>
                  <a:cubicBezTo>
                    <a:pt x="1368" y="395"/>
                    <a:pt x="1490" y="364"/>
                    <a:pt x="1642" y="364"/>
                  </a:cubicBezTo>
                  <a:close/>
                  <a:moveTo>
                    <a:pt x="1688" y="0"/>
                  </a:moveTo>
                  <a:cubicBezTo>
                    <a:pt x="1483" y="0"/>
                    <a:pt x="1282" y="48"/>
                    <a:pt x="1095" y="151"/>
                  </a:cubicBezTo>
                  <a:cubicBezTo>
                    <a:pt x="669" y="425"/>
                    <a:pt x="396" y="911"/>
                    <a:pt x="335" y="1428"/>
                  </a:cubicBezTo>
                  <a:cubicBezTo>
                    <a:pt x="1" y="3130"/>
                    <a:pt x="1794" y="4285"/>
                    <a:pt x="1885" y="4316"/>
                  </a:cubicBezTo>
                  <a:cubicBezTo>
                    <a:pt x="1915" y="4346"/>
                    <a:pt x="1946" y="4346"/>
                    <a:pt x="1976" y="4346"/>
                  </a:cubicBezTo>
                  <a:cubicBezTo>
                    <a:pt x="2007" y="4346"/>
                    <a:pt x="2067" y="4346"/>
                    <a:pt x="2098" y="4316"/>
                  </a:cubicBezTo>
                  <a:cubicBezTo>
                    <a:pt x="2159" y="4285"/>
                    <a:pt x="2189" y="4224"/>
                    <a:pt x="2189" y="4164"/>
                  </a:cubicBezTo>
                  <a:lnTo>
                    <a:pt x="2098" y="212"/>
                  </a:lnTo>
                  <a:cubicBezTo>
                    <a:pt x="2098" y="151"/>
                    <a:pt x="2037" y="60"/>
                    <a:pt x="1976" y="30"/>
                  </a:cubicBezTo>
                  <a:cubicBezTo>
                    <a:pt x="1880" y="11"/>
                    <a:pt x="1784" y="0"/>
                    <a:pt x="16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0"/>
            <p:cNvSpPr/>
            <p:nvPr/>
          </p:nvSpPr>
          <p:spPr>
            <a:xfrm>
              <a:off x="2098841" y="2891457"/>
              <a:ext cx="187211" cy="241663"/>
            </a:xfrm>
            <a:custGeom>
              <a:rect b="b" l="l" r="r" t="t"/>
              <a:pathLst>
                <a:path extrusionOk="0" h="20757" w="16080">
                  <a:moveTo>
                    <a:pt x="7569" y="0"/>
                  </a:moveTo>
                  <a:cubicBezTo>
                    <a:pt x="3754" y="0"/>
                    <a:pt x="517" y="1524"/>
                    <a:pt x="517" y="1524"/>
                  </a:cubicBezTo>
                  <a:lnTo>
                    <a:pt x="1" y="3075"/>
                  </a:lnTo>
                  <a:cubicBezTo>
                    <a:pt x="1" y="3075"/>
                    <a:pt x="92" y="9488"/>
                    <a:pt x="122" y="11221"/>
                  </a:cubicBezTo>
                  <a:cubicBezTo>
                    <a:pt x="153" y="12953"/>
                    <a:pt x="1216" y="14777"/>
                    <a:pt x="1855" y="16479"/>
                  </a:cubicBezTo>
                  <a:cubicBezTo>
                    <a:pt x="2433" y="18068"/>
                    <a:pt x="4824" y="20757"/>
                    <a:pt x="6495" y="20757"/>
                  </a:cubicBezTo>
                  <a:cubicBezTo>
                    <a:pt x="6581" y="20757"/>
                    <a:pt x="6666" y="20749"/>
                    <a:pt x="6749" y="20734"/>
                  </a:cubicBezTo>
                  <a:cubicBezTo>
                    <a:pt x="8420" y="20461"/>
                    <a:pt x="11156" y="17938"/>
                    <a:pt x="12281" y="16297"/>
                  </a:cubicBezTo>
                  <a:cubicBezTo>
                    <a:pt x="13375" y="14655"/>
                    <a:pt x="13709" y="12193"/>
                    <a:pt x="13709" y="12193"/>
                  </a:cubicBezTo>
                  <a:cubicBezTo>
                    <a:pt x="13709" y="12193"/>
                    <a:pt x="16080" y="10856"/>
                    <a:pt x="15989" y="9306"/>
                  </a:cubicBezTo>
                  <a:cubicBezTo>
                    <a:pt x="15958" y="8424"/>
                    <a:pt x="15533" y="7604"/>
                    <a:pt x="14864" y="7087"/>
                  </a:cubicBezTo>
                  <a:lnTo>
                    <a:pt x="14682" y="3135"/>
                  </a:lnTo>
                  <a:cubicBezTo>
                    <a:pt x="14682" y="3135"/>
                    <a:pt x="13618" y="643"/>
                    <a:pt x="9180" y="96"/>
                  </a:cubicBezTo>
                  <a:cubicBezTo>
                    <a:pt x="8637" y="29"/>
                    <a:pt x="8097" y="0"/>
                    <a:pt x="7569" y="0"/>
                  </a:cubicBezTo>
                  <a:close/>
                </a:path>
              </a:pathLst>
            </a:custGeom>
            <a:solidFill>
              <a:srgbClr val="A1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0"/>
            <p:cNvSpPr/>
            <p:nvPr/>
          </p:nvSpPr>
          <p:spPr>
            <a:xfrm>
              <a:off x="2096722" y="2889443"/>
              <a:ext cx="191100" cy="245901"/>
            </a:xfrm>
            <a:custGeom>
              <a:rect b="b" l="l" r="r" t="t"/>
              <a:pathLst>
                <a:path extrusionOk="0" h="21121" w="16414">
                  <a:moveTo>
                    <a:pt x="7782" y="391"/>
                  </a:moveTo>
                  <a:cubicBezTo>
                    <a:pt x="8292" y="391"/>
                    <a:pt x="8811" y="418"/>
                    <a:pt x="9332" y="482"/>
                  </a:cubicBezTo>
                  <a:cubicBezTo>
                    <a:pt x="13344" y="938"/>
                    <a:pt x="14560" y="3065"/>
                    <a:pt x="14681" y="3339"/>
                  </a:cubicBezTo>
                  <a:lnTo>
                    <a:pt x="14833" y="7260"/>
                  </a:lnTo>
                  <a:cubicBezTo>
                    <a:pt x="14833" y="7321"/>
                    <a:pt x="14894" y="7351"/>
                    <a:pt x="14925" y="7412"/>
                  </a:cubicBezTo>
                  <a:cubicBezTo>
                    <a:pt x="15563" y="7898"/>
                    <a:pt x="15958" y="8658"/>
                    <a:pt x="15988" y="9479"/>
                  </a:cubicBezTo>
                  <a:cubicBezTo>
                    <a:pt x="16080" y="10877"/>
                    <a:pt x="13830" y="12184"/>
                    <a:pt x="13800" y="12184"/>
                  </a:cubicBezTo>
                  <a:cubicBezTo>
                    <a:pt x="13739" y="12214"/>
                    <a:pt x="13709" y="12275"/>
                    <a:pt x="13709" y="12336"/>
                  </a:cubicBezTo>
                  <a:cubicBezTo>
                    <a:pt x="13709" y="12336"/>
                    <a:pt x="13344" y="14798"/>
                    <a:pt x="12280" y="16348"/>
                  </a:cubicBezTo>
                  <a:cubicBezTo>
                    <a:pt x="11247" y="17898"/>
                    <a:pt x="8541" y="20421"/>
                    <a:pt x="6900" y="20725"/>
                  </a:cubicBezTo>
                  <a:cubicBezTo>
                    <a:pt x="6836" y="20735"/>
                    <a:pt x="6770" y="20741"/>
                    <a:pt x="6703" y="20741"/>
                  </a:cubicBezTo>
                  <a:cubicBezTo>
                    <a:pt x="5195" y="20741"/>
                    <a:pt x="2830" y="18219"/>
                    <a:pt x="2219" y="16561"/>
                  </a:cubicBezTo>
                  <a:cubicBezTo>
                    <a:pt x="2037" y="16105"/>
                    <a:pt x="1824" y="15588"/>
                    <a:pt x="1611" y="15102"/>
                  </a:cubicBezTo>
                  <a:cubicBezTo>
                    <a:pt x="1064" y="13856"/>
                    <a:pt x="487" y="12579"/>
                    <a:pt x="487" y="11394"/>
                  </a:cubicBezTo>
                  <a:cubicBezTo>
                    <a:pt x="487" y="9722"/>
                    <a:pt x="395" y="3764"/>
                    <a:pt x="395" y="3278"/>
                  </a:cubicBezTo>
                  <a:lnTo>
                    <a:pt x="851" y="1849"/>
                  </a:lnTo>
                  <a:cubicBezTo>
                    <a:pt x="1354" y="1638"/>
                    <a:pt x="4365" y="391"/>
                    <a:pt x="7782" y="391"/>
                  </a:cubicBezTo>
                  <a:close/>
                  <a:moveTo>
                    <a:pt x="7828" y="0"/>
                  </a:moveTo>
                  <a:cubicBezTo>
                    <a:pt x="3972" y="0"/>
                    <a:pt x="662" y="1545"/>
                    <a:pt x="608" y="1545"/>
                  </a:cubicBezTo>
                  <a:cubicBezTo>
                    <a:pt x="578" y="1576"/>
                    <a:pt x="517" y="1606"/>
                    <a:pt x="517" y="1667"/>
                  </a:cubicBezTo>
                  <a:lnTo>
                    <a:pt x="0" y="3187"/>
                  </a:lnTo>
                  <a:cubicBezTo>
                    <a:pt x="0" y="3217"/>
                    <a:pt x="0" y="3217"/>
                    <a:pt x="0" y="3248"/>
                  </a:cubicBezTo>
                  <a:cubicBezTo>
                    <a:pt x="0" y="3248"/>
                    <a:pt x="91" y="9661"/>
                    <a:pt x="122" y="11394"/>
                  </a:cubicBezTo>
                  <a:cubicBezTo>
                    <a:pt x="122" y="12670"/>
                    <a:pt x="699" y="14008"/>
                    <a:pt x="1247" y="15254"/>
                  </a:cubicBezTo>
                  <a:cubicBezTo>
                    <a:pt x="1490" y="15771"/>
                    <a:pt x="1672" y="16257"/>
                    <a:pt x="1854" y="16713"/>
                  </a:cubicBezTo>
                  <a:cubicBezTo>
                    <a:pt x="2432" y="18293"/>
                    <a:pt x="4833" y="21120"/>
                    <a:pt x="6687" y="21120"/>
                  </a:cubicBezTo>
                  <a:cubicBezTo>
                    <a:pt x="6748" y="21120"/>
                    <a:pt x="6839" y="21120"/>
                    <a:pt x="6931" y="21090"/>
                  </a:cubicBezTo>
                  <a:cubicBezTo>
                    <a:pt x="8693" y="20786"/>
                    <a:pt x="11459" y="18202"/>
                    <a:pt x="12584" y="16561"/>
                  </a:cubicBezTo>
                  <a:cubicBezTo>
                    <a:pt x="13587" y="15071"/>
                    <a:pt x="13982" y="12944"/>
                    <a:pt x="14043" y="12488"/>
                  </a:cubicBezTo>
                  <a:cubicBezTo>
                    <a:pt x="14469" y="12214"/>
                    <a:pt x="16414" y="10968"/>
                    <a:pt x="16323" y="9479"/>
                  </a:cubicBezTo>
                  <a:cubicBezTo>
                    <a:pt x="16292" y="8567"/>
                    <a:pt x="15867" y="7716"/>
                    <a:pt x="15198" y="7138"/>
                  </a:cubicBezTo>
                  <a:lnTo>
                    <a:pt x="15016" y="3308"/>
                  </a:lnTo>
                  <a:cubicBezTo>
                    <a:pt x="15046" y="3278"/>
                    <a:pt x="15046" y="3248"/>
                    <a:pt x="15016" y="3248"/>
                  </a:cubicBezTo>
                  <a:cubicBezTo>
                    <a:pt x="14985" y="3126"/>
                    <a:pt x="13861" y="634"/>
                    <a:pt x="9362" y="86"/>
                  </a:cubicBezTo>
                  <a:cubicBezTo>
                    <a:pt x="8845" y="27"/>
                    <a:pt x="8332" y="0"/>
                    <a:pt x="7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0"/>
            <p:cNvSpPr/>
            <p:nvPr/>
          </p:nvSpPr>
          <p:spPr>
            <a:xfrm>
              <a:off x="2107690" y="2961027"/>
              <a:ext cx="39643" cy="11177"/>
            </a:xfrm>
            <a:custGeom>
              <a:rect b="b" l="l" r="r" t="t"/>
              <a:pathLst>
                <a:path extrusionOk="0" h="960" w="3405">
                  <a:moveTo>
                    <a:pt x="1362" y="0"/>
                  </a:moveTo>
                  <a:cubicBezTo>
                    <a:pt x="562" y="0"/>
                    <a:pt x="129" y="375"/>
                    <a:pt x="92" y="413"/>
                  </a:cubicBezTo>
                  <a:cubicBezTo>
                    <a:pt x="31" y="473"/>
                    <a:pt x="1" y="595"/>
                    <a:pt x="92" y="686"/>
                  </a:cubicBezTo>
                  <a:cubicBezTo>
                    <a:pt x="122" y="717"/>
                    <a:pt x="168" y="732"/>
                    <a:pt x="217" y="732"/>
                  </a:cubicBezTo>
                  <a:cubicBezTo>
                    <a:pt x="267" y="732"/>
                    <a:pt x="320" y="717"/>
                    <a:pt x="365" y="686"/>
                  </a:cubicBezTo>
                  <a:cubicBezTo>
                    <a:pt x="384" y="650"/>
                    <a:pt x="721" y="360"/>
                    <a:pt x="1370" y="360"/>
                  </a:cubicBezTo>
                  <a:cubicBezTo>
                    <a:pt x="1801" y="360"/>
                    <a:pt x="2368" y="487"/>
                    <a:pt x="3071" y="899"/>
                  </a:cubicBezTo>
                  <a:cubicBezTo>
                    <a:pt x="3101" y="929"/>
                    <a:pt x="3131" y="929"/>
                    <a:pt x="3162" y="929"/>
                  </a:cubicBezTo>
                  <a:lnTo>
                    <a:pt x="3162" y="960"/>
                  </a:lnTo>
                  <a:cubicBezTo>
                    <a:pt x="3344" y="960"/>
                    <a:pt x="3405" y="686"/>
                    <a:pt x="3253" y="595"/>
                  </a:cubicBezTo>
                  <a:cubicBezTo>
                    <a:pt x="2488" y="143"/>
                    <a:pt x="1855" y="0"/>
                    <a:pt x="13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0"/>
            <p:cNvSpPr/>
            <p:nvPr/>
          </p:nvSpPr>
          <p:spPr>
            <a:xfrm>
              <a:off x="2170739" y="2963356"/>
              <a:ext cx="41366" cy="11677"/>
            </a:xfrm>
            <a:custGeom>
              <a:rect b="b" l="l" r="r" t="t"/>
              <a:pathLst>
                <a:path extrusionOk="0" h="1003" w="3553">
                  <a:moveTo>
                    <a:pt x="1638" y="0"/>
                  </a:moveTo>
                  <a:cubicBezTo>
                    <a:pt x="748" y="0"/>
                    <a:pt x="148" y="456"/>
                    <a:pt x="148" y="456"/>
                  </a:cubicBezTo>
                  <a:cubicBezTo>
                    <a:pt x="0" y="579"/>
                    <a:pt x="131" y="801"/>
                    <a:pt x="283" y="801"/>
                  </a:cubicBezTo>
                  <a:cubicBezTo>
                    <a:pt x="319" y="801"/>
                    <a:pt x="356" y="789"/>
                    <a:pt x="391" y="760"/>
                  </a:cubicBezTo>
                  <a:cubicBezTo>
                    <a:pt x="429" y="741"/>
                    <a:pt x="905" y="376"/>
                    <a:pt x="1627" y="376"/>
                  </a:cubicBezTo>
                  <a:cubicBezTo>
                    <a:pt x="2077" y="376"/>
                    <a:pt x="2623" y="518"/>
                    <a:pt x="3218" y="973"/>
                  </a:cubicBezTo>
                  <a:cubicBezTo>
                    <a:pt x="3248" y="1003"/>
                    <a:pt x="3309" y="1003"/>
                    <a:pt x="3340" y="1003"/>
                  </a:cubicBezTo>
                  <a:cubicBezTo>
                    <a:pt x="3400" y="1003"/>
                    <a:pt x="3461" y="973"/>
                    <a:pt x="3491" y="942"/>
                  </a:cubicBezTo>
                  <a:cubicBezTo>
                    <a:pt x="3552" y="851"/>
                    <a:pt x="3552" y="729"/>
                    <a:pt x="3461" y="669"/>
                  </a:cubicBezTo>
                  <a:cubicBezTo>
                    <a:pt x="2794" y="160"/>
                    <a:pt x="2165" y="0"/>
                    <a:pt x="16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0"/>
            <p:cNvSpPr/>
            <p:nvPr/>
          </p:nvSpPr>
          <p:spPr>
            <a:xfrm>
              <a:off x="2140245" y="2972182"/>
              <a:ext cx="30445" cy="67969"/>
            </a:xfrm>
            <a:custGeom>
              <a:rect b="b" l="l" r="r" t="t"/>
              <a:pathLst>
                <a:path extrusionOk="0" h="5838" w="2615">
                  <a:moveTo>
                    <a:pt x="896" y="0"/>
                  </a:moveTo>
                  <a:cubicBezTo>
                    <a:pt x="771" y="0"/>
                    <a:pt x="641" y="119"/>
                    <a:pt x="700" y="275"/>
                  </a:cubicBezTo>
                  <a:lnTo>
                    <a:pt x="1065" y="1218"/>
                  </a:lnTo>
                  <a:lnTo>
                    <a:pt x="31" y="5595"/>
                  </a:lnTo>
                  <a:cubicBezTo>
                    <a:pt x="1" y="5655"/>
                    <a:pt x="1" y="5716"/>
                    <a:pt x="62" y="5777"/>
                  </a:cubicBezTo>
                  <a:cubicBezTo>
                    <a:pt x="92" y="5807"/>
                    <a:pt x="153" y="5838"/>
                    <a:pt x="214" y="5838"/>
                  </a:cubicBezTo>
                  <a:lnTo>
                    <a:pt x="2402" y="5777"/>
                  </a:lnTo>
                  <a:cubicBezTo>
                    <a:pt x="2524" y="5777"/>
                    <a:pt x="2615" y="5686"/>
                    <a:pt x="2585" y="5564"/>
                  </a:cubicBezTo>
                  <a:cubicBezTo>
                    <a:pt x="2585" y="5473"/>
                    <a:pt x="2493" y="5382"/>
                    <a:pt x="2402" y="5382"/>
                  </a:cubicBezTo>
                  <a:lnTo>
                    <a:pt x="457" y="5443"/>
                  </a:lnTo>
                  <a:lnTo>
                    <a:pt x="1430" y="1248"/>
                  </a:lnTo>
                  <a:cubicBezTo>
                    <a:pt x="1460" y="1218"/>
                    <a:pt x="1460" y="1187"/>
                    <a:pt x="1430" y="1157"/>
                  </a:cubicBezTo>
                  <a:lnTo>
                    <a:pt x="1065" y="123"/>
                  </a:lnTo>
                  <a:cubicBezTo>
                    <a:pt x="1032" y="37"/>
                    <a:pt x="965" y="0"/>
                    <a:pt x="8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0"/>
            <p:cNvSpPr/>
            <p:nvPr/>
          </p:nvSpPr>
          <p:spPr>
            <a:xfrm>
              <a:off x="2151225" y="3038235"/>
              <a:ext cx="55919" cy="22144"/>
            </a:xfrm>
            <a:custGeom>
              <a:rect b="b" l="l" r="r" t="t"/>
              <a:pathLst>
                <a:path extrusionOk="0" h="1902" w="4803">
                  <a:moveTo>
                    <a:pt x="4578" y="1"/>
                  </a:moveTo>
                  <a:cubicBezTo>
                    <a:pt x="4523" y="1"/>
                    <a:pt x="4471" y="23"/>
                    <a:pt x="4438" y="74"/>
                  </a:cubicBezTo>
                  <a:cubicBezTo>
                    <a:pt x="3678" y="1254"/>
                    <a:pt x="2583" y="1540"/>
                    <a:pt x="1706" y="1540"/>
                  </a:cubicBezTo>
                  <a:cubicBezTo>
                    <a:pt x="934" y="1540"/>
                    <a:pt x="331" y="1318"/>
                    <a:pt x="274" y="1289"/>
                  </a:cubicBezTo>
                  <a:cubicBezTo>
                    <a:pt x="258" y="1284"/>
                    <a:pt x="241" y="1281"/>
                    <a:pt x="225" y="1281"/>
                  </a:cubicBezTo>
                  <a:cubicBezTo>
                    <a:pt x="151" y="1281"/>
                    <a:pt x="81" y="1336"/>
                    <a:pt x="31" y="1411"/>
                  </a:cubicBezTo>
                  <a:cubicBezTo>
                    <a:pt x="0" y="1502"/>
                    <a:pt x="61" y="1624"/>
                    <a:pt x="152" y="1654"/>
                  </a:cubicBezTo>
                  <a:cubicBezTo>
                    <a:pt x="639" y="1806"/>
                    <a:pt x="1186" y="1897"/>
                    <a:pt x="1702" y="1897"/>
                  </a:cubicBezTo>
                  <a:cubicBezTo>
                    <a:pt x="1757" y="1900"/>
                    <a:pt x="1812" y="1901"/>
                    <a:pt x="1866" y="1901"/>
                  </a:cubicBezTo>
                  <a:cubicBezTo>
                    <a:pt x="3049" y="1901"/>
                    <a:pt x="4132" y="1274"/>
                    <a:pt x="4742" y="286"/>
                  </a:cubicBezTo>
                  <a:cubicBezTo>
                    <a:pt x="4803" y="195"/>
                    <a:pt x="4772" y="74"/>
                    <a:pt x="4712" y="43"/>
                  </a:cubicBezTo>
                  <a:cubicBezTo>
                    <a:pt x="4671" y="16"/>
                    <a:pt x="4623" y="1"/>
                    <a:pt x="4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0"/>
            <p:cNvSpPr/>
            <p:nvPr/>
          </p:nvSpPr>
          <p:spPr>
            <a:xfrm>
              <a:off x="2186260" y="2985642"/>
              <a:ext cx="11340" cy="18768"/>
            </a:xfrm>
            <a:custGeom>
              <a:rect b="b" l="l" r="r" t="t"/>
              <a:pathLst>
                <a:path extrusionOk="0" h="1612" w="974">
                  <a:moveTo>
                    <a:pt x="517" y="1"/>
                  </a:moveTo>
                  <a:cubicBezTo>
                    <a:pt x="244" y="1"/>
                    <a:pt x="31" y="366"/>
                    <a:pt x="31" y="791"/>
                  </a:cubicBezTo>
                  <a:cubicBezTo>
                    <a:pt x="0" y="1217"/>
                    <a:pt x="213" y="1581"/>
                    <a:pt x="456" y="1612"/>
                  </a:cubicBezTo>
                  <a:cubicBezTo>
                    <a:pt x="730" y="1612"/>
                    <a:pt x="943" y="1247"/>
                    <a:pt x="943" y="822"/>
                  </a:cubicBezTo>
                  <a:cubicBezTo>
                    <a:pt x="973" y="366"/>
                    <a:pt x="760" y="1"/>
                    <a:pt x="5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0"/>
            <p:cNvSpPr/>
            <p:nvPr/>
          </p:nvSpPr>
          <p:spPr>
            <a:xfrm>
              <a:off x="2121138" y="2983173"/>
              <a:ext cx="10979" cy="18768"/>
            </a:xfrm>
            <a:custGeom>
              <a:rect b="b" l="l" r="r" t="t"/>
              <a:pathLst>
                <a:path extrusionOk="0" h="1612" w="943">
                  <a:moveTo>
                    <a:pt x="487" y="0"/>
                  </a:moveTo>
                  <a:cubicBezTo>
                    <a:pt x="244" y="0"/>
                    <a:pt x="31" y="365"/>
                    <a:pt x="1" y="790"/>
                  </a:cubicBezTo>
                  <a:cubicBezTo>
                    <a:pt x="1" y="1216"/>
                    <a:pt x="183" y="1581"/>
                    <a:pt x="457" y="1611"/>
                  </a:cubicBezTo>
                  <a:cubicBezTo>
                    <a:pt x="700" y="1611"/>
                    <a:pt x="943" y="1246"/>
                    <a:pt x="943" y="821"/>
                  </a:cubicBezTo>
                  <a:cubicBezTo>
                    <a:pt x="943" y="365"/>
                    <a:pt x="760" y="0"/>
                    <a:pt x="4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0"/>
            <p:cNvSpPr/>
            <p:nvPr/>
          </p:nvSpPr>
          <p:spPr>
            <a:xfrm>
              <a:off x="2065180" y="2847689"/>
              <a:ext cx="221231" cy="156010"/>
            </a:xfrm>
            <a:custGeom>
              <a:rect b="b" l="l" r="r" t="t"/>
              <a:pathLst>
                <a:path extrusionOk="0" h="13400" w="19002">
                  <a:moveTo>
                    <a:pt x="10139" y="0"/>
                  </a:moveTo>
                  <a:cubicBezTo>
                    <a:pt x="9536" y="0"/>
                    <a:pt x="8928" y="88"/>
                    <a:pt x="8332" y="268"/>
                  </a:cubicBezTo>
                  <a:lnTo>
                    <a:pt x="6965" y="633"/>
                  </a:lnTo>
                  <a:cubicBezTo>
                    <a:pt x="5263" y="1119"/>
                    <a:pt x="3682" y="1970"/>
                    <a:pt x="2314" y="3095"/>
                  </a:cubicBezTo>
                  <a:cubicBezTo>
                    <a:pt x="1341" y="3916"/>
                    <a:pt x="399" y="4827"/>
                    <a:pt x="278" y="5496"/>
                  </a:cubicBezTo>
                  <a:cubicBezTo>
                    <a:pt x="1" y="6826"/>
                    <a:pt x="4420" y="8055"/>
                    <a:pt x="6425" y="8055"/>
                  </a:cubicBezTo>
                  <a:cubicBezTo>
                    <a:pt x="6620" y="8055"/>
                    <a:pt x="6792" y="8043"/>
                    <a:pt x="6934" y="8019"/>
                  </a:cubicBezTo>
                  <a:cubicBezTo>
                    <a:pt x="8545" y="7715"/>
                    <a:pt x="12253" y="6165"/>
                    <a:pt x="12254" y="6165"/>
                  </a:cubicBezTo>
                  <a:lnTo>
                    <a:pt x="12254" y="6165"/>
                  </a:lnTo>
                  <a:cubicBezTo>
                    <a:pt x="12254" y="6165"/>
                    <a:pt x="11889" y="7897"/>
                    <a:pt x="12345" y="7958"/>
                  </a:cubicBezTo>
                  <a:cubicBezTo>
                    <a:pt x="12983" y="7958"/>
                    <a:pt x="13652" y="7897"/>
                    <a:pt x="14290" y="7745"/>
                  </a:cubicBezTo>
                  <a:lnTo>
                    <a:pt x="14290" y="7745"/>
                  </a:lnTo>
                  <a:cubicBezTo>
                    <a:pt x="14290" y="7746"/>
                    <a:pt x="14047" y="9204"/>
                    <a:pt x="14229" y="9630"/>
                  </a:cubicBezTo>
                  <a:cubicBezTo>
                    <a:pt x="14472" y="10055"/>
                    <a:pt x="14746" y="10451"/>
                    <a:pt x="15080" y="10846"/>
                  </a:cubicBezTo>
                  <a:cubicBezTo>
                    <a:pt x="15080" y="10846"/>
                    <a:pt x="15323" y="13247"/>
                    <a:pt x="15597" y="13338"/>
                  </a:cubicBezTo>
                  <a:lnTo>
                    <a:pt x="15871" y="13399"/>
                  </a:lnTo>
                  <a:cubicBezTo>
                    <a:pt x="15871" y="13399"/>
                    <a:pt x="16387" y="11484"/>
                    <a:pt x="16600" y="11211"/>
                  </a:cubicBezTo>
                  <a:cubicBezTo>
                    <a:pt x="16813" y="10967"/>
                    <a:pt x="17725" y="10846"/>
                    <a:pt x="17725" y="10846"/>
                  </a:cubicBezTo>
                  <a:cubicBezTo>
                    <a:pt x="17725" y="10846"/>
                    <a:pt x="19001" y="6347"/>
                    <a:pt x="18697" y="4979"/>
                  </a:cubicBezTo>
                  <a:cubicBezTo>
                    <a:pt x="18393" y="3642"/>
                    <a:pt x="16023" y="2335"/>
                    <a:pt x="16023" y="2335"/>
                  </a:cubicBezTo>
                  <a:lnTo>
                    <a:pt x="14776" y="2031"/>
                  </a:lnTo>
                  <a:cubicBezTo>
                    <a:pt x="13558" y="723"/>
                    <a:pt x="11872" y="0"/>
                    <a:pt x="10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0"/>
            <p:cNvSpPr/>
            <p:nvPr/>
          </p:nvSpPr>
          <p:spPr>
            <a:xfrm>
              <a:off x="2065576" y="2845419"/>
              <a:ext cx="222954" cy="160399"/>
            </a:xfrm>
            <a:custGeom>
              <a:rect b="b" l="l" r="r" t="t"/>
              <a:pathLst>
                <a:path extrusionOk="0" h="13777" w="19150">
                  <a:moveTo>
                    <a:pt x="10129" y="389"/>
                  </a:moveTo>
                  <a:cubicBezTo>
                    <a:pt x="11794" y="389"/>
                    <a:pt x="13418" y="1077"/>
                    <a:pt x="14590" y="2317"/>
                  </a:cubicBezTo>
                  <a:cubicBezTo>
                    <a:pt x="14621" y="2348"/>
                    <a:pt x="14651" y="2378"/>
                    <a:pt x="14682" y="2378"/>
                  </a:cubicBezTo>
                  <a:lnTo>
                    <a:pt x="15928" y="2682"/>
                  </a:lnTo>
                  <a:cubicBezTo>
                    <a:pt x="16171" y="2804"/>
                    <a:pt x="18238" y="4050"/>
                    <a:pt x="18481" y="5205"/>
                  </a:cubicBezTo>
                  <a:cubicBezTo>
                    <a:pt x="18724" y="6360"/>
                    <a:pt x="17752" y="10129"/>
                    <a:pt x="17569" y="10858"/>
                  </a:cubicBezTo>
                  <a:cubicBezTo>
                    <a:pt x="17235" y="10889"/>
                    <a:pt x="16597" y="11041"/>
                    <a:pt x="16414" y="11284"/>
                  </a:cubicBezTo>
                  <a:cubicBezTo>
                    <a:pt x="16232" y="11497"/>
                    <a:pt x="15867" y="12804"/>
                    <a:pt x="15715" y="13351"/>
                  </a:cubicBezTo>
                  <a:lnTo>
                    <a:pt x="15654" y="13351"/>
                  </a:lnTo>
                  <a:cubicBezTo>
                    <a:pt x="15441" y="12561"/>
                    <a:pt x="15289" y="11770"/>
                    <a:pt x="15259" y="10980"/>
                  </a:cubicBezTo>
                  <a:cubicBezTo>
                    <a:pt x="15229" y="10950"/>
                    <a:pt x="15229" y="10919"/>
                    <a:pt x="15198" y="10889"/>
                  </a:cubicBezTo>
                  <a:cubicBezTo>
                    <a:pt x="14894" y="10494"/>
                    <a:pt x="14621" y="10099"/>
                    <a:pt x="14408" y="9703"/>
                  </a:cubicBezTo>
                  <a:cubicBezTo>
                    <a:pt x="14286" y="9460"/>
                    <a:pt x="14378" y="8518"/>
                    <a:pt x="14469" y="7940"/>
                  </a:cubicBezTo>
                  <a:cubicBezTo>
                    <a:pt x="14469" y="7880"/>
                    <a:pt x="14438" y="7819"/>
                    <a:pt x="14408" y="7758"/>
                  </a:cubicBezTo>
                  <a:cubicBezTo>
                    <a:pt x="14365" y="7737"/>
                    <a:pt x="14322" y="7715"/>
                    <a:pt x="14279" y="7715"/>
                  </a:cubicBezTo>
                  <a:cubicBezTo>
                    <a:pt x="14261" y="7715"/>
                    <a:pt x="14243" y="7719"/>
                    <a:pt x="14226" y="7728"/>
                  </a:cubicBezTo>
                  <a:cubicBezTo>
                    <a:pt x="13618" y="7849"/>
                    <a:pt x="12979" y="7940"/>
                    <a:pt x="12372" y="7940"/>
                  </a:cubicBezTo>
                  <a:cubicBezTo>
                    <a:pt x="12250" y="7849"/>
                    <a:pt x="12280" y="7089"/>
                    <a:pt x="12432" y="6360"/>
                  </a:cubicBezTo>
                  <a:cubicBezTo>
                    <a:pt x="12457" y="6235"/>
                    <a:pt x="12360" y="6131"/>
                    <a:pt x="12240" y="6131"/>
                  </a:cubicBezTo>
                  <a:cubicBezTo>
                    <a:pt x="12214" y="6131"/>
                    <a:pt x="12186" y="6136"/>
                    <a:pt x="12159" y="6147"/>
                  </a:cubicBezTo>
                  <a:cubicBezTo>
                    <a:pt x="12128" y="6147"/>
                    <a:pt x="8450" y="7697"/>
                    <a:pt x="6900" y="8001"/>
                  </a:cubicBezTo>
                  <a:cubicBezTo>
                    <a:pt x="6771" y="8023"/>
                    <a:pt x="6615" y="8033"/>
                    <a:pt x="6437" y="8033"/>
                  </a:cubicBezTo>
                  <a:cubicBezTo>
                    <a:pt x="4864" y="8033"/>
                    <a:pt x="1625" y="7222"/>
                    <a:pt x="669" y="6238"/>
                  </a:cubicBezTo>
                  <a:cubicBezTo>
                    <a:pt x="517" y="6117"/>
                    <a:pt x="426" y="5904"/>
                    <a:pt x="426" y="5691"/>
                  </a:cubicBezTo>
                  <a:cubicBezTo>
                    <a:pt x="517" y="5357"/>
                    <a:pt x="912" y="4658"/>
                    <a:pt x="2402" y="3411"/>
                  </a:cubicBezTo>
                  <a:cubicBezTo>
                    <a:pt x="3739" y="2317"/>
                    <a:pt x="5289" y="1497"/>
                    <a:pt x="6961" y="1010"/>
                  </a:cubicBezTo>
                  <a:lnTo>
                    <a:pt x="8390" y="645"/>
                  </a:lnTo>
                  <a:cubicBezTo>
                    <a:pt x="8963" y="473"/>
                    <a:pt x="9548" y="389"/>
                    <a:pt x="10129" y="389"/>
                  </a:cubicBezTo>
                  <a:close/>
                  <a:moveTo>
                    <a:pt x="10052" y="1"/>
                  </a:moveTo>
                  <a:cubicBezTo>
                    <a:pt x="9457" y="1"/>
                    <a:pt x="8857" y="82"/>
                    <a:pt x="8268" y="250"/>
                  </a:cubicBezTo>
                  <a:lnTo>
                    <a:pt x="6870" y="645"/>
                  </a:lnTo>
                  <a:cubicBezTo>
                    <a:pt x="5137" y="1132"/>
                    <a:pt x="3526" y="1983"/>
                    <a:pt x="2159" y="3138"/>
                  </a:cubicBezTo>
                  <a:cubicBezTo>
                    <a:pt x="912" y="4202"/>
                    <a:pt x="183" y="5053"/>
                    <a:pt x="61" y="5661"/>
                  </a:cubicBezTo>
                  <a:cubicBezTo>
                    <a:pt x="0" y="5995"/>
                    <a:pt x="122" y="6329"/>
                    <a:pt x="396" y="6542"/>
                  </a:cubicBezTo>
                  <a:cubicBezTo>
                    <a:pt x="1424" y="7597"/>
                    <a:pt x="4740" y="8436"/>
                    <a:pt x="6399" y="8436"/>
                  </a:cubicBezTo>
                  <a:cubicBezTo>
                    <a:pt x="6604" y="8436"/>
                    <a:pt x="6784" y="8423"/>
                    <a:pt x="6931" y="8396"/>
                  </a:cubicBezTo>
                  <a:cubicBezTo>
                    <a:pt x="8298" y="8153"/>
                    <a:pt x="11034" y="7029"/>
                    <a:pt x="11976" y="6664"/>
                  </a:cubicBezTo>
                  <a:lnTo>
                    <a:pt x="11976" y="6664"/>
                  </a:lnTo>
                  <a:cubicBezTo>
                    <a:pt x="11916" y="7120"/>
                    <a:pt x="11824" y="7880"/>
                    <a:pt x="12037" y="8184"/>
                  </a:cubicBezTo>
                  <a:cubicBezTo>
                    <a:pt x="12098" y="8275"/>
                    <a:pt x="12189" y="8336"/>
                    <a:pt x="12280" y="8336"/>
                  </a:cubicBezTo>
                  <a:cubicBezTo>
                    <a:pt x="12379" y="8341"/>
                    <a:pt x="12479" y="8343"/>
                    <a:pt x="12580" y="8343"/>
                  </a:cubicBezTo>
                  <a:cubicBezTo>
                    <a:pt x="13066" y="8343"/>
                    <a:pt x="13565" y="8284"/>
                    <a:pt x="14043" y="8184"/>
                  </a:cubicBezTo>
                  <a:lnTo>
                    <a:pt x="14043" y="8184"/>
                  </a:lnTo>
                  <a:cubicBezTo>
                    <a:pt x="13952" y="8670"/>
                    <a:pt x="13861" y="9551"/>
                    <a:pt x="14043" y="9886"/>
                  </a:cubicBezTo>
                  <a:cubicBezTo>
                    <a:pt x="14286" y="10311"/>
                    <a:pt x="14560" y="10737"/>
                    <a:pt x="14864" y="11102"/>
                  </a:cubicBezTo>
                  <a:cubicBezTo>
                    <a:pt x="15138" y="13594"/>
                    <a:pt x="15411" y="13655"/>
                    <a:pt x="15533" y="13716"/>
                  </a:cubicBezTo>
                  <a:lnTo>
                    <a:pt x="15776" y="13776"/>
                  </a:lnTo>
                  <a:lnTo>
                    <a:pt x="15837" y="13776"/>
                  </a:lnTo>
                  <a:cubicBezTo>
                    <a:pt x="15867" y="13776"/>
                    <a:pt x="15897" y="13776"/>
                    <a:pt x="15928" y="13746"/>
                  </a:cubicBezTo>
                  <a:cubicBezTo>
                    <a:pt x="15958" y="13716"/>
                    <a:pt x="15989" y="13685"/>
                    <a:pt x="16019" y="13624"/>
                  </a:cubicBezTo>
                  <a:cubicBezTo>
                    <a:pt x="16171" y="12925"/>
                    <a:pt x="16414" y="12196"/>
                    <a:pt x="16718" y="11527"/>
                  </a:cubicBezTo>
                  <a:cubicBezTo>
                    <a:pt x="17022" y="11345"/>
                    <a:pt x="17356" y="11223"/>
                    <a:pt x="17721" y="11223"/>
                  </a:cubicBezTo>
                  <a:cubicBezTo>
                    <a:pt x="17812" y="11223"/>
                    <a:pt x="17873" y="11162"/>
                    <a:pt x="17873" y="11071"/>
                  </a:cubicBezTo>
                  <a:cubicBezTo>
                    <a:pt x="17934" y="10889"/>
                    <a:pt x="19150" y="6542"/>
                    <a:pt x="18846" y="5144"/>
                  </a:cubicBezTo>
                  <a:cubicBezTo>
                    <a:pt x="18542" y="3746"/>
                    <a:pt x="16201" y="2408"/>
                    <a:pt x="16080" y="2348"/>
                  </a:cubicBezTo>
                  <a:cubicBezTo>
                    <a:pt x="16080" y="2348"/>
                    <a:pt x="16049" y="2317"/>
                    <a:pt x="16049" y="2317"/>
                  </a:cubicBezTo>
                  <a:lnTo>
                    <a:pt x="14834" y="2044"/>
                  </a:lnTo>
                  <a:cubicBezTo>
                    <a:pt x="13559" y="724"/>
                    <a:pt x="11826" y="1"/>
                    <a:pt x="100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0"/>
            <p:cNvSpPr/>
            <p:nvPr/>
          </p:nvSpPr>
          <p:spPr>
            <a:xfrm>
              <a:off x="2316142" y="3339290"/>
              <a:ext cx="162785" cy="91231"/>
            </a:xfrm>
            <a:custGeom>
              <a:rect b="b" l="l" r="r" t="t"/>
              <a:pathLst>
                <a:path extrusionOk="0" h="7836" w="13982">
                  <a:moveTo>
                    <a:pt x="9644" y="0"/>
                  </a:moveTo>
                  <a:cubicBezTo>
                    <a:pt x="9060" y="0"/>
                    <a:pt x="7903" y="783"/>
                    <a:pt x="7903" y="783"/>
                  </a:cubicBezTo>
                  <a:cubicBezTo>
                    <a:pt x="7903" y="783"/>
                    <a:pt x="4469" y="814"/>
                    <a:pt x="4013" y="1087"/>
                  </a:cubicBezTo>
                  <a:cubicBezTo>
                    <a:pt x="3527" y="1391"/>
                    <a:pt x="1672" y="4036"/>
                    <a:pt x="1490" y="4279"/>
                  </a:cubicBezTo>
                  <a:cubicBezTo>
                    <a:pt x="1308" y="4492"/>
                    <a:pt x="1" y="5069"/>
                    <a:pt x="1" y="5069"/>
                  </a:cubicBezTo>
                  <a:lnTo>
                    <a:pt x="639" y="7835"/>
                  </a:lnTo>
                  <a:cubicBezTo>
                    <a:pt x="639" y="7835"/>
                    <a:pt x="6961" y="7136"/>
                    <a:pt x="7782" y="6680"/>
                  </a:cubicBezTo>
                  <a:cubicBezTo>
                    <a:pt x="8633" y="6224"/>
                    <a:pt x="12250" y="2972"/>
                    <a:pt x="12250" y="2972"/>
                  </a:cubicBezTo>
                  <a:cubicBezTo>
                    <a:pt x="12250" y="2972"/>
                    <a:pt x="13831" y="2121"/>
                    <a:pt x="13952" y="1543"/>
                  </a:cubicBezTo>
                  <a:cubicBezTo>
                    <a:pt x="13981" y="1405"/>
                    <a:pt x="13767" y="1350"/>
                    <a:pt x="13419" y="1350"/>
                  </a:cubicBezTo>
                  <a:cubicBezTo>
                    <a:pt x="12315" y="1350"/>
                    <a:pt x="9861" y="1898"/>
                    <a:pt x="9514" y="2060"/>
                  </a:cubicBezTo>
                  <a:cubicBezTo>
                    <a:pt x="9028" y="2303"/>
                    <a:pt x="5897" y="2729"/>
                    <a:pt x="5897" y="2729"/>
                  </a:cubicBezTo>
                  <a:cubicBezTo>
                    <a:pt x="5897" y="2729"/>
                    <a:pt x="7387" y="2242"/>
                    <a:pt x="7752" y="2090"/>
                  </a:cubicBezTo>
                  <a:cubicBezTo>
                    <a:pt x="8086" y="1908"/>
                    <a:pt x="10062" y="1087"/>
                    <a:pt x="9970" y="267"/>
                  </a:cubicBezTo>
                  <a:cubicBezTo>
                    <a:pt x="9949" y="74"/>
                    <a:pt x="9824" y="0"/>
                    <a:pt x="9644" y="0"/>
                  </a:cubicBezTo>
                  <a:close/>
                </a:path>
              </a:pathLst>
            </a:custGeom>
            <a:solidFill>
              <a:srgbClr val="A1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0"/>
            <p:cNvSpPr/>
            <p:nvPr/>
          </p:nvSpPr>
          <p:spPr>
            <a:xfrm>
              <a:off x="2313662" y="3336996"/>
              <a:ext cx="167396" cy="95643"/>
            </a:xfrm>
            <a:custGeom>
              <a:rect b="b" l="l" r="r" t="t"/>
              <a:pathLst>
                <a:path extrusionOk="0" h="8215" w="14378">
                  <a:moveTo>
                    <a:pt x="9839" y="382"/>
                  </a:moveTo>
                  <a:cubicBezTo>
                    <a:pt x="9881" y="382"/>
                    <a:pt x="9915" y="388"/>
                    <a:pt x="9940" y="403"/>
                  </a:cubicBezTo>
                  <a:cubicBezTo>
                    <a:pt x="9971" y="403"/>
                    <a:pt x="10001" y="403"/>
                    <a:pt x="10001" y="464"/>
                  </a:cubicBezTo>
                  <a:cubicBezTo>
                    <a:pt x="10031" y="707"/>
                    <a:pt x="9788" y="1223"/>
                    <a:pt x="7965" y="2075"/>
                  </a:cubicBezTo>
                  <a:lnTo>
                    <a:pt x="7873" y="2105"/>
                  </a:lnTo>
                  <a:cubicBezTo>
                    <a:pt x="7539" y="2257"/>
                    <a:pt x="6050" y="2743"/>
                    <a:pt x="6050" y="2743"/>
                  </a:cubicBezTo>
                  <a:cubicBezTo>
                    <a:pt x="5958" y="2774"/>
                    <a:pt x="5898" y="2895"/>
                    <a:pt x="5928" y="2986"/>
                  </a:cubicBezTo>
                  <a:cubicBezTo>
                    <a:pt x="5958" y="3078"/>
                    <a:pt x="6050" y="3138"/>
                    <a:pt x="6141" y="3138"/>
                  </a:cubicBezTo>
                  <a:cubicBezTo>
                    <a:pt x="6475" y="3078"/>
                    <a:pt x="9332" y="2652"/>
                    <a:pt x="9788" y="2439"/>
                  </a:cubicBezTo>
                  <a:cubicBezTo>
                    <a:pt x="10215" y="2253"/>
                    <a:pt x="12678" y="1738"/>
                    <a:pt x="13645" y="1738"/>
                  </a:cubicBezTo>
                  <a:cubicBezTo>
                    <a:pt x="13780" y="1738"/>
                    <a:pt x="13885" y="1748"/>
                    <a:pt x="13952" y="1771"/>
                  </a:cubicBezTo>
                  <a:cubicBezTo>
                    <a:pt x="13800" y="2135"/>
                    <a:pt x="12919" y="2713"/>
                    <a:pt x="12372" y="2986"/>
                  </a:cubicBezTo>
                  <a:lnTo>
                    <a:pt x="12342" y="3017"/>
                  </a:lnTo>
                  <a:cubicBezTo>
                    <a:pt x="12311" y="3047"/>
                    <a:pt x="8724" y="6269"/>
                    <a:pt x="7904" y="6695"/>
                  </a:cubicBezTo>
                  <a:cubicBezTo>
                    <a:pt x="7265" y="7059"/>
                    <a:pt x="2858" y="7607"/>
                    <a:pt x="1004" y="7819"/>
                  </a:cubicBezTo>
                  <a:lnTo>
                    <a:pt x="426" y="5357"/>
                  </a:lnTo>
                  <a:cubicBezTo>
                    <a:pt x="943" y="5175"/>
                    <a:pt x="1429" y="4901"/>
                    <a:pt x="1855" y="4597"/>
                  </a:cubicBezTo>
                  <a:cubicBezTo>
                    <a:pt x="1916" y="4537"/>
                    <a:pt x="2007" y="4385"/>
                    <a:pt x="2159" y="4202"/>
                  </a:cubicBezTo>
                  <a:cubicBezTo>
                    <a:pt x="2645" y="3503"/>
                    <a:pt x="3983" y="1649"/>
                    <a:pt x="4317" y="1467"/>
                  </a:cubicBezTo>
                  <a:cubicBezTo>
                    <a:pt x="4621" y="1284"/>
                    <a:pt x="6809" y="1193"/>
                    <a:pt x="8116" y="1193"/>
                  </a:cubicBezTo>
                  <a:cubicBezTo>
                    <a:pt x="8147" y="1193"/>
                    <a:pt x="8177" y="1163"/>
                    <a:pt x="8208" y="1163"/>
                  </a:cubicBezTo>
                  <a:cubicBezTo>
                    <a:pt x="8771" y="760"/>
                    <a:pt x="9523" y="382"/>
                    <a:pt x="9839" y="382"/>
                  </a:cubicBezTo>
                  <a:close/>
                  <a:moveTo>
                    <a:pt x="9899" y="1"/>
                  </a:moveTo>
                  <a:cubicBezTo>
                    <a:pt x="9302" y="1"/>
                    <a:pt x="8350" y="611"/>
                    <a:pt x="8056" y="798"/>
                  </a:cubicBezTo>
                  <a:cubicBezTo>
                    <a:pt x="7357" y="798"/>
                    <a:pt x="4621" y="859"/>
                    <a:pt x="4135" y="1132"/>
                  </a:cubicBezTo>
                  <a:cubicBezTo>
                    <a:pt x="3740" y="1345"/>
                    <a:pt x="2797" y="2622"/>
                    <a:pt x="1855" y="3959"/>
                  </a:cubicBezTo>
                  <a:cubicBezTo>
                    <a:pt x="1703" y="4172"/>
                    <a:pt x="1612" y="4293"/>
                    <a:pt x="1551" y="4354"/>
                  </a:cubicBezTo>
                  <a:cubicBezTo>
                    <a:pt x="1125" y="4658"/>
                    <a:pt x="639" y="4901"/>
                    <a:pt x="153" y="5084"/>
                  </a:cubicBezTo>
                  <a:cubicBezTo>
                    <a:pt x="62" y="5114"/>
                    <a:pt x="1" y="5205"/>
                    <a:pt x="31" y="5296"/>
                  </a:cubicBezTo>
                  <a:lnTo>
                    <a:pt x="670" y="8093"/>
                  </a:lnTo>
                  <a:cubicBezTo>
                    <a:pt x="670" y="8154"/>
                    <a:pt x="761" y="8214"/>
                    <a:pt x="852" y="8214"/>
                  </a:cubicBezTo>
                  <a:lnTo>
                    <a:pt x="882" y="8214"/>
                  </a:lnTo>
                  <a:cubicBezTo>
                    <a:pt x="1125" y="8154"/>
                    <a:pt x="7296" y="7455"/>
                    <a:pt x="8116" y="7029"/>
                  </a:cubicBezTo>
                  <a:cubicBezTo>
                    <a:pt x="8937" y="6573"/>
                    <a:pt x="12281" y="3564"/>
                    <a:pt x="12585" y="3290"/>
                  </a:cubicBezTo>
                  <a:cubicBezTo>
                    <a:pt x="12889" y="3138"/>
                    <a:pt x="14196" y="2409"/>
                    <a:pt x="14348" y="1771"/>
                  </a:cubicBezTo>
                  <a:cubicBezTo>
                    <a:pt x="14378" y="1649"/>
                    <a:pt x="14348" y="1558"/>
                    <a:pt x="14256" y="1467"/>
                  </a:cubicBezTo>
                  <a:cubicBezTo>
                    <a:pt x="14146" y="1385"/>
                    <a:pt x="13923" y="1352"/>
                    <a:pt x="13632" y="1352"/>
                  </a:cubicBezTo>
                  <a:cubicBezTo>
                    <a:pt x="12402" y="1352"/>
                    <a:pt x="9956" y="1952"/>
                    <a:pt x="9636" y="2075"/>
                  </a:cubicBezTo>
                  <a:cubicBezTo>
                    <a:pt x="9150" y="2227"/>
                    <a:pt x="8603" y="2348"/>
                    <a:pt x="8086" y="2439"/>
                  </a:cubicBezTo>
                  <a:lnTo>
                    <a:pt x="8147" y="2409"/>
                  </a:lnTo>
                  <a:cubicBezTo>
                    <a:pt x="9150" y="1953"/>
                    <a:pt x="10487" y="1254"/>
                    <a:pt x="10396" y="433"/>
                  </a:cubicBezTo>
                  <a:cubicBezTo>
                    <a:pt x="10366" y="251"/>
                    <a:pt x="10275" y="129"/>
                    <a:pt x="10123" y="38"/>
                  </a:cubicBezTo>
                  <a:cubicBezTo>
                    <a:pt x="10057" y="12"/>
                    <a:pt x="9981" y="1"/>
                    <a:pt x="98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0"/>
            <p:cNvSpPr/>
            <p:nvPr/>
          </p:nvSpPr>
          <p:spPr>
            <a:xfrm>
              <a:off x="2289956" y="3394772"/>
              <a:ext cx="37524" cy="54149"/>
            </a:xfrm>
            <a:custGeom>
              <a:rect b="b" l="l" r="r" t="t"/>
              <a:pathLst>
                <a:path extrusionOk="0" h="4651" w="3223">
                  <a:moveTo>
                    <a:pt x="2918" y="0"/>
                  </a:moveTo>
                  <a:lnTo>
                    <a:pt x="31" y="243"/>
                  </a:lnTo>
                  <a:lnTo>
                    <a:pt x="0" y="4651"/>
                  </a:lnTo>
                  <a:lnTo>
                    <a:pt x="3222" y="4073"/>
                  </a:lnTo>
                  <a:lnTo>
                    <a:pt x="2918" y="0"/>
                  </a:ln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0"/>
            <p:cNvSpPr/>
            <p:nvPr/>
          </p:nvSpPr>
          <p:spPr>
            <a:xfrm>
              <a:off x="2287826" y="3392641"/>
              <a:ext cx="41773" cy="58410"/>
            </a:xfrm>
            <a:custGeom>
              <a:rect b="b" l="l" r="r" t="t"/>
              <a:pathLst>
                <a:path extrusionOk="0" h="5017" w="3588">
                  <a:moveTo>
                    <a:pt x="2919" y="396"/>
                  </a:moveTo>
                  <a:lnTo>
                    <a:pt x="3193" y="4104"/>
                  </a:lnTo>
                  <a:lnTo>
                    <a:pt x="396" y="4590"/>
                  </a:lnTo>
                  <a:lnTo>
                    <a:pt x="396" y="578"/>
                  </a:lnTo>
                  <a:lnTo>
                    <a:pt x="2919" y="396"/>
                  </a:lnTo>
                  <a:close/>
                  <a:moveTo>
                    <a:pt x="3071" y="1"/>
                  </a:moveTo>
                  <a:lnTo>
                    <a:pt x="183" y="214"/>
                  </a:lnTo>
                  <a:cubicBezTo>
                    <a:pt x="92" y="244"/>
                    <a:pt x="1" y="305"/>
                    <a:pt x="1" y="426"/>
                  </a:cubicBezTo>
                  <a:lnTo>
                    <a:pt x="1" y="4834"/>
                  </a:lnTo>
                  <a:cubicBezTo>
                    <a:pt x="1" y="4925"/>
                    <a:pt x="92" y="5016"/>
                    <a:pt x="183" y="5016"/>
                  </a:cubicBezTo>
                  <a:lnTo>
                    <a:pt x="214" y="5016"/>
                  </a:lnTo>
                  <a:lnTo>
                    <a:pt x="3436" y="4469"/>
                  </a:lnTo>
                  <a:cubicBezTo>
                    <a:pt x="3527" y="4439"/>
                    <a:pt x="3588" y="4347"/>
                    <a:pt x="3588" y="4256"/>
                  </a:cubicBezTo>
                  <a:lnTo>
                    <a:pt x="3284" y="183"/>
                  </a:lnTo>
                  <a:cubicBezTo>
                    <a:pt x="3284" y="122"/>
                    <a:pt x="3253" y="92"/>
                    <a:pt x="3223" y="62"/>
                  </a:cubicBezTo>
                  <a:cubicBezTo>
                    <a:pt x="3162" y="31"/>
                    <a:pt x="3132" y="1"/>
                    <a:pt x="3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0"/>
            <p:cNvSpPr/>
            <p:nvPr/>
          </p:nvSpPr>
          <p:spPr>
            <a:xfrm>
              <a:off x="1963649" y="3173219"/>
              <a:ext cx="341859" cy="359998"/>
            </a:xfrm>
            <a:custGeom>
              <a:rect b="b" l="l" r="r" t="t"/>
              <a:pathLst>
                <a:path extrusionOk="0" h="30921" w="29363">
                  <a:moveTo>
                    <a:pt x="7508" y="0"/>
                  </a:moveTo>
                  <a:cubicBezTo>
                    <a:pt x="7508" y="0"/>
                    <a:pt x="912" y="2037"/>
                    <a:pt x="456" y="3192"/>
                  </a:cubicBezTo>
                  <a:cubicBezTo>
                    <a:pt x="0" y="4317"/>
                    <a:pt x="5229" y="29393"/>
                    <a:pt x="5320" y="29819"/>
                  </a:cubicBezTo>
                  <a:cubicBezTo>
                    <a:pt x="5406" y="30248"/>
                    <a:pt x="6247" y="30921"/>
                    <a:pt x="6802" y="30921"/>
                  </a:cubicBezTo>
                  <a:cubicBezTo>
                    <a:pt x="6836" y="30921"/>
                    <a:pt x="6869" y="30918"/>
                    <a:pt x="6900" y="30913"/>
                  </a:cubicBezTo>
                  <a:cubicBezTo>
                    <a:pt x="7417" y="30822"/>
                    <a:pt x="28269" y="25381"/>
                    <a:pt x="28816" y="24773"/>
                  </a:cubicBezTo>
                  <a:cubicBezTo>
                    <a:pt x="29363" y="24135"/>
                    <a:pt x="28451" y="19150"/>
                    <a:pt x="28451" y="19150"/>
                  </a:cubicBezTo>
                  <a:lnTo>
                    <a:pt x="11733" y="19849"/>
                  </a:lnTo>
                  <a:lnTo>
                    <a:pt x="10305" y="6839"/>
                  </a:lnTo>
                  <a:lnTo>
                    <a:pt x="7508" y="0"/>
                  </a:ln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0"/>
            <p:cNvSpPr/>
            <p:nvPr/>
          </p:nvSpPr>
          <p:spPr>
            <a:xfrm>
              <a:off x="1961169" y="3170669"/>
              <a:ext cx="346469" cy="364934"/>
            </a:xfrm>
            <a:custGeom>
              <a:rect b="b" l="l" r="r" t="t"/>
              <a:pathLst>
                <a:path extrusionOk="0" h="31345" w="29759">
                  <a:moveTo>
                    <a:pt x="7710" y="0"/>
                  </a:moveTo>
                  <a:cubicBezTo>
                    <a:pt x="7694" y="0"/>
                    <a:pt x="7678" y="2"/>
                    <a:pt x="7660" y="7"/>
                  </a:cubicBezTo>
                  <a:cubicBezTo>
                    <a:pt x="6992" y="219"/>
                    <a:pt x="973" y="2104"/>
                    <a:pt x="487" y="3320"/>
                  </a:cubicBezTo>
                  <a:cubicBezTo>
                    <a:pt x="1" y="4566"/>
                    <a:pt x="5290" y="29825"/>
                    <a:pt x="5350" y="30098"/>
                  </a:cubicBezTo>
                  <a:cubicBezTo>
                    <a:pt x="5654" y="30767"/>
                    <a:pt x="6293" y="31223"/>
                    <a:pt x="7022" y="31345"/>
                  </a:cubicBezTo>
                  <a:lnTo>
                    <a:pt x="7144" y="31345"/>
                  </a:lnTo>
                  <a:cubicBezTo>
                    <a:pt x="7326" y="31284"/>
                    <a:pt x="28603" y="25752"/>
                    <a:pt x="29181" y="25113"/>
                  </a:cubicBezTo>
                  <a:cubicBezTo>
                    <a:pt x="29758" y="24445"/>
                    <a:pt x="28998" y="20189"/>
                    <a:pt x="28846" y="19338"/>
                  </a:cubicBezTo>
                  <a:cubicBezTo>
                    <a:pt x="28816" y="19247"/>
                    <a:pt x="28725" y="19186"/>
                    <a:pt x="28633" y="19186"/>
                  </a:cubicBezTo>
                  <a:lnTo>
                    <a:pt x="12098" y="19885"/>
                  </a:lnTo>
                  <a:lnTo>
                    <a:pt x="10700" y="7028"/>
                  </a:lnTo>
                  <a:cubicBezTo>
                    <a:pt x="10686" y="6903"/>
                    <a:pt x="10596" y="6848"/>
                    <a:pt x="10506" y="6848"/>
                  </a:cubicBezTo>
                  <a:cubicBezTo>
                    <a:pt x="10398" y="6848"/>
                    <a:pt x="10288" y="6926"/>
                    <a:pt x="10305" y="7058"/>
                  </a:cubicBezTo>
                  <a:lnTo>
                    <a:pt x="11764" y="20098"/>
                  </a:lnTo>
                  <a:cubicBezTo>
                    <a:pt x="11764" y="20189"/>
                    <a:pt x="11855" y="20281"/>
                    <a:pt x="11946" y="20281"/>
                  </a:cubicBezTo>
                  <a:lnTo>
                    <a:pt x="28512" y="19581"/>
                  </a:lnTo>
                  <a:cubicBezTo>
                    <a:pt x="28907" y="21952"/>
                    <a:pt x="29181" y="24536"/>
                    <a:pt x="28907" y="24870"/>
                  </a:cubicBezTo>
                  <a:cubicBezTo>
                    <a:pt x="28178" y="25448"/>
                    <a:pt x="8329" y="30767"/>
                    <a:pt x="7053" y="30980"/>
                  </a:cubicBezTo>
                  <a:cubicBezTo>
                    <a:pt x="7035" y="30982"/>
                    <a:pt x="7017" y="30984"/>
                    <a:pt x="6998" y="30984"/>
                  </a:cubicBezTo>
                  <a:cubicBezTo>
                    <a:pt x="6561" y="30984"/>
                    <a:pt x="5803" y="30328"/>
                    <a:pt x="5715" y="30007"/>
                  </a:cubicBezTo>
                  <a:cubicBezTo>
                    <a:pt x="5442" y="28731"/>
                    <a:pt x="457" y="4596"/>
                    <a:pt x="852" y="3472"/>
                  </a:cubicBezTo>
                  <a:cubicBezTo>
                    <a:pt x="1156" y="2712"/>
                    <a:pt x="5259" y="1192"/>
                    <a:pt x="7782" y="402"/>
                  </a:cubicBezTo>
                  <a:cubicBezTo>
                    <a:pt x="8008" y="345"/>
                    <a:pt x="7919" y="0"/>
                    <a:pt x="77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0"/>
            <p:cNvSpPr/>
            <p:nvPr/>
          </p:nvSpPr>
          <p:spPr>
            <a:xfrm>
              <a:off x="2187319" y="3724248"/>
              <a:ext cx="54510" cy="73278"/>
            </a:xfrm>
            <a:custGeom>
              <a:rect b="b" l="l" r="r" t="t"/>
              <a:pathLst>
                <a:path extrusionOk="0" h="6294" w="4682">
                  <a:moveTo>
                    <a:pt x="4451" y="0"/>
                  </a:moveTo>
                  <a:cubicBezTo>
                    <a:pt x="4416" y="0"/>
                    <a:pt x="4379" y="10"/>
                    <a:pt x="4347" y="32"/>
                  </a:cubicBezTo>
                  <a:lnTo>
                    <a:pt x="396" y="2433"/>
                  </a:lnTo>
                  <a:cubicBezTo>
                    <a:pt x="335" y="2463"/>
                    <a:pt x="305" y="2524"/>
                    <a:pt x="305" y="2585"/>
                  </a:cubicBezTo>
                  <a:lnTo>
                    <a:pt x="31" y="6081"/>
                  </a:lnTo>
                  <a:cubicBezTo>
                    <a:pt x="1" y="6202"/>
                    <a:pt x="92" y="6293"/>
                    <a:pt x="213" y="6293"/>
                  </a:cubicBezTo>
                  <a:cubicBezTo>
                    <a:pt x="305" y="6293"/>
                    <a:pt x="396" y="6233"/>
                    <a:pt x="396" y="6111"/>
                  </a:cubicBezTo>
                  <a:lnTo>
                    <a:pt x="669" y="2707"/>
                  </a:lnTo>
                  <a:lnTo>
                    <a:pt x="4560" y="366"/>
                  </a:lnTo>
                  <a:cubicBezTo>
                    <a:pt x="4651" y="305"/>
                    <a:pt x="4682" y="184"/>
                    <a:pt x="4621" y="93"/>
                  </a:cubicBezTo>
                  <a:cubicBezTo>
                    <a:pt x="4581" y="34"/>
                    <a:pt x="4517" y="0"/>
                    <a:pt x="44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0"/>
            <p:cNvSpPr/>
            <p:nvPr/>
          </p:nvSpPr>
          <p:spPr>
            <a:xfrm>
              <a:off x="1734669" y="3095603"/>
              <a:ext cx="151888" cy="252794"/>
            </a:xfrm>
            <a:custGeom>
              <a:rect b="b" l="l" r="r" t="t"/>
              <a:pathLst>
                <a:path extrusionOk="0" h="21713" w="13046">
                  <a:moveTo>
                    <a:pt x="5932" y="0"/>
                  </a:moveTo>
                  <a:cubicBezTo>
                    <a:pt x="5911" y="0"/>
                    <a:pt x="5889" y="3"/>
                    <a:pt x="5867" y="10"/>
                  </a:cubicBezTo>
                  <a:cubicBezTo>
                    <a:pt x="5350" y="162"/>
                    <a:pt x="5563" y="4326"/>
                    <a:pt x="5472" y="4569"/>
                  </a:cubicBezTo>
                  <a:cubicBezTo>
                    <a:pt x="5411" y="4782"/>
                    <a:pt x="5198" y="6970"/>
                    <a:pt x="5198" y="6970"/>
                  </a:cubicBezTo>
                  <a:lnTo>
                    <a:pt x="4621" y="11651"/>
                  </a:lnTo>
                  <a:lnTo>
                    <a:pt x="0" y="19129"/>
                  </a:lnTo>
                  <a:lnTo>
                    <a:pt x="3496" y="21712"/>
                  </a:lnTo>
                  <a:lnTo>
                    <a:pt x="6809" y="13931"/>
                  </a:lnTo>
                  <a:cubicBezTo>
                    <a:pt x="7599" y="13232"/>
                    <a:pt x="8299" y="12411"/>
                    <a:pt x="8876" y="11530"/>
                  </a:cubicBezTo>
                  <a:cubicBezTo>
                    <a:pt x="9393" y="10618"/>
                    <a:pt x="9849" y="9706"/>
                    <a:pt x="10244" y="8733"/>
                  </a:cubicBezTo>
                  <a:cubicBezTo>
                    <a:pt x="10335" y="8490"/>
                    <a:pt x="12098" y="5208"/>
                    <a:pt x="12675" y="4174"/>
                  </a:cubicBezTo>
                  <a:cubicBezTo>
                    <a:pt x="13045" y="3532"/>
                    <a:pt x="12942" y="2939"/>
                    <a:pt x="12643" y="2939"/>
                  </a:cubicBezTo>
                  <a:cubicBezTo>
                    <a:pt x="12476" y="2939"/>
                    <a:pt x="12247" y="3126"/>
                    <a:pt x="12007" y="3597"/>
                  </a:cubicBezTo>
                  <a:cubicBezTo>
                    <a:pt x="11460" y="4600"/>
                    <a:pt x="10791" y="5511"/>
                    <a:pt x="10031" y="6393"/>
                  </a:cubicBezTo>
                  <a:lnTo>
                    <a:pt x="10122" y="5937"/>
                  </a:lnTo>
                  <a:cubicBezTo>
                    <a:pt x="10183" y="5511"/>
                    <a:pt x="10852" y="3597"/>
                    <a:pt x="11216" y="2138"/>
                  </a:cubicBezTo>
                  <a:cubicBezTo>
                    <a:pt x="11491" y="1039"/>
                    <a:pt x="11300" y="509"/>
                    <a:pt x="11008" y="509"/>
                  </a:cubicBezTo>
                  <a:cubicBezTo>
                    <a:pt x="10912" y="509"/>
                    <a:pt x="10805" y="566"/>
                    <a:pt x="10700" y="679"/>
                  </a:cubicBezTo>
                  <a:cubicBezTo>
                    <a:pt x="10244" y="1104"/>
                    <a:pt x="8511" y="5359"/>
                    <a:pt x="8511" y="5359"/>
                  </a:cubicBezTo>
                  <a:cubicBezTo>
                    <a:pt x="8633" y="4630"/>
                    <a:pt x="8694" y="3900"/>
                    <a:pt x="8724" y="3171"/>
                  </a:cubicBezTo>
                  <a:cubicBezTo>
                    <a:pt x="8724" y="2350"/>
                    <a:pt x="9302" y="739"/>
                    <a:pt x="8785" y="314"/>
                  </a:cubicBezTo>
                  <a:cubicBezTo>
                    <a:pt x="8675" y="211"/>
                    <a:pt x="8570" y="168"/>
                    <a:pt x="8473" y="168"/>
                  </a:cubicBezTo>
                  <a:cubicBezTo>
                    <a:pt x="8140" y="168"/>
                    <a:pt x="7903" y="670"/>
                    <a:pt x="7903" y="952"/>
                  </a:cubicBezTo>
                  <a:cubicBezTo>
                    <a:pt x="7903" y="1347"/>
                    <a:pt x="6900" y="5815"/>
                    <a:pt x="6900" y="5815"/>
                  </a:cubicBezTo>
                  <a:cubicBezTo>
                    <a:pt x="6900" y="5815"/>
                    <a:pt x="6809" y="2593"/>
                    <a:pt x="6748" y="2077"/>
                  </a:cubicBezTo>
                  <a:cubicBezTo>
                    <a:pt x="6661" y="1553"/>
                    <a:pt x="6407" y="0"/>
                    <a:pt x="59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0"/>
            <p:cNvSpPr/>
            <p:nvPr/>
          </p:nvSpPr>
          <p:spPr>
            <a:xfrm>
              <a:off x="1732189" y="3093449"/>
              <a:ext cx="155718" cy="257066"/>
            </a:xfrm>
            <a:custGeom>
              <a:rect b="b" l="l" r="r" t="t"/>
              <a:pathLst>
                <a:path extrusionOk="0" h="22080" w="13375">
                  <a:moveTo>
                    <a:pt x="6110" y="377"/>
                  </a:moveTo>
                  <a:cubicBezTo>
                    <a:pt x="6353" y="529"/>
                    <a:pt x="6597" y="1320"/>
                    <a:pt x="6718" y="2292"/>
                  </a:cubicBezTo>
                  <a:cubicBezTo>
                    <a:pt x="6779" y="2778"/>
                    <a:pt x="6870" y="5970"/>
                    <a:pt x="6870" y="6000"/>
                  </a:cubicBezTo>
                  <a:cubicBezTo>
                    <a:pt x="6870" y="6092"/>
                    <a:pt x="6931" y="6183"/>
                    <a:pt x="7022" y="6183"/>
                  </a:cubicBezTo>
                  <a:cubicBezTo>
                    <a:pt x="7113" y="6183"/>
                    <a:pt x="7204" y="6122"/>
                    <a:pt x="7235" y="6031"/>
                  </a:cubicBezTo>
                  <a:cubicBezTo>
                    <a:pt x="7356" y="5575"/>
                    <a:pt x="8268" y="1532"/>
                    <a:pt x="8268" y="1168"/>
                  </a:cubicBezTo>
                  <a:cubicBezTo>
                    <a:pt x="8268" y="924"/>
                    <a:pt x="8390" y="712"/>
                    <a:pt x="8572" y="560"/>
                  </a:cubicBezTo>
                  <a:cubicBezTo>
                    <a:pt x="8582" y="560"/>
                    <a:pt x="8599" y="556"/>
                    <a:pt x="8623" y="556"/>
                  </a:cubicBezTo>
                  <a:cubicBezTo>
                    <a:pt x="8670" y="556"/>
                    <a:pt x="8745" y="570"/>
                    <a:pt x="8846" y="651"/>
                  </a:cubicBezTo>
                  <a:cubicBezTo>
                    <a:pt x="9089" y="864"/>
                    <a:pt x="8967" y="1684"/>
                    <a:pt x="8846" y="2323"/>
                  </a:cubicBezTo>
                  <a:cubicBezTo>
                    <a:pt x="8755" y="2687"/>
                    <a:pt x="8724" y="3022"/>
                    <a:pt x="8694" y="3356"/>
                  </a:cubicBezTo>
                  <a:cubicBezTo>
                    <a:pt x="8663" y="4085"/>
                    <a:pt x="8603" y="4815"/>
                    <a:pt x="8481" y="5514"/>
                  </a:cubicBezTo>
                  <a:cubicBezTo>
                    <a:pt x="8445" y="5678"/>
                    <a:pt x="8561" y="5777"/>
                    <a:pt x="8680" y="5777"/>
                  </a:cubicBezTo>
                  <a:cubicBezTo>
                    <a:pt x="8760" y="5777"/>
                    <a:pt x="8840" y="5733"/>
                    <a:pt x="8876" y="5636"/>
                  </a:cubicBezTo>
                  <a:cubicBezTo>
                    <a:pt x="9545" y="3994"/>
                    <a:pt x="10730" y="1320"/>
                    <a:pt x="11004" y="1016"/>
                  </a:cubicBezTo>
                  <a:cubicBezTo>
                    <a:pt x="11079" y="941"/>
                    <a:pt x="11113" y="886"/>
                    <a:pt x="11173" y="886"/>
                  </a:cubicBezTo>
                  <a:cubicBezTo>
                    <a:pt x="11186" y="886"/>
                    <a:pt x="11201" y="889"/>
                    <a:pt x="11217" y="894"/>
                  </a:cubicBezTo>
                  <a:cubicBezTo>
                    <a:pt x="11308" y="955"/>
                    <a:pt x="11460" y="1289"/>
                    <a:pt x="11217" y="2292"/>
                  </a:cubicBezTo>
                  <a:cubicBezTo>
                    <a:pt x="11034" y="3082"/>
                    <a:pt x="10730" y="3964"/>
                    <a:pt x="10518" y="4724"/>
                  </a:cubicBezTo>
                  <a:cubicBezTo>
                    <a:pt x="10335" y="5393"/>
                    <a:pt x="10153" y="5909"/>
                    <a:pt x="10122" y="6122"/>
                  </a:cubicBezTo>
                  <a:lnTo>
                    <a:pt x="10062" y="6548"/>
                  </a:lnTo>
                  <a:cubicBezTo>
                    <a:pt x="10031" y="6639"/>
                    <a:pt x="10092" y="6730"/>
                    <a:pt x="10153" y="6760"/>
                  </a:cubicBezTo>
                  <a:cubicBezTo>
                    <a:pt x="10177" y="6768"/>
                    <a:pt x="10202" y="6772"/>
                    <a:pt x="10225" y="6772"/>
                  </a:cubicBezTo>
                  <a:cubicBezTo>
                    <a:pt x="10289" y="6772"/>
                    <a:pt x="10343" y="6744"/>
                    <a:pt x="10366" y="6700"/>
                  </a:cubicBezTo>
                  <a:cubicBezTo>
                    <a:pt x="11156" y="5848"/>
                    <a:pt x="11825" y="4906"/>
                    <a:pt x="12372" y="3873"/>
                  </a:cubicBezTo>
                  <a:cubicBezTo>
                    <a:pt x="12615" y="3447"/>
                    <a:pt x="12797" y="3326"/>
                    <a:pt x="12858" y="3326"/>
                  </a:cubicBezTo>
                  <a:cubicBezTo>
                    <a:pt x="12858" y="3326"/>
                    <a:pt x="12888" y="3326"/>
                    <a:pt x="12888" y="3356"/>
                  </a:cubicBezTo>
                  <a:cubicBezTo>
                    <a:pt x="12980" y="3690"/>
                    <a:pt x="12919" y="4025"/>
                    <a:pt x="12706" y="4298"/>
                  </a:cubicBezTo>
                  <a:cubicBezTo>
                    <a:pt x="12189" y="5180"/>
                    <a:pt x="10366" y="8584"/>
                    <a:pt x="10274" y="8858"/>
                  </a:cubicBezTo>
                  <a:cubicBezTo>
                    <a:pt x="9879" y="9800"/>
                    <a:pt x="9423" y="10712"/>
                    <a:pt x="8907" y="11593"/>
                  </a:cubicBezTo>
                  <a:cubicBezTo>
                    <a:pt x="8329" y="12475"/>
                    <a:pt x="7660" y="13265"/>
                    <a:pt x="6901" y="13964"/>
                  </a:cubicBezTo>
                  <a:cubicBezTo>
                    <a:pt x="6870" y="13994"/>
                    <a:pt x="6840" y="14025"/>
                    <a:pt x="6840" y="14055"/>
                  </a:cubicBezTo>
                  <a:lnTo>
                    <a:pt x="3648" y="21593"/>
                  </a:lnTo>
                  <a:lnTo>
                    <a:pt x="457" y="19253"/>
                  </a:lnTo>
                  <a:lnTo>
                    <a:pt x="4955" y="11958"/>
                  </a:lnTo>
                  <a:cubicBezTo>
                    <a:pt x="4955" y="11928"/>
                    <a:pt x="4955" y="11897"/>
                    <a:pt x="4986" y="11867"/>
                  </a:cubicBezTo>
                  <a:lnTo>
                    <a:pt x="5563" y="7186"/>
                  </a:lnTo>
                  <a:cubicBezTo>
                    <a:pt x="5654" y="6152"/>
                    <a:pt x="5806" y="4937"/>
                    <a:pt x="5837" y="4815"/>
                  </a:cubicBezTo>
                  <a:cubicBezTo>
                    <a:pt x="5867" y="4481"/>
                    <a:pt x="5897" y="4146"/>
                    <a:pt x="5867" y="3842"/>
                  </a:cubicBezTo>
                  <a:cubicBezTo>
                    <a:pt x="5867" y="2961"/>
                    <a:pt x="5837" y="620"/>
                    <a:pt x="6080" y="377"/>
                  </a:cubicBezTo>
                  <a:close/>
                  <a:moveTo>
                    <a:pt x="6116" y="1"/>
                  </a:moveTo>
                  <a:cubicBezTo>
                    <a:pt x="6084" y="1"/>
                    <a:pt x="6052" y="4"/>
                    <a:pt x="6019" y="12"/>
                  </a:cubicBezTo>
                  <a:cubicBezTo>
                    <a:pt x="5624" y="134"/>
                    <a:pt x="5533" y="985"/>
                    <a:pt x="5533" y="3812"/>
                  </a:cubicBezTo>
                  <a:lnTo>
                    <a:pt x="5533" y="4693"/>
                  </a:lnTo>
                  <a:cubicBezTo>
                    <a:pt x="5442" y="4906"/>
                    <a:pt x="5259" y="6760"/>
                    <a:pt x="5229" y="7125"/>
                  </a:cubicBezTo>
                  <a:lnTo>
                    <a:pt x="4651" y="11776"/>
                  </a:lnTo>
                  <a:lnTo>
                    <a:pt x="31" y="19222"/>
                  </a:lnTo>
                  <a:cubicBezTo>
                    <a:pt x="1" y="19283"/>
                    <a:pt x="1" y="19405"/>
                    <a:pt x="92" y="19466"/>
                  </a:cubicBezTo>
                  <a:lnTo>
                    <a:pt x="3618" y="22019"/>
                  </a:lnTo>
                  <a:cubicBezTo>
                    <a:pt x="3648" y="22049"/>
                    <a:pt x="3679" y="22080"/>
                    <a:pt x="3709" y="22080"/>
                  </a:cubicBezTo>
                  <a:lnTo>
                    <a:pt x="3770" y="22080"/>
                  </a:lnTo>
                  <a:cubicBezTo>
                    <a:pt x="3831" y="22049"/>
                    <a:pt x="3861" y="22019"/>
                    <a:pt x="3891" y="21958"/>
                  </a:cubicBezTo>
                  <a:lnTo>
                    <a:pt x="7174" y="14238"/>
                  </a:lnTo>
                  <a:cubicBezTo>
                    <a:pt x="7964" y="13539"/>
                    <a:pt x="8663" y="12718"/>
                    <a:pt x="9241" y="11806"/>
                  </a:cubicBezTo>
                  <a:cubicBezTo>
                    <a:pt x="9758" y="10894"/>
                    <a:pt x="10244" y="9952"/>
                    <a:pt x="10639" y="8979"/>
                  </a:cubicBezTo>
                  <a:cubicBezTo>
                    <a:pt x="10730" y="8766"/>
                    <a:pt x="12463" y="5514"/>
                    <a:pt x="13040" y="4481"/>
                  </a:cubicBezTo>
                  <a:cubicBezTo>
                    <a:pt x="13314" y="4085"/>
                    <a:pt x="13375" y="3599"/>
                    <a:pt x="13192" y="3174"/>
                  </a:cubicBezTo>
                  <a:cubicBezTo>
                    <a:pt x="13139" y="3041"/>
                    <a:pt x="13017" y="2955"/>
                    <a:pt x="12886" y="2955"/>
                  </a:cubicBezTo>
                  <a:cubicBezTo>
                    <a:pt x="12867" y="2955"/>
                    <a:pt x="12847" y="2957"/>
                    <a:pt x="12828" y="2961"/>
                  </a:cubicBezTo>
                  <a:cubicBezTo>
                    <a:pt x="12554" y="2961"/>
                    <a:pt x="12281" y="3204"/>
                    <a:pt x="12037" y="3721"/>
                  </a:cubicBezTo>
                  <a:cubicBezTo>
                    <a:pt x="11612" y="4481"/>
                    <a:pt x="11126" y="5210"/>
                    <a:pt x="10548" y="5909"/>
                  </a:cubicBezTo>
                  <a:cubicBezTo>
                    <a:pt x="10639" y="5636"/>
                    <a:pt x="10761" y="5271"/>
                    <a:pt x="10882" y="4845"/>
                  </a:cubicBezTo>
                  <a:cubicBezTo>
                    <a:pt x="11095" y="4085"/>
                    <a:pt x="11399" y="3174"/>
                    <a:pt x="11581" y="2383"/>
                  </a:cubicBezTo>
                  <a:cubicBezTo>
                    <a:pt x="11825" y="1441"/>
                    <a:pt x="11764" y="772"/>
                    <a:pt x="11399" y="560"/>
                  </a:cubicBezTo>
                  <a:cubicBezTo>
                    <a:pt x="11335" y="532"/>
                    <a:pt x="11266" y="519"/>
                    <a:pt x="11196" y="519"/>
                  </a:cubicBezTo>
                  <a:cubicBezTo>
                    <a:pt x="11033" y="519"/>
                    <a:pt x="10867" y="593"/>
                    <a:pt x="10761" y="742"/>
                  </a:cubicBezTo>
                  <a:cubicBezTo>
                    <a:pt x="10457" y="1046"/>
                    <a:pt x="9606" y="2900"/>
                    <a:pt x="9059" y="4207"/>
                  </a:cubicBezTo>
                  <a:cubicBezTo>
                    <a:pt x="9089" y="3903"/>
                    <a:pt x="9089" y="3599"/>
                    <a:pt x="9089" y="3356"/>
                  </a:cubicBezTo>
                  <a:cubicBezTo>
                    <a:pt x="9119" y="3022"/>
                    <a:pt x="9150" y="2718"/>
                    <a:pt x="9241" y="2383"/>
                  </a:cubicBezTo>
                  <a:cubicBezTo>
                    <a:pt x="9393" y="1563"/>
                    <a:pt x="9545" y="742"/>
                    <a:pt x="9119" y="347"/>
                  </a:cubicBezTo>
                  <a:cubicBezTo>
                    <a:pt x="9002" y="230"/>
                    <a:pt x="8848" y="175"/>
                    <a:pt x="8696" y="175"/>
                  </a:cubicBezTo>
                  <a:cubicBezTo>
                    <a:pt x="8611" y="175"/>
                    <a:pt x="8527" y="193"/>
                    <a:pt x="8451" y="225"/>
                  </a:cubicBezTo>
                  <a:cubicBezTo>
                    <a:pt x="8116" y="438"/>
                    <a:pt x="7934" y="772"/>
                    <a:pt x="7904" y="1168"/>
                  </a:cubicBezTo>
                  <a:cubicBezTo>
                    <a:pt x="7904" y="1350"/>
                    <a:pt x="7569" y="2961"/>
                    <a:pt x="7235" y="4481"/>
                  </a:cubicBezTo>
                  <a:cubicBezTo>
                    <a:pt x="7204" y="3569"/>
                    <a:pt x="7174" y="2505"/>
                    <a:pt x="7113" y="2231"/>
                  </a:cubicBezTo>
                  <a:cubicBezTo>
                    <a:pt x="7022" y="1563"/>
                    <a:pt x="6809" y="377"/>
                    <a:pt x="6353" y="73"/>
                  </a:cubicBezTo>
                  <a:cubicBezTo>
                    <a:pt x="6287" y="29"/>
                    <a:pt x="6204" y="1"/>
                    <a:pt x="611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0"/>
            <p:cNvSpPr/>
            <p:nvPr/>
          </p:nvSpPr>
          <p:spPr>
            <a:xfrm>
              <a:off x="1796961" y="3127774"/>
              <a:ext cx="41762" cy="107030"/>
            </a:xfrm>
            <a:custGeom>
              <a:rect b="b" l="l" r="r" t="t"/>
              <a:pathLst>
                <a:path extrusionOk="0" h="9193" w="3587">
                  <a:moveTo>
                    <a:pt x="3129" y="1"/>
                  </a:moveTo>
                  <a:cubicBezTo>
                    <a:pt x="2779" y="1"/>
                    <a:pt x="2208" y="1367"/>
                    <a:pt x="1763" y="2445"/>
                  </a:cubicBezTo>
                  <a:cubicBezTo>
                    <a:pt x="1155" y="3843"/>
                    <a:pt x="0" y="7004"/>
                    <a:pt x="0" y="7004"/>
                  </a:cubicBezTo>
                  <a:lnTo>
                    <a:pt x="1003" y="9192"/>
                  </a:lnTo>
                  <a:cubicBezTo>
                    <a:pt x="1611" y="8706"/>
                    <a:pt x="2067" y="8068"/>
                    <a:pt x="2341" y="7369"/>
                  </a:cubicBezTo>
                  <a:cubicBezTo>
                    <a:pt x="2766" y="6183"/>
                    <a:pt x="2341" y="4724"/>
                    <a:pt x="2645" y="3903"/>
                  </a:cubicBezTo>
                  <a:cubicBezTo>
                    <a:pt x="2918" y="3113"/>
                    <a:pt x="3587" y="1654"/>
                    <a:pt x="3374" y="408"/>
                  </a:cubicBezTo>
                  <a:cubicBezTo>
                    <a:pt x="3318" y="122"/>
                    <a:pt x="3234" y="1"/>
                    <a:pt x="31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0"/>
            <p:cNvSpPr/>
            <p:nvPr/>
          </p:nvSpPr>
          <p:spPr>
            <a:xfrm>
              <a:off x="1794481" y="3125434"/>
              <a:ext cx="46011" cy="111489"/>
            </a:xfrm>
            <a:custGeom>
              <a:rect b="b" l="l" r="r" t="t"/>
              <a:pathLst>
                <a:path extrusionOk="0" h="9576" w="3952">
                  <a:moveTo>
                    <a:pt x="3352" y="0"/>
                  </a:moveTo>
                  <a:cubicBezTo>
                    <a:pt x="2963" y="0"/>
                    <a:pt x="2539" y="766"/>
                    <a:pt x="1794" y="2554"/>
                  </a:cubicBezTo>
                  <a:cubicBezTo>
                    <a:pt x="1216" y="3953"/>
                    <a:pt x="31" y="7083"/>
                    <a:pt x="31" y="7114"/>
                  </a:cubicBezTo>
                  <a:cubicBezTo>
                    <a:pt x="0" y="7235"/>
                    <a:pt x="31" y="7326"/>
                    <a:pt x="152" y="7357"/>
                  </a:cubicBezTo>
                  <a:cubicBezTo>
                    <a:pt x="178" y="7374"/>
                    <a:pt x="203" y="7381"/>
                    <a:pt x="228" y="7381"/>
                  </a:cubicBezTo>
                  <a:cubicBezTo>
                    <a:pt x="292" y="7381"/>
                    <a:pt x="352" y="7331"/>
                    <a:pt x="395" y="7266"/>
                  </a:cubicBezTo>
                  <a:cubicBezTo>
                    <a:pt x="395" y="7235"/>
                    <a:pt x="1551" y="4104"/>
                    <a:pt x="2128" y="2737"/>
                  </a:cubicBezTo>
                  <a:cubicBezTo>
                    <a:pt x="2432" y="2038"/>
                    <a:pt x="3040" y="579"/>
                    <a:pt x="3313" y="396"/>
                  </a:cubicBezTo>
                  <a:cubicBezTo>
                    <a:pt x="3344" y="487"/>
                    <a:pt x="3374" y="548"/>
                    <a:pt x="3374" y="639"/>
                  </a:cubicBezTo>
                  <a:cubicBezTo>
                    <a:pt x="3557" y="1673"/>
                    <a:pt x="3101" y="2889"/>
                    <a:pt x="2797" y="3709"/>
                  </a:cubicBezTo>
                  <a:cubicBezTo>
                    <a:pt x="2736" y="3831"/>
                    <a:pt x="2706" y="3953"/>
                    <a:pt x="2675" y="4044"/>
                  </a:cubicBezTo>
                  <a:cubicBezTo>
                    <a:pt x="2554" y="4530"/>
                    <a:pt x="2493" y="5016"/>
                    <a:pt x="2554" y="5533"/>
                  </a:cubicBezTo>
                  <a:cubicBezTo>
                    <a:pt x="2614" y="6171"/>
                    <a:pt x="2554" y="6840"/>
                    <a:pt x="2371" y="7478"/>
                  </a:cubicBezTo>
                  <a:cubicBezTo>
                    <a:pt x="2098" y="8178"/>
                    <a:pt x="1672" y="8785"/>
                    <a:pt x="1125" y="9241"/>
                  </a:cubicBezTo>
                  <a:cubicBezTo>
                    <a:pt x="1034" y="9302"/>
                    <a:pt x="1003" y="9424"/>
                    <a:pt x="1095" y="9515"/>
                  </a:cubicBezTo>
                  <a:cubicBezTo>
                    <a:pt x="1125" y="9545"/>
                    <a:pt x="1186" y="9576"/>
                    <a:pt x="1247" y="9576"/>
                  </a:cubicBezTo>
                  <a:cubicBezTo>
                    <a:pt x="1277" y="9576"/>
                    <a:pt x="1307" y="9545"/>
                    <a:pt x="1338" y="9545"/>
                  </a:cubicBezTo>
                  <a:cubicBezTo>
                    <a:pt x="1946" y="9029"/>
                    <a:pt x="2432" y="8360"/>
                    <a:pt x="2706" y="7600"/>
                  </a:cubicBezTo>
                  <a:cubicBezTo>
                    <a:pt x="2918" y="6931"/>
                    <a:pt x="3010" y="6202"/>
                    <a:pt x="2918" y="5503"/>
                  </a:cubicBezTo>
                  <a:cubicBezTo>
                    <a:pt x="2888" y="5047"/>
                    <a:pt x="2918" y="4591"/>
                    <a:pt x="3010" y="4165"/>
                  </a:cubicBezTo>
                  <a:cubicBezTo>
                    <a:pt x="3040" y="4074"/>
                    <a:pt x="3101" y="3953"/>
                    <a:pt x="3131" y="3831"/>
                  </a:cubicBezTo>
                  <a:cubicBezTo>
                    <a:pt x="3465" y="2980"/>
                    <a:pt x="3952" y="1703"/>
                    <a:pt x="3769" y="548"/>
                  </a:cubicBezTo>
                  <a:cubicBezTo>
                    <a:pt x="3739" y="427"/>
                    <a:pt x="3678" y="31"/>
                    <a:pt x="3374" y="1"/>
                  </a:cubicBezTo>
                  <a:cubicBezTo>
                    <a:pt x="3367" y="1"/>
                    <a:pt x="3359" y="0"/>
                    <a:pt x="3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0"/>
            <p:cNvSpPr/>
            <p:nvPr/>
          </p:nvSpPr>
          <p:spPr>
            <a:xfrm>
              <a:off x="1830227" y="3161750"/>
              <a:ext cx="27965" cy="23157"/>
            </a:xfrm>
            <a:custGeom>
              <a:rect b="b" l="l" r="r" t="t"/>
              <a:pathLst>
                <a:path extrusionOk="0" h="1989" w="2402">
                  <a:moveTo>
                    <a:pt x="202" y="1"/>
                  </a:moveTo>
                  <a:cubicBezTo>
                    <a:pt x="146" y="1"/>
                    <a:pt x="95" y="23"/>
                    <a:pt x="61" y="74"/>
                  </a:cubicBezTo>
                  <a:cubicBezTo>
                    <a:pt x="0" y="165"/>
                    <a:pt x="0" y="286"/>
                    <a:pt x="92" y="347"/>
                  </a:cubicBezTo>
                  <a:lnTo>
                    <a:pt x="2067" y="1958"/>
                  </a:lnTo>
                  <a:cubicBezTo>
                    <a:pt x="2098" y="1989"/>
                    <a:pt x="2158" y="1989"/>
                    <a:pt x="2189" y="1989"/>
                  </a:cubicBezTo>
                  <a:cubicBezTo>
                    <a:pt x="2250" y="1989"/>
                    <a:pt x="2310" y="1958"/>
                    <a:pt x="2341" y="1928"/>
                  </a:cubicBezTo>
                  <a:cubicBezTo>
                    <a:pt x="2402" y="1837"/>
                    <a:pt x="2402" y="1715"/>
                    <a:pt x="2310" y="1654"/>
                  </a:cubicBezTo>
                  <a:lnTo>
                    <a:pt x="335" y="43"/>
                  </a:lnTo>
                  <a:cubicBezTo>
                    <a:pt x="294" y="16"/>
                    <a:pt x="247"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0"/>
            <p:cNvSpPr/>
            <p:nvPr/>
          </p:nvSpPr>
          <p:spPr>
            <a:xfrm>
              <a:off x="1625314" y="3209314"/>
              <a:ext cx="161377" cy="285055"/>
            </a:xfrm>
            <a:custGeom>
              <a:rect b="b" l="l" r="r" t="t"/>
              <a:pathLst>
                <a:path extrusionOk="0" h="24484" w="13861">
                  <a:moveTo>
                    <a:pt x="0" y="1"/>
                  </a:moveTo>
                  <a:lnTo>
                    <a:pt x="882" y="19910"/>
                  </a:lnTo>
                  <a:cubicBezTo>
                    <a:pt x="882" y="19910"/>
                    <a:pt x="3222" y="24074"/>
                    <a:pt x="3891" y="24378"/>
                  </a:cubicBezTo>
                  <a:cubicBezTo>
                    <a:pt x="4064" y="24449"/>
                    <a:pt x="4326" y="24483"/>
                    <a:pt x="4624" y="24483"/>
                  </a:cubicBezTo>
                  <a:cubicBezTo>
                    <a:pt x="5476" y="24483"/>
                    <a:pt x="6630" y="24205"/>
                    <a:pt x="6900" y="23709"/>
                  </a:cubicBezTo>
                  <a:cubicBezTo>
                    <a:pt x="7265" y="23071"/>
                    <a:pt x="13861" y="11642"/>
                    <a:pt x="13861" y="11642"/>
                  </a:cubicBezTo>
                  <a:lnTo>
                    <a:pt x="9696" y="8694"/>
                  </a:lnTo>
                  <a:lnTo>
                    <a:pt x="5441" y="14044"/>
                  </a:lnTo>
                  <a:lnTo>
                    <a:pt x="0" y="1"/>
                  </a:ln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0"/>
            <p:cNvSpPr/>
            <p:nvPr/>
          </p:nvSpPr>
          <p:spPr>
            <a:xfrm>
              <a:off x="1623183" y="3207066"/>
              <a:ext cx="165987" cy="289619"/>
            </a:xfrm>
            <a:custGeom>
              <a:rect b="b" l="l" r="r" t="t"/>
              <a:pathLst>
                <a:path extrusionOk="0" h="24876" w="14257">
                  <a:moveTo>
                    <a:pt x="426" y="1349"/>
                  </a:moveTo>
                  <a:lnTo>
                    <a:pt x="5442" y="14297"/>
                  </a:lnTo>
                  <a:cubicBezTo>
                    <a:pt x="5459" y="14386"/>
                    <a:pt x="5529" y="14433"/>
                    <a:pt x="5607" y="14433"/>
                  </a:cubicBezTo>
                  <a:cubicBezTo>
                    <a:pt x="5664" y="14433"/>
                    <a:pt x="5725" y="14409"/>
                    <a:pt x="5776" y="14358"/>
                  </a:cubicBezTo>
                  <a:lnTo>
                    <a:pt x="9910" y="9161"/>
                  </a:lnTo>
                  <a:lnTo>
                    <a:pt x="13770" y="11866"/>
                  </a:lnTo>
                  <a:cubicBezTo>
                    <a:pt x="12980" y="13234"/>
                    <a:pt x="7265" y="23203"/>
                    <a:pt x="6901" y="23811"/>
                  </a:cubicBezTo>
                  <a:cubicBezTo>
                    <a:pt x="6697" y="24218"/>
                    <a:pt x="5618" y="24491"/>
                    <a:pt x="4829" y="24491"/>
                  </a:cubicBezTo>
                  <a:cubicBezTo>
                    <a:pt x="4558" y="24491"/>
                    <a:pt x="4321" y="24459"/>
                    <a:pt x="4165" y="24389"/>
                  </a:cubicBezTo>
                  <a:cubicBezTo>
                    <a:pt x="3709" y="24206"/>
                    <a:pt x="2159" y="21653"/>
                    <a:pt x="1247" y="20042"/>
                  </a:cubicBezTo>
                  <a:lnTo>
                    <a:pt x="426" y="1349"/>
                  </a:lnTo>
                  <a:close/>
                  <a:moveTo>
                    <a:pt x="234" y="0"/>
                  </a:moveTo>
                  <a:cubicBezTo>
                    <a:pt x="215" y="0"/>
                    <a:pt x="198" y="4"/>
                    <a:pt x="183" y="11"/>
                  </a:cubicBezTo>
                  <a:cubicBezTo>
                    <a:pt x="62" y="11"/>
                    <a:pt x="1" y="103"/>
                    <a:pt x="31" y="194"/>
                  </a:cubicBezTo>
                  <a:lnTo>
                    <a:pt x="882" y="20103"/>
                  </a:lnTo>
                  <a:cubicBezTo>
                    <a:pt x="882" y="20133"/>
                    <a:pt x="882" y="20164"/>
                    <a:pt x="913" y="20194"/>
                  </a:cubicBezTo>
                  <a:cubicBezTo>
                    <a:pt x="1308" y="20893"/>
                    <a:pt x="3314" y="24450"/>
                    <a:pt x="4013" y="24753"/>
                  </a:cubicBezTo>
                  <a:cubicBezTo>
                    <a:pt x="4256" y="24845"/>
                    <a:pt x="4560" y="24875"/>
                    <a:pt x="4834" y="24875"/>
                  </a:cubicBezTo>
                  <a:cubicBezTo>
                    <a:pt x="5746" y="24875"/>
                    <a:pt x="6931" y="24571"/>
                    <a:pt x="7265" y="23994"/>
                  </a:cubicBezTo>
                  <a:cubicBezTo>
                    <a:pt x="7630" y="23355"/>
                    <a:pt x="14165" y="12048"/>
                    <a:pt x="14226" y="11927"/>
                  </a:cubicBezTo>
                  <a:cubicBezTo>
                    <a:pt x="14256" y="11835"/>
                    <a:pt x="14226" y="11714"/>
                    <a:pt x="14165" y="11683"/>
                  </a:cubicBezTo>
                  <a:lnTo>
                    <a:pt x="9971" y="8735"/>
                  </a:lnTo>
                  <a:cubicBezTo>
                    <a:pt x="9947" y="8712"/>
                    <a:pt x="9915" y="8702"/>
                    <a:pt x="9881" y="8702"/>
                  </a:cubicBezTo>
                  <a:cubicBezTo>
                    <a:pt x="9826" y="8702"/>
                    <a:pt x="9765" y="8728"/>
                    <a:pt x="9727" y="8765"/>
                  </a:cubicBezTo>
                  <a:lnTo>
                    <a:pt x="5685" y="13872"/>
                  </a:lnTo>
                  <a:lnTo>
                    <a:pt x="396" y="103"/>
                  </a:lnTo>
                  <a:cubicBezTo>
                    <a:pt x="350" y="34"/>
                    <a:pt x="288" y="0"/>
                    <a:pt x="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0"/>
            <p:cNvSpPr/>
            <p:nvPr/>
          </p:nvSpPr>
          <p:spPr>
            <a:xfrm>
              <a:off x="1335811" y="3651348"/>
              <a:ext cx="355935" cy="929560"/>
            </a:xfrm>
            <a:custGeom>
              <a:rect b="b" l="l" r="r" t="t"/>
              <a:pathLst>
                <a:path extrusionOk="0" h="79842" w="30572">
                  <a:moveTo>
                    <a:pt x="1581" y="1"/>
                  </a:moveTo>
                  <a:lnTo>
                    <a:pt x="548" y="4074"/>
                  </a:lnTo>
                  <a:cubicBezTo>
                    <a:pt x="1" y="9150"/>
                    <a:pt x="578" y="14256"/>
                    <a:pt x="2219" y="19059"/>
                  </a:cubicBezTo>
                  <a:cubicBezTo>
                    <a:pt x="4955" y="27053"/>
                    <a:pt x="5441" y="30396"/>
                    <a:pt x="4894" y="33892"/>
                  </a:cubicBezTo>
                  <a:cubicBezTo>
                    <a:pt x="4317" y="37387"/>
                    <a:pt x="2311" y="39211"/>
                    <a:pt x="2311" y="46324"/>
                  </a:cubicBezTo>
                  <a:cubicBezTo>
                    <a:pt x="2311" y="53467"/>
                    <a:pt x="3891" y="66202"/>
                    <a:pt x="3830" y="67054"/>
                  </a:cubicBezTo>
                  <a:cubicBezTo>
                    <a:pt x="3770" y="67905"/>
                    <a:pt x="3314" y="73862"/>
                    <a:pt x="3648" y="75807"/>
                  </a:cubicBezTo>
                  <a:cubicBezTo>
                    <a:pt x="3993" y="77648"/>
                    <a:pt x="6487" y="79842"/>
                    <a:pt x="7476" y="79842"/>
                  </a:cubicBezTo>
                  <a:cubicBezTo>
                    <a:pt x="7532" y="79842"/>
                    <a:pt x="7584" y="79834"/>
                    <a:pt x="7630" y="79820"/>
                  </a:cubicBezTo>
                  <a:cubicBezTo>
                    <a:pt x="8481" y="79516"/>
                    <a:pt x="10335" y="76507"/>
                    <a:pt x="10396" y="75017"/>
                  </a:cubicBezTo>
                  <a:cubicBezTo>
                    <a:pt x="10457" y="73558"/>
                    <a:pt x="8754" y="68573"/>
                    <a:pt x="8815" y="67297"/>
                  </a:cubicBezTo>
                  <a:cubicBezTo>
                    <a:pt x="8876" y="66020"/>
                    <a:pt x="13466" y="44196"/>
                    <a:pt x="14104" y="41977"/>
                  </a:cubicBezTo>
                  <a:cubicBezTo>
                    <a:pt x="14542" y="40457"/>
                    <a:pt x="15050" y="38294"/>
                    <a:pt x="15327" y="37083"/>
                  </a:cubicBezTo>
                  <a:lnTo>
                    <a:pt x="15327" y="37083"/>
                  </a:lnTo>
                  <a:cubicBezTo>
                    <a:pt x="14970" y="38917"/>
                    <a:pt x="14376" y="43360"/>
                    <a:pt x="15502" y="48968"/>
                  </a:cubicBezTo>
                  <a:cubicBezTo>
                    <a:pt x="16627" y="54895"/>
                    <a:pt x="16992" y="60944"/>
                    <a:pt x="16597" y="66993"/>
                  </a:cubicBezTo>
                  <a:cubicBezTo>
                    <a:pt x="16384" y="70063"/>
                    <a:pt x="16049" y="74531"/>
                    <a:pt x="16049" y="74531"/>
                  </a:cubicBezTo>
                  <a:cubicBezTo>
                    <a:pt x="16688" y="75169"/>
                    <a:pt x="17478" y="75595"/>
                    <a:pt x="18329" y="75807"/>
                  </a:cubicBezTo>
                  <a:cubicBezTo>
                    <a:pt x="18624" y="75865"/>
                    <a:pt x="18867" y="75882"/>
                    <a:pt x="19087" y="75882"/>
                  </a:cubicBezTo>
                  <a:cubicBezTo>
                    <a:pt x="19411" y="75882"/>
                    <a:pt x="19684" y="75845"/>
                    <a:pt x="19995" y="75845"/>
                  </a:cubicBezTo>
                  <a:cubicBezTo>
                    <a:pt x="20476" y="75845"/>
                    <a:pt x="21048" y="75934"/>
                    <a:pt x="22037" y="76385"/>
                  </a:cubicBezTo>
                  <a:cubicBezTo>
                    <a:pt x="24135" y="77327"/>
                    <a:pt x="25594" y="77935"/>
                    <a:pt x="27387" y="78026"/>
                  </a:cubicBezTo>
                  <a:cubicBezTo>
                    <a:pt x="27558" y="78032"/>
                    <a:pt x="27726" y="78035"/>
                    <a:pt x="27888" y="78035"/>
                  </a:cubicBezTo>
                  <a:cubicBezTo>
                    <a:pt x="29457" y="78035"/>
                    <a:pt x="30572" y="77753"/>
                    <a:pt x="30214" y="76871"/>
                  </a:cubicBezTo>
                  <a:cubicBezTo>
                    <a:pt x="29849" y="75929"/>
                    <a:pt x="26202" y="74045"/>
                    <a:pt x="25168" y="73041"/>
                  </a:cubicBezTo>
                  <a:cubicBezTo>
                    <a:pt x="24165" y="72038"/>
                    <a:pt x="21946" y="68847"/>
                    <a:pt x="21977" y="68209"/>
                  </a:cubicBezTo>
                  <a:cubicBezTo>
                    <a:pt x="22007" y="67570"/>
                    <a:pt x="25715" y="46233"/>
                    <a:pt x="25746" y="43132"/>
                  </a:cubicBezTo>
                  <a:cubicBezTo>
                    <a:pt x="25776" y="40032"/>
                    <a:pt x="28086" y="26719"/>
                    <a:pt x="28481" y="20244"/>
                  </a:cubicBezTo>
                  <a:cubicBezTo>
                    <a:pt x="28876" y="13770"/>
                    <a:pt x="27205" y="1126"/>
                    <a:pt x="27205" y="1126"/>
                  </a:cubicBezTo>
                  <a:lnTo>
                    <a:pt x="158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0"/>
            <p:cNvSpPr/>
            <p:nvPr/>
          </p:nvSpPr>
          <p:spPr>
            <a:xfrm>
              <a:off x="1334041" y="3648880"/>
              <a:ext cx="357436" cy="933903"/>
            </a:xfrm>
            <a:custGeom>
              <a:rect b="b" l="l" r="r" t="t"/>
              <a:pathLst>
                <a:path extrusionOk="0" h="80215" w="30701">
                  <a:moveTo>
                    <a:pt x="1855" y="365"/>
                  </a:moveTo>
                  <a:lnTo>
                    <a:pt x="27144" y="1490"/>
                  </a:lnTo>
                  <a:cubicBezTo>
                    <a:pt x="27326" y="2979"/>
                    <a:pt x="28785" y="14438"/>
                    <a:pt x="28421" y="20426"/>
                  </a:cubicBezTo>
                  <a:cubicBezTo>
                    <a:pt x="28208" y="23830"/>
                    <a:pt x="27448" y="29210"/>
                    <a:pt x="26810" y="33922"/>
                  </a:cubicBezTo>
                  <a:cubicBezTo>
                    <a:pt x="26202" y="38177"/>
                    <a:pt x="25685" y="41855"/>
                    <a:pt x="25685" y="43314"/>
                  </a:cubicBezTo>
                  <a:cubicBezTo>
                    <a:pt x="25655" y="45502"/>
                    <a:pt x="23800" y="56840"/>
                    <a:pt x="22676" y="63618"/>
                  </a:cubicBezTo>
                  <a:cubicBezTo>
                    <a:pt x="22159" y="66688"/>
                    <a:pt x="21916" y="68177"/>
                    <a:pt x="21916" y="68360"/>
                  </a:cubicBezTo>
                  <a:cubicBezTo>
                    <a:pt x="21885" y="69150"/>
                    <a:pt x="24226" y="72402"/>
                    <a:pt x="25168" y="73345"/>
                  </a:cubicBezTo>
                  <a:cubicBezTo>
                    <a:pt x="25837" y="73922"/>
                    <a:pt x="26566" y="74439"/>
                    <a:pt x="27357" y="74895"/>
                  </a:cubicBezTo>
                  <a:cubicBezTo>
                    <a:pt x="28572" y="75685"/>
                    <a:pt x="29971" y="76597"/>
                    <a:pt x="30183" y="77114"/>
                  </a:cubicBezTo>
                  <a:cubicBezTo>
                    <a:pt x="30244" y="77266"/>
                    <a:pt x="30244" y="77418"/>
                    <a:pt x="30183" y="77570"/>
                  </a:cubicBezTo>
                  <a:cubicBezTo>
                    <a:pt x="29945" y="77861"/>
                    <a:pt x="29198" y="78037"/>
                    <a:pt x="28084" y="78037"/>
                  </a:cubicBezTo>
                  <a:cubicBezTo>
                    <a:pt x="27920" y="78037"/>
                    <a:pt x="27749" y="78033"/>
                    <a:pt x="27569" y="78026"/>
                  </a:cubicBezTo>
                  <a:cubicBezTo>
                    <a:pt x="25746" y="77934"/>
                    <a:pt x="24287" y="77326"/>
                    <a:pt x="22281" y="76415"/>
                  </a:cubicBezTo>
                  <a:cubicBezTo>
                    <a:pt x="21255" y="75936"/>
                    <a:pt x="20639" y="75850"/>
                    <a:pt x="20139" y="75850"/>
                  </a:cubicBezTo>
                  <a:cubicBezTo>
                    <a:pt x="19972" y="75850"/>
                    <a:pt x="19819" y="75860"/>
                    <a:pt x="19667" y="75868"/>
                  </a:cubicBezTo>
                  <a:cubicBezTo>
                    <a:pt x="19569" y="75876"/>
                    <a:pt x="19469" y="75879"/>
                    <a:pt x="19368" y="75879"/>
                  </a:cubicBezTo>
                  <a:cubicBezTo>
                    <a:pt x="19092" y="75879"/>
                    <a:pt x="18809" y="75851"/>
                    <a:pt x="18542" y="75807"/>
                  </a:cubicBezTo>
                  <a:cubicBezTo>
                    <a:pt x="17721" y="75624"/>
                    <a:pt x="16992" y="75229"/>
                    <a:pt x="16414" y="74652"/>
                  </a:cubicBezTo>
                  <a:cubicBezTo>
                    <a:pt x="16445" y="74013"/>
                    <a:pt x="16718" y="70001"/>
                    <a:pt x="16931" y="67205"/>
                  </a:cubicBezTo>
                  <a:cubicBezTo>
                    <a:pt x="17326" y="61126"/>
                    <a:pt x="16931" y="55077"/>
                    <a:pt x="15837" y="49089"/>
                  </a:cubicBezTo>
                  <a:cubicBezTo>
                    <a:pt x="15016" y="45168"/>
                    <a:pt x="14955" y="41125"/>
                    <a:pt x="15685" y="37174"/>
                  </a:cubicBezTo>
                  <a:cubicBezTo>
                    <a:pt x="15776" y="36718"/>
                    <a:pt x="15867" y="36414"/>
                    <a:pt x="15867" y="36414"/>
                  </a:cubicBezTo>
                  <a:cubicBezTo>
                    <a:pt x="15867" y="36292"/>
                    <a:pt x="15806" y="36201"/>
                    <a:pt x="15715" y="36171"/>
                  </a:cubicBezTo>
                  <a:cubicBezTo>
                    <a:pt x="15699" y="36166"/>
                    <a:pt x="15683" y="36163"/>
                    <a:pt x="15666" y="36163"/>
                  </a:cubicBezTo>
                  <a:cubicBezTo>
                    <a:pt x="15586" y="36163"/>
                    <a:pt x="15502" y="36222"/>
                    <a:pt x="15502" y="36323"/>
                  </a:cubicBezTo>
                  <a:cubicBezTo>
                    <a:pt x="15502" y="36323"/>
                    <a:pt x="15411" y="36596"/>
                    <a:pt x="15320" y="37083"/>
                  </a:cubicBezTo>
                  <a:cubicBezTo>
                    <a:pt x="15046" y="38268"/>
                    <a:pt x="14499" y="40548"/>
                    <a:pt x="14074" y="42098"/>
                  </a:cubicBezTo>
                  <a:cubicBezTo>
                    <a:pt x="13527" y="43952"/>
                    <a:pt x="8846" y="66080"/>
                    <a:pt x="8785" y="67478"/>
                  </a:cubicBezTo>
                  <a:cubicBezTo>
                    <a:pt x="8785" y="68117"/>
                    <a:pt x="9150" y="69576"/>
                    <a:pt x="9545" y="71126"/>
                  </a:cubicBezTo>
                  <a:cubicBezTo>
                    <a:pt x="9970" y="72767"/>
                    <a:pt x="10396" y="74439"/>
                    <a:pt x="10365" y="75199"/>
                  </a:cubicBezTo>
                  <a:cubicBezTo>
                    <a:pt x="10305" y="76627"/>
                    <a:pt x="8511" y="79545"/>
                    <a:pt x="7721" y="79819"/>
                  </a:cubicBezTo>
                  <a:cubicBezTo>
                    <a:pt x="7387" y="79819"/>
                    <a:pt x="7083" y="79697"/>
                    <a:pt x="6809" y="79515"/>
                  </a:cubicBezTo>
                  <a:cubicBezTo>
                    <a:pt x="5624" y="78816"/>
                    <a:pt x="4226" y="77235"/>
                    <a:pt x="4013" y="75959"/>
                  </a:cubicBezTo>
                  <a:cubicBezTo>
                    <a:pt x="3709" y="74348"/>
                    <a:pt x="4013" y="69940"/>
                    <a:pt x="4134" y="68056"/>
                  </a:cubicBezTo>
                  <a:cubicBezTo>
                    <a:pt x="4165" y="67661"/>
                    <a:pt x="4165" y="67387"/>
                    <a:pt x="4165" y="67266"/>
                  </a:cubicBezTo>
                  <a:cubicBezTo>
                    <a:pt x="4195" y="66992"/>
                    <a:pt x="4074" y="65746"/>
                    <a:pt x="3861" y="63831"/>
                  </a:cubicBezTo>
                  <a:cubicBezTo>
                    <a:pt x="3405" y="59241"/>
                    <a:pt x="2645" y="51551"/>
                    <a:pt x="2645" y="46536"/>
                  </a:cubicBezTo>
                  <a:cubicBezTo>
                    <a:pt x="2645" y="41855"/>
                    <a:pt x="3496" y="39484"/>
                    <a:pt x="4256" y="37417"/>
                  </a:cubicBezTo>
                  <a:cubicBezTo>
                    <a:pt x="4681" y="36353"/>
                    <a:pt x="5016" y="35229"/>
                    <a:pt x="5229" y="34104"/>
                  </a:cubicBezTo>
                  <a:cubicBezTo>
                    <a:pt x="5837" y="30426"/>
                    <a:pt x="5229" y="26961"/>
                    <a:pt x="2554" y="19210"/>
                  </a:cubicBezTo>
                  <a:cubicBezTo>
                    <a:pt x="943" y="14438"/>
                    <a:pt x="365" y="9362"/>
                    <a:pt x="882" y="4316"/>
                  </a:cubicBezTo>
                  <a:lnTo>
                    <a:pt x="1855" y="365"/>
                  </a:lnTo>
                  <a:close/>
                  <a:moveTo>
                    <a:pt x="1763" y="0"/>
                  </a:moveTo>
                  <a:cubicBezTo>
                    <a:pt x="1672" y="0"/>
                    <a:pt x="1581" y="61"/>
                    <a:pt x="1581" y="152"/>
                  </a:cubicBezTo>
                  <a:lnTo>
                    <a:pt x="548" y="4256"/>
                  </a:lnTo>
                  <a:cubicBezTo>
                    <a:pt x="1" y="9362"/>
                    <a:pt x="578" y="14499"/>
                    <a:pt x="2189" y="19362"/>
                  </a:cubicBezTo>
                  <a:cubicBezTo>
                    <a:pt x="4803" y="27022"/>
                    <a:pt x="5441" y="30457"/>
                    <a:pt x="4833" y="34074"/>
                  </a:cubicBezTo>
                  <a:cubicBezTo>
                    <a:pt x="4621" y="35168"/>
                    <a:pt x="4317" y="36262"/>
                    <a:pt x="3891" y="37296"/>
                  </a:cubicBezTo>
                  <a:cubicBezTo>
                    <a:pt x="3131" y="39393"/>
                    <a:pt x="2250" y="41794"/>
                    <a:pt x="2250" y="46566"/>
                  </a:cubicBezTo>
                  <a:cubicBezTo>
                    <a:pt x="2250" y="51612"/>
                    <a:pt x="3040" y="59302"/>
                    <a:pt x="3496" y="63922"/>
                  </a:cubicBezTo>
                  <a:cubicBezTo>
                    <a:pt x="3678" y="65715"/>
                    <a:pt x="3800" y="67022"/>
                    <a:pt x="3800" y="67266"/>
                  </a:cubicBezTo>
                  <a:cubicBezTo>
                    <a:pt x="3770" y="67387"/>
                    <a:pt x="3770" y="67661"/>
                    <a:pt x="3739" y="68025"/>
                  </a:cubicBezTo>
                  <a:cubicBezTo>
                    <a:pt x="3618" y="69940"/>
                    <a:pt x="3344" y="74378"/>
                    <a:pt x="3618" y="76019"/>
                  </a:cubicBezTo>
                  <a:cubicBezTo>
                    <a:pt x="3861" y="77418"/>
                    <a:pt x="5350" y="79059"/>
                    <a:pt x="6596" y="79819"/>
                  </a:cubicBezTo>
                  <a:cubicBezTo>
                    <a:pt x="6900" y="80032"/>
                    <a:pt x="7265" y="80184"/>
                    <a:pt x="7630" y="80214"/>
                  </a:cubicBezTo>
                  <a:cubicBezTo>
                    <a:pt x="7691" y="80214"/>
                    <a:pt x="7782" y="80184"/>
                    <a:pt x="7843" y="80153"/>
                  </a:cubicBezTo>
                  <a:cubicBezTo>
                    <a:pt x="8846" y="79849"/>
                    <a:pt x="10669" y="76719"/>
                    <a:pt x="10730" y="75229"/>
                  </a:cubicBezTo>
                  <a:cubicBezTo>
                    <a:pt x="10791" y="74439"/>
                    <a:pt x="10335" y="72706"/>
                    <a:pt x="9910" y="71035"/>
                  </a:cubicBezTo>
                  <a:cubicBezTo>
                    <a:pt x="9545" y="69606"/>
                    <a:pt x="9150" y="68086"/>
                    <a:pt x="9180" y="67509"/>
                  </a:cubicBezTo>
                  <a:cubicBezTo>
                    <a:pt x="9210" y="66354"/>
                    <a:pt x="13739" y="44621"/>
                    <a:pt x="14438" y="42220"/>
                  </a:cubicBezTo>
                  <a:cubicBezTo>
                    <a:pt x="14590" y="41733"/>
                    <a:pt x="14742" y="41156"/>
                    <a:pt x="14894" y="40548"/>
                  </a:cubicBezTo>
                  <a:lnTo>
                    <a:pt x="14894" y="40548"/>
                  </a:lnTo>
                  <a:cubicBezTo>
                    <a:pt x="14712" y="43435"/>
                    <a:pt x="14894" y="46353"/>
                    <a:pt x="15472" y="49180"/>
                  </a:cubicBezTo>
                  <a:cubicBezTo>
                    <a:pt x="16566" y="55107"/>
                    <a:pt x="16961" y="61156"/>
                    <a:pt x="16566" y="67174"/>
                  </a:cubicBezTo>
                  <a:cubicBezTo>
                    <a:pt x="16323" y="70214"/>
                    <a:pt x="16019" y="74682"/>
                    <a:pt x="16019" y="74712"/>
                  </a:cubicBezTo>
                  <a:cubicBezTo>
                    <a:pt x="16019" y="74773"/>
                    <a:pt x="16049" y="74834"/>
                    <a:pt x="16080" y="74864"/>
                  </a:cubicBezTo>
                  <a:cubicBezTo>
                    <a:pt x="16718" y="75533"/>
                    <a:pt x="17569" y="75989"/>
                    <a:pt x="18481" y="76202"/>
                  </a:cubicBezTo>
                  <a:cubicBezTo>
                    <a:pt x="18770" y="76246"/>
                    <a:pt x="19076" y="76275"/>
                    <a:pt x="19386" y="76275"/>
                  </a:cubicBezTo>
                  <a:cubicBezTo>
                    <a:pt x="19499" y="76275"/>
                    <a:pt x="19613" y="76271"/>
                    <a:pt x="19727" y="76263"/>
                  </a:cubicBezTo>
                  <a:cubicBezTo>
                    <a:pt x="19856" y="76256"/>
                    <a:pt x="19984" y="76249"/>
                    <a:pt x="20119" y="76249"/>
                  </a:cubicBezTo>
                  <a:cubicBezTo>
                    <a:pt x="20586" y="76249"/>
                    <a:pt x="21137" y="76331"/>
                    <a:pt x="22129" y="76779"/>
                  </a:cubicBezTo>
                  <a:cubicBezTo>
                    <a:pt x="24196" y="77691"/>
                    <a:pt x="25685" y="78330"/>
                    <a:pt x="27569" y="78421"/>
                  </a:cubicBezTo>
                  <a:cubicBezTo>
                    <a:pt x="27750" y="78428"/>
                    <a:pt x="27922" y="78431"/>
                    <a:pt x="28086" y="78431"/>
                  </a:cubicBezTo>
                  <a:cubicBezTo>
                    <a:pt x="29390" y="78431"/>
                    <a:pt x="30190" y="78218"/>
                    <a:pt x="30487" y="77813"/>
                  </a:cubicBezTo>
                  <a:cubicBezTo>
                    <a:pt x="30670" y="77570"/>
                    <a:pt x="30700" y="77266"/>
                    <a:pt x="30548" y="76992"/>
                  </a:cubicBezTo>
                  <a:cubicBezTo>
                    <a:pt x="30305" y="76354"/>
                    <a:pt x="28998" y="75503"/>
                    <a:pt x="27600" y="74591"/>
                  </a:cubicBezTo>
                  <a:cubicBezTo>
                    <a:pt x="26840" y="74135"/>
                    <a:pt x="26141" y="73649"/>
                    <a:pt x="25472" y="73071"/>
                  </a:cubicBezTo>
                  <a:cubicBezTo>
                    <a:pt x="24408" y="72007"/>
                    <a:pt x="22311" y="68907"/>
                    <a:pt x="22341" y="68390"/>
                  </a:cubicBezTo>
                  <a:cubicBezTo>
                    <a:pt x="22341" y="68238"/>
                    <a:pt x="22676" y="66232"/>
                    <a:pt x="23101" y="63709"/>
                  </a:cubicBezTo>
                  <a:cubicBezTo>
                    <a:pt x="24226" y="56901"/>
                    <a:pt x="26080" y="45533"/>
                    <a:pt x="26110" y="43314"/>
                  </a:cubicBezTo>
                  <a:cubicBezTo>
                    <a:pt x="26141" y="41885"/>
                    <a:pt x="26627" y="38238"/>
                    <a:pt x="27235" y="33982"/>
                  </a:cubicBezTo>
                  <a:cubicBezTo>
                    <a:pt x="27873" y="29241"/>
                    <a:pt x="28633" y="23891"/>
                    <a:pt x="28846" y="20456"/>
                  </a:cubicBezTo>
                  <a:cubicBezTo>
                    <a:pt x="29211" y="14043"/>
                    <a:pt x="27539" y="1429"/>
                    <a:pt x="27539" y="1307"/>
                  </a:cubicBezTo>
                  <a:cubicBezTo>
                    <a:pt x="27539" y="1216"/>
                    <a:pt x="27448" y="1125"/>
                    <a:pt x="27357" y="1125"/>
                  </a:cubicBezTo>
                  <a:lnTo>
                    <a:pt x="17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0"/>
            <p:cNvSpPr/>
            <p:nvPr/>
          </p:nvSpPr>
          <p:spPr>
            <a:xfrm>
              <a:off x="1335811" y="3650999"/>
              <a:ext cx="336200" cy="797989"/>
            </a:xfrm>
            <a:custGeom>
              <a:rect b="b" l="l" r="r" t="t"/>
              <a:pathLst>
                <a:path extrusionOk="0" h="68541" w="28877">
                  <a:moveTo>
                    <a:pt x="1581" y="1"/>
                  </a:moveTo>
                  <a:lnTo>
                    <a:pt x="548" y="4104"/>
                  </a:lnTo>
                  <a:cubicBezTo>
                    <a:pt x="1" y="9150"/>
                    <a:pt x="578" y="14256"/>
                    <a:pt x="2219" y="19089"/>
                  </a:cubicBezTo>
                  <a:cubicBezTo>
                    <a:pt x="4955" y="27083"/>
                    <a:pt x="5441" y="30396"/>
                    <a:pt x="4894" y="33892"/>
                  </a:cubicBezTo>
                  <a:cubicBezTo>
                    <a:pt x="4317" y="37387"/>
                    <a:pt x="2311" y="39211"/>
                    <a:pt x="2311" y="46354"/>
                  </a:cubicBezTo>
                  <a:cubicBezTo>
                    <a:pt x="2311" y="53466"/>
                    <a:pt x="3891" y="66232"/>
                    <a:pt x="3830" y="67084"/>
                  </a:cubicBezTo>
                  <a:cubicBezTo>
                    <a:pt x="5055" y="67333"/>
                    <a:pt x="6296" y="67464"/>
                    <a:pt x="7542" y="67464"/>
                  </a:cubicBezTo>
                  <a:cubicBezTo>
                    <a:pt x="7966" y="67464"/>
                    <a:pt x="8391" y="67449"/>
                    <a:pt x="8815" y="67418"/>
                  </a:cubicBezTo>
                  <a:lnTo>
                    <a:pt x="8815" y="67296"/>
                  </a:lnTo>
                  <a:cubicBezTo>
                    <a:pt x="8876" y="66020"/>
                    <a:pt x="13466" y="44196"/>
                    <a:pt x="14104" y="41977"/>
                  </a:cubicBezTo>
                  <a:cubicBezTo>
                    <a:pt x="14560" y="40427"/>
                    <a:pt x="15077" y="38238"/>
                    <a:pt x="15350" y="37022"/>
                  </a:cubicBezTo>
                  <a:lnTo>
                    <a:pt x="15350" y="37022"/>
                  </a:lnTo>
                  <a:cubicBezTo>
                    <a:pt x="14621" y="40974"/>
                    <a:pt x="14682" y="45016"/>
                    <a:pt x="15502" y="48968"/>
                  </a:cubicBezTo>
                  <a:cubicBezTo>
                    <a:pt x="16627" y="54895"/>
                    <a:pt x="16992" y="60974"/>
                    <a:pt x="16627" y="66992"/>
                  </a:cubicBezTo>
                  <a:cubicBezTo>
                    <a:pt x="16597" y="67236"/>
                    <a:pt x="16566" y="67479"/>
                    <a:pt x="16566" y="67691"/>
                  </a:cubicBezTo>
                  <a:cubicBezTo>
                    <a:pt x="18032" y="68257"/>
                    <a:pt x="19607" y="68540"/>
                    <a:pt x="21199" y="68540"/>
                  </a:cubicBezTo>
                  <a:cubicBezTo>
                    <a:pt x="21488" y="68540"/>
                    <a:pt x="21778" y="68531"/>
                    <a:pt x="22068" y="68512"/>
                  </a:cubicBezTo>
                  <a:cubicBezTo>
                    <a:pt x="22007" y="68421"/>
                    <a:pt x="21977" y="68299"/>
                    <a:pt x="21977" y="68208"/>
                  </a:cubicBezTo>
                  <a:cubicBezTo>
                    <a:pt x="22007" y="67570"/>
                    <a:pt x="25715" y="46232"/>
                    <a:pt x="25746" y="43132"/>
                  </a:cubicBezTo>
                  <a:cubicBezTo>
                    <a:pt x="25776" y="40031"/>
                    <a:pt x="28086" y="26718"/>
                    <a:pt x="28481" y="20244"/>
                  </a:cubicBezTo>
                  <a:cubicBezTo>
                    <a:pt x="28876" y="13770"/>
                    <a:pt x="27205" y="1125"/>
                    <a:pt x="27205" y="1125"/>
                  </a:cubicBezTo>
                  <a:lnTo>
                    <a:pt x="15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0"/>
            <p:cNvSpPr/>
            <p:nvPr/>
          </p:nvSpPr>
          <p:spPr>
            <a:xfrm>
              <a:off x="1334041" y="3648880"/>
              <a:ext cx="340450" cy="802611"/>
            </a:xfrm>
            <a:custGeom>
              <a:rect b="b" l="l" r="r" t="t"/>
              <a:pathLst>
                <a:path extrusionOk="0" h="68938" w="29242">
                  <a:moveTo>
                    <a:pt x="1885" y="365"/>
                  </a:moveTo>
                  <a:lnTo>
                    <a:pt x="27205" y="1490"/>
                  </a:lnTo>
                  <a:cubicBezTo>
                    <a:pt x="27387" y="2979"/>
                    <a:pt x="28846" y="14408"/>
                    <a:pt x="28451" y="20426"/>
                  </a:cubicBezTo>
                  <a:cubicBezTo>
                    <a:pt x="28238" y="23830"/>
                    <a:pt x="27509" y="29180"/>
                    <a:pt x="26840" y="33922"/>
                  </a:cubicBezTo>
                  <a:cubicBezTo>
                    <a:pt x="26262" y="38177"/>
                    <a:pt x="25746" y="41855"/>
                    <a:pt x="25746" y="43314"/>
                  </a:cubicBezTo>
                  <a:cubicBezTo>
                    <a:pt x="25715" y="45502"/>
                    <a:pt x="23831" y="56840"/>
                    <a:pt x="22737" y="63618"/>
                  </a:cubicBezTo>
                  <a:cubicBezTo>
                    <a:pt x="22220" y="66688"/>
                    <a:pt x="21977" y="68177"/>
                    <a:pt x="21977" y="68360"/>
                  </a:cubicBezTo>
                  <a:cubicBezTo>
                    <a:pt x="21946" y="68421"/>
                    <a:pt x="21946" y="68451"/>
                    <a:pt x="21977" y="68512"/>
                  </a:cubicBezTo>
                  <a:cubicBezTo>
                    <a:pt x="21804" y="68518"/>
                    <a:pt x="21632" y="68521"/>
                    <a:pt x="21460" y="68521"/>
                  </a:cubicBezTo>
                  <a:cubicBezTo>
                    <a:pt x="19900" y="68521"/>
                    <a:pt x="18351" y="68272"/>
                    <a:pt x="16901" y="67752"/>
                  </a:cubicBezTo>
                  <a:lnTo>
                    <a:pt x="16961" y="67144"/>
                  </a:lnTo>
                  <a:cubicBezTo>
                    <a:pt x="17356" y="61095"/>
                    <a:pt x="16961" y="55016"/>
                    <a:pt x="15867" y="49059"/>
                  </a:cubicBezTo>
                  <a:cubicBezTo>
                    <a:pt x="15046" y="45168"/>
                    <a:pt x="14986" y="41125"/>
                    <a:pt x="15685" y="37204"/>
                  </a:cubicBezTo>
                  <a:cubicBezTo>
                    <a:pt x="15715" y="37113"/>
                    <a:pt x="15654" y="36992"/>
                    <a:pt x="15533" y="36992"/>
                  </a:cubicBezTo>
                  <a:cubicBezTo>
                    <a:pt x="15517" y="36986"/>
                    <a:pt x="15501" y="36984"/>
                    <a:pt x="15486" y="36984"/>
                  </a:cubicBezTo>
                  <a:cubicBezTo>
                    <a:pt x="15412" y="36984"/>
                    <a:pt x="15345" y="37043"/>
                    <a:pt x="15320" y="37144"/>
                  </a:cubicBezTo>
                  <a:cubicBezTo>
                    <a:pt x="15046" y="38329"/>
                    <a:pt x="14530" y="40517"/>
                    <a:pt x="14104" y="42068"/>
                  </a:cubicBezTo>
                  <a:cubicBezTo>
                    <a:pt x="13557" y="43922"/>
                    <a:pt x="8937" y="65685"/>
                    <a:pt x="8815" y="67387"/>
                  </a:cubicBezTo>
                  <a:cubicBezTo>
                    <a:pt x="8443" y="67409"/>
                    <a:pt x="8070" y="67420"/>
                    <a:pt x="7698" y="67420"/>
                  </a:cubicBezTo>
                  <a:cubicBezTo>
                    <a:pt x="6522" y="67420"/>
                    <a:pt x="5350" y="67307"/>
                    <a:pt x="4195" y="67053"/>
                  </a:cubicBezTo>
                  <a:cubicBezTo>
                    <a:pt x="4165" y="66627"/>
                    <a:pt x="4043" y="65442"/>
                    <a:pt x="3891" y="63831"/>
                  </a:cubicBezTo>
                  <a:cubicBezTo>
                    <a:pt x="3435" y="59211"/>
                    <a:pt x="2675" y="51521"/>
                    <a:pt x="2675" y="46505"/>
                  </a:cubicBezTo>
                  <a:cubicBezTo>
                    <a:pt x="2675" y="41824"/>
                    <a:pt x="3526" y="39454"/>
                    <a:pt x="4286" y="37387"/>
                  </a:cubicBezTo>
                  <a:cubicBezTo>
                    <a:pt x="4712" y="36323"/>
                    <a:pt x="5016" y="35198"/>
                    <a:pt x="5229" y="34104"/>
                  </a:cubicBezTo>
                  <a:cubicBezTo>
                    <a:pt x="5837" y="30396"/>
                    <a:pt x="5229" y="26931"/>
                    <a:pt x="2584" y="19180"/>
                  </a:cubicBezTo>
                  <a:cubicBezTo>
                    <a:pt x="943" y="14408"/>
                    <a:pt x="396" y="9332"/>
                    <a:pt x="912" y="4316"/>
                  </a:cubicBezTo>
                  <a:lnTo>
                    <a:pt x="1885" y="365"/>
                  </a:lnTo>
                  <a:close/>
                  <a:moveTo>
                    <a:pt x="1763" y="0"/>
                  </a:moveTo>
                  <a:cubicBezTo>
                    <a:pt x="1672" y="0"/>
                    <a:pt x="1581" y="61"/>
                    <a:pt x="1581" y="152"/>
                  </a:cubicBezTo>
                  <a:lnTo>
                    <a:pt x="548" y="4256"/>
                  </a:lnTo>
                  <a:cubicBezTo>
                    <a:pt x="1" y="9362"/>
                    <a:pt x="578" y="14499"/>
                    <a:pt x="2189" y="19332"/>
                  </a:cubicBezTo>
                  <a:cubicBezTo>
                    <a:pt x="4803" y="27022"/>
                    <a:pt x="5441" y="30457"/>
                    <a:pt x="4833" y="34043"/>
                  </a:cubicBezTo>
                  <a:cubicBezTo>
                    <a:pt x="4621" y="35168"/>
                    <a:pt x="4317" y="36232"/>
                    <a:pt x="3891" y="37265"/>
                  </a:cubicBezTo>
                  <a:cubicBezTo>
                    <a:pt x="3131" y="39393"/>
                    <a:pt x="2250" y="41794"/>
                    <a:pt x="2250" y="46536"/>
                  </a:cubicBezTo>
                  <a:cubicBezTo>
                    <a:pt x="2250" y="51581"/>
                    <a:pt x="3040" y="59302"/>
                    <a:pt x="3496" y="63892"/>
                  </a:cubicBezTo>
                  <a:cubicBezTo>
                    <a:pt x="3678" y="65715"/>
                    <a:pt x="3800" y="67022"/>
                    <a:pt x="3800" y="67266"/>
                  </a:cubicBezTo>
                  <a:cubicBezTo>
                    <a:pt x="3770" y="67326"/>
                    <a:pt x="3830" y="67418"/>
                    <a:pt x="3922" y="67448"/>
                  </a:cubicBezTo>
                  <a:cubicBezTo>
                    <a:pt x="5175" y="67721"/>
                    <a:pt x="6446" y="67858"/>
                    <a:pt x="7722" y="67858"/>
                  </a:cubicBezTo>
                  <a:cubicBezTo>
                    <a:pt x="8147" y="67858"/>
                    <a:pt x="8572" y="67843"/>
                    <a:pt x="8998" y="67813"/>
                  </a:cubicBezTo>
                  <a:cubicBezTo>
                    <a:pt x="9089" y="67782"/>
                    <a:pt x="9180" y="67691"/>
                    <a:pt x="9150" y="67600"/>
                  </a:cubicBezTo>
                  <a:lnTo>
                    <a:pt x="9150" y="67570"/>
                  </a:lnTo>
                  <a:cubicBezTo>
                    <a:pt x="9150" y="67539"/>
                    <a:pt x="9150" y="67509"/>
                    <a:pt x="9150" y="67478"/>
                  </a:cubicBezTo>
                  <a:cubicBezTo>
                    <a:pt x="9210" y="66354"/>
                    <a:pt x="13739" y="44621"/>
                    <a:pt x="14438" y="42220"/>
                  </a:cubicBezTo>
                  <a:cubicBezTo>
                    <a:pt x="14560" y="41703"/>
                    <a:pt x="14712" y="41156"/>
                    <a:pt x="14864" y="40578"/>
                  </a:cubicBezTo>
                  <a:lnTo>
                    <a:pt x="14864" y="40578"/>
                  </a:lnTo>
                  <a:cubicBezTo>
                    <a:pt x="14682" y="43466"/>
                    <a:pt x="14894" y="46353"/>
                    <a:pt x="15472" y="49180"/>
                  </a:cubicBezTo>
                  <a:cubicBezTo>
                    <a:pt x="16566" y="55107"/>
                    <a:pt x="16931" y="61156"/>
                    <a:pt x="16566" y="67174"/>
                  </a:cubicBezTo>
                  <a:lnTo>
                    <a:pt x="16505" y="67873"/>
                  </a:lnTo>
                  <a:cubicBezTo>
                    <a:pt x="16505" y="67965"/>
                    <a:pt x="16566" y="68025"/>
                    <a:pt x="16627" y="68056"/>
                  </a:cubicBezTo>
                  <a:cubicBezTo>
                    <a:pt x="18147" y="68603"/>
                    <a:pt x="19758" y="68907"/>
                    <a:pt x="21369" y="68937"/>
                  </a:cubicBezTo>
                  <a:cubicBezTo>
                    <a:pt x="21642" y="68937"/>
                    <a:pt x="21946" y="68907"/>
                    <a:pt x="22250" y="68907"/>
                  </a:cubicBezTo>
                  <a:cubicBezTo>
                    <a:pt x="22311" y="68877"/>
                    <a:pt x="22341" y="68846"/>
                    <a:pt x="22372" y="68816"/>
                  </a:cubicBezTo>
                  <a:cubicBezTo>
                    <a:pt x="22402" y="68755"/>
                    <a:pt x="22433" y="68694"/>
                    <a:pt x="22402" y="68633"/>
                  </a:cubicBezTo>
                  <a:cubicBezTo>
                    <a:pt x="22372" y="68573"/>
                    <a:pt x="22341" y="68481"/>
                    <a:pt x="22341" y="68390"/>
                  </a:cubicBezTo>
                  <a:cubicBezTo>
                    <a:pt x="22341" y="68238"/>
                    <a:pt x="22676" y="66232"/>
                    <a:pt x="23101" y="63709"/>
                  </a:cubicBezTo>
                  <a:cubicBezTo>
                    <a:pt x="24226" y="56901"/>
                    <a:pt x="26110" y="45533"/>
                    <a:pt x="26110" y="43314"/>
                  </a:cubicBezTo>
                  <a:cubicBezTo>
                    <a:pt x="26141" y="41885"/>
                    <a:pt x="26627" y="38238"/>
                    <a:pt x="27235" y="33982"/>
                  </a:cubicBezTo>
                  <a:cubicBezTo>
                    <a:pt x="27873" y="29241"/>
                    <a:pt x="28633" y="23891"/>
                    <a:pt x="28846" y="20456"/>
                  </a:cubicBezTo>
                  <a:cubicBezTo>
                    <a:pt x="29241" y="14043"/>
                    <a:pt x="27539" y="1429"/>
                    <a:pt x="27539" y="1307"/>
                  </a:cubicBezTo>
                  <a:cubicBezTo>
                    <a:pt x="27539" y="1216"/>
                    <a:pt x="27478" y="1125"/>
                    <a:pt x="27387" y="1125"/>
                  </a:cubicBezTo>
                  <a:lnTo>
                    <a:pt x="17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0"/>
            <p:cNvSpPr/>
            <p:nvPr/>
          </p:nvSpPr>
          <p:spPr>
            <a:xfrm>
              <a:off x="1522327" y="3774164"/>
              <a:ext cx="15927" cy="280631"/>
            </a:xfrm>
            <a:custGeom>
              <a:rect b="b" l="l" r="r" t="t"/>
              <a:pathLst>
                <a:path extrusionOk="0" h="24104" w="1368">
                  <a:moveTo>
                    <a:pt x="730" y="0"/>
                  </a:moveTo>
                  <a:cubicBezTo>
                    <a:pt x="638" y="0"/>
                    <a:pt x="547" y="91"/>
                    <a:pt x="578" y="183"/>
                  </a:cubicBezTo>
                  <a:cubicBezTo>
                    <a:pt x="578" y="335"/>
                    <a:pt x="1003" y="13435"/>
                    <a:pt x="1003" y="16566"/>
                  </a:cubicBezTo>
                  <a:cubicBezTo>
                    <a:pt x="1003" y="19697"/>
                    <a:pt x="30" y="23830"/>
                    <a:pt x="30" y="23861"/>
                  </a:cubicBezTo>
                  <a:cubicBezTo>
                    <a:pt x="0" y="23982"/>
                    <a:pt x="61" y="24073"/>
                    <a:pt x="182" y="24104"/>
                  </a:cubicBezTo>
                  <a:lnTo>
                    <a:pt x="213" y="24104"/>
                  </a:lnTo>
                  <a:cubicBezTo>
                    <a:pt x="304" y="24104"/>
                    <a:pt x="395" y="24043"/>
                    <a:pt x="395" y="23952"/>
                  </a:cubicBezTo>
                  <a:cubicBezTo>
                    <a:pt x="426" y="23922"/>
                    <a:pt x="1368" y="19727"/>
                    <a:pt x="1368" y="16566"/>
                  </a:cubicBezTo>
                  <a:cubicBezTo>
                    <a:pt x="1368" y="13405"/>
                    <a:pt x="942" y="304"/>
                    <a:pt x="942" y="183"/>
                  </a:cubicBezTo>
                  <a:cubicBezTo>
                    <a:pt x="942" y="61"/>
                    <a:pt x="851" y="0"/>
                    <a:pt x="7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0"/>
            <p:cNvSpPr/>
            <p:nvPr/>
          </p:nvSpPr>
          <p:spPr>
            <a:xfrm>
              <a:off x="1376516" y="4484023"/>
              <a:ext cx="80333" cy="96598"/>
            </a:xfrm>
            <a:custGeom>
              <a:rect b="b" l="l" r="r" t="t"/>
              <a:pathLst>
                <a:path extrusionOk="0" h="8297" w="6900">
                  <a:moveTo>
                    <a:pt x="3914" y="1"/>
                  </a:moveTo>
                  <a:cubicBezTo>
                    <a:pt x="3707" y="1"/>
                    <a:pt x="3496" y="22"/>
                    <a:pt x="3283" y="68"/>
                  </a:cubicBezTo>
                  <a:cubicBezTo>
                    <a:pt x="2158" y="251"/>
                    <a:pt x="1094" y="616"/>
                    <a:pt x="91" y="1132"/>
                  </a:cubicBezTo>
                  <a:lnTo>
                    <a:pt x="61" y="1072"/>
                  </a:lnTo>
                  <a:lnTo>
                    <a:pt x="61" y="1072"/>
                  </a:lnTo>
                  <a:cubicBezTo>
                    <a:pt x="0" y="2135"/>
                    <a:pt x="30" y="3199"/>
                    <a:pt x="152" y="4263"/>
                  </a:cubicBezTo>
                  <a:cubicBezTo>
                    <a:pt x="469" y="6076"/>
                    <a:pt x="2991" y="8297"/>
                    <a:pt x="3982" y="8297"/>
                  </a:cubicBezTo>
                  <a:cubicBezTo>
                    <a:pt x="4037" y="8297"/>
                    <a:pt x="4088" y="8290"/>
                    <a:pt x="4134" y="8275"/>
                  </a:cubicBezTo>
                  <a:cubicBezTo>
                    <a:pt x="4985" y="8002"/>
                    <a:pt x="6839" y="4993"/>
                    <a:pt x="6900" y="3503"/>
                  </a:cubicBezTo>
                  <a:cubicBezTo>
                    <a:pt x="6839" y="2622"/>
                    <a:pt x="6717" y="1771"/>
                    <a:pt x="6474" y="950"/>
                  </a:cubicBezTo>
                  <a:cubicBezTo>
                    <a:pt x="5844" y="496"/>
                    <a:pt x="4921" y="1"/>
                    <a:pt x="39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0"/>
            <p:cNvSpPr/>
            <p:nvPr/>
          </p:nvSpPr>
          <p:spPr>
            <a:xfrm>
              <a:off x="1374036" y="4481578"/>
              <a:ext cx="84944" cy="101278"/>
            </a:xfrm>
            <a:custGeom>
              <a:rect b="b" l="l" r="r" t="t"/>
              <a:pathLst>
                <a:path extrusionOk="0" h="8699" w="7296">
                  <a:moveTo>
                    <a:pt x="4104" y="401"/>
                  </a:moveTo>
                  <a:cubicBezTo>
                    <a:pt x="5040" y="401"/>
                    <a:pt x="5898" y="852"/>
                    <a:pt x="6505" y="1282"/>
                  </a:cubicBezTo>
                  <a:cubicBezTo>
                    <a:pt x="6748" y="2072"/>
                    <a:pt x="6870" y="2862"/>
                    <a:pt x="6930" y="3683"/>
                  </a:cubicBezTo>
                  <a:cubicBezTo>
                    <a:pt x="6870" y="5111"/>
                    <a:pt x="5076" y="8029"/>
                    <a:pt x="4286" y="8303"/>
                  </a:cubicBezTo>
                  <a:cubicBezTo>
                    <a:pt x="3952" y="8303"/>
                    <a:pt x="3617" y="8212"/>
                    <a:pt x="3374" y="7999"/>
                  </a:cubicBezTo>
                  <a:cubicBezTo>
                    <a:pt x="2189" y="7300"/>
                    <a:pt x="791" y="5719"/>
                    <a:pt x="547" y="4443"/>
                  </a:cubicBezTo>
                  <a:cubicBezTo>
                    <a:pt x="426" y="3440"/>
                    <a:pt x="395" y="2467"/>
                    <a:pt x="456" y="1464"/>
                  </a:cubicBezTo>
                  <a:cubicBezTo>
                    <a:pt x="1429" y="978"/>
                    <a:pt x="2462" y="643"/>
                    <a:pt x="3526" y="461"/>
                  </a:cubicBezTo>
                  <a:cubicBezTo>
                    <a:pt x="3721" y="420"/>
                    <a:pt x="3914" y="401"/>
                    <a:pt x="4104" y="401"/>
                  </a:cubicBezTo>
                  <a:close/>
                  <a:moveTo>
                    <a:pt x="4103" y="0"/>
                  </a:moveTo>
                  <a:cubicBezTo>
                    <a:pt x="3894" y="0"/>
                    <a:pt x="3681" y="21"/>
                    <a:pt x="3465" y="66"/>
                  </a:cubicBezTo>
                  <a:cubicBezTo>
                    <a:pt x="2371" y="248"/>
                    <a:pt x="1338" y="582"/>
                    <a:pt x="335" y="1069"/>
                  </a:cubicBezTo>
                  <a:lnTo>
                    <a:pt x="213" y="1069"/>
                  </a:lnTo>
                  <a:cubicBezTo>
                    <a:pt x="122" y="1099"/>
                    <a:pt x="61" y="1160"/>
                    <a:pt x="61" y="1251"/>
                  </a:cubicBezTo>
                  <a:cubicBezTo>
                    <a:pt x="0" y="2345"/>
                    <a:pt x="61" y="3409"/>
                    <a:pt x="183" y="4503"/>
                  </a:cubicBezTo>
                  <a:cubicBezTo>
                    <a:pt x="426" y="5902"/>
                    <a:pt x="1915" y="7543"/>
                    <a:pt x="3161" y="8303"/>
                  </a:cubicBezTo>
                  <a:cubicBezTo>
                    <a:pt x="3465" y="8516"/>
                    <a:pt x="3830" y="8668"/>
                    <a:pt x="4195" y="8698"/>
                  </a:cubicBezTo>
                  <a:cubicBezTo>
                    <a:pt x="4256" y="8668"/>
                    <a:pt x="4347" y="8668"/>
                    <a:pt x="4408" y="8637"/>
                  </a:cubicBezTo>
                  <a:cubicBezTo>
                    <a:pt x="5411" y="8303"/>
                    <a:pt x="7234" y="5172"/>
                    <a:pt x="7295" y="3683"/>
                  </a:cubicBezTo>
                  <a:cubicBezTo>
                    <a:pt x="7265" y="2801"/>
                    <a:pt x="7113" y="1920"/>
                    <a:pt x="6870" y="1099"/>
                  </a:cubicBezTo>
                  <a:cubicBezTo>
                    <a:pt x="6839" y="1038"/>
                    <a:pt x="6839" y="1008"/>
                    <a:pt x="6778" y="978"/>
                  </a:cubicBezTo>
                  <a:cubicBezTo>
                    <a:pt x="6119" y="521"/>
                    <a:pt x="5162" y="0"/>
                    <a:pt x="4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0"/>
            <p:cNvSpPr/>
            <p:nvPr/>
          </p:nvSpPr>
          <p:spPr>
            <a:xfrm>
              <a:off x="1520557" y="4481368"/>
              <a:ext cx="170574" cy="80601"/>
            </a:xfrm>
            <a:custGeom>
              <a:rect b="b" l="l" r="r" t="t"/>
              <a:pathLst>
                <a:path extrusionOk="0" h="6923" w="14651">
                  <a:moveTo>
                    <a:pt x="547" y="479"/>
                  </a:moveTo>
                  <a:lnTo>
                    <a:pt x="5502" y="2698"/>
                  </a:lnTo>
                  <a:cubicBezTo>
                    <a:pt x="5517" y="2713"/>
                    <a:pt x="5540" y="2721"/>
                    <a:pt x="5562" y="2721"/>
                  </a:cubicBezTo>
                  <a:cubicBezTo>
                    <a:pt x="5585" y="2721"/>
                    <a:pt x="5608" y="2713"/>
                    <a:pt x="5623" y="2698"/>
                  </a:cubicBezTo>
                  <a:cubicBezTo>
                    <a:pt x="5714" y="2667"/>
                    <a:pt x="7234" y="2151"/>
                    <a:pt x="7994" y="1847"/>
                  </a:cubicBezTo>
                  <a:cubicBezTo>
                    <a:pt x="8206" y="1794"/>
                    <a:pt x="8428" y="1761"/>
                    <a:pt x="8649" y="1761"/>
                  </a:cubicBezTo>
                  <a:cubicBezTo>
                    <a:pt x="8808" y="1761"/>
                    <a:pt x="8966" y="1778"/>
                    <a:pt x="9119" y="1816"/>
                  </a:cubicBezTo>
                  <a:lnTo>
                    <a:pt x="9149" y="1847"/>
                  </a:lnTo>
                  <a:cubicBezTo>
                    <a:pt x="9848" y="2424"/>
                    <a:pt x="10578" y="2941"/>
                    <a:pt x="11338" y="3397"/>
                  </a:cubicBezTo>
                  <a:cubicBezTo>
                    <a:pt x="12553" y="4218"/>
                    <a:pt x="13952" y="5099"/>
                    <a:pt x="14164" y="5616"/>
                  </a:cubicBezTo>
                  <a:cubicBezTo>
                    <a:pt x="14256" y="5768"/>
                    <a:pt x="14256" y="5920"/>
                    <a:pt x="14164" y="6072"/>
                  </a:cubicBezTo>
                  <a:cubicBezTo>
                    <a:pt x="13952" y="6363"/>
                    <a:pt x="13186" y="6539"/>
                    <a:pt x="12066" y="6539"/>
                  </a:cubicBezTo>
                  <a:cubicBezTo>
                    <a:pt x="11902" y="6539"/>
                    <a:pt x="11730" y="6535"/>
                    <a:pt x="11550" y="6528"/>
                  </a:cubicBezTo>
                  <a:cubicBezTo>
                    <a:pt x="9757" y="6436"/>
                    <a:pt x="8298" y="5828"/>
                    <a:pt x="6262" y="4917"/>
                  </a:cubicBezTo>
                  <a:cubicBezTo>
                    <a:pt x="5593" y="4552"/>
                    <a:pt x="4863" y="4370"/>
                    <a:pt x="4103" y="4339"/>
                  </a:cubicBezTo>
                  <a:cubicBezTo>
                    <a:pt x="3952" y="4339"/>
                    <a:pt x="3800" y="4370"/>
                    <a:pt x="3617" y="4370"/>
                  </a:cubicBezTo>
                  <a:cubicBezTo>
                    <a:pt x="3519" y="4378"/>
                    <a:pt x="3420" y="4381"/>
                    <a:pt x="3319" y="4381"/>
                  </a:cubicBezTo>
                  <a:cubicBezTo>
                    <a:pt x="3043" y="4381"/>
                    <a:pt x="2760" y="4353"/>
                    <a:pt x="2493" y="4309"/>
                  </a:cubicBezTo>
                  <a:cubicBezTo>
                    <a:pt x="1702" y="4126"/>
                    <a:pt x="942" y="3731"/>
                    <a:pt x="365" y="3154"/>
                  </a:cubicBezTo>
                  <a:cubicBezTo>
                    <a:pt x="395" y="2850"/>
                    <a:pt x="456" y="1816"/>
                    <a:pt x="547" y="479"/>
                  </a:cubicBezTo>
                  <a:close/>
                  <a:moveTo>
                    <a:pt x="395" y="0"/>
                  </a:moveTo>
                  <a:cubicBezTo>
                    <a:pt x="365" y="0"/>
                    <a:pt x="334" y="8"/>
                    <a:pt x="304" y="23"/>
                  </a:cubicBezTo>
                  <a:cubicBezTo>
                    <a:pt x="243" y="84"/>
                    <a:pt x="213" y="114"/>
                    <a:pt x="213" y="175"/>
                  </a:cubicBezTo>
                  <a:cubicBezTo>
                    <a:pt x="91" y="1907"/>
                    <a:pt x="0" y="3214"/>
                    <a:pt x="0" y="3214"/>
                  </a:cubicBezTo>
                  <a:cubicBezTo>
                    <a:pt x="0" y="3275"/>
                    <a:pt x="30" y="3336"/>
                    <a:pt x="61" y="3366"/>
                  </a:cubicBezTo>
                  <a:cubicBezTo>
                    <a:pt x="699" y="4035"/>
                    <a:pt x="1520" y="4491"/>
                    <a:pt x="2432" y="4704"/>
                  </a:cubicBezTo>
                  <a:cubicBezTo>
                    <a:pt x="2743" y="4748"/>
                    <a:pt x="3055" y="4777"/>
                    <a:pt x="3354" y="4777"/>
                  </a:cubicBezTo>
                  <a:cubicBezTo>
                    <a:pt x="3464" y="4777"/>
                    <a:pt x="3572" y="4773"/>
                    <a:pt x="3678" y="4765"/>
                  </a:cubicBezTo>
                  <a:cubicBezTo>
                    <a:pt x="3807" y="4758"/>
                    <a:pt x="3936" y="4751"/>
                    <a:pt x="4073" y="4751"/>
                  </a:cubicBezTo>
                  <a:cubicBezTo>
                    <a:pt x="4549" y="4751"/>
                    <a:pt x="5118" y="4833"/>
                    <a:pt x="6110" y="5281"/>
                  </a:cubicBezTo>
                  <a:cubicBezTo>
                    <a:pt x="8177" y="6224"/>
                    <a:pt x="9666" y="6832"/>
                    <a:pt x="11520" y="6923"/>
                  </a:cubicBezTo>
                  <a:lnTo>
                    <a:pt x="12128" y="6923"/>
                  </a:lnTo>
                  <a:cubicBezTo>
                    <a:pt x="13405" y="6923"/>
                    <a:pt x="14164" y="6710"/>
                    <a:pt x="14468" y="6315"/>
                  </a:cubicBezTo>
                  <a:cubicBezTo>
                    <a:pt x="14620" y="6072"/>
                    <a:pt x="14651" y="5768"/>
                    <a:pt x="14529" y="5525"/>
                  </a:cubicBezTo>
                  <a:cubicBezTo>
                    <a:pt x="14286" y="4886"/>
                    <a:pt x="12979" y="4005"/>
                    <a:pt x="11550" y="3123"/>
                  </a:cubicBezTo>
                  <a:cubicBezTo>
                    <a:pt x="10821" y="2667"/>
                    <a:pt x="10122" y="2151"/>
                    <a:pt x="9453" y="1604"/>
                  </a:cubicBezTo>
                  <a:lnTo>
                    <a:pt x="9362" y="1512"/>
                  </a:lnTo>
                  <a:cubicBezTo>
                    <a:pt x="9332" y="1482"/>
                    <a:pt x="9301" y="1452"/>
                    <a:pt x="9240" y="1452"/>
                  </a:cubicBezTo>
                  <a:cubicBezTo>
                    <a:pt x="9061" y="1416"/>
                    <a:pt x="8876" y="1399"/>
                    <a:pt x="8690" y="1399"/>
                  </a:cubicBezTo>
                  <a:cubicBezTo>
                    <a:pt x="8405" y="1399"/>
                    <a:pt x="8118" y="1439"/>
                    <a:pt x="7842" y="1512"/>
                  </a:cubicBezTo>
                  <a:cubicBezTo>
                    <a:pt x="7204" y="1786"/>
                    <a:pt x="5927" y="2242"/>
                    <a:pt x="5593" y="2333"/>
                  </a:cubicBezTo>
                  <a:lnTo>
                    <a:pt x="486" y="23"/>
                  </a:lnTo>
                  <a:cubicBezTo>
                    <a:pt x="456" y="8"/>
                    <a:pt x="426" y="0"/>
                    <a:pt x="3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0"/>
            <p:cNvSpPr/>
            <p:nvPr/>
          </p:nvSpPr>
          <p:spPr>
            <a:xfrm>
              <a:off x="1319533" y="3174988"/>
              <a:ext cx="343978" cy="581438"/>
            </a:xfrm>
            <a:custGeom>
              <a:rect b="b" l="l" r="r" t="t"/>
              <a:pathLst>
                <a:path extrusionOk="0" h="49941" w="29545">
                  <a:moveTo>
                    <a:pt x="19028" y="0"/>
                  </a:moveTo>
                  <a:lnTo>
                    <a:pt x="9879" y="152"/>
                  </a:lnTo>
                  <a:cubicBezTo>
                    <a:pt x="9879" y="152"/>
                    <a:pt x="0" y="3678"/>
                    <a:pt x="0" y="3952"/>
                  </a:cubicBezTo>
                  <a:cubicBezTo>
                    <a:pt x="0" y="4225"/>
                    <a:pt x="6140" y="31217"/>
                    <a:pt x="6140" y="31217"/>
                  </a:cubicBezTo>
                  <a:cubicBezTo>
                    <a:pt x="6140" y="31217"/>
                    <a:pt x="2949" y="38056"/>
                    <a:pt x="2006" y="41430"/>
                  </a:cubicBezTo>
                  <a:cubicBezTo>
                    <a:pt x="1399" y="43588"/>
                    <a:pt x="1095" y="45807"/>
                    <a:pt x="1034" y="48025"/>
                  </a:cubicBezTo>
                  <a:lnTo>
                    <a:pt x="6779" y="43983"/>
                  </a:lnTo>
                  <a:cubicBezTo>
                    <a:pt x="6779" y="43983"/>
                    <a:pt x="10213" y="46749"/>
                    <a:pt x="12311" y="47934"/>
                  </a:cubicBezTo>
                  <a:cubicBezTo>
                    <a:pt x="13709" y="48694"/>
                    <a:pt x="15107" y="49363"/>
                    <a:pt x="16566" y="49940"/>
                  </a:cubicBezTo>
                  <a:lnTo>
                    <a:pt x="19758" y="46870"/>
                  </a:lnTo>
                  <a:lnTo>
                    <a:pt x="21672" y="49940"/>
                  </a:lnTo>
                  <a:cubicBezTo>
                    <a:pt x="21672" y="49940"/>
                    <a:pt x="23040" y="49728"/>
                    <a:pt x="25928" y="47600"/>
                  </a:cubicBezTo>
                  <a:cubicBezTo>
                    <a:pt x="28785" y="45472"/>
                    <a:pt x="29545" y="44104"/>
                    <a:pt x="29545" y="44104"/>
                  </a:cubicBezTo>
                  <a:lnTo>
                    <a:pt x="26688" y="31429"/>
                  </a:lnTo>
                  <a:cubicBezTo>
                    <a:pt x="26809" y="30943"/>
                    <a:pt x="26809" y="29241"/>
                    <a:pt x="26901" y="28876"/>
                  </a:cubicBezTo>
                  <a:cubicBezTo>
                    <a:pt x="26961" y="28512"/>
                    <a:pt x="28025" y="24043"/>
                    <a:pt x="28025" y="24043"/>
                  </a:cubicBezTo>
                  <a:cubicBezTo>
                    <a:pt x="28025" y="24043"/>
                    <a:pt x="26505" y="3314"/>
                    <a:pt x="26262" y="2949"/>
                  </a:cubicBezTo>
                  <a:cubicBezTo>
                    <a:pt x="26049" y="2554"/>
                    <a:pt x="19028" y="0"/>
                    <a:pt x="19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0"/>
            <p:cNvSpPr/>
            <p:nvPr/>
          </p:nvSpPr>
          <p:spPr>
            <a:xfrm>
              <a:off x="1316704" y="3173219"/>
              <a:ext cx="348937" cy="585560"/>
            </a:xfrm>
            <a:custGeom>
              <a:rect b="b" l="l" r="r" t="t"/>
              <a:pathLst>
                <a:path extrusionOk="0" h="50295" w="29971">
                  <a:moveTo>
                    <a:pt x="19210" y="365"/>
                  </a:moveTo>
                  <a:cubicBezTo>
                    <a:pt x="21794" y="1277"/>
                    <a:pt x="25928" y="2858"/>
                    <a:pt x="26353" y="3192"/>
                  </a:cubicBezTo>
                  <a:cubicBezTo>
                    <a:pt x="26536" y="4013"/>
                    <a:pt x="27478" y="16110"/>
                    <a:pt x="28086" y="24165"/>
                  </a:cubicBezTo>
                  <a:cubicBezTo>
                    <a:pt x="27964" y="24591"/>
                    <a:pt x="26992" y="28633"/>
                    <a:pt x="26931" y="28998"/>
                  </a:cubicBezTo>
                  <a:cubicBezTo>
                    <a:pt x="26900" y="29302"/>
                    <a:pt x="26870" y="29636"/>
                    <a:pt x="26870" y="29940"/>
                  </a:cubicBezTo>
                  <a:cubicBezTo>
                    <a:pt x="26870" y="30487"/>
                    <a:pt x="26809" y="31004"/>
                    <a:pt x="26718" y="31551"/>
                  </a:cubicBezTo>
                  <a:cubicBezTo>
                    <a:pt x="26718" y="31581"/>
                    <a:pt x="26718" y="31612"/>
                    <a:pt x="26718" y="31642"/>
                  </a:cubicBezTo>
                  <a:lnTo>
                    <a:pt x="29606" y="44196"/>
                  </a:lnTo>
                  <a:cubicBezTo>
                    <a:pt x="29423" y="44500"/>
                    <a:pt x="28542" y="45776"/>
                    <a:pt x="26080" y="47600"/>
                  </a:cubicBezTo>
                  <a:cubicBezTo>
                    <a:pt x="23770" y="49302"/>
                    <a:pt x="22402" y="49788"/>
                    <a:pt x="22037" y="49880"/>
                  </a:cubicBezTo>
                  <a:lnTo>
                    <a:pt x="20183" y="46901"/>
                  </a:lnTo>
                  <a:cubicBezTo>
                    <a:pt x="20152" y="46870"/>
                    <a:pt x="20092" y="46840"/>
                    <a:pt x="20061" y="46810"/>
                  </a:cubicBezTo>
                  <a:lnTo>
                    <a:pt x="20001" y="46810"/>
                  </a:lnTo>
                  <a:cubicBezTo>
                    <a:pt x="19970" y="46810"/>
                    <a:pt x="19909" y="46840"/>
                    <a:pt x="19879" y="46870"/>
                  </a:cubicBezTo>
                  <a:lnTo>
                    <a:pt x="16779" y="49849"/>
                  </a:lnTo>
                  <a:cubicBezTo>
                    <a:pt x="15380" y="49272"/>
                    <a:pt x="13982" y="48633"/>
                    <a:pt x="12645" y="47904"/>
                  </a:cubicBezTo>
                  <a:cubicBezTo>
                    <a:pt x="10578" y="46749"/>
                    <a:pt x="7204" y="44013"/>
                    <a:pt x="7143" y="43983"/>
                  </a:cubicBezTo>
                  <a:cubicBezTo>
                    <a:pt x="7113" y="43952"/>
                    <a:pt x="7075" y="43937"/>
                    <a:pt x="7037" y="43937"/>
                  </a:cubicBezTo>
                  <a:cubicBezTo>
                    <a:pt x="6999" y="43937"/>
                    <a:pt x="6961" y="43952"/>
                    <a:pt x="6930" y="43983"/>
                  </a:cubicBezTo>
                  <a:lnTo>
                    <a:pt x="1490" y="47813"/>
                  </a:lnTo>
                  <a:cubicBezTo>
                    <a:pt x="1581" y="45715"/>
                    <a:pt x="1885" y="43649"/>
                    <a:pt x="2432" y="41642"/>
                  </a:cubicBezTo>
                  <a:cubicBezTo>
                    <a:pt x="3374" y="38269"/>
                    <a:pt x="6535" y="31521"/>
                    <a:pt x="6566" y="31430"/>
                  </a:cubicBezTo>
                  <a:cubicBezTo>
                    <a:pt x="6566" y="31399"/>
                    <a:pt x="6566" y="31369"/>
                    <a:pt x="6566" y="31308"/>
                  </a:cubicBezTo>
                  <a:cubicBezTo>
                    <a:pt x="4499" y="22341"/>
                    <a:pt x="669" y="5502"/>
                    <a:pt x="426" y="4195"/>
                  </a:cubicBezTo>
                  <a:cubicBezTo>
                    <a:pt x="1125" y="3770"/>
                    <a:pt x="6657" y="1733"/>
                    <a:pt x="10122" y="487"/>
                  </a:cubicBezTo>
                  <a:lnTo>
                    <a:pt x="19210" y="365"/>
                  </a:lnTo>
                  <a:close/>
                  <a:moveTo>
                    <a:pt x="19241" y="0"/>
                  </a:moveTo>
                  <a:lnTo>
                    <a:pt x="10092" y="122"/>
                  </a:lnTo>
                  <a:lnTo>
                    <a:pt x="10031" y="122"/>
                  </a:lnTo>
                  <a:cubicBezTo>
                    <a:pt x="0" y="3709"/>
                    <a:pt x="0" y="3952"/>
                    <a:pt x="0" y="4134"/>
                  </a:cubicBezTo>
                  <a:cubicBezTo>
                    <a:pt x="0" y="4408"/>
                    <a:pt x="5107" y="26688"/>
                    <a:pt x="6170" y="31338"/>
                  </a:cubicBezTo>
                  <a:cubicBezTo>
                    <a:pt x="5836" y="32037"/>
                    <a:pt x="2949" y="38329"/>
                    <a:pt x="2037" y="41551"/>
                  </a:cubicBezTo>
                  <a:cubicBezTo>
                    <a:pt x="1459" y="43709"/>
                    <a:pt x="1125" y="45928"/>
                    <a:pt x="1064" y="48177"/>
                  </a:cubicBezTo>
                  <a:cubicBezTo>
                    <a:pt x="1064" y="48269"/>
                    <a:pt x="1125" y="48329"/>
                    <a:pt x="1186" y="48360"/>
                  </a:cubicBezTo>
                  <a:cubicBezTo>
                    <a:pt x="1216" y="48375"/>
                    <a:pt x="1246" y="48383"/>
                    <a:pt x="1277" y="48383"/>
                  </a:cubicBezTo>
                  <a:cubicBezTo>
                    <a:pt x="1307" y="48383"/>
                    <a:pt x="1338" y="48375"/>
                    <a:pt x="1368" y="48360"/>
                  </a:cubicBezTo>
                  <a:lnTo>
                    <a:pt x="6991" y="44408"/>
                  </a:lnTo>
                  <a:cubicBezTo>
                    <a:pt x="7599" y="44895"/>
                    <a:pt x="10547" y="47205"/>
                    <a:pt x="12462" y="48269"/>
                  </a:cubicBezTo>
                  <a:cubicBezTo>
                    <a:pt x="13830" y="48998"/>
                    <a:pt x="15259" y="49697"/>
                    <a:pt x="16718" y="50275"/>
                  </a:cubicBezTo>
                  <a:cubicBezTo>
                    <a:pt x="16756" y="50287"/>
                    <a:pt x="16788" y="50295"/>
                    <a:pt x="16818" y="50295"/>
                  </a:cubicBezTo>
                  <a:cubicBezTo>
                    <a:pt x="16859" y="50295"/>
                    <a:pt x="16895" y="50280"/>
                    <a:pt x="16931" y="50244"/>
                  </a:cubicBezTo>
                  <a:lnTo>
                    <a:pt x="19970" y="47326"/>
                  </a:lnTo>
                  <a:lnTo>
                    <a:pt x="21763" y="50184"/>
                  </a:lnTo>
                  <a:cubicBezTo>
                    <a:pt x="21794" y="50244"/>
                    <a:pt x="21855" y="50275"/>
                    <a:pt x="21915" y="50275"/>
                  </a:cubicBezTo>
                  <a:lnTo>
                    <a:pt x="21946" y="50275"/>
                  </a:lnTo>
                  <a:cubicBezTo>
                    <a:pt x="22007" y="50275"/>
                    <a:pt x="23435" y="50032"/>
                    <a:pt x="26292" y="47904"/>
                  </a:cubicBezTo>
                  <a:cubicBezTo>
                    <a:pt x="29180" y="45776"/>
                    <a:pt x="29940" y="44408"/>
                    <a:pt x="29970" y="44348"/>
                  </a:cubicBezTo>
                  <a:cubicBezTo>
                    <a:pt x="29970" y="44287"/>
                    <a:pt x="29970" y="44256"/>
                    <a:pt x="29970" y="44196"/>
                  </a:cubicBezTo>
                  <a:lnTo>
                    <a:pt x="27083" y="31612"/>
                  </a:lnTo>
                  <a:cubicBezTo>
                    <a:pt x="27174" y="31065"/>
                    <a:pt x="27235" y="30518"/>
                    <a:pt x="27235" y="29971"/>
                  </a:cubicBezTo>
                  <a:cubicBezTo>
                    <a:pt x="27265" y="29575"/>
                    <a:pt x="27265" y="29211"/>
                    <a:pt x="27295" y="29089"/>
                  </a:cubicBezTo>
                  <a:cubicBezTo>
                    <a:pt x="27387" y="28724"/>
                    <a:pt x="28451" y="24287"/>
                    <a:pt x="28451" y="24226"/>
                  </a:cubicBezTo>
                  <a:cubicBezTo>
                    <a:pt x="28451" y="24226"/>
                    <a:pt x="28451" y="24195"/>
                    <a:pt x="28451" y="24165"/>
                  </a:cubicBezTo>
                  <a:cubicBezTo>
                    <a:pt x="28086" y="19302"/>
                    <a:pt x="26870" y="3344"/>
                    <a:pt x="26657" y="3010"/>
                  </a:cubicBezTo>
                  <a:cubicBezTo>
                    <a:pt x="26444" y="2645"/>
                    <a:pt x="21976" y="943"/>
                    <a:pt x="193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0"/>
            <p:cNvSpPr/>
            <p:nvPr/>
          </p:nvSpPr>
          <p:spPr>
            <a:xfrm>
              <a:off x="1417560" y="3139243"/>
              <a:ext cx="169969" cy="158408"/>
            </a:xfrm>
            <a:custGeom>
              <a:rect b="b" l="l" r="r" t="t"/>
              <a:pathLst>
                <a:path extrusionOk="0" h="13606" w="14599">
                  <a:moveTo>
                    <a:pt x="9880" y="1"/>
                  </a:moveTo>
                  <a:lnTo>
                    <a:pt x="4530" y="152"/>
                  </a:lnTo>
                  <a:cubicBezTo>
                    <a:pt x="4530" y="152"/>
                    <a:pt x="1977" y="517"/>
                    <a:pt x="1460" y="1156"/>
                  </a:cubicBezTo>
                  <a:cubicBezTo>
                    <a:pt x="943" y="1824"/>
                    <a:pt x="1" y="3435"/>
                    <a:pt x="1" y="3435"/>
                  </a:cubicBezTo>
                  <a:cubicBezTo>
                    <a:pt x="1" y="3435"/>
                    <a:pt x="366" y="10031"/>
                    <a:pt x="639" y="11368"/>
                  </a:cubicBezTo>
                  <a:cubicBezTo>
                    <a:pt x="883" y="12535"/>
                    <a:pt x="1394" y="13605"/>
                    <a:pt x="1717" y="13605"/>
                  </a:cubicBezTo>
                  <a:cubicBezTo>
                    <a:pt x="1756" y="13605"/>
                    <a:pt x="1792" y="13590"/>
                    <a:pt x="1825" y="13557"/>
                  </a:cubicBezTo>
                  <a:cubicBezTo>
                    <a:pt x="2129" y="13253"/>
                    <a:pt x="6810" y="9362"/>
                    <a:pt x="7022" y="9302"/>
                  </a:cubicBezTo>
                  <a:cubicBezTo>
                    <a:pt x="7025" y="9301"/>
                    <a:pt x="7028" y="9301"/>
                    <a:pt x="7032" y="9301"/>
                  </a:cubicBezTo>
                  <a:cubicBezTo>
                    <a:pt x="7366" y="9301"/>
                    <a:pt x="13017" y="11888"/>
                    <a:pt x="13618" y="12159"/>
                  </a:cubicBezTo>
                  <a:cubicBezTo>
                    <a:pt x="13832" y="12271"/>
                    <a:pt x="14025" y="12342"/>
                    <a:pt x="14180" y="12342"/>
                  </a:cubicBezTo>
                  <a:cubicBezTo>
                    <a:pt x="14444" y="12342"/>
                    <a:pt x="14599" y="12137"/>
                    <a:pt x="14560" y="11581"/>
                  </a:cubicBezTo>
                  <a:cubicBezTo>
                    <a:pt x="14500" y="10700"/>
                    <a:pt x="13892" y="6080"/>
                    <a:pt x="12737" y="3739"/>
                  </a:cubicBezTo>
                  <a:cubicBezTo>
                    <a:pt x="12007" y="2341"/>
                    <a:pt x="11065" y="1064"/>
                    <a:pt x="98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0"/>
            <p:cNvSpPr/>
            <p:nvPr/>
          </p:nvSpPr>
          <p:spPr>
            <a:xfrm>
              <a:off x="1415440" y="3137124"/>
              <a:ext cx="174475" cy="162576"/>
            </a:xfrm>
            <a:custGeom>
              <a:rect b="b" l="l" r="r" t="t"/>
              <a:pathLst>
                <a:path extrusionOk="0" h="13964" w="14986">
                  <a:moveTo>
                    <a:pt x="10001" y="365"/>
                  </a:moveTo>
                  <a:cubicBezTo>
                    <a:pt x="11125" y="1398"/>
                    <a:pt x="12068" y="2614"/>
                    <a:pt x="12736" y="3982"/>
                  </a:cubicBezTo>
                  <a:cubicBezTo>
                    <a:pt x="13891" y="6292"/>
                    <a:pt x="14499" y="10943"/>
                    <a:pt x="14560" y="11763"/>
                  </a:cubicBezTo>
                  <a:cubicBezTo>
                    <a:pt x="14590" y="12158"/>
                    <a:pt x="14499" y="12250"/>
                    <a:pt x="14469" y="12280"/>
                  </a:cubicBezTo>
                  <a:cubicBezTo>
                    <a:pt x="14443" y="12293"/>
                    <a:pt x="14405" y="12312"/>
                    <a:pt x="14339" y="12312"/>
                  </a:cubicBezTo>
                  <a:cubicBezTo>
                    <a:pt x="14252" y="12312"/>
                    <a:pt x="14116" y="12279"/>
                    <a:pt x="13891" y="12158"/>
                  </a:cubicBezTo>
                  <a:cubicBezTo>
                    <a:pt x="13832" y="12129"/>
                    <a:pt x="7703" y="9298"/>
                    <a:pt x="7169" y="9298"/>
                  </a:cubicBezTo>
                  <a:cubicBezTo>
                    <a:pt x="7158" y="9298"/>
                    <a:pt x="7150" y="9299"/>
                    <a:pt x="7144" y="9301"/>
                  </a:cubicBezTo>
                  <a:cubicBezTo>
                    <a:pt x="6840" y="9392"/>
                    <a:pt x="2250" y="13253"/>
                    <a:pt x="1885" y="13557"/>
                  </a:cubicBezTo>
                  <a:cubicBezTo>
                    <a:pt x="1733" y="13465"/>
                    <a:pt x="1277" y="12705"/>
                    <a:pt x="1004" y="11490"/>
                  </a:cubicBezTo>
                  <a:cubicBezTo>
                    <a:pt x="734" y="10259"/>
                    <a:pt x="404" y="4466"/>
                    <a:pt x="367" y="3676"/>
                  </a:cubicBezTo>
                  <a:lnTo>
                    <a:pt x="367" y="3676"/>
                  </a:lnTo>
                  <a:cubicBezTo>
                    <a:pt x="522" y="3397"/>
                    <a:pt x="1339" y="2035"/>
                    <a:pt x="1794" y="1459"/>
                  </a:cubicBezTo>
                  <a:cubicBezTo>
                    <a:pt x="2159" y="973"/>
                    <a:pt x="4013" y="608"/>
                    <a:pt x="4712" y="517"/>
                  </a:cubicBezTo>
                  <a:lnTo>
                    <a:pt x="10001" y="365"/>
                  </a:lnTo>
                  <a:close/>
                  <a:moveTo>
                    <a:pt x="10062" y="0"/>
                  </a:moveTo>
                  <a:lnTo>
                    <a:pt x="4712" y="152"/>
                  </a:lnTo>
                  <a:cubicBezTo>
                    <a:pt x="4438" y="183"/>
                    <a:pt x="2007" y="608"/>
                    <a:pt x="1490" y="1246"/>
                  </a:cubicBezTo>
                  <a:cubicBezTo>
                    <a:pt x="1004" y="1885"/>
                    <a:pt x="61" y="3465"/>
                    <a:pt x="31" y="3526"/>
                  </a:cubicBezTo>
                  <a:cubicBezTo>
                    <a:pt x="1" y="3556"/>
                    <a:pt x="1" y="3587"/>
                    <a:pt x="1" y="3648"/>
                  </a:cubicBezTo>
                  <a:cubicBezTo>
                    <a:pt x="31" y="3921"/>
                    <a:pt x="365" y="10243"/>
                    <a:pt x="669" y="11581"/>
                  </a:cubicBezTo>
                  <a:cubicBezTo>
                    <a:pt x="852" y="12462"/>
                    <a:pt x="1308" y="13800"/>
                    <a:pt x="1794" y="13952"/>
                  </a:cubicBezTo>
                  <a:lnTo>
                    <a:pt x="1915" y="13952"/>
                  </a:lnTo>
                  <a:cubicBezTo>
                    <a:pt x="1940" y="13960"/>
                    <a:pt x="1964" y="13964"/>
                    <a:pt x="1988" y="13964"/>
                  </a:cubicBezTo>
                  <a:cubicBezTo>
                    <a:pt x="2053" y="13964"/>
                    <a:pt x="2114" y="13935"/>
                    <a:pt x="2159" y="13891"/>
                  </a:cubicBezTo>
                  <a:cubicBezTo>
                    <a:pt x="2493" y="13587"/>
                    <a:pt x="6809" y="10000"/>
                    <a:pt x="7265" y="9696"/>
                  </a:cubicBezTo>
                  <a:cubicBezTo>
                    <a:pt x="7873" y="9848"/>
                    <a:pt x="13071" y="12189"/>
                    <a:pt x="13739" y="12523"/>
                  </a:cubicBezTo>
                  <a:cubicBezTo>
                    <a:pt x="13924" y="12626"/>
                    <a:pt x="14164" y="12728"/>
                    <a:pt x="14384" y="12728"/>
                  </a:cubicBezTo>
                  <a:cubicBezTo>
                    <a:pt x="14491" y="12728"/>
                    <a:pt x="14593" y="12704"/>
                    <a:pt x="14682" y="12645"/>
                  </a:cubicBezTo>
                  <a:cubicBezTo>
                    <a:pt x="14894" y="12493"/>
                    <a:pt x="14986" y="12219"/>
                    <a:pt x="14955" y="11763"/>
                  </a:cubicBezTo>
                  <a:cubicBezTo>
                    <a:pt x="14864" y="10760"/>
                    <a:pt x="14287" y="6201"/>
                    <a:pt x="13101" y="3860"/>
                  </a:cubicBezTo>
                  <a:cubicBezTo>
                    <a:pt x="12372" y="2401"/>
                    <a:pt x="11399" y="1125"/>
                    <a:pt x="10214" y="61"/>
                  </a:cubicBezTo>
                  <a:cubicBezTo>
                    <a:pt x="10153" y="31"/>
                    <a:pt x="10122" y="0"/>
                    <a:pt x="100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0"/>
            <p:cNvSpPr/>
            <p:nvPr/>
          </p:nvSpPr>
          <p:spPr>
            <a:xfrm>
              <a:off x="1445527" y="2924420"/>
              <a:ext cx="202079" cy="397242"/>
            </a:xfrm>
            <a:custGeom>
              <a:rect b="b" l="l" r="r" t="t"/>
              <a:pathLst>
                <a:path extrusionOk="0" h="34120" w="17357">
                  <a:moveTo>
                    <a:pt x="14651" y="0"/>
                  </a:moveTo>
                  <a:cubicBezTo>
                    <a:pt x="14651" y="0"/>
                    <a:pt x="10517" y="1642"/>
                    <a:pt x="8298" y="2979"/>
                  </a:cubicBezTo>
                  <a:cubicBezTo>
                    <a:pt x="6079" y="4286"/>
                    <a:pt x="3891" y="5380"/>
                    <a:pt x="3739" y="8177"/>
                  </a:cubicBezTo>
                  <a:cubicBezTo>
                    <a:pt x="3587" y="10943"/>
                    <a:pt x="821" y="12645"/>
                    <a:pt x="821" y="12645"/>
                  </a:cubicBezTo>
                  <a:cubicBezTo>
                    <a:pt x="1398" y="13435"/>
                    <a:pt x="1702" y="14408"/>
                    <a:pt x="1672" y="15411"/>
                  </a:cubicBezTo>
                  <a:cubicBezTo>
                    <a:pt x="1642" y="16748"/>
                    <a:pt x="1429" y="18086"/>
                    <a:pt x="1094" y="19362"/>
                  </a:cubicBezTo>
                  <a:cubicBezTo>
                    <a:pt x="1094" y="19362"/>
                    <a:pt x="730" y="19879"/>
                    <a:pt x="365" y="20548"/>
                  </a:cubicBezTo>
                  <a:cubicBezTo>
                    <a:pt x="0" y="21217"/>
                    <a:pt x="274" y="21855"/>
                    <a:pt x="1094" y="23770"/>
                  </a:cubicBezTo>
                  <a:cubicBezTo>
                    <a:pt x="2128" y="26110"/>
                    <a:pt x="5411" y="31977"/>
                    <a:pt x="5563" y="32554"/>
                  </a:cubicBezTo>
                  <a:cubicBezTo>
                    <a:pt x="5683" y="33012"/>
                    <a:pt x="6453" y="34119"/>
                    <a:pt x="7131" y="34119"/>
                  </a:cubicBezTo>
                  <a:cubicBezTo>
                    <a:pt x="7308" y="34119"/>
                    <a:pt x="7478" y="34044"/>
                    <a:pt x="7630" y="33861"/>
                  </a:cubicBezTo>
                  <a:cubicBezTo>
                    <a:pt x="8359" y="33010"/>
                    <a:pt x="8845" y="27265"/>
                    <a:pt x="8937" y="24712"/>
                  </a:cubicBezTo>
                  <a:cubicBezTo>
                    <a:pt x="9028" y="22159"/>
                    <a:pt x="8207" y="21368"/>
                    <a:pt x="8207" y="20913"/>
                  </a:cubicBezTo>
                  <a:cubicBezTo>
                    <a:pt x="8207" y="20487"/>
                    <a:pt x="8724" y="17174"/>
                    <a:pt x="8724" y="17174"/>
                  </a:cubicBezTo>
                  <a:cubicBezTo>
                    <a:pt x="8724" y="17174"/>
                    <a:pt x="10547" y="17782"/>
                    <a:pt x="11277" y="17903"/>
                  </a:cubicBezTo>
                  <a:cubicBezTo>
                    <a:pt x="11563" y="17963"/>
                    <a:pt x="11971" y="18046"/>
                    <a:pt x="12385" y="18046"/>
                  </a:cubicBezTo>
                  <a:cubicBezTo>
                    <a:pt x="13026" y="18046"/>
                    <a:pt x="13681" y="17847"/>
                    <a:pt x="13921" y="17052"/>
                  </a:cubicBezTo>
                  <a:cubicBezTo>
                    <a:pt x="14286" y="15715"/>
                    <a:pt x="15806" y="11915"/>
                    <a:pt x="15806" y="11915"/>
                  </a:cubicBezTo>
                  <a:cubicBezTo>
                    <a:pt x="15806" y="11915"/>
                    <a:pt x="17204" y="10973"/>
                    <a:pt x="17295" y="10396"/>
                  </a:cubicBezTo>
                  <a:cubicBezTo>
                    <a:pt x="17356" y="9818"/>
                    <a:pt x="15836" y="9301"/>
                    <a:pt x="15684" y="8420"/>
                  </a:cubicBezTo>
                  <a:cubicBezTo>
                    <a:pt x="15532" y="7539"/>
                    <a:pt x="15806" y="6292"/>
                    <a:pt x="15806" y="4377"/>
                  </a:cubicBezTo>
                  <a:cubicBezTo>
                    <a:pt x="15806" y="2493"/>
                    <a:pt x="14651" y="0"/>
                    <a:pt x="146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0"/>
            <p:cNvSpPr/>
            <p:nvPr/>
          </p:nvSpPr>
          <p:spPr>
            <a:xfrm>
              <a:off x="1443047" y="2922359"/>
              <a:ext cx="206678" cy="401957"/>
            </a:xfrm>
            <a:custGeom>
              <a:rect b="b" l="l" r="r" t="t"/>
              <a:pathLst>
                <a:path extrusionOk="0" h="34525" w="17752">
                  <a:moveTo>
                    <a:pt x="14773" y="360"/>
                  </a:moveTo>
                  <a:cubicBezTo>
                    <a:pt x="15016" y="937"/>
                    <a:pt x="15837" y="2943"/>
                    <a:pt x="15837" y="4494"/>
                  </a:cubicBezTo>
                  <a:cubicBezTo>
                    <a:pt x="15837" y="5375"/>
                    <a:pt x="15806" y="6105"/>
                    <a:pt x="15745" y="6712"/>
                  </a:cubicBezTo>
                  <a:cubicBezTo>
                    <a:pt x="15654" y="7320"/>
                    <a:pt x="15654" y="7959"/>
                    <a:pt x="15715" y="8567"/>
                  </a:cubicBezTo>
                  <a:cubicBezTo>
                    <a:pt x="15806" y="9083"/>
                    <a:pt x="16293" y="9478"/>
                    <a:pt x="16718" y="9813"/>
                  </a:cubicBezTo>
                  <a:cubicBezTo>
                    <a:pt x="17022" y="10056"/>
                    <a:pt x="17326" y="10299"/>
                    <a:pt x="17326" y="10482"/>
                  </a:cubicBezTo>
                  <a:cubicBezTo>
                    <a:pt x="17265" y="10846"/>
                    <a:pt x="16444" y="11545"/>
                    <a:pt x="15928" y="11880"/>
                  </a:cubicBezTo>
                  <a:cubicBezTo>
                    <a:pt x="15897" y="11910"/>
                    <a:pt x="15867" y="11940"/>
                    <a:pt x="15867" y="11971"/>
                  </a:cubicBezTo>
                  <a:cubicBezTo>
                    <a:pt x="15806" y="12123"/>
                    <a:pt x="14347" y="15801"/>
                    <a:pt x="13952" y="17108"/>
                  </a:cubicBezTo>
                  <a:cubicBezTo>
                    <a:pt x="13775" y="17798"/>
                    <a:pt x="13251" y="18002"/>
                    <a:pt x="12624" y="18002"/>
                  </a:cubicBezTo>
                  <a:cubicBezTo>
                    <a:pt x="12284" y="18002"/>
                    <a:pt x="11914" y="17942"/>
                    <a:pt x="11551" y="17868"/>
                  </a:cubicBezTo>
                  <a:cubicBezTo>
                    <a:pt x="10821" y="17746"/>
                    <a:pt x="9028" y="17138"/>
                    <a:pt x="8998" y="17138"/>
                  </a:cubicBezTo>
                  <a:cubicBezTo>
                    <a:pt x="8937" y="17138"/>
                    <a:pt x="8906" y="17138"/>
                    <a:pt x="8846" y="17169"/>
                  </a:cubicBezTo>
                  <a:cubicBezTo>
                    <a:pt x="8785" y="17199"/>
                    <a:pt x="8754" y="17260"/>
                    <a:pt x="8754" y="17290"/>
                  </a:cubicBezTo>
                  <a:cubicBezTo>
                    <a:pt x="8754" y="17442"/>
                    <a:pt x="8238" y="20634"/>
                    <a:pt x="8238" y="21059"/>
                  </a:cubicBezTo>
                  <a:cubicBezTo>
                    <a:pt x="8268" y="21272"/>
                    <a:pt x="8329" y="21454"/>
                    <a:pt x="8420" y="21637"/>
                  </a:cubicBezTo>
                  <a:cubicBezTo>
                    <a:pt x="8846" y="22670"/>
                    <a:pt x="9058" y="23764"/>
                    <a:pt x="8967" y="24859"/>
                  </a:cubicBezTo>
                  <a:cubicBezTo>
                    <a:pt x="8906" y="27503"/>
                    <a:pt x="8390" y="33096"/>
                    <a:pt x="7691" y="33916"/>
                  </a:cubicBezTo>
                  <a:cubicBezTo>
                    <a:pt x="7615" y="34043"/>
                    <a:pt x="7475" y="34106"/>
                    <a:pt x="7325" y="34106"/>
                  </a:cubicBezTo>
                  <a:cubicBezTo>
                    <a:pt x="7295" y="34106"/>
                    <a:pt x="7265" y="34104"/>
                    <a:pt x="7235" y="34099"/>
                  </a:cubicBezTo>
                  <a:cubicBezTo>
                    <a:pt x="6718" y="33977"/>
                    <a:pt x="6080" y="33065"/>
                    <a:pt x="5988" y="32670"/>
                  </a:cubicBezTo>
                  <a:cubicBezTo>
                    <a:pt x="5928" y="32397"/>
                    <a:pt x="5289" y="31242"/>
                    <a:pt x="4256" y="29266"/>
                  </a:cubicBezTo>
                  <a:cubicBezTo>
                    <a:pt x="3222" y="27321"/>
                    <a:pt x="2037" y="25102"/>
                    <a:pt x="1520" y="23856"/>
                  </a:cubicBezTo>
                  <a:cubicBezTo>
                    <a:pt x="639" y="21941"/>
                    <a:pt x="426" y="21394"/>
                    <a:pt x="760" y="20816"/>
                  </a:cubicBezTo>
                  <a:cubicBezTo>
                    <a:pt x="1095" y="20178"/>
                    <a:pt x="1459" y="19661"/>
                    <a:pt x="1459" y="19661"/>
                  </a:cubicBezTo>
                  <a:cubicBezTo>
                    <a:pt x="1490" y="19661"/>
                    <a:pt x="1490" y="19631"/>
                    <a:pt x="1490" y="19600"/>
                  </a:cubicBezTo>
                  <a:cubicBezTo>
                    <a:pt x="1824" y="18293"/>
                    <a:pt x="2037" y="16956"/>
                    <a:pt x="2098" y="15618"/>
                  </a:cubicBezTo>
                  <a:cubicBezTo>
                    <a:pt x="2098" y="14646"/>
                    <a:pt x="1824" y="13673"/>
                    <a:pt x="1307" y="12883"/>
                  </a:cubicBezTo>
                  <a:cubicBezTo>
                    <a:pt x="1915" y="12457"/>
                    <a:pt x="4013" y="10816"/>
                    <a:pt x="4134" y="8323"/>
                  </a:cubicBezTo>
                  <a:cubicBezTo>
                    <a:pt x="4286" y="5831"/>
                    <a:pt x="6140" y="4737"/>
                    <a:pt x="8116" y="3551"/>
                  </a:cubicBezTo>
                  <a:lnTo>
                    <a:pt x="8602" y="3278"/>
                  </a:lnTo>
                  <a:cubicBezTo>
                    <a:pt x="10517" y="2123"/>
                    <a:pt x="13952" y="694"/>
                    <a:pt x="14773" y="360"/>
                  </a:cubicBezTo>
                  <a:close/>
                  <a:moveTo>
                    <a:pt x="14879" y="1"/>
                  </a:moveTo>
                  <a:cubicBezTo>
                    <a:pt x="14854" y="1"/>
                    <a:pt x="14829" y="8"/>
                    <a:pt x="14803" y="25"/>
                  </a:cubicBezTo>
                  <a:cubicBezTo>
                    <a:pt x="14742" y="25"/>
                    <a:pt x="10578" y="1728"/>
                    <a:pt x="8390" y="3035"/>
                  </a:cubicBezTo>
                  <a:lnTo>
                    <a:pt x="7934" y="3308"/>
                  </a:lnTo>
                  <a:cubicBezTo>
                    <a:pt x="5867" y="4524"/>
                    <a:pt x="3891" y="5740"/>
                    <a:pt x="3769" y="8384"/>
                  </a:cubicBezTo>
                  <a:cubicBezTo>
                    <a:pt x="3618" y="11029"/>
                    <a:pt x="943" y="12700"/>
                    <a:pt x="912" y="12700"/>
                  </a:cubicBezTo>
                  <a:cubicBezTo>
                    <a:pt x="882" y="12731"/>
                    <a:pt x="851" y="12761"/>
                    <a:pt x="821" y="12822"/>
                  </a:cubicBezTo>
                  <a:cubicBezTo>
                    <a:pt x="821" y="12883"/>
                    <a:pt x="851" y="12944"/>
                    <a:pt x="882" y="12974"/>
                  </a:cubicBezTo>
                  <a:cubicBezTo>
                    <a:pt x="1429" y="13764"/>
                    <a:pt x="1733" y="14676"/>
                    <a:pt x="1703" y="15649"/>
                  </a:cubicBezTo>
                  <a:cubicBezTo>
                    <a:pt x="1642" y="16956"/>
                    <a:pt x="1459" y="18263"/>
                    <a:pt x="1125" y="19509"/>
                  </a:cubicBezTo>
                  <a:cubicBezTo>
                    <a:pt x="1064" y="19600"/>
                    <a:pt x="730" y="20087"/>
                    <a:pt x="396" y="20664"/>
                  </a:cubicBezTo>
                  <a:cubicBezTo>
                    <a:pt x="0" y="21424"/>
                    <a:pt x="335" y="22184"/>
                    <a:pt x="1125" y="24038"/>
                  </a:cubicBezTo>
                  <a:cubicBezTo>
                    <a:pt x="1672" y="25315"/>
                    <a:pt x="2858" y="27533"/>
                    <a:pt x="3921" y="29509"/>
                  </a:cubicBezTo>
                  <a:cubicBezTo>
                    <a:pt x="4742" y="31059"/>
                    <a:pt x="5532" y="32549"/>
                    <a:pt x="5593" y="32822"/>
                  </a:cubicBezTo>
                  <a:cubicBezTo>
                    <a:pt x="5715" y="33309"/>
                    <a:pt x="6414" y="34342"/>
                    <a:pt x="7143" y="34494"/>
                  </a:cubicBezTo>
                  <a:cubicBezTo>
                    <a:pt x="7204" y="34524"/>
                    <a:pt x="7265" y="34524"/>
                    <a:pt x="7326" y="34524"/>
                  </a:cubicBezTo>
                  <a:cubicBezTo>
                    <a:pt x="7599" y="34524"/>
                    <a:pt x="7843" y="34433"/>
                    <a:pt x="7994" y="34220"/>
                  </a:cubicBezTo>
                  <a:cubicBezTo>
                    <a:pt x="8815" y="33248"/>
                    <a:pt x="9301" y="27290"/>
                    <a:pt x="9362" y="24950"/>
                  </a:cubicBezTo>
                  <a:cubicBezTo>
                    <a:pt x="9453" y="23795"/>
                    <a:pt x="9241" y="22640"/>
                    <a:pt x="8785" y="21576"/>
                  </a:cubicBezTo>
                  <a:cubicBezTo>
                    <a:pt x="8694" y="21424"/>
                    <a:pt x="8663" y="21272"/>
                    <a:pt x="8633" y="21150"/>
                  </a:cubicBezTo>
                  <a:cubicBezTo>
                    <a:pt x="8633" y="20816"/>
                    <a:pt x="8937" y="18688"/>
                    <a:pt x="9119" y="17655"/>
                  </a:cubicBezTo>
                  <a:cubicBezTo>
                    <a:pt x="9605" y="17807"/>
                    <a:pt x="10882" y="18202"/>
                    <a:pt x="11490" y="18324"/>
                  </a:cubicBezTo>
                  <a:cubicBezTo>
                    <a:pt x="11752" y="18371"/>
                    <a:pt x="12182" y="18461"/>
                    <a:pt x="12634" y="18461"/>
                  </a:cubicBezTo>
                  <a:cubicBezTo>
                    <a:pt x="13335" y="18461"/>
                    <a:pt x="14088" y="18245"/>
                    <a:pt x="14347" y="17321"/>
                  </a:cubicBezTo>
                  <a:cubicBezTo>
                    <a:pt x="14682" y="16105"/>
                    <a:pt x="16019" y="12731"/>
                    <a:pt x="16201" y="12244"/>
                  </a:cubicBezTo>
                  <a:cubicBezTo>
                    <a:pt x="16536" y="12032"/>
                    <a:pt x="17630" y="11211"/>
                    <a:pt x="17721" y="10603"/>
                  </a:cubicBezTo>
                  <a:cubicBezTo>
                    <a:pt x="17752" y="10238"/>
                    <a:pt x="17326" y="9904"/>
                    <a:pt x="16961" y="9600"/>
                  </a:cubicBezTo>
                  <a:cubicBezTo>
                    <a:pt x="16566" y="9296"/>
                    <a:pt x="16141" y="8962"/>
                    <a:pt x="16080" y="8597"/>
                  </a:cubicBezTo>
                  <a:cubicBezTo>
                    <a:pt x="16019" y="7989"/>
                    <a:pt x="16049" y="7412"/>
                    <a:pt x="16110" y="6834"/>
                  </a:cubicBezTo>
                  <a:cubicBezTo>
                    <a:pt x="16171" y="6196"/>
                    <a:pt x="16232" y="5466"/>
                    <a:pt x="16232" y="4585"/>
                  </a:cubicBezTo>
                  <a:cubicBezTo>
                    <a:pt x="16232" y="2670"/>
                    <a:pt x="15077" y="208"/>
                    <a:pt x="15046" y="117"/>
                  </a:cubicBezTo>
                  <a:cubicBezTo>
                    <a:pt x="15002" y="51"/>
                    <a:pt x="14943" y="1"/>
                    <a:pt x="148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0"/>
            <p:cNvSpPr/>
            <p:nvPr/>
          </p:nvSpPr>
          <p:spPr>
            <a:xfrm>
              <a:off x="1514538" y="3102438"/>
              <a:ext cx="32564" cy="49550"/>
            </a:xfrm>
            <a:custGeom>
              <a:rect b="b" l="l" r="r" t="t"/>
              <a:pathLst>
                <a:path extrusionOk="0" h="4256" w="2797">
                  <a:moveTo>
                    <a:pt x="0" y="0"/>
                  </a:moveTo>
                  <a:cubicBezTo>
                    <a:pt x="0" y="1"/>
                    <a:pt x="730" y="3739"/>
                    <a:pt x="2432" y="4256"/>
                  </a:cubicBezTo>
                  <a:lnTo>
                    <a:pt x="2797" y="1915"/>
                  </a:lnTo>
                  <a:cubicBezTo>
                    <a:pt x="2189" y="1763"/>
                    <a:pt x="1611" y="1490"/>
                    <a:pt x="1095" y="1095"/>
                  </a:cubicBezTo>
                  <a:cubicBezTo>
                    <a:pt x="730" y="760"/>
                    <a:pt x="335" y="396"/>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0"/>
            <p:cNvSpPr/>
            <p:nvPr/>
          </p:nvSpPr>
          <p:spPr>
            <a:xfrm>
              <a:off x="1512163" y="3100225"/>
              <a:ext cx="37070" cy="53893"/>
            </a:xfrm>
            <a:custGeom>
              <a:rect b="b" l="l" r="r" t="t"/>
              <a:pathLst>
                <a:path extrusionOk="0" h="4629" w="3184">
                  <a:moveTo>
                    <a:pt x="580" y="870"/>
                  </a:moveTo>
                  <a:cubicBezTo>
                    <a:pt x="760" y="1050"/>
                    <a:pt x="969" y="1258"/>
                    <a:pt x="1177" y="1437"/>
                  </a:cubicBezTo>
                  <a:cubicBezTo>
                    <a:pt x="1633" y="1801"/>
                    <a:pt x="2180" y="2045"/>
                    <a:pt x="2758" y="2227"/>
                  </a:cubicBezTo>
                  <a:lnTo>
                    <a:pt x="2454" y="4172"/>
                  </a:lnTo>
                  <a:cubicBezTo>
                    <a:pt x="1494" y="3662"/>
                    <a:pt x="860" y="1909"/>
                    <a:pt x="580" y="870"/>
                  </a:cubicBezTo>
                  <a:close/>
                  <a:moveTo>
                    <a:pt x="220" y="1"/>
                  </a:moveTo>
                  <a:cubicBezTo>
                    <a:pt x="110" y="1"/>
                    <a:pt x="1" y="104"/>
                    <a:pt x="22" y="251"/>
                  </a:cubicBezTo>
                  <a:cubicBezTo>
                    <a:pt x="52" y="403"/>
                    <a:pt x="812" y="4081"/>
                    <a:pt x="2575" y="4628"/>
                  </a:cubicBezTo>
                  <a:lnTo>
                    <a:pt x="2636" y="4628"/>
                  </a:lnTo>
                  <a:cubicBezTo>
                    <a:pt x="2666" y="4628"/>
                    <a:pt x="2697" y="4628"/>
                    <a:pt x="2727" y="4598"/>
                  </a:cubicBezTo>
                  <a:cubicBezTo>
                    <a:pt x="2758" y="4567"/>
                    <a:pt x="2788" y="4537"/>
                    <a:pt x="2788" y="4476"/>
                  </a:cubicBezTo>
                  <a:lnTo>
                    <a:pt x="3183" y="2136"/>
                  </a:lnTo>
                  <a:cubicBezTo>
                    <a:pt x="3183" y="2045"/>
                    <a:pt x="3122" y="1953"/>
                    <a:pt x="3031" y="1923"/>
                  </a:cubicBezTo>
                  <a:cubicBezTo>
                    <a:pt x="2454" y="1771"/>
                    <a:pt x="1907" y="1497"/>
                    <a:pt x="1420" y="1163"/>
                  </a:cubicBezTo>
                  <a:cubicBezTo>
                    <a:pt x="1055" y="829"/>
                    <a:pt x="691" y="464"/>
                    <a:pt x="356" y="69"/>
                  </a:cubicBezTo>
                  <a:cubicBezTo>
                    <a:pt x="319" y="22"/>
                    <a:pt x="269" y="1"/>
                    <a:pt x="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0"/>
            <p:cNvSpPr/>
            <p:nvPr/>
          </p:nvSpPr>
          <p:spPr>
            <a:xfrm>
              <a:off x="1599116" y="3002629"/>
              <a:ext cx="10991" cy="24077"/>
            </a:xfrm>
            <a:custGeom>
              <a:rect b="b" l="l" r="r" t="t"/>
              <a:pathLst>
                <a:path extrusionOk="0" h="2068" w="944">
                  <a:moveTo>
                    <a:pt x="457" y="1"/>
                  </a:moveTo>
                  <a:cubicBezTo>
                    <a:pt x="214" y="1"/>
                    <a:pt x="1" y="457"/>
                    <a:pt x="1" y="1034"/>
                  </a:cubicBezTo>
                  <a:cubicBezTo>
                    <a:pt x="1" y="1612"/>
                    <a:pt x="214" y="2068"/>
                    <a:pt x="457" y="2068"/>
                  </a:cubicBezTo>
                  <a:cubicBezTo>
                    <a:pt x="730" y="2068"/>
                    <a:pt x="943" y="1612"/>
                    <a:pt x="943" y="1034"/>
                  </a:cubicBezTo>
                  <a:cubicBezTo>
                    <a:pt x="943" y="457"/>
                    <a:pt x="730" y="1"/>
                    <a:pt x="4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0"/>
            <p:cNvSpPr/>
            <p:nvPr/>
          </p:nvSpPr>
          <p:spPr>
            <a:xfrm>
              <a:off x="1586820" y="3059566"/>
              <a:ext cx="33332" cy="14565"/>
            </a:xfrm>
            <a:custGeom>
              <a:rect b="b" l="l" r="r" t="t"/>
              <a:pathLst>
                <a:path extrusionOk="0" h="1251" w="2863">
                  <a:moveTo>
                    <a:pt x="248" y="1"/>
                  </a:moveTo>
                  <a:cubicBezTo>
                    <a:pt x="117" y="1"/>
                    <a:pt x="1" y="132"/>
                    <a:pt x="84" y="278"/>
                  </a:cubicBezTo>
                  <a:cubicBezTo>
                    <a:pt x="479" y="886"/>
                    <a:pt x="1118" y="1220"/>
                    <a:pt x="1847" y="1251"/>
                  </a:cubicBezTo>
                  <a:cubicBezTo>
                    <a:pt x="2121" y="1251"/>
                    <a:pt x="2394" y="1190"/>
                    <a:pt x="2637" y="1129"/>
                  </a:cubicBezTo>
                  <a:cubicBezTo>
                    <a:pt x="2862" y="1045"/>
                    <a:pt x="2801" y="727"/>
                    <a:pt x="2575" y="727"/>
                  </a:cubicBezTo>
                  <a:cubicBezTo>
                    <a:pt x="2557" y="727"/>
                    <a:pt x="2537" y="729"/>
                    <a:pt x="2516" y="734"/>
                  </a:cubicBezTo>
                  <a:cubicBezTo>
                    <a:pt x="2300" y="820"/>
                    <a:pt x="2074" y="863"/>
                    <a:pt x="1850" y="863"/>
                  </a:cubicBezTo>
                  <a:cubicBezTo>
                    <a:pt x="1289" y="863"/>
                    <a:pt x="745" y="596"/>
                    <a:pt x="419" y="96"/>
                  </a:cubicBezTo>
                  <a:cubicBezTo>
                    <a:pt x="371" y="29"/>
                    <a:pt x="308" y="1"/>
                    <a:pt x="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0"/>
            <p:cNvSpPr/>
            <p:nvPr/>
          </p:nvSpPr>
          <p:spPr>
            <a:xfrm>
              <a:off x="1589917" y="2979703"/>
              <a:ext cx="29735" cy="15950"/>
            </a:xfrm>
            <a:custGeom>
              <a:rect b="b" l="l" r="r" t="t"/>
              <a:pathLst>
                <a:path extrusionOk="0" h="1370" w="2554">
                  <a:moveTo>
                    <a:pt x="1900" y="1"/>
                  </a:moveTo>
                  <a:cubicBezTo>
                    <a:pt x="1141" y="1"/>
                    <a:pt x="409" y="414"/>
                    <a:pt x="31" y="1119"/>
                  </a:cubicBezTo>
                  <a:cubicBezTo>
                    <a:pt x="1" y="1210"/>
                    <a:pt x="31" y="1332"/>
                    <a:pt x="122" y="1362"/>
                  </a:cubicBezTo>
                  <a:lnTo>
                    <a:pt x="213" y="1362"/>
                  </a:lnTo>
                  <a:cubicBezTo>
                    <a:pt x="230" y="1367"/>
                    <a:pt x="246" y="1370"/>
                    <a:pt x="261" y="1370"/>
                  </a:cubicBezTo>
                  <a:cubicBezTo>
                    <a:pt x="326" y="1370"/>
                    <a:pt x="371" y="1320"/>
                    <a:pt x="396" y="1271"/>
                  </a:cubicBezTo>
                  <a:cubicBezTo>
                    <a:pt x="697" y="718"/>
                    <a:pt x="1290" y="373"/>
                    <a:pt x="1915" y="373"/>
                  </a:cubicBezTo>
                  <a:cubicBezTo>
                    <a:pt x="2046" y="373"/>
                    <a:pt x="2179" y="388"/>
                    <a:pt x="2311" y="420"/>
                  </a:cubicBezTo>
                  <a:cubicBezTo>
                    <a:pt x="2326" y="425"/>
                    <a:pt x="2342" y="427"/>
                    <a:pt x="2357" y="427"/>
                  </a:cubicBezTo>
                  <a:cubicBezTo>
                    <a:pt x="2431" y="427"/>
                    <a:pt x="2498" y="368"/>
                    <a:pt x="2523" y="268"/>
                  </a:cubicBezTo>
                  <a:cubicBezTo>
                    <a:pt x="2554" y="176"/>
                    <a:pt x="2493" y="85"/>
                    <a:pt x="2371" y="55"/>
                  </a:cubicBezTo>
                  <a:cubicBezTo>
                    <a:pt x="2215" y="18"/>
                    <a:pt x="2057" y="1"/>
                    <a:pt x="19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0"/>
            <p:cNvSpPr/>
            <p:nvPr/>
          </p:nvSpPr>
          <p:spPr>
            <a:xfrm>
              <a:off x="1381465" y="2858541"/>
              <a:ext cx="259407" cy="226703"/>
            </a:xfrm>
            <a:custGeom>
              <a:rect b="b" l="l" r="r" t="t"/>
              <a:pathLst>
                <a:path extrusionOk="0" h="19472" w="22281">
                  <a:moveTo>
                    <a:pt x="11942" y="0"/>
                  </a:moveTo>
                  <a:cubicBezTo>
                    <a:pt x="9777" y="0"/>
                    <a:pt x="7289" y="416"/>
                    <a:pt x="4712" y="2041"/>
                  </a:cubicBezTo>
                  <a:cubicBezTo>
                    <a:pt x="1642" y="3987"/>
                    <a:pt x="1" y="9975"/>
                    <a:pt x="1855" y="14504"/>
                  </a:cubicBezTo>
                  <a:cubicBezTo>
                    <a:pt x="3292" y="18074"/>
                    <a:pt x="5505" y="19472"/>
                    <a:pt x="7240" y="19472"/>
                  </a:cubicBezTo>
                  <a:cubicBezTo>
                    <a:pt x="7706" y="19472"/>
                    <a:pt x="8138" y="19371"/>
                    <a:pt x="8511" y="19184"/>
                  </a:cubicBezTo>
                  <a:cubicBezTo>
                    <a:pt x="10244" y="18333"/>
                    <a:pt x="12524" y="15628"/>
                    <a:pt x="12524" y="13500"/>
                  </a:cubicBezTo>
                  <a:cubicBezTo>
                    <a:pt x="12524" y="11373"/>
                    <a:pt x="14135" y="10917"/>
                    <a:pt x="14135" y="10917"/>
                  </a:cubicBezTo>
                  <a:cubicBezTo>
                    <a:pt x="15685" y="9944"/>
                    <a:pt x="17174" y="8850"/>
                    <a:pt x="18603" y="7695"/>
                  </a:cubicBezTo>
                  <a:cubicBezTo>
                    <a:pt x="20730" y="5932"/>
                    <a:pt x="22281" y="4777"/>
                    <a:pt x="21764" y="3379"/>
                  </a:cubicBezTo>
                  <a:cubicBezTo>
                    <a:pt x="21247" y="1981"/>
                    <a:pt x="18907" y="674"/>
                    <a:pt x="16201" y="370"/>
                  </a:cubicBezTo>
                  <a:cubicBezTo>
                    <a:pt x="15036" y="239"/>
                    <a:pt x="13582" y="0"/>
                    <a:pt x="119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0"/>
            <p:cNvSpPr/>
            <p:nvPr/>
          </p:nvSpPr>
          <p:spPr>
            <a:xfrm>
              <a:off x="1380044" y="2856527"/>
              <a:ext cx="263307" cy="231034"/>
            </a:xfrm>
            <a:custGeom>
              <a:rect b="b" l="l" r="r" t="t"/>
              <a:pathLst>
                <a:path extrusionOk="0" h="19844" w="22616">
                  <a:moveTo>
                    <a:pt x="11765" y="387"/>
                  </a:moveTo>
                  <a:cubicBezTo>
                    <a:pt x="11866" y="387"/>
                    <a:pt x="11967" y="388"/>
                    <a:pt x="12068" y="391"/>
                  </a:cubicBezTo>
                  <a:cubicBezTo>
                    <a:pt x="13193" y="391"/>
                    <a:pt x="14348" y="482"/>
                    <a:pt x="15472" y="634"/>
                  </a:cubicBezTo>
                  <a:lnTo>
                    <a:pt x="16293" y="755"/>
                  </a:lnTo>
                  <a:cubicBezTo>
                    <a:pt x="18877" y="1029"/>
                    <a:pt x="21217" y="2245"/>
                    <a:pt x="21704" y="3613"/>
                  </a:cubicBezTo>
                  <a:cubicBezTo>
                    <a:pt x="22159" y="4798"/>
                    <a:pt x="20883" y="5862"/>
                    <a:pt x="18938" y="7473"/>
                  </a:cubicBezTo>
                  <a:lnTo>
                    <a:pt x="18634" y="7716"/>
                  </a:lnTo>
                  <a:cubicBezTo>
                    <a:pt x="17205" y="8871"/>
                    <a:pt x="15716" y="9935"/>
                    <a:pt x="14196" y="10907"/>
                  </a:cubicBezTo>
                  <a:cubicBezTo>
                    <a:pt x="13953" y="10999"/>
                    <a:pt x="12463" y="11576"/>
                    <a:pt x="12463" y="13673"/>
                  </a:cubicBezTo>
                  <a:cubicBezTo>
                    <a:pt x="12463" y="15649"/>
                    <a:pt x="10305" y="18324"/>
                    <a:pt x="8542" y="19205"/>
                  </a:cubicBezTo>
                  <a:cubicBezTo>
                    <a:pt x="8145" y="19380"/>
                    <a:pt x="7706" y="19472"/>
                    <a:pt x="7269" y="19472"/>
                  </a:cubicBezTo>
                  <a:cubicBezTo>
                    <a:pt x="6871" y="19472"/>
                    <a:pt x="6473" y="19395"/>
                    <a:pt x="6111" y="19236"/>
                  </a:cubicBezTo>
                  <a:cubicBezTo>
                    <a:pt x="4500" y="18628"/>
                    <a:pt x="3101" y="16987"/>
                    <a:pt x="2129" y="14616"/>
                  </a:cubicBezTo>
                  <a:cubicBezTo>
                    <a:pt x="244" y="9904"/>
                    <a:pt x="2068" y="4190"/>
                    <a:pt x="4925" y="2397"/>
                  </a:cubicBezTo>
                  <a:cubicBezTo>
                    <a:pt x="6967" y="1084"/>
                    <a:pt x="9346" y="387"/>
                    <a:pt x="11765" y="387"/>
                  </a:cubicBezTo>
                  <a:close/>
                  <a:moveTo>
                    <a:pt x="12098" y="0"/>
                  </a:moveTo>
                  <a:cubicBezTo>
                    <a:pt x="9907" y="0"/>
                    <a:pt x="7352" y="417"/>
                    <a:pt x="4712" y="2062"/>
                  </a:cubicBezTo>
                  <a:cubicBezTo>
                    <a:pt x="1399" y="4160"/>
                    <a:pt x="1" y="10330"/>
                    <a:pt x="1794" y="14768"/>
                  </a:cubicBezTo>
                  <a:cubicBezTo>
                    <a:pt x="2797" y="17230"/>
                    <a:pt x="4256" y="18932"/>
                    <a:pt x="5959" y="19601"/>
                  </a:cubicBezTo>
                  <a:cubicBezTo>
                    <a:pt x="6414" y="19753"/>
                    <a:pt x="6870" y="19844"/>
                    <a:pt x="7357" y="19844"/>
                  </a:cubicBezTo>
                  <a:cubicBezTo>
                    <a:pt x="7843" y="19844"/>
                    <a:pt x="8299" y="19753"/>
                    <a:pt x="8725" y="19540"/>
                  </a:cubicBezTo>
                  <a:cubicBezTo>
                    <a:pt x="10639" y="18598"/>
                    <a:pt x="12858" y="15801"/>
                    <a:pt x="12858" y="13673"/>
                  </a:cubicBezTo>
                  <a:cubicBezTo>
                    <a:pt x="12858" y="11728"/>
                    <a:pt x="14257" y="11272"/>
                    <a:pt x="14317" y="11272"/>
                  </a:cubicBezTo>
                  <a:cubicBezTo>
                    <a:pt x="14348" y="11272"/>
                    <a:pt x="14348" y="11272"/>
                    <a:pt x="14378" y="11242"/>
                  </a:cubicBezTo>
                  <a:cubicBezTo>
                    <a:pt x="15928" y="10269"/>
                    <a:pt x="17418" y="9175"/>
                    <a:pt x="18846" y="8020"/>
                  </a:cubicBezTo>
                  <a:lnTo>
                    <a:pt x="19181" y="7746"/>
                  </a:lnTo>
                  <a:cubicBezTo>
                    <a:pt x="21156" y="6135"/>
                    <a:pt x="22615" y="4980"/>
                    <a:pt x="22068" y="3491"/>
                  </a:cubicBezTo>
                  <a:cubicBezTo>
                    <a:pt x="21521" y="2002"/>
                    <a:pt x="19059" y="664"/>
                    <a:pt x="16354" y="360"/>
                  </a:cubicBezTo>
                  <a:lnTo>
                    <a:pt x="15533" y="269"/>
                  </a:lnTo>
                  <a:cubicBezTo>
                    <a:pt x="14553" y="145"/>
                    <a:pt x="13389" y="0"/>
                    <a:pt x="120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0"/>
            <p:cNvSpPr/>
            <p:nvPr/>
          </p:nvSpPr>
          <p:spPr>
            <a:xfrm>
              <a:off x="1314224" y="2993710"/>
              <a:ext cx="123515" cy="127718"/>
            </a:xfrm>
            <a:custGeom>
              <a:rect b="b" l="l" r="r" t="t"/>
              <a:pathLst>
                <a:path extrusionOk="0" h="10970" w="10609">
                  <a:moveTo>
                    <a:pt x="3410" y="1"/>
                  </a:moveTo>
                  <a:cubicBezTo>
                    <a:pt x="2954" y="1"/>
                    <a:pt x="2530" y="139"/>
                    <a:pt x="2189" y="493"/>
                  </a:cubicBezTo>
                  <a:cubicBezTo>
                    <a:pt x="669" y="2104"/>
                    <a:pt x="0" y="7819"/>
                    <a:pt x="1551" y="9642"/>
                  </a:cubicBezTo>
                  <a:cubicBezTo>
                    <a:pt x="2289" y="10528"/>
                    <a:pt x="4067" y="10969"/>
                    <a:pt x="5795" y="10969"/>
                  </a:cubicBezTo>
                  <a:cubicBezTo>
                    <a:pt x="7624" y="10969"/>
                    <a:pt x="9396" y="10475"/>
                    <a:pt x="9818" y="9490"/>
                  </a:cubicBezTo>
                  <a:cubicBezTo>
                    <a:pt x="10608" y="7575"/>
                    <a:pt x="10031" y="6268"/>
                    <a:pt x="10031" y="6268"/>
                  </a:cubicBezTo>
                  <a:cubicBezTo>
                    <a:pt x="10031" y="6268"/>
                    <a:pt x="7022" y="2773"/>
                    <a:pt x="7022" y="1739"/>
                  </a:cubicBezTo>
                  <a:cubicBezTo>
                    <a:pt x="7022" y="1739"/>
                    <a:pt x="5024" y="1"/>
                    <a:pt x="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0"/>
            <p:cNvSpPr/>
            <p:nvPr/>
          </p:nvSpPr>
          <p:spPr>
            <a:xfrm>
              <a:off x="1311744" y="2991650"/>
              <a:ext cx="128475" cy="132026"/>
            </a:xfrm>
            <a:custGeom>
              <a:rect b="b" l="l" r="r" t="t"/>
              <a:pathLst>
                <a:path extrusionOk="0" h="11340" w="11035">
                  <a:moveTo>
                    <a:pt x="3531" y="363"/>
                  </a:moveTo>
                  <a:cubicBezTo>
                    <a:pt x="3560" y="363"/>
                    <a:pt x="3589" y="364"/>
                    <a:pt x="3618" y="366"/>
                  </a:cubicBezTo>
                  <a:cubicBezTo>
                    <a:pt x="4986" y="366"/>
                    <a:pt x="6718" y="1734"/>
                    <a:pt x="7052" y="2008"/>
                  </a:cubicBezTo>
                  <a:cubicBezTo>
                    <a:pt x="7204" y="3132"/>
                    <a:pt x="9697" y="6111"/>
                    <a:pt x="10092" y="6567"/>
                  </a:cubicBezTo>
                  <a:cubicBezTo>
                    <a:pt x="10396" y="7570"/>
                    <a:pt x="10305" y="8664"/>
                    <a:pt x="9849" y="9607"/>
                  </a:cubicBezTo>
                  <a:cubicBezTo>
                    <a:pt x="9606" y="10214"/>
                    <a:pt x="8694" y="10670"/>
                    <a:pt x="7387" y="10853"/>
                  </a:cubicBezTo>
                  <a:cubicBezTo>
                    <a:pt x="6949" y="10921"/>
                    <a:pt x="6476" y="10956"/>
                    <a:pt x="5995" y="10956"/>
                  </a:cubicBezTo>
                  <a:cubicBezTo>
                    <a:pt x="4339" y="10956"/>
                    <a:pt x="2592" y="10546"/>
                    <a:pt x="1885" y="9698"/>
                  </a:cubicBezTo>
                  <a:cubicBezTo>
                    <a:pt x="426" y="7935"/>
                    <a:pt x="1064" y="2342"/>
                    <a:pt x="2554" y="792"/>
                  </a:cubicBezTo>
                  <a:cubicBezTo>
                    <a:pt x="2807" y="538"/>
                    <a:pt x="3166" y="363"/>
                    <a:pt x="3531" y="363"/>
                  </a:cubicBezTo>
                  <a:close/>
                  <a:moveTo>
                    <a:pt x="3621" y="1"/>
                  </a:moveTo>
                  <a:cubicBezTo>
                    <a:pt x="3122" y="1"/>
                    <a:pt x="2654" y="154"/>
                    <a:pt x="2280" y="549"/>
                  </a:cubicBezTo>
                  <a:cubicBezTo>
                    <a:pt x="669" y="2220"/>
                    <a:pt x="1" y="8056"/>
                    <a:pt x="1612" y="9941"/>
                  </a:cubicBezTo>
                  <a:cubicBezTo>
                    <a:pt x="2402" y="10883"/>
                    <a:pt x="4256" y="11339"/>
                    <a:pt x="6019" y="11339"/>
                  </a:cubicBezTo>
                  <a:cubicBezTo>
                    <a:pt x="6505" y="11339"/>
                    <a:pt x="6992" y="11309"/>
                    <a:pt x="7448" y="11218"/>
                  </a:cubicBezTo>
                  <a:cubicBezTo>
                    <a:pt x="8937" y="11005"/>
                    <a:pt x="9910" y="10458"/>
                    <a:pt x="10214" y="9728"/>
                  </a:cubicBezTo>
                  <a:cubicBezTo>
                    <a:pt x="11034" y="7783"/>
                    <a:pt x="10457" y="6415"/>
                    <a:pt x="10426" y="6354"/>
                  </a:cubicBezTo>
                  <a:cubicBezTo>
                    <a:pt x="10426" y="6354"/>
                    <a:pt x="10426" y="6324"/>
                    <a:pt x="10396" y="6324"/>
                  </a:cubicBezTo>
                  <a:cubicBezTo>
                    <a:pt x="9211" y="4926"/>
                    <a:pt x="7448" y="2585"/>
                    <a:pt x="7448" y="1886"/>
                  </a:cubicBezTo>
                  <a:cubicBezTo>
                    <a:pt x="7448" y="1825"/>
                    <a:pt x="7417" y="1795"/>
                    <a:pt x="7387" y="1765"/>
                  </a:cubicBezTo>
                  <a:cubicBezTo>
                    <a:pt x="7270" y="1671"/>
                    <a:pt x="5272" y="1"/>
                    <a:pt x="3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0"/>
            <p:cNvSpPr/>
            <p:nvPr/>
          </p:nvSpPr>
          <p:spPr>
            <a:xfrm>
              <a:off x="1239194" y="3220992"/>
              <a:ext cx="121035" cy="322404"/>
            </a:xfrm>
            <a:custGeom>
              <a:rect b="b" l="l" r="r" t="t"/>
              <a:pathLst>
                <a:path extrusionOk="0" h="27692" w="10396">
                  <a:moveTo>
                    <a:pt x="6870" y="1"/>
                  </a:moveTo>
                  <a:cubicBezTo>
                    <a:pt x="6870" y="1"/>
                    <a:pt x="0" y="24925"/>
                    <a:pt x="61" y="26171"/>
                  </a:cubicBezTo>
                  <a:cubicBezTo>
                    <a:pt x="152" y="27387"/>
                    <a:pt x="2706" y="27691"/>
                    <a:pt x="4104" y="27691"/>
                  </a:cubicBezTo>
                  <a:cubicBezTo>
                    <a:pt x="5502" y="27691"/>
                    <a:pt x="10396" y="15533"/>
                    <a:pt x="10396" y="15533"/>
                  </a:cubicBezTo>
                  <a:lnTo>
                    <a:pt x="68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0"/>
            <p:cNvSpPr/>
            <p:nvPr/>
          </p:nvSpPr>
          <p:spPr>
            <a:xfrm>
              <a:off x="1237075" y="3218163"/>
              <a:ext cx="125285" cy="327352"/>
            </a:xfrm>
            <a:custGeom>
              <a:rect b="b" l="l" r="r" t="t"/>
              <a:pathLst>
                <a:path extrusionOk="0" h="28117" w="10761">
                  <a:moveTo>
                    <a:pt x="7052" y="1034"/>
                  </a:moveTo>
                  <a:lnTo>
                    <a:pt x="10395" y="15776"/>
                  </a:lnTo>
                  <a:cubicBezTo>
                    <a:pt x="7994" y="21673"/>
                    <a:pt x="5076" y="27752"/>
                    <a:pt x="4286" y="27752"/>
                  </a:cubicBezTo>
                  <a:cubicBezTo>
                    <a:pt x="2979" y="27752"/>
                    <a:pt x="517" y="27478"/>
                    <a:pt x="456" y="26384"/>
                  </a:cubicBezTo>
                  <a:cubicBezTo>
                    <a:pt x="395" y="25442"/>
                    <a:pt x="5015" y="8420"/>
                    <a:pt x="7052" y="1034"/>
                  </a:cubicBezTo>
                  <a:close/>
                  <a:moveTo>
                    <a:pt x="7067" y="1"/>
                  </a:moveTo>
                  <a:cubicBezTo>
                    <a:pt x="6968" y="1"/>
                    <a:pt x="6870" y="62"/>
                    <a:pt x="6870" y="183"/>
                  </a:cubicBezTo>
                  <a:cubicBezTo>
                    <a:pt x="6596" y="1217"/>
                    <a:pt x="0" y="25138"/>
                    <a:pt x="61" y="26414"/>
                  </a:cubicBezTo>
                  <a:cubicBezTo>
                    <a:pt x="152" y="28086"/>
                    <a:pt x="3860" y="28117"/>
                    <a:pt x="4286" y="28117"/>
                  </a:cubicBezTo>
                  <a:cubicBezTo>
                    <a:pt x="5715" y="28117"/>
                    <a:pt x="9940" y="17904"/>
                    <a:pt x="10760" y="15837"/>
                  </a:cubicBezTo>
                  <a:cubicBezTo>
                    <a:pt x="10760" y="15806"/>
                    <a:pt x="10760" y="15776"/>
                    <a:pt x="10760" y="15746"/>
                  </a:cubicBezTo>
                  <a:lnTo>
                    <a:pt x="7265" y="183"/>
                  </a:lnTo>
                  <a:cubicBezTo>
                    <a:pt x="7265" y="62"/>
                    <a:pt x="7166" y="1"/>
                    <a:pt x="7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0"/>
            <p:cNvSpPr/>
            <p:nvPr/>
          </p:nvSpPr>
          <p:spPr>
            <a:xfrm>
              <a:off x="1437027" y="3333189"/>
              <a:ext cx="198190" cy="227099"/>
            </a:xfrm>
            <a:custGeom>
              <a:rect b="b" l="l" r="r" t="t"/>
              <a:pathLst>
                <a:path extrusionOk="0" h="19506" w="17023">
                  <a:moveTo>
                    <a:pt x="17022" y="0"/>
                  </a:moveTo>
                  <a:cubicBezTo>
                    <a:pt x="17022" y="0"/>
                    <a:pt x="10783" y="1463"/>
                    <a:pt x="5646" y="1463"/>
                  </a:cubicBezTo>
                  <a:cubicBezTo>
                    <a:pt x="4037" y="1463"/>
                    <a:pt x="2536" y="1320"/>
                    <a:pt x="1368" y="943"/>
                  </a:cubicBezTo>
                  <a:lnTo>
                    <a:pt x="1" y="18390"/>
                  </a:lnTo>
                  <a:cubicBezTo>
                    <a:pt x="1" y="18390"/>
                    <a:pt x="2717" y="19505"/>
                    <a:pt x="5203" y="19505"/>
                  </a:cubicBezTo>
                  <a:cubicBezTo>
                    <a:pt x="5500" y="19505"/>
                    <a:pt x="5794" y="19489"/>
                    <a:pt x="6080" y="19453"/>
                  </a:cubicBezTo>
                  <a:cubicBezTo>
                    <a:pt x="8724" y="19150"/>
                    <a:pt x="14469" y="18815"/>
                    <a:pt x="14469" y="18815"/>
                  </a:cubicBezTo>
                  <a:lnTo>
                    <a:pt x="170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0"/>
            <p:cNvSpPr/>
            <p:nvPr/>
          </p:nvSpPr>
          <p:spPr>
            <a:xfrm>
              <a:off x="1434547" y="3330558"/>
              <a:ext cx="202789" cy="231604"/>
            </a:xfrm>
            <a:custGeom>
              <a:rect b="b" l="l" r="r" t="t"/>
              <a:pathLst>
                <a:path extrusionOk="0" h="19893" w="17418">
                  <a:moveTo>
                    <a:pt x="16992" y="439"/>
                  </a:moveTo>
                  <a:lnTo>
                    <a:pt x="14500" y="18859"/>
                  </a:lnTo>
                  <a:cubicBezTo>
                    <a:pt x="13557" y="18889"/>
                    <a:pt x="8633" y="19193"/>
                    <a:pt x="6262" y="19467"/>
                  </a:cubicBezTo>
                  <a:cubicBezTo>
                    <a:pt x="5996" y="19498"/>
                    <a:pt x="5722" y="19512"/>
                    <a:pt x="5444" y="19512"/>
                  </a:cubicBezTo>
                  <a:cubicBezTo>
                    <a:pt x="3316" y="19512"/>
                    <a:pt x="988" y="18679"/>
                    <a:pt x="396" y="18464"/>
                  </a:cubicBezTo>
                  <a:lnTo>
                    <a:pt x="1764" y="1412"/>
                  </a:lnTo>
                  <a:cubicBezTo>
                    <a:pt x="2916" y="1740"/>
                    <a:pt x="4341" y="1867"/>
                    <a:pt x="5857" y="1867"/>
                  </a:cubicBezTo>
                  <a:cubicBezTo>
                    <a:pt x="10383" y="1867"/>
                    <a:pt x="15717" y="735"/>
                    <a:pt x="16992" y="439"/>
                  </a:cubicBezTo>
                  <a:close/>
                  <a:moveTo>
                    <a:pt x="17228" y="1"/>
                  </a:moveTo>
                  <a:cubicBezTo>
                    <a:pt x="17210" y="1"/>
                    <a:pt x="17192" y="5"/>
                    <a:pt x="17174" y="14"/>
                  </a:cubicBezTo>
                  <a:cubicBezTo>
                    <a:pt x="17105" y="37"/>
                    <a:pt x="10893" y="1494"/>
                    <a:pt x="5820" y="1494"/>
                  </a:cubicBezTo>
                  <a:cubicBezTo>
                    <a:pt x="4245" y="1494"/>
                    <a:pt x="2780" y="1353"/>
                    <a:pt x="1642" y="986"/>
                  </a:cubicBezTo>
                  <a:cubicBezTo>
                    <a:pt x="1612" y="971"/>
                    <a:pt x="1581" y="963"/>
                    <a:pt x="1555" y="963"/>
                  </a:cubicBezTo>
                  <a:cubicBezTo>
                    <a:pt x="1528" y="963"/>
                    <a:pt x="1506" y="971"/>
                    <a:pt x="1490" y="986"/>
                  </a:cubicBezTo>
                  <a:cubicBezTo>
                    <a:pt x="1430" y="1017"/>
                    <a:pt x="1399" y="1077"/>
                    <a:pt x="1399" y="1138"/>
                  </a:cubicBezTo>
                  <a:lnTo>
                    <a:pt x="31" y="18585"/>
                  </a:lnTo>
                  <a:cubicBezTo>
                    <a:pt x="1" y="18646"/>
                    <a:pt x="62" y="18737"/>
                    <a:pt x="123" y="18768"/>
                  </a:cubicBezTo>
                  <a:cubicBezTo>
                    <a:pt x="274" y="18828"/>
                    <a:pt x="2949" y="19892"/>
                    <a:pt x="5411" y="19892"/>
                  </a:cubicBezTo>
                  <a:cubicBezTo>
                    <a:pt x="5715" y="19892"/>
                    <a:pt x="5989" y="19892"/>
                    <a:pt x="6293" y="19862"/>
                  </a:cubicBezTo>
                  <a:cubicBezTo>
                    <a:pt x="8907" y="19527"/>
                    <a:pt x="14621" y="19224"/>
                    <a:pt x="14682" y="19224"/>
                  </a:cubicBezTo>
                  <a:cubicBezTo>
                    <a:pt x="14773" y="19193"/>
                    <a:pt x="14864" y="19132"/>
                    <a:pt x="14864" y="19041"/>
                  </a:cubicBezTo>
                  <a:lnTo>
                    <a:pt x="17418" y="226"/>
                  </a:lnTo>
                  <a:cubicBezTo>
                    <a:pt x="17418" y="166"/>
                    <a:pt x="17387" y="105"/>
                    <a:pt x="17357" y="44"/>
                  </a:cubicBezTo>
                  <a:cubicBezTo>
                    <a:pt x="17314" y="22"/>
                    <a:pt x="17271" y="1"/>
                    <a:pt x="17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0"/>
            <p:cNvSpPr/>
            <p:nvPr/>
          </p:nvSpPr>
          <p:spPr>
            <a:xfrm>
              <a:off x="1231404" y="3425324"/>
              <a:ext cx="281353" cy="145846"/>
            </a:xfrm>
            <a:custGeom>
              <a:rect b="b" l="l" r="r" t="t"/>
              <a:pathLst>
                <a:path extrusionOk="0" h="12527" w="24166">
                  <a:moveTo>
                    <a:pt x="18951" y="0"/>
                  </a:moveTo>
                  <a:cubicBezTo>
                    <a:pt x="18162" y="0"/>
                    <a:pt x="17507" y="28"/>
                    <a:pt x="17357" y="51"/>
                  </a:cubicBezTo>
                  <a:cubicBezTo>
                    <a:pt x="16992" y="112"/>
                    <a:pt x="14864" y="7285"/>
                    <a:pt x="14803" y="7650"/>
                  </a:cubicBezTo>
                  <a:cubicBezTo>
                    <a:pt x="14743" y="8015"/>
                    <a:pt x="14165" y="8319"/>
                    <a:pt x="14165" y="8319"/>
                  </a:cubicBezTo>
                  <a:cubicBezTo>
                    <a:pt x="14144" y="8321"/>
                    <a:pt x="14121" y="8322"/>
                    <a:pt x="14097" y="8322"/>
                  </a:cubicBezTo>
                  <a:cubicBezTo>
                    <a:pt x="12637" y="8322"/>
                    <a:pt x="4408" y="4002"/>
                    <a:pt x="4408" y="4002"/>
                  </a:cubicBezTo>
                  <a:lnTo>
                    <a:pt x="1186" y="5765"/>
                  </a:lnTo>
                  <a:cubicBezTo>
                    <a:pt x="1" y="9230"/>
                    <a:pt x="1034" y="10385"/>
                    <a:pt x="3375" y="10902"/>
                  </a:cubicBezTo>
                  <a:cubicBezTo>
                    <a:pt x="5715" y="11419"/>
                    <a:pt x="14591" y="12513"/>
                    <a:pt x="14591" y="12513"/>
                  </a:cubicBezTo>
                  <a:cubicBezTo>
                    <a:pt x="14591" y="12513"/>
                    <a:pt x="14787" y="12527"/>
                    <a:pt x="15083" y="12527"/>
                  </a:cubicBezTo>
                  <a:cubicBezTo>
                    <a:pt x="15675" y="12527"/>
                    <a:pt x="16668" y="12473"/>
                    <a:pt x="17296" y="12148"/>
                  </a:cubicBezTo>
                  <a:cubicBezTo>
                    <a:pt x="18238" y="11632"/>
                    <a:pt x="18968" y="10294"/>
                    <a:pt x="19363" y="10233"/>
                  </a:cubicBezTo>
                  <a:cubicBezTo>
                    <a:pt x="19393" y="10228"/>
                    <a:pt x="19429" y="10226"/>
                    <a:pt x="19470" y="10226"/>
                  </a:cubicBezTo>
                  <a:cubicBezTo>
                    <a:pt x="19718" y="10226"/>
                    <a:pt x="20159" y="10302"/>
                    <a:pt x="20611" y="10302"/>
                  </a:cubicBezTo>
                  <a:cubicBezTo>
                    <a:pt x="21009" y="10302"/>
                    <a:pt x="21415" y="10243"/>
                    <a:pt x="21703" y="10021"/>
                  </a:cubicBezTo>
                  <a:cubicBezTo>
                    <a:pt x="22342" y="9504"/>
                    <a:pt x="21916" y="8683"/>
                    <a:pt x="21916" y="8683"/>
                  </a:cubicBezTo>
                  <a:cubicBezTo>
                    <a:pt x="21916" y="8683"/>
                    <a:pt x="22706" y="8167"/>
                    <a:pt x="22706" y="7437"/>
                  </a:cubicBezTo>
                  <a:cubicBezTo>
                    <a:pt x="22706" y="6708"/>
                    <a:pt x="20427" y="5826"/>
                    <a:pt x="20427" y="5826"/>
                  </a:cubicBezTo>
                  <a:cubicBezTo>
                    <a:pt x="20427" y="5826"/>
                    <a:pt x="21399" y="5705"/>
                    <a:pt x="21612" y="5705"/>
                  </a:cubicBezTo>
                  <a:cubicBezTo>
                    <a:pt x="21825" y="5705"/>
                    <a:pt x="23162" y="6586"/>
                    <a:pt x="23162" y="6586"/>
                  </a:cubicBezTo>
                  <a:cubicBezTo>
                    <a:pt x="23162" y="6586"/>
                    <a:pt x="23364" y="6651"/>
                    <a:pt x="23581" y="6651"/>
                  </a:cubicBezTo>
                  <a:cubicBezTo>
                    <a:pt x="23811" y="6651"/>
                    <a:pt x="24058" y="6579"/>
                    <a:pt x="24105" y="6282"/>
                  </a:cubicBezTo>
                  <a:cubicBezTo>
                    <a:pt x="24165" y="5705"/>
                    <a:pt x="22129" y="3638"/>
                    <a:pt x="21399" y="3486"/>
                  </a:cubicBezTo>
                  <a:cubicBezTo>
                    <a:pt x="21357" y="3479"/>
                    <a:pt x="21309" y="3475"/>
                    <a:pt x="21255" y="3475"/>
                  </a:cubicBezTo>
                  <a:cubicBezTo>
                    <a:pt x="20456" y="3475"/>
                    <a:pt x="18420" y="4184"/>
                    <a:pt x="18074" y="4184"/>
                  </a:cubicBezTo>
                  <a:cubicBezTo>
                    <a:pt x="18034" y="4184"/>
                    <a:pt x="18017" y="4175"/>
                    <a:pt x="18025" y="4154"/>
                  </a:cubicBezTo>
                  <a:cubicBezTo>
                    <a:pt x="18086" y="3942"/>
                    <a:pt x="18816" y="2118"/>
                    <a:pt x="19484" y="1753"/>
                  </a:cubicBezTo>
                  <a:cubicBezTo>
                    <a:pt x="19667" y="1654"/>
                    <a:pt x="19888" y="1617"/>
                    <a:pt x="20121" y="1617"/>
                  </a:cubicBezTo>
                  <a:cubicBezTo>
                    <a:pt x="20743" y="1617"/>
                    <a:pt x="21455" y="1875"/>
                    <a:pt x="21764" y="1875"/>
                  </a:cubicBezTo>
                  <a:cubicBezTo>
                    <a:pt x="21875" y="1875"/>
                    <a:pt x="21999" y="1881"/>
                    <a:pt x="22125" y="1881"/>
                  </a:cubicBezTo>
                  <a:cubicBezTo>
                    <a:pt x="22484" y="1881"/>
                    <a:pt x="22869" y="1831"/>
                    <a:pt x="23071" y="1449"/>
                  </a:cubicBezTo>
                  <a:cubicBezTo>
                    <a:pt x="23375" y="932"/>
                    <a:pt x="22919" y="780"/>
                    <a:pt x="22281" y="355"/>
                  </a:cubicBezTo>
                  <a:cubicBezTo>
                    <a:pt x="21867" y="73"/>
                    <a:pt x="20232" y="0"/>
                    <a:pt x="18951" y="0"/>
                  </a:cubicBezTo>
                  <a:close/>
                </a:path>
              </a:pathLst>
            </a:custGeom>
            <a:solidFill>
              <a:srgbClr val="ECC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0"/>
            <p:cNvSpPr/>
            <p:nvPr/>
          </p:nvSpPr>
          <p:spPr>
            <a:xfrm>
              <a:off x="1235305" y="3422506"/>
              <a:ext cx="279932" cy="150677"/>
            </a:xfrm>
            <a:custGeom>
              <a:rect b="b" l="l" r="r" t="t"/>
              <a:pathLst>
                <a:path extrusionOk="0" h="12942" w="24044">
                  <a:moveTo>
                    <a:pt x="18525" y="1"/>
                  </a:moveTo>
                  <a:cubicBezTo>
                    <a:pt x="17753" y="1"/>
                    <a:pt x="17126" y="27"/>
                    <a:pt x="16991" y="50"/>
                  </a:cubicBezTo>
                  <a:cubicBezTo>
                    <a:pt x="16414" y="171"/>
                    <a:pt x="14286" y="7740"/>
                    <a:pt x="14286" y="7831"/>
                  </a:cubicBezTo>
                  <a:cubicBezTo>
                    <a:pt x="14225" y="8013"/>
                    <a:pt x="13952" y="8226"/>
                    <a:pt x="13739" y="8348"/>
                  </a:cubicBezTo>
                  <a:cubicBezTo>
                    <a:pt x="12706" y="8348"/>
                    <a:pt x="7477" y="5795"/>
                    <a:pt x="4164" y="4032"/>
                  </a:cubicBezTo>
                  <a:cubicBezTo>
                    <a:pt x="4128" y="4013"/>
                    <a:pt x="4093" y="4005"/>
                    <a:pt x="4060" y="4005"/>
                  </a:cubicBezTo>
                  <a:cubicBezTo>
                    <a:pt x="3876" y="4005"/>
                    <a:pt x="3775" y="4263"/>
                    <a:pt x="3982" y="4366"/>
                  </a:cubicBezTo>
                  <a:cubicBezTo>
                    <a:pt x="4847" y="4813"/>
                    <a:pt x="12272" y="8717"/>
                    <a:pt x="13753" y="8717"/>
                  </a:cubicBezTo>
                  <a:cubicBezTo>
                    <a:pt x="13781" y="8717"/>
                    <a:pt x="13807" y="8715"/>
                    <a:pt x="13830" y="8713"/>
                  </a:cubicBezTo>
                  <a:lnTo>
                    <a:pt x="13891" y="8713"/>
                  </a:lnTo>
                  <a:cubicBezTo>
                    <a:pt x="13952" y="8682"/>
                    <a:pt x="14560" y="8348"/>
                    <a:pt x="14651" y="7922"/>
                  </a:cubicBezTo>
                  <a:cubicBezTo>
                    <a:pt x="14772" y="7314"/>
                    <a:pt x="16687" y="992"/>
                    <a:pt x="17113" y="445"/>
                  </a:cubicBezTo>
                  <a:cubicBezTo>
                    <a:pt x="17324" y="423"/>
                    <a:pt x="17936" y="401"/>
                    <a:pt x="18655" y="401"/>
                  </a:cubicBezTo>
                  <a:cubicBezTo>
                    <a:pt x="19905" y="401"/>
                    <a:pt x="21477" y="468"/>
                    <a:pt x="21824" y="718"/>
                  </a:cubicBezTo>
                  <a:cubicBezTo>
                    <a:pt x="21946" y="779"/>
                    <a:pt x="22037" y="840"/>
                    <a:pt x="22128" y="901"/>
                  </a:cubicBezTo>
                  <a:cubicBezTo>
                    <a:pt x="22675" y="1266"/>
                    <a:pt x="22706" y="1296"/>
                    <a:pt x="22584" y="1570"/>
                  </a:cubicBezTo>
                  <a:cubicBezTo>
                    <a:pt x="22371" y="1904"/>
                    <a:pt x="21946" y="1904"/>
                    <a:pt x="21581" y="1904"/>
                  </a:cubicBezTo>
                  <a:lnTo>
                    <a:pt x="21429" y="1904"/>
                  </a:lnTo>
                  <a:cubicBezTo>
                    <a:pt x="21247" y="1874"/>
                    <a:pt x="21064" y="1843"/>
                    <a:pt x="20882" y="1813"/>
                  </a:cubicBezTo>
                  <a:cubicBezTo>
                    <a:pt x="20551" y="1721"/>
                    <a:pt x="20143" y="1618"/>
                    <a:pt x="19758" y="1618"/>
                  </a:cubicBezTo>
                  <a:cubicBezTo>
                    <a:pt x="19505" y="1618"/>
                    <a:pt x="19263" y="1662"/>
                    <a:pt x="19058" y="1782"/>
                  </a:cubicBezTo>
                  <a:cubicBezTo>
                    <a:pt x="18268" y="2208"/>
                    <a:pt x="17508" y="4305"/>
                    <a:pt x="17508" y="4305"/>
                  </a:cubicBezTo>
                  <a:cubicBezTo>
                    <a:pt x="17478" y="4366"/>
                    <a:pt x="17508" y="4457"/>
                    <a:pt x="17538" y="4518"/>
                  </a:cubicBezTo>
                  <a:cubicBezTo>
                    <a:pt x="17582" y="4562"/>
                    <a:pt x="17630" y="4586"/>
                    <a:pt x="17721" y="4586"/>
                  </a:cubicBezTo>
                  <a:cubicBezTo>
                    <a:pt x="17881" y="4586"/>
                    <a:pt x="18174" y="4510"/>
                    <a:pt x="18815" y="4336"/>
                  </a:cubicBezTo>
                  <a:cubicBezTo>
                    <a:pt x="19480" y="4142"/>
                    <a:pt x="20449" y="3872"/>
                    <a:pt x="20891" y="3872"/>
                  </a:cubicBezTo>
                  <a:cubicBezTo>
                    <a:pt x="20934" y="3872"/>
                    <a:pt x="20971" y="3874"/>
                    <a:pt x="21004" y="3880"/>
                  </a:cubicBezTo>
                  <a:cubicBezTo>
                    <a:pt x="21733" y="4032"/>
                    <a:pt x="23618" y="6038"/>
                    <a:pt x="23587" y="6463"/>
                  </a:cubicBezTo>
                  <a:cubicBezTo>
                    <a:pt x="23587" y="6524"/>
                    <a:pt x="23557" y="6585"/>
                    <a:pt x="23496" y="6615"/>
                  </a:cubicBezTo>
                  <a:cubicBezTo>
                    <a:pt x="23405" y="6646"/>
                    <a:pt x="23306" y="6661"/>
                    <a:pt x="23203" y="6661"/>
                  </a:cubicBezTo>
                  <a:cubicBezTo>
                    <a:pt x="23101" y="6661"/>
                    <a:pt x="22994" y="6646"/>
                    <a:pt x="22888" y="6615"/>
                  </a:cubicBezTo>
                  <a:cubicBezTo>
                    <a:pt x="22280" y="6190"/>
                    <a:pt x="21490" y="5703"/>
                    <a:pt x="21277" y="5703"/>
                  </a:cubicBezTo>
                  <a:cubicBezTo>
                    <a:pt x="21034" y="5703"/>
                    <a:pt x="20183" y="5855"/>
                    <a:pt x="20061" y="5855"/>
                  </a:cubicBezTo>
                  <a:cubicBezTo>
                    <a:pt x="20001" y="5886"/>
                    <a:pt x="19940" y="5947"/>
                    <a:pt x="19909" y="6038"/>
                  </a:cubicBezTo>
                  <a:cubicBezTo>
                    <a:pt x="19909" y="6129"/>
                    <a:pt x="19940" y="6190"/>
                    <a:pt x="20031" y="6220"/>
                  </a:cubicBezTo>
                  <a:cubicBezTo>
                    <a:pt x="20912" y="6554"/>
                    <a:pt x="22189" y="7254"/>
                    <a:pt x="22189" y="7649"/>
                  </a:cubicBezTo>
                  <a:cubicBezTo>
                    <a:pt x="22189" y="8287"/>
                    <a:pt x="21460" y="8743"/>
                    <a:pt x="21460" y="8743"/>
                  </a:cubicBezTo>
                  <a:cubicBezTo>
                    <a:pt x="21399" y="8804"/>
                    <a:pt x="21368" y="8895"/>
                    <a:pt x="21399" y="8986"/>
                  </a:cubicBezTo>
                  <a:cubicBezTo>
                    <a:pt x="21611" y="9351"/>
                    <a:pt x="21551" y="9807"/>
                    <a:pt x="21247" y="10080"/>
                  </a:cubicBezTo>
                  <a:cubicBezTo>
                    <a:pt x="20995" y="10260"/>
                    <a:pt x="20637" y="10312"/>
                    <a:pt x="20279" y="10312"/>
                  </a:cubicBezTo>
                  <a:cubicBezTo>
                    <a:pt x="20032" y="10312"/>
                    <a:pt x="19786" y="10288"/>
                    <a:pt x="19575" y="10263"/>
                  </a:cubicBezTo>
                  <a:lnTo>
                    <a:pt x="18967" y="10263"/>
                  </a:lnTo>
                  <a:cubicBezTo>
                    <a:pt x="18754" y="10323"/>
                    <a:pt x="18511" y="10597"/>
                    <a:pt x="18177" y="10962"/>
                  </a:cubicBezTo>
                  <a:cubicBezTo>
                    <a:pt x="17812" y="11448"/>
                    <a:pt x="17386" y="11874"/>
                    <a:pt x="16870" y="12208"/>
                  </a:cubicBezTo>
                  <a:cubicBezTo>
                    <a:pt x="16295" y="12505"/>
                    <a:pt x="15371" y="12557"/>
                    <a:pt x="14798" y="12557"/>
                  </a:cubicBezTo>
                  <a:cubicBezTo>
                    <a:pt x="14492" y="12557"/>
                    <a:pt x="14286" y="12542"/>
                    <a:pt x="14286" y="12542"/>
                  </a:cubicBezTo>
                  <a:cubicBezTo>
                    <a:pt x="14195" y="12542"/>
                    <a:pt x="5380" y="11448"/>
                    <a:pt x="3070" y="10931"/>
                  </a:cubicBezTo>
                  <a:cubicBezTo>
                    <a:pt x="1915" y="10688"/>
                    <a:pt x="1186" y="10263"/>
                    <a:pt x="821" y="9624"/>
                  </a:cubicBezTo>
                  <a:cubicBezTo>
                    <a:pt x="395" y="8864"/>
                    <a:pt x="456" y="7709"/>
                    <a:pt x="1034" y="6038"/>
                  </a:cubicBezTo>
                  <a:cubicBezTo>
                    <a:pt x="1053" y="5904"/>
                    <a:pt x="940" y="5818"/>
                    <a:pt x="831" y="5818"/>
                  </a:cubicBezTo>
                  <a:cubicBezTo>
                    <a:pt x="766" y="5818"/>
                    <a:pt x="703" y="5848"/>
                    <a:pt x="669" y="5916"/>
                  </a:cubicBezTo>
                  <a:cubicBezTo>
                    <a:pt x="61" y="7709"/>
                    <a:pt x="0" y="8956"/>
                    <a:pt x="486" y="9837"/>
                  </a:cubicBezTo>
                  <a:cubicBezTo>
                    <a:pt x="912" y="10536"/>
                    <a:pt x="1702" y="11023"/>
                    <a:pt x="3009" y="11296"/>
                  </a:cubicBezTo>
                  <a:cubicBezTo>
                    <a:pt x="5319" y="11813"/>
                    <a:pt x="14134" y="12907"/>
                    <a:pt x="14225" y="12907"/>
                  </a:cubicBezTo>
                  <a:cubicBezTo>
                    <a:pt x="14256" y="12937"/>
                    <a:pt x="14499" y="12937"/>
                    <a:pt x="14833" y="12937"/>
                  </a:cubicBezTo>
                  <a:cubicBezTo>
                    <a:pt x="14897" y="12940"/>
                    <a:pt x="14961" y="12941"/>
                    <a:pt x="15025" y="12941"/>
                  </a:cubicBezTo>
                  <a:cubicBezTo>
                    <a:pt x="15716" y="12941"/>
                    <a:pt x="16382" y="12793"/>
                    <a:pt x="17022" y="12542"/>
                  </a:cubicBezTo>
                  <a:cubicBezTo>
                    <a:pt x="17599" y="12178"/>
                    <a:pt x="18055" y="11722"/>
                    <a:pt x="18450" y="11205"/>
                  </a:cubicBezTo>
                  <a:cubicBezTo>
                    <a:pt x="18633" y="10992"/>
                    <a:pt x="18815" y="10810"/>
                    <a:pt x="19028" y="10658"/>
                  </a:cubicBezTo>
                  <a:cubicBezTo>
                    <a:pt x="19089" y="10648"/>
                    <a:pt x="19146" y="10644"/>
                    <a:pt x="19201" y="10644"/>
                  </a:cubicBezTo>
                  <a:cubicBezTo>
                    <a:pt x="19312" y="10644"/>
                    <a:pt x="19413" y="10658"/>
                    <a:pt x="19514" y="10658"/>
                  </a:cubicBezTo>
                  <a:cubicBezTo>
                    <a:pt x="19753" y="10682"/>
                    <a:pt x="20026" y="10710"/>
                    <a:pt x="20299" y="10710"/>
                  </a:cubicBezTo>
                  <a:cubicBezTo>
                    <a:pt x="20721" y="10710"/>
                    <a:pt x="21146" y="10642"/>
                    <a:pt x="21460" y="10384"/>
                  </a:cubicBezTo>
                  <a:cubicBezTo>
                    <a:pt x="21885" y="10050"/>
                    <a:pt x="22007" y="9472"/>
                    <a:pt x="21794" y="8986"/>
                  </a:cubicBezTo>
                  <a:cubicBezTo>
                    <a:pt x="22219" y="8682"/>
                    <a:pt x="22493" y="8196"/>
                    <a:pt x="22554" y="7679"/>
                  </a:cubicBezTo>
                  <a:cubicBezTo>
                    <a:pt x="22554" y="7102"/>
                    <a:pt x="21520" y="6494"/>
                    <a:pt x="20791" y="6159"/>
                  </a:cubicBezTo>
                  <a:cubicBezTo>
                    <a:pt x="20943" y="6129"/>
                    <a:pt x="21095" y="6098"/>
                    <a:pt x="21277" y="6068"/>
                  </a:cubicBezTo>
                  <a:cubicBezTo>
                    <a:pt x="21763" y="6311"/>
                    <a:pt x="22250" y="6585"/>
                    <a:pt x="22706" y="6919"/>
                  </a:cubicBezTo>
                  <a:lnTo>
                    <a:pt x="22767" y="6950"/>
                  </a:lnTo>
                  <a:cubicBezTo>
                    <a:pt x="22900" y="7003"/>
                    <a:pt x="23039" y="7027"/>
                    <a:pt x="23179" y="7027"/>
                  </a:cubicBezTo>
                  <a:cubicBezTo>
                    <a:pt x="23358" y="7027"/>
                    <a:pt x="23538" y="6987"/>
                    <a:pt x="23709" y="6919"/>
                  </a:cubicBezTo>
                  <a:cubicBezTo>
                    <a:pt x="23830" y="6828"/>
                    <a:pt x="23952" y="6676"/>
                    <a:pt x="23952" y="6494"/>
                  </a:cubicBezTo>
                  <a:cubicBezTo>
                    <a:pt x="24043" y="5795"/>
                    <a:pt x="21885" y="3667"/>
                    <a:pt x="21095" y="3515"/>
                  </a:cubicBezTo>
                  <a:cubicBezTo>
                    <a:pt x="21027" y="3500"/>
                    <a:pt x="20948" y="3494"/>
                    <a:pt x="20858" y="3494"/>
                  </a:cubicBezTo>
                  <a:cubicBezTo>
                    <a:pt x="20384" y="3494"/>
                    <a:pt x="19614" y="3685"/>
                    <a:pt x="18693" y="3940"/>
                  </a:cubicBezTo>
                  <a:lnTo>
                    <a:pt x="17964" y="4153"/>
                  </a:lnTo>
                  <a:cubicBezTo>
                    <a:pt x="18207" y="3545"/>
                    <a:pt x="18785" y="2360"/>
                    <a:pt x="19241" y="2086"/>
                  </a:cubicBezTo>
                  <a:cubicBezTo>
                    <a:pt x="19375" y="2014"/>
                    <a:pt x="19542" y="1987"/>
                    <a:pt x="19722" y="1987"/>
                  </a:cubicBezTo>
                  <a:cubicBezTo>
                    <a:pt x="20070" y="1987"/>
                    <a:pt x="20470" y="2087"/>
                    <a:pt x="20791" y="2147"/>
                  </a:cubicBezTo>
                  <a:cubicBezTo>
                    <a:pt x="21004" y="2208"/>
                    <a:pt x="21216" y="2238"/>
                    <a:pt x="21429" y="2269"/>
                  </a:cubicBezTo>
                  <a:lnTo>
                    <a:pt x="21551" y="2269"/>
                  </a:lnTo>
                  <a:cubicBezTo>
                    <a:pt x="21627" y="2269"/>
                    <a:pt x="21705" y="2270"/>
                    <a:pt x="21785" y="2270"/>
                  </a:cubicBezTo>
                  <a:cubicBezTo>
                    <a:pt x="22184" y="2270"/>
                    <a:pt x="22615" y="2228"/>
                    <a:pt x="22918" y="1722"/>
                  </a:cubicBezTo>
                  <a:cubicBezTo>
                    <a:pt x="23253" y="1144"/>
                    <a:pt x="22797" y="870"/>
                    <a:pt x="22341" y="566"/>
                  </a:cubicBezTo>
                  <a:lnTo>
                    <a:pt x="22037" y="384"/>
                  </a:lnTo>
                  <a:cubicBezTo>
                    <a:pt x="21578" y="78"/>
                    <a:pt x="19840" y="1"/>
                    <a:pt x="185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0"/>
            <p:cNvSpPr/>
            <p:nvPr/>
          </p:nvSpPr>
          <p:spPr>
            <a:xfrm>
              <a:off x="1292276" y="3425149"/>
              <a:ext cx="220486" cy="145741"/>
            </a:xfrm>
            <a:custGeom>
              <a:rect b="b" l="l" r="r" t="t"/>
              <a:pathLst>
                <a:path extrusionOk="0" h="12518" w="18938">
                  <a:moveTo>
                    <a:pt x="13756" y="0"/>
                  </a:moveTo>
                  <a:cubicBezTo>
                    <a:pt x="12960" y="0"/>
                    <a:pt x="12300" y="31"/>
                    <a:pt x="12159" y="66"/>
                  </a:cubicBezTo>
                  <a:cubicBezTo>
                    <a:pt x="11794" y="127"/>
                    <a:pt x="9667" y="7300"/>
                    <a:pt x="9575" y="7665"/>
                  </a:cubicBezTo>
                  <a:cubicBezTo>
                    <a:pt x="9515" y="7999"/>
                    <a:pt x="8937" y="8303"/>
                    <a:pt x="8937" y="8303"/>
                  </a:cubicBezTo>
                  <a:cubicBezTo>
                    <a:pt x="8915" y="8306"/>
                    <a:pt x="8890" y="8307"/>
                    <a:pt x="8864" y="8307"/>
                  </a:cubicBezTo>
                  <a:cubicBezTo>
                    <a:pt x="8017" y="8307"/>
                    <a:pt x="5000" y="6928"/>
                    <a:pt x="2554" y="5720"/>
                  </a:cubicBezTo>
                  <a:cubicBezTo>
                    <a:pt x="1703" y="6419"/>
                    <a:pt x="1034" y="7300"/>
                    <a:pt x="639" y="8334"/>
                  </a:cubicBezTo>
                  <a:cubicBezTo>
                    <a:pt x="214" y="9245"/>
                    <a:pt x="1" y="10218"/>
                    <a:pt x="62" y="11221"/>
                  </a:cubicBezTo>
                  <a:cubicBezTo>
                    <a:pt x="3527" y="11768"/>
                    <a:pt x="9363" y="12498"/>
                    <a:pt x="9363" y="12498"/>
                  </a:cubicBezTo>
                  <a:cubicBezTo>
                    <a:pt x="9363" y="12498"/>
                    <a:pt x="9588" y="12517"/>
                    <a:pt x="9920" y="12517"/>
                  </a:cubicBezTo>
                  <a:cubicBezTo>
                    <a:pt x="10517" y="12517"/>
                    <a:pt x="11462" y="12454"/>
                    <a:pt x="12068" y="12103"/>
                  </a:cubicBezTo>
                  <a:cubicBezTo>
                    <a:pt x="13041" y="11586"/>
                    <a:pt x="13770" y="10279"/>
                    <a:pt x="14135" y="10218"/>
                  </a:cubicBezTo>
                  <a:cubicBezTo>
                    <a:pt x="14168" y="10213"/>
                    <a:pt x="14208" y="10210"/>
                    <a:pt x="14254" y="10210"/>
                  </a:cubicBezTo>
                  <a:cubicBezTo>
                    <a:pt x="14491" y="10210"/>
                    <a:pt x="14894" y="10269"/>
                    <a:pt x="15314" y="10269"/>
                  </a:cubicBezTo>
                  <a:cubicBezTo>
                    <a:pt x="15734" y="10269"/>
                    <a:pt x="16171" y="10210"/>
                    <a:pt x="16475" y="9975"/>
                  </a:cubicBezTo>
                  <a:cubicBezTo>
                    <a:pt x="17114" y="9489"/>
                    <a:pt x="16688" y="8668"/>
                    <a:pt x="16688" y="8668"/>
                  </a:cubicBezTo>
                  <a:cubicBezTo>
                    <a:pt x="16688" y="8668"/>
                    <a:pt x="17478" y="8151"/>
                    <a:pt x="17478" y="7422"/>
                  </a:cubicBezTo>
                  <a:cubicBezTo>
                    <a:pt x="17478" y="6692"/>
                    <a:pt x="15199" y="5811"/>
                    <a:pt x="15199" y="5811"/>
                  </a:cubicBezTo>
                  <a:cubicBezTo>
                    <a:pt x="15199" y="5811"/>
                    <a:pt x="16171" y="5659"/>
                    <a:pt x="16384" y="5659"/>
                  </a:cubicBezTo>
                  <a:cubicBezTo>
                    <a:pt x="16597" y="5659"/>
                    <a:pt x="17934" y="6571"/>
                    <a:pt x="17934" y="6571"/>
                  </a:cubicBezTo>
                  <a:cubicBezTo>
                    <a:pt x="17934" y="6571"/>
                    <a:pt x="18155" y="6647"/>
                    <a:pt x="18383" y="6647"/>
                  </a:cubicBezTo>
                  <a:cubicBezTo>
                    <a:pt x="18611" y="6647"/>
                    <a:pt x="18846" y="6571"/>
                    <a:pt x="18877" y="6267"/>
                  </a:cubicBezTo>
                  <a:cubicBezTo>
                    <a:pt x="18937" y="5689"/>
                    <a:pt x="16901" y="3653"/>
                    <a:pt x="16171" y="3501"/>
                  </a:cubicBezTo>
                  <a:cubicBezTo>
                    <a:pt x="16121" y="3490"/>
                    <a:pt x="16061" y="3485"/>
                    <a:pt x="15994" y="3485"/>
                  </a:cubicBezTo>
                  <a:cubicBezTo>
                    <a:pt x="15174" y="3485"/>
                    <a:pt x="13199" y="4198"/>
                    <a:pt x="12850" y="4198"/>
                  </a:cubicBezTo>
                  <a:cubicBezTo>
                    <a:pt x="12810" y="4198"/>
                    <a:pt x="12792" y="4189"/>
                    <a:pt x="12797" y="4169"/>
                  </a:cubicBezTo>
                  <a:cubicBezTo>
                    <a:pt x="12858" y="3926"/>
                    <a:pt x="13588" y="2102"/>
                    <a:pt x="14256" y="1738"/>
                  </a:cubicBezTo>
                  <a:cubicBezTo>
                    <a:pt x="14431" y="1643"/>
                    <a:pt x="14638" y="1607"/>
                    <a:pt x="14858" y="1607"/>
                  </a:cubicBezTo>
                  <a:cubicBezTo>
                    <a:pt x="15480" y="1607"/>
                    <a:pt x="16199" y="1890"/>
                    <a:pt x="16536" y="1890"/>
                  </a:cubicBezTo>
                  <a:cubicBezTo>
                    <a:pt x="16623" y="1890"/>
                    <a:pt x="16714" y="1892"/>
                    <a:pt x="16807" y="1892"/>
                  </a:cubicBezTo>
                  <a:cubicBezTo>
                    <a:pt x="17201" y="1892"/>
                    <a:pt x="17622" y="1852"/>
                    <a:pt x="17843" y="1434"/>
                  </a:cubicBezTo>
                  <a:cubicBezTo>
                    <a:pt x="18147" y="917"/>
                    <a:pt x="17722" y="795"/>
                    <a:pt x="17053" y="339"/>
                  </a:cubicBezTo>
                  <a:cubicBezTo>
                    <a:pt x="16642" y="78"/>
                    <a:pt x="15026" y="0"/>
                    <a:pt x="137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0"/>
            <p:cNvSpPr/>
            <p:nvPr/>
          </p:nvSpPr>
          <p:spPr>
            <a:xfrm>
              <a:off x="1290157" y="3422949"/>
              <a:ext cx="225084" cy="150235"/>
            </a:xfrm>
            <a:custGeom>
              <a:rect b="b" l="l" r="r" t="t"/>
              <a:pathLst>
                <a:path extrusionOk="0" h="12904" w="19333">
                  <a:moveTo>
                    <a:pt x="13944" y="363"/>
                  </a:moveTo>
                  <a:cubicBezTo>
                    <a:pt x="15194" y="363"/>
                    <a:pt x="16766" y="430"/>
                    <a:pt x="17113" y="680"/>
                  </a:cubicBezTo>
                  <a:cubicBezTo>
                    <a:pt x="17235" y="741"/>
                    <a:pt x="17326" y="802"/>
                    <a:pt x="17417" y="863"/>
                  </a:cubicBezTo>
                  <a:cubicBezTo>
                    <a:pt x="17964" y="1228"/>
                    <a:pt x="17995" y="1288"/>
                    <a:pt x="17873" y="1532"/>
                  </a:cubicBezTo>
                  <a:cubicBezTo>
                    <a:pt x="17660" y="1866"/>
                    <a:pt x="17235" y="1866"/>
                    <a:pt x="16870" y="1866"/>
                  </a:cubicBezTo>
                  <a:lnTo>
                    <a:pt x="16718" y="1866"/>
                  </a:lnTo>
                  <a:cubicBezTo>
                    <a:pt x="16536" y="1836"/>
                    <a:pt x="16353" y="1805"/>
                    <a:pt x="16171" y="1775"/>
                  </a:cubicBezTo>
                  <a:cubicBezTo>
                    <a:pt x="15840" y="1683"/>
                    <a:pt x="15432" y="1580"/>
                    <a:pt x="15047" y="1580"/>
                  </a:cubicBezTo>
                  <a:cubicBezTo>
                    <a:pt x="14794" y="1580"/>
                    <a:pt x="14552" y="1624"/>
                    <a:pt x="14347" y="1744"/>
                  </a:cubicBezTo>
                  <a:cubicBezTo>
                    <a:pt x="13557" y="2170"/>
                    <a:pt x="12797" y="4267"/>
                    <a:pt x="12797" y="4267"/>
                  </a:cubicBezTo>
                  <a:cubicBezTo>
                    <a:pt x="12767" y="4328"/>
                    <a:pt x="12797" y="4419"/>
                    <a:pt x="12858" y="4480"/>
                  </a:cubicBezTo>
                  <a:cubicBezTo>
                    <a:pt x="12891" y="4524"/>
                    <a:pt x="12932" y="4548"/>
                    <a:pt x="13017" y="4548"/>
                  </a:cubicBezTo>
                  <a:cubicBezTo>
                    <a:pt x="13170" y="4548"/>
                    <a:pt x="13463" y="4472"/>
                    <a:pt x="14104" y="4298"/>
                  </a:cubicBezTo>
                  <a:cubicBezTo>
                    <a:pt x="14769" y="4104"/>
                    <a:pt x="15738" y="3834"/>
                    <a:pt x="16203" y="3834"/>
                  </a:cubicBezTo>
                  <a:cubicBezTo>
                    <a:pt x="16248" y="3834"/>
                    <a:pt x="16288" y="3836"/>
                    <a:pt x="16323" y="3842"/>
                  </a:cubicBezTo>
                  <a:cubicBezTo>
                    <a:pt x="17022" y="3994"/>
                    <a:pt x="18937" y="6000"/>
                    <a:pt x="18876" y="6425"/>
                  </a:cubicBezTo>
                  <a:cubicBezTo>
                    <a:pt x="18876" y="6486"/>
                    <a:pt x="18846" y="6547"/>
                    <a:pt x="18785" y="6577"/>
                  </a:cubicBezTo>
                  <a:cubicBezTo>
                    <a:pt x="18694" y="6608"/>
                    <a:pt x="18595" y="6623"/>
                    <a:pt x="18492" y="6623"/>
                  </a:cubicBezTo>
                  <a:cubicBezTo>
                    <a:pt x="18390" y="6623"/>
                    <a:pt x="18283" y="6608"/>
                    <a:pt x="18177" y="6577"/>
                  </a:cubicBezTo>
                  <a:cubicBezTo>
                    <a:pt x="17569" y="6152"/>
                    <a:pt x="16809" y="5665"/>
                    <a:pt x="16566" y="5665"/>
                  </a:cubicBezTo>
                  <a:cubicBezTo>
                    <a:pt x="16353" y="5665"/>
                    <a:pt x="15472" y="5817"/>
                    <a:pt x="15381" y="5817"/>
                  </a:cubicBezTo>
                  <a:cubicBezTo>
                    <a:pt x="15290" y="5848"/>
                    <a:pt x="15229" y="5909"/>
                    <a:pt x="15198" y="6000"/>
                  </a:cubicBezTo>
                  <a:cubicBezTo>
                    <a:pt x="15198" y="6091"/>
                    <a:pt x="15229" y="6152"/>
                    <a:pt x="15320" y="6182"/>
                  </a:cubicBezTo>
                  <a:cubicBezTo>
                    <a:pt x="16201" y="6516"/>
                    <a:pt x="17478" y="7216"/>
                    <a:pt x="17478" y="7611"/>
                  </a:cubicBezTo>
                  <a:cubicBezTo>
                    <a:pt x="17478" y="8249"/>
                    <a:pt x="16749" y="8705"/>
                    <a:pt x="16749" y="8705"/>
                  </a:cubicBezTo>
                  <a:cubicBezTo>
                    <a:pt x="16688" y="8766"/>
                    <a:pt x="16657" y="8857"/>
                    <a:pt x="16688" y="8948"/>
                  </a:cubicBezTo>
                  <a:cubicBezTo>
                    <a:pt x="16900" y="9313"/>
                    <a:pt x="16840" y="9769"/>
                    <a:pt x="16536" y="10042"/>
                  </a:cubicBezTo>
                  <a:cubicBezTo>
                    <a:pt x="16284" y="10222"/>
                    <a:pt x="15926" y="10274"/>
                    <a:pt x="15568" y="10274"/>
                  </a:cubicBezTo>
                  <a:cubicBezTo>
                    <a:pt x="15321" y="10274"/>
                    <a:pt x="15075" y="10250"/>
                    <a:pt x="14864" y="10225"/>
                  </a:cubicBezTo>
                  <a:lnTo>
                    <a:pt x="14256" y="10225"/>
                  </a:lnTo>
                  <a:cubicBezTo>
                    <a:pt x="14043" y="10285"/>
                    <a:pt x="13800" y="10559"/>
                    <a:pt x="13466" y="10924"/>
                  </a:cubicBezTo>
                  <a:cubicBezTo>
                    <a:pt x="13101" y="11410"/>
                    <a:pt x="12675" y="11836"/>
                    <a:pt x="12159" y="12170"/>
                  </a:cubicBezTo>
                  <a:cubicBezTo>
                    <a:pt x="11584" y="12467"/>
                    <a:pt x="10686" y="12519"/>
                    <a:pt x="10114" y="12519"/>
                  </a:cubicBezTo>
                  <a:cubicBezTo>
                    <a:pt x="9809" y="12519"/>
                    <a:pt x="9596" y="12504"/>
                    <a:pt x="9575" y="12504"/>
                  </a:cubicBezTo>
                  <a:cubicBezTo>
                    <a:pt x="9514" y="12504"/>
                    <a:pt x="3830" y="11805"/>
                    <a:pt x="426" y="11258"/>
                  </a:cubicBezTo>
                  <a:cubicBezTo>
                    <a:pt x="396" y="10346"/>
                    <a:pt x="578" y="9404"/>
                    <a:pt x="973" y="8583"/>
                  </a:cubicBezTo>
                  <a:cubicBezTo>
                    <a:pt x="1368" y="7641"/>
                    <a:pt x="1976" y="6790"/>
                    <a:pt x="2766" y="6091"/>
                  </a:cubicBezTo>
                  <a:cubicBezTo>
                    <a:pt x="6263" y="7824"/>
                    <a:pt x="8368" y="8678"/>
                    <a:pt x="9053" y="8678"/>
                  </a:cubicBezTo>
                  <a:cubicBezTo>
                    <a:pt x="9077" y="8678"/>
                    <a:pt x="9099" y="8677"/>
                    <a:pt x="9119" y="8675"/>
                  </a:cubicBezTo>
                  <a:lnTo>
                    <a:pt x="9180" y="8675"/>
                  </a:lnTo>
                  <a:cubicBezTo>
                    <a:pt x="9241" y="8644"/>
                    <a:pt x="9849" y="8310"/>
                    <a:pt x="9940" y="7884"/>
                  </a:cubicBezTo>
                  <a:cubicBezTo>
                    <a:pt x="10061" y="7276"/>
                    <a:pt x="11976" y="954"/>
                    <a:pt x="12402" y="407"/>
                  </a:cubicBezTo>
                  <a:cubicBezTo>
                    <a:pt x="12613" y="385"/>
                    <a:pt x="13225" y="363"/>
                    <a:pt x="13944" y="363"/>
                  </a:cubicBezTo>
                  <a:close/>
                  <a:moveTo>
                    <a:pt x="14000" y="0"/>
                  </a:moveTo>
                  <a:cubicBezTo>
                    <a:pt x="13151" y="0"/>
                    <a:pt x="12437" y="36"/>
                    <a:pt x="12280" y="73"/>
                  </a:cubicBezTo>
                  <a:cubicBezTo>
                    <a:pt x="11703" y="164"/>
                    <a:pt x="9575" y="7763"/>
                    <a:pt x="9575" y="7823"/>
                  </a:cubicBezTo>
                  <a:cubicBezTo>
                    <a:pt x="9545" y="8006"/>
                    <a:pt x="9241" y="8219"/>
                    <a:pt x="9058" y="8340"/>
                  </a:cubicBezTo>
                  <a:cubicBezTo>
                    <a:pt x="8754" y="8340"/>
                    <a:pt x="7539" y="8067"/>
                    <a:pt x="2827" y="5757"/>
                  </a:cubicBezTo>
                  <a:cubicBezTo>
                    <a:pt x="2797" y="5741"/>
                    <a:pt x="2759" y="5734"/>
                    <a:pt x="2721" y="5734"/>
                  </a:cubicBezTo>
                  <a:cubicBezTo>
                    <a:pt x="2683" y="5734"/>
                    <a:pt x="2645" y="5741"/>
                    <a:pt x="2615" y="5757"/>
                  </a:cubicBezTo>
                  <a:cubicBezTo>
                    <a:pt x="1733" y="6486"/>
                    <a:pt x="1064" y="7398"/>
                    <a:pt x="639" y="8462"/>
                  </a:cubicBezTo>
                  <a:cubicBezTo>
                    <a:pt x="183" y="9404"/>
                    <a:pt x="0" y="10407"/>
                    <a:pt x="61" y="11441"/>
                  </a:cubicBezTo>
                  <a:cubicBezTo>
                    <a:pt x="61" y="11532"/>
                    <a:pt x="122" y="11592"/>
                    <a:pt x="213" y="11623"/>
                  </a:cubicBezTo>
                  <a:cubicBezTo>
                    <a:pt x="3618" y="12140"/>
                    <a:pt x="9484" y="12869"/>
                    <a:pt x="9514" y="12869"/>
                  </a:cubicBezTo>
                  <a:cubicBezTo>
                    <a:pt x="9545" y="12899"/>
                    <a:pt x="9788" y="12899"/>
                    <a:pt x="10122" y="12899"/>
                  </a:cubicBezTo>
                  <a:cubicBezTo>
                    <a:pt x="10186" y="12902"/>
                    <a:pt x="10250" y="12903"/>
                    <a:pt x="10314" y="12903"/>
                  </a:cubicBezTo>
                  <a:cubicBezTo>
                    <a:pt x="11005" y="12903"/>
                    <a:pt x="11671" y="12755"/>
                    <a:pt x="12311" y="12504"/>
                  </a:cubicBezTo>
                  <a:cubicBezTo>
                    <a:pt x="12888" y="12140"/>
                    <a:pt x="13344" y="11684"/>
                    <a:pt x="13739" y="11167"/>
                  </a:cubicBezTo>
                  <a:cubicBezTo>
                    <a:pt x="13922" y="10954"/>
                    <a:pt x="14104" y="10772"/>
                    <a:pt x="14317" y="10620"/>
                  </a:cubicBezTo>
                  <a:cubicBezTo>
                    <a:pt x="14378" y="10610"/>
                    <a:pt x="14435" y="10606"/>
                    <a:pt x="14490" y="10606"/>
                  </a:cubicBezTo>
                  <a:cubicBezTo>
                    <a:pt x="14601" y="10606"/>
                    <a:pt x="14702" y="10620"/>
                    <a:pt x="14803" y="10620"/>
                  </a:cubicBezTo>
                  <a:cubicBezTo>
                    <a:pt x="15042" y="10644"/>
                    <a:pt x="15315" y="10672"/>
                    <a:pt x="15588" y="10672"/>
                  </a:cubicBezTo>
                  <a:cubicBezTo>
                    <a:pt x="16010" y="10672"/>
                    <a:pt x="16435" y="10604"/>
                    <a:pt x="16749" y="10346"/>
                  </a:cubicBezTo>
                  <a:cubicBezTo>
                    <a:pt x="17174" y="10012"/>
                    <a:pt x="17296" y="9434"/>
                    <a:pt x="17083" y="8948"/>
                  </a:cubicBezTo>
                  <a:cubicBezTo>
                    <a:pt x="17508" y="8644"/>
                    <a:pt x="17782" y="8158"/>
                    <a:pt x="17843" y="7641"/>
                  </a:cubicBezTo>
                  <a:cubicBezTo>
                    <a:pt x="17843" y="7064"/>
                    <a:pt x="16809" y="6456"/>
                    <a:pt x="16080" y="6121"/>
                  </a:cubicBezTo>
                  <a:cubicBezTo>
                    <a:pt x="16232" y="6091"/>
                    <a:pt x="16384" y="6091"/>
                    <a:pt x="16566" y="6060"/>
                  </a:cubicBezTo>
                  <a:cubicBezTo>
                    <a:pt x="17052" y="6304"/>
                    <a:pt x="17539" y="6608"/>
                    <a:pt x="17995" y="6912"/>
                  </a:cubicBezTo>
                  <a:lnTo>
                    <a:pt x="18056" y="6942"/>
                  </a:lnTo>
                  <a:cubicBezTo>
                    <a:pt x="18189" y="6995"/>
                    <a:pt x="18328" y="7019"/>
                    <a:pt x="18468" y="7019"/>
                  </a:cubicBezTo>
                  <a:cubicBezTo>
                    <a:pt x="18647" y="7019"/>
                    <a:pt x="18827" y="6980"/>
                    <a:pt x="18998" y="6912"/>
                  </a:cubicBezTo>
                  <a:cubicBezTo>
                    <a:pt x="19119" y="6820"/>
                    <a:pt x="19241" y="6668"/>
                    <a:pt x="19241" y="6486"/>
                  </a:cubicBezTo>
                  <a:cubicBezTo>
                    <a:pt x="19332" y="5787"/>
                    <a:pt x="17204" y="3659"/>
                    <a:pt x="16384" y="3507"/>
                  </a:cubicBezTo>
                  <a:cubicBezTo>
                    <a:pt x="16316" y="3493"/>
                    <a:pt x="16237" y="3486"/>
                    <a:pt x="16147" y="3486"/>
                  </a:cubicBezTo>
                  <a:cubicBezTo>
                    <a:pt x="15673" y="3486"/>
                    <a:pt x="14903" y="3677"/>
                    <a:pt x="13982" y="3933"/>
                  </a:cubicBezTo>
                  <a:lnTo>
                    <a:pt x="13253" y="4146"/>
                  </a:lnTo>
                  <a:cubicBezTo>
                    <a:pt x="13496" y="3538"/>
                    <a:pt x="14074" y="2352"/>
                    <a:pt x="14530" y="2079"/>
                  </a:cubicBezTo>
                  <a:cubicBezTo>
                    <a:pt x="14664" y="2006"/>
                    <a:pt x="14831" y="1980"/>
                    <a:pt x="15011" y="1980"/>
                  </a:cubicBezTo>
                  <a:cubicBezTo>
                    <a:pt x="15359" y="1980"/>
                    <a:pt x="15759" y="2079"/>
                    <a:pt x="16080" y="2139"/>
                  </a:cubicBezTo>
                  <a:cubicBezTo>
                    <a:pt x="16293" y="2200"/>
                    <a:pt x="16505" y="2261"/>
                    <a:pt x="16718" y="2261"/>
                  </a:cubicBezTo>
                  <a:lnTo>
                    <a:pt x="16870" y="2261"/>
                  </a:lnTo>
                  <a:cubicBezTo>
                    <a:pt x="16944" y="2261"/>
                    <a:pt x="17023" y="2263"/>
                    <a:pt x="17104" y="2263"/>
                  </a:cubicBezTo>
                  <a:cubicBezTo>
                    <a:pt x="17489" y="2263"/>
                    <a:pt x="17931" y="2221"/>
                    <a:pt x="18207" y="1744"/>
                  </a:cubicBezTo>
                  <a:cubicBezTo>
                    <a:pt x="18542" y="1136"/>
                    <a:pt x="18086" y="863"/>
                    <a:pt x="17630" y="559"/>
                  </a:cubicBezTo>
                  <a:lnTo>
                    <a:pt x="17326" y="377"/>
                  </a:lnTo>
                  <a:cubicBezTo>
                    <a:pt x="16886" y="83"/>
                    <a:pt x="15288" y="0"/>
                    <a:pt x="14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0"/>
            <p:cNvSpPr/>
            <p:nvPr/>
          </p:nvSpPr>
          <p:spPr>
            <a:xfrm>
              <a:off x="1439740" y="3509705"/>
              <a:ext cx="50272" cy="19222"/>
            </a:xfrm>
            <a:custGeom>
              <a:rect b="b" l="l" r="r" t="t"/>
              <a:pathLst>
                <a:path extrusionOk="0" h="1651" w="4318">
                  <a:moveTo>
                    <a:pt x="288" y="0"/>
                  </a:moveTo>
                  <a:cubicBezTo>
                    <a:pt x="84" y="0"/>
                    <a:pt x="0" y="289"/>
                    <a:pt x="224" y="372"/>
                  </a:cubicBezTo>
                  <a:lnTo>
                    <a:pt x="3962" y="1619"/>
                  </a:lnTo>
                  <a:lnTo>
                    <a:pt x="4023" y="1619"/>
                  </a:lnTo>
                  <a:lnTo>
                    <a:pt x="4023" y="1649"/>
                  </a:lnTo>
                  <a:cubicBezTo>
                    <a:pt x="4033" y="1650"/>
                    <a:pt x="4042" y="1651"/>
                    <a:pt x="4051" y="1651"/>
                  </a:cubicBezTo>
                  <a:cubicBezTo>
                    <a:pt x="4271" y="1651"/>
                    <a:pt x="4317" y="1312"/>
                    <a:pt x="4084" y="1254"/>
                  </a:cubicBezTo>
                  <a:lnTo>
                    <a:pt x="345" y="8"/>
                  </a:lnTo>
                  <a:cubicBezTo>
                    <a:pt x="325" y="3"/>
                    <a:pt x="306" y="0"/>
                    <a:pt x="2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0"/>
            <p:cNvSpPr/>
            <p:nvPr/>
          </p:nvSpPr>
          <p:spPr>
            <a:xfrm>
              <a:off x="1444817" y="3485987"/>
              <a:ext cx="26906" cy="9302"/>
            </a:xfrm>
            <a:custGeom>
              <a:rect b="b" l="l" r="r" t="t"/>
              <a:pathLst>
                <a:path extrusionOk="0" h="799" w="2311">
                  <a:moveTo>
                    <a:pt x="195" y="0"/>
                  </a:moveTo>
                  <a:cubicBezTo>
                    <a:pt x="122" y="0"/>
                    <a:pt x="56" y="55"/>
                    <a:pt x="31" y="130"/>
                  </a:cubicBezTo>
                  <a:cubicBezTo>
                    <a:pt x="0" y="251"/>
                    <a:pt x="61" y="343"/>
                    <a:pt x="183" y="373"/>
                  </a:cubicBezTo>
                  <a:lnTo>
                    <a:pt x="2067" y="798"/>
                  </a:lnTo>
                  <a:lnTo>
                    <a:pt x="2128" y="798"/>
                  </a:lnTo>
                  <a:cubicBezTo>
                    <a:pt x="2189" y="798"/>
                    <a:pt x="2280" y="738"/>
                    <a:pt x="2280" y="677"/>
                  </a:cubicBezTo>
                  <a:cubicBezTo>
                    <a:pt x="2310" y="555"/>
                    <a:pt x="2250" y="464"/>
                    <a:pt x="2158" y="434"/>
                  </a:cubicBezTo>
                  <a:lnTo>
                    <a:pt x="244" y="8"/>
                  </a:lnTo>
                  <a:cubicBezTo>
                    <a:pt x="227" y="3"/>
                    <a:pt x="211" y="0"/>
                    <a:pt x="1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0"/>
            <p:cNvSpPr/>
            <p:nvPr/>
          </p:nvSpPr>
          <p:spPr>
            <a:xfrm>
              <a:off x="1274229" y="3483600"/>
              <a:ext cx="56629" cy="76095"/>
            </a:xfrm>
            <a:custGeom>
              <a:rect b="b" l="l" r="r" t="t"/>
              <a:pathLst>
                <a:path extrusionOk="0" h="6536" w="4864">
                  <a:moveTo>
                    <a:pt x="2919" y="0"/>
                  </a:moveTo>
                  <a:cubicBezTo>
                    <a:pt x="2919" y="0"/>
                    <a:pt x="1946" y="213"/>
                    <a:pt x="882" y="2158"/>
                  </a:cubicBezTo>
                  <a:cubicBezTo>
                    <a:pt x="244" y="3405"/>
                    <a:pt x="1" y="4833"/>
                    <a:pt x="153" y="6201"/>
                  </a:cubicBezTo>
                  <a:lnTo>
                    <a:pt x="2159" y="6535"/>
                  </a:lnTo>
                  <a:cubicBezTo>
                    <a:pt x="2068" y="5380"/>
                    <a:pt x="2311" y="4225"/>
                    <a:pt x="2827" y="3162"/>
                  </a:cubicBezTo>
                  <a:cubicBezTo>
                    <a:pt x="3283" y="2250"/>
                    <a:pt x="3983" y="1520"/>
                    <a:pt x="4864" y="1003"/>
                  </a:cubicBezTo>
                  <a:lnTo>
                    <a:pt x="29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0"/>
            <p:cNvSpPr/>
            <p:nvPr/>
          </p:nvSpPr>
          <p:spPr>
            <a:xfrm>
              <a:off x="1271749" y="3481120"/>
              <a:ext cx="61589" cy="81055"/>
            </a:xfrm>
            <a:custGeom>
              <a:rect b="b" l="l" r="r" t="t"/>
              <a:pathLst>
                <a:path extrusionOk="0" h="6962" w="5290">
                  <a:moveTo>
                    <a:pt x="3132" y="426"/>
                  </a:moveTo>
                  <a:lnTo>
                    <a:pt x="4712" y="1216"/>
                  </a:lnTo>
                  <a:cubicBezTo>
                    <a:pt x="3922" y="1764"/>
                    <a:pt x="3314" y="2463"/>
                    <a:pt x="2858" y="3283"/>
                  </a:cubicBezTo>
                  <a:cubicBezTo>
                    <a:pt x="2372" y="4286"/>
                    <a:pt x="2129" y="5411"/>
                    <a:pt x="2159" y="6536"/>
                  </a:cubicBezTo>
                  <a:lnTo>
                    <a:pt x="548" y="6262"/>
                  </a:lnTo>
                  <a:cubicBezTo>
                    <a:pt x="426" y="4955"/>
                    <a:pt x="670" y="3648"/>
                    <a:pt x="1247" y="2463"/>
                  </a:cubicBezTo>
                  <a:cubicBezTo>
                    <a:pt x="2098" y="913"/>
                    <a:pt x="2919" y="517"/>
                    <a:pt x="3132" y="426"/>
                  </a:cubicBezTo>
                  <a:close/>
                  <a:moveTo>
                    <a:pt x="3101" y="1"/>
                  </a:moveTo>
                  <a:cubicBezTo>
                    <a:pt x="3071" y="31"/>
                    <a:pt x="2007" y="274"/>
                    <a:pt x="913" y="2280"/>
                  </a:cubicBezTo>
                  <a:cubicBezTo>
                    <a:pt x="274" y="3557"/>
                    <a:pt x="1" y="5016"/>
                    <a:pt x="183" y="6445"/>
                  </a:cubicBezTo>
                  <a:cubicBezTo>
                    <a:pt x="183" y="6536"/>
                    <a:pt x="244" y="6596"/>
                    <a:pt x="335" y="6627"/>
                  </a:cubicBezTo>
                  <a:lnTo>
                    <a:pt x="2341" y="6961"/>
                  </a:lnTo>
                  <a:lnTo>
                    <a:pt x="2372" y="6961"/>
                  </a:lnTo>
                  <a:lnTo>
                    <a:pt x="2372" y="6900"/>
                  </a:lnTo>
                  <a:cubicBezTo>
                    <a:pt x="2493" y="6900"/>
                    <a:pt x="2554" y="6809"/>
                    <a:pt x="2554" y="6718"/>
                  </a:cubicBezTo>
                  <a:cubicBezTo>
                    <a:pt x="2493" y="5563"/>
                    <a:pt x="2706" y="4438"/>
                    <a:pt x="3192" y="3435"/>
                  </a:cubicBezTo>
                  <a:cubicBezTo>
                    <a:pt x="3648" y="2554"/>
                    <a:pt x="4317" y="1824"/>
                    <a:pt x="5168" y="1338"/>
                  </a:cubicBezTo>
                  <a:cubicBezTo>
                    <a:pt x="5229" y="1308"/>
                    <a:pt x="5290" y="1247"/>
                    <a:pt x="5290" y="1186"/>
                  </a:cubicBezTo>
                  <a:cubicBezTo>
                    <a:pt x="5290" y="1095"/>
                    <a:pt x="5229" y="1034"/>
                    <a:pt x="5168" y="1004"/>
                  </a:cubicBezTo>
                  <a:lnTo>
                    <a:pt x="32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0"/>
            <p:cNvSpPr/>
            <p:nvPr/>
          </p:nvSpPr>
          <p:spPr>
            <a:xfrm>
              <a:off x="1702114" y="3310531"/>
              <a:ext cx="84583" cy="89554"/>
            </a:xfrm>
            <a:custGeom>
              <a:rect b="b" l="l" r="r" t="t"/>
              <a:pathLst>
                <a:path extrusionOk="0" h="7692" w="7265">
                  <a:moveTo>
                    <a:pt x="3100" y="1"/>
                  </a:moveTo>
                  <a:lnTo>
                    <a:pt x="0" y="3740"/>
                  </a:lnTo>
                  <a:lnTo>
                    <a:pt x="4407" y="7691"/>
                  </a:lnTo>
                  <a:lnTo>
                    <a:pt x="7265" y="2949"/>
                  </a:lnTo>
                  <a:lnTo>
                    <a:pt x="31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0"/>
            <p:cNvSpPr/>
            <p:nvPr/>
          </p:nvSpPr>
          <p:spPr>
            <a:xfrm>
              <a:off x="1699983" y="3308377"/>
              <a:ext cx="89542" cy="94176"/>
            </a:xfrm>
            <a:custGeom>
              <a:rect b="b" l="l" r="r" t="t"/>
              <a:pathLst>
                <a:path extrusionOk="0" h="8089" w="7691">
                  <a:moveTo>
                    <a:pt x="3314" y="460"/>
                  </a:moveTo>
                  <a:lnTo>
                    <a:pt x="7204" y="3195"/>
                  </a:lnTo>
                  <a:lnTo>
                    <a:pt x="4530" y="7602"/>
                  </a:lnTo>
                  <a:lnTo>
                    <a:pt x="457" y="3894"/>
                  </a:lnTo>
                  <a:lnTo>
                    <a:pt x="3314" y="460"/>
                  </a:lnTo>
                  <a:close/>
                  <a:moveTo>
                    <a:pt x="3292" y="1"/>
                  </a:moveTo>
                  <a:cubicBezTo>
                    <a:pt x="3230" y="1"/>
                    <a:pt x="3169" y="27"/>
                    <a:pt x="3131" y="64"/>
                  </a:cubicBezTo>
                  <a:lnTo>
                    <a:pt x="61" y="3803"/>
                  </a:lnTo>
                  <a:cubicBezTo>
                    <a:pt x="1" y="3894"/>
                    <a:pt x="1" y="3985"/>
                    <a:pt x="61" y="4077"/>
                  </a:cubicBezTo>
                  <a:lnTo>
                    <a:pt x="4469" y="8028"/>
                  </a:lnTo>
                  <a:cubicBezTo>
                    <a:pt x="4499" y="8058"/>
                    <a:pt x="4530" y="8089"/>
                    <a:pt x="4590" y="8089"/>
                  </a:cubicBezTo>
                  <a:lnTo>
                    <a:pt x="4621" y="8089"/>
                  </a:lnTo>
                  <a:cubicBezTo>
                    <a:pt x="4682" y="8058"/>
                    <a:pt x="4712" y="8028"/>
                    <a:pt x="4742" y="7998"/>
                  </a:cubicBezTo>
                  <a:lnTo>
                    <a:pt x="7630" y="3226"/>
                  </a:lnTo>
                  <a:cubicBezTo>
                    <a:pt x="7691" y="3134"/>
                    <a:pt x="7660" y="3013"/>
                    <a:pt x="7569" y="2982"/>
                  </a:cubicBezTo>
                  <a:lnTo>
                    <a:pt x="3405" y="34"/>
                  </a:lnTo>
                  <a:cubicBezTo>
                    <a:pt x="3370" y="11"/>
                    <a:pt x="3331" y="1"/>
                    <a:pt x="3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5" name="Google Shape;3435;p50"/>
          <p:cNvGrpSpPr/>
          <p:nvPr/>
        </p:nvGrpSpPr>
        <p:grpSpPr>
          <a:xfrm>
            <a:off x="4995243" y="2573019"/>
            <a:ext cx="3200140" cy="2030948"/>
            <a:chOff x="4995243" y="2573019"/>
            <a:chExt cx="3200140" cy="2030948"/>
          </a:xfrm>
        </p:grpSpPr>
        <p:sp>
          <p:nvSpPr>
            <p:cNvPr id="3436" name="Google Shape;3436;p50"/>
            <p:cNvSpPr/>
            <p:nvPr/>
          </p:nvSpPr>
          <p:spPr>
            <a:xfrm>
              <a:off x="5178114" y="3800118"/>
              <a:ext cx="2836694" cy="22106"/>
            </a:xfrm>
            <a:custGeom>
              <a:rect b="b" l="l" r="r" t="t"/>
              <a:pathLst>
                <a:path extrusionOk="0" h="1887" w="242142">
                  <a:moveTo>
                    <a:pt x="0" y="0"/>
                  </a:moveTo>
                  <a:lnTo>
                    <a:pt x="0" y="1886"/>
                  </a:lnTo>
                  <a:lnTo>
                    <a:pt x="242141" y="1886"/>
                  </a:lnTo>
                  <a:lnTo>
                    <a:pt x="2421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0"/>
            <p:cNvSpPr/>
            <p:nvPr/>
          </p:nvSpPr>
          <p:spPr>
            <a:xfrm>
              <a:off x="7714212" y="3509000"/>
              <a:ext cx="24777" cy="19213"/>
            </a:xfrm>
            <a:custGeom>
              <a:rect b="b" l="l" r="r" t="t"/>
              <a:pathLst>
                <a:path extrusionOk="0" h="1640" w="2115">
                  <a:moveTo>
                    <a:pt x="652" y="1"/>
                  </a:moveTo>
                  <a:cubicBezTo>
                    <a:pt x="630" y="1"/>
                    <a:pt x="608" y="2"/>
                    <a:pt x="586" y="5"/>
                  </a:cubicBezTo>
                  <a:cubicBezTo>
                    <a:pt x="228" y="70"/>
                    <a:pt x="0" y="396"/>
                    <a:pt x="98" y="753"/>
                  </a:cubicBezTo>
                  <a:cubicBezTo>
                    <a:pt x="228" y="1111"/>
                    <a:pt x="488" y="1371"/>
                    <a:pt x="846" y="1501"/>
                  </a:cubicBezTo>
                  <a:cubicBezTo>
                    <a:pt x="1194" y="1581"/>
                    <a:pt x="1542" y="1640"/>
                    <a:pt x="1889" y="1640"/>
                  </a:cubicBezTo>
                  <a:cubicBezTo>
                    <a:pt x="1964" y="1640"/>
                    <a:pt x="2039" y="1637"/>
                    <a:pt x="2114" y="1631"/>
                  </a:cubicBezTo>
                  <a:cubicBezTo>
                    <a:pt x="2114" y="1631"/>
                    <a:pt x="1919" y="1046"/>
                    <a:pt x="1886" y="1013"/>
                  </a:cubicBezTo>
                  <a:cubicBezTo>
                    <a:pt x="1700" y="641"/>
                    <a:pt x="1128" y="1"/>
                    <a:pt x="6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0"/>
            <p:cNvSpPr/>
            <p:nvPr/>
          </p:nvSpPr>
          <p:spPr>
            <a:xfrm>
              <a:off x="7714587" y="3478975"/>
              <a:ext cx="152400" cy="321155"/>
            </a:xfrm>
            <a:custGeom>
              <a:rect b="b" l="l" r="r" t="t"/>
              <a:pathLst>
                <a:path extrusionOk="0" h="27414" w="13009">
                  <a:moveTo>
                    <a:pt x="2773" y="0"/>
                  </a:moveTo>
                  <a:cubicBezTo>
                    <a:pt x="2684" y="0"/>
                    <a:pt x="2592" y="21"/>
                    <a:pt x="2505" y="64"/>
                  </a:cubicBezTo>
                  <a:cubicBezTo>
                    <a:pt x="2082" y="292"/>
                    <a:pt x="1952" y="1202"/>
                    <a:pt x="2017" y="1658"/>
                  </a:cubicBezTo>
                  <a:cubicBezTo>
                    <a:pt x="2017" y="1689"/>
                    <a:pt x="2202" y="2246"/>
                    <a:pt x="2212" y="2274"/>
                  </a:cubicBezTo>
                  <a:lnTo>
                    <a:pt x="2212" y="2274"/>
                  </a:lnTo>
                  <a:cubicBezTo>
                    <a:pt x="2212" y="2264"/>
                    <a:pt x="2212" y="2254"/>
                    <a:pt x="2212" y="2243"/>
                  </a:cubicBezTo>
                  <a:cubicBezTo>
                    <a:pt x="2570" y="2015"/>
                    <a:pt x="2863" y="1755"/>
                    <a:pt x="3155" y="1430"/>
                  </a:cubicBezTo>
                  <a:cubicBezTo>
                    <a:pt x="3350" y="1137"/>
                    <a:pt x="3415" y="747"/>
                    <a:pt x="3318" y="389"/>
                  </a:cubicBezTo>
                  <a:cubicBezTo>
                    <a:pt x="3246" y="151"/>
                    <a:pt x="3018" y="0"/>
                    <a:pt x="2773" y="0"/>
                  </a:cubicBezTo>
                  <a:close/>
                  <a:moveTo>
                    <a:pt x="2212" y="2274"/>
                  </a:moveTo>
                  <a:cubicBezTo>
                    <a:pt x="2212" y="2275"/>
                    <a:pt x="2212" y="2276"/>
                    <a:pt x="2212" y="2277"/>
                  </a:cubicBezTo>
                  <a:lnTo>
                    <a:pt x="2212" y="2277"/>
                  </a:lnTo>
                  <a:cubicBezTo>
                    <a:pt x="2212" y="2277"/>
                    <a:pt x="2212" y="2276"/>
                    <a:pt x="2212" y="2276"/>
                  </a:cubicBezTo>
                  <a:cubicBezTo>
                    <a:pt x="2212" y="2276"/>
                    <a:pt x="2212" y="2275"/>
                    <a:pt x="2212" y="2274"/>
                  </a:cubicBezTo>
                  <a:close/>
                  <a:moveTo>
                    <a:pt x="12422" y="1036"/>
                  </a:moveTo>
                  <a:cubicBezTo>
                    <a:pt x="11946" y="1036"/>
                    <a:pt x="11375" y="1677"/>
                    <a:pt x="11220" y="2080"/>
                  </a:cubicBezTo>
                  <a:cubicBezTo>
                    <a:pt x="11220" y="2113"/>
                    <a:pt x="11028" y="2688"/>
                    <a:pt x="11025" y="2698"/>
                  </a:cubicBezTo>
                  <a:lnTo>
                    <a:pt x="11025" y="2698"/>
                  </a:lnTo>
                  <a:cubicBezTo>
                    <a:pt x="11435" y="2695"/>
                    <a:pt x="11815" y="2630"/>
                    <a:pt x="12196" y="2503"/>
                  </a:cubicBezTo>
                  <a:cubicBezTo>
                    <a:pt x="12553" y="2373"/>
                    <a:pt x="12814" y="2113"/>
                    <a:pt x="12944" y="1755"/>
                  </a:cubicBezTo>
                  <a:cubicBezTo>
                    <a:pt x="13009" y="1430"/>
                    <a:pt x="12814" y="1105"/>
                    <a:pt x="12488" y="1040"/>
                  </a:cubicBezTo>
                  <a:cubicBezTo>
                    <a:pt x="12466" y="1037"/>
                    <a:pt x="12444" y="1036"/>
                    <a:pt x="12422" y="1036"/>
                  </a:cubicBezTo>
                  <a:close/>
                  <a:moveTo>
                    <a:pt x="11025" y="2698"/>
                  </a:moveTo>
                  <a:lnTo>
                    <a:pt x="11025" y="2698"/>
                  </a:lnTo>
                  <a:cubicBezTo>
                    <a:pt x="11014" y="2698"/>
                    <a:pt x="11003" y="2698"/>
                    <a:pt x="10992" y="2698"/>
                  </a:cubicBezTo>
                  <a:cubicBezTo>
                    <a:pt x="10895" y="2796"/>
                    <a:pt x="10797" y="2926"/>
                    <a:pt x="10667" y="3056"/>
                  </a:cubicBezTo>
                  <a:cubicBezTo>
                    <a:pt x="10472" y="3316"/>
                    <a:pt x="10277" y="3609"/>
                    <a:pt x="10049" y="3902"/>
                  </a:cubicBezTo>
                  <a:cubicBezTo>
                    <a:pt x="10039" y="3933"/>
                    <a:pt x="10025" y="3964"/>
                    <a:pt x="10009" y="3996"/>
                  </a:cubicBezTo>
                  <a:lnTo>
                    <a:pt x="10009" y="3996"/>
                  </a:lnTo>
                  <a:cubicBezTo>
                    <a:pt x="10033" y="3964"/>
                    <a:pt x="10057" y="3933"/>
                    <a:pt x="10082" y="3902"/>
                  </a:cubicBezTo>
                  <a:cubicBezTo>
                    <a:pt x="10310" y="3576"/>
                    <a:pt x="10537" y="3316"/>
                    <a:pt x="10732" y="3056"/>
                  </a:cubicBezTo>
                  <a:lnTo>
                    <a:pt x="11025" y="2698"/>
                  </a:lnTo>
                  <a:cubicBezTo>
                    <a:pt x="11025" y="2698"/>
                    <a:pt x="11025" y="2698"/>
                    <a:pt x="11025" y="2698"/>
                  </a:cubicBezTo>
                  <a:close/>
                  <a:moveTo>
                    <a:pt x="6180" y="13300"/>
                  </a:moveTo>
                  <a:cubicBezTo>
                    <a:pt x="6472" y="13560"/>
                    <a:pt x="6797" y="13788"/>
                    <a:pt x="7188" y="13950"/>
                  </a:cubicBezTo>
                  <a:cubicBezTo>
                    <a:pt x="7090" y="14178"/>
                    <a:pt x="6993" y="14405"/>
                    <a:pt x="6895" y="14601"/>
                  </a:cubicBezTo>
                  <a:cubicBezTo>
                    <a:pt x="6602" y="15316"/>
                    <a:pt x="6310" y="15869"/>
                    <a:pt x="6115" y="16292"/>
                  </a:cubicBezTo>
                  <a:cubicBezTo>
                    <a:pt x="6082" y="16357"/>
                    <a:pt x="6049" y="16422"/>
                    <a:pt x="6017" y="16487"/>
                  </a:cubicBezTo>
                  <a:lnTo>
                    <a:pt x="5984" y="16487"/>
                  </a:lnTo>
                  <a:cubicBezTo>
                    <a:pt x="5984" y="16422"/>
                    <a:pt x="5984" y="16324"/>
                    <a:pt x="5952" y="16227"/>
                  </a:cubicBezTo>
                  <a:cubicBezTo>
                    <a:pt x="5887" y="15804"/>
                    <a:pt x="5789" y="15153"/>
                    <a:pt x="5627" y="14405"/>
                  </a:cubicBezTo>
                  <a:cubicBezTo>
                    <a:pt x="5594" y="14145"/>
                    <a:pt x="5529" y="13885"/>
                    <a:pt x="5464" y="13625"/>
                  </a:cubicBezTo>
                  <a:cubicBezTo>
                    <a:pt x="5692" y="13527"/>
                    <a:pt x="5952" y="13430"/>
                    <a:pt x="6180" y="13300"/>
                  </a:cubicBezTo>
                  <a:close/>
                  <a:moveTo>
                    <a:pt x="2212" y="2277"/>
                  </a:moveTo>
                  <a:lnTo>
                    <a:pt x="2212" y="2277"/>
                  </a:lnTo>
                  <a:cubicBezTo>
                    <a:pt x="2180" y="2407"/>
                    <a:pt x="2179" y="2569"/>
                    <a:pt x="2147" y="2731"/>
                  </a:cubicBezTo>
                  <a:cubicBezTo>
                    <a:pt x="2115" y="3056"/>
                    <a:pt x="2082" y="3414"/>
                    <a:pt x="2082" y="3804"/>
                  </a:cubicBezTo>
                  <a:cubicBezTo>
                    <a:pt x="2050" y="4194"/>
                    <a:pt x="2082" y="4617"/>
                    <a:pt x="2115" y="5040"/>
                  </a:cubicBezTo>
                  <a:cubicBezTo>
                    <a:pt x="2147" y="5495"/>
                    <a:pt x="2212" y="5950"/>
                    <a:pt x="2342" y="6406"/>
                  </a:cubicBezTo>
                  <a:cubicBezTo>
                    <a:pt x="2245" y="6276"/>
                    <a:pt x="2017" y="5950"/>
                    <a:pt x="1985" y="5918"/>
                  </a:cubicBezTo>
                  <a:cubicBezTo>
                    <a:pt x="1734" y="5611"/>
                    <a:pt x="1125" y="5233"/>
                    <a:pt x="670" y="5233"/>
                  </a:cubicBezTo>
                  <a:cubicBezTo>
                    <a:pt x="593" y="5233"/>
                    <a:pt x="521" y="5244"/>
                    <a:pt x="456" y="5267"/>
                  </a:cubicBezTo>
                  <a:cubicBezTo>
                    <a:pt x="131" y="5430"/>
                    <a:pt x="1" y="5820"/>
                    <a:pt x="196" y="6145"/>
                  </a:cubicBezTo>
                  <a:cubicBezTo>
                    <a:pt x="424" y="6438"/>
                    <a:pt x="749" y="6633"/>
                    <a:pt x="1106" y="6666"/>
                  </a:cubicBezTo>
                  <a:cubicBezTo>
                    <a:pt x="1529" y="6666"/>
                    <a:pt x="1952" y="6601"/>
                    <a:pt x="2342" y="6471"/>
                  </a:cubicBezTo>
                  <a:cubicBezTo>
                    <a:pt x="2472" y="6926"/>
                    <a:pt x="2635" y="7349"/>
                    <a:pt x="2830" y="7804"/>
                  </a:cubicBezTo>
                  <a:cubicBezTo>
                    <a:pt x="2928" y="8064"/>
                    <a:pt x="3058" y="8292"/>
                    <a:pt x="3155" y="8552"/>
                  </a:cubicBezTo>
                  <a:cubicBezTo>
                    <a:pt x="3090" y="8454"/>
                    <a:pt x="3025" y="8357"/>
                    <a:pt x="3025" y="8357"/>
                  </a:cubicBezTo>
                  <a:cubicBezTo>
                    <a:pt x="2774" y="8050"/>
                    <a:pt x="2166" y="7672"/>
                    <a:pt x="1690" y="7672"/>
                  </a:cubicBezTo>
                  <a:cubicBezTo>
                    <a:pt x="1610" y="7672"/>
                    <a:pt x="1534" y="7683"/>
                    <a:pt x="1464" y="7706"/>
                  </a:cubicBezTo>
                  <a:cubicBezTo>
                    <a:pt x="1139" y="7869"/>
                    <a:pt x="1041" y="8259"/>
                    <a:pt x="1204" y="8552"/>
                  </a:cubicBezTo>
                  <a:cubicBezTo>
                    <a:pt x="1432" y="8877"/>
                    <a:pt x="1757" y="9040"/>
                    <a:pt x="2147" y="9072"/>
                  </a:cubicBezTo>
                  <a:cubicBezTo>
                    <a:pt x="2537" y="9072"/>
                    <a:pt x="2960" y="9007"/>
                    <a:pt x="3350" y="8910"/>
                  </a:cubicBezTo>
                  <a:lnTo>
                    <a:pt x="3513" y="9202"/>
                  </a:lnTo>
                  <a:cubicBezTo>
                    <a:pt x="3741" y="9658"/>
                    <a:pt x="3968" y="10113"/>
                    <a:pt x="4163" y="10568"/>
                  </a:cubicBezTo>
                  <a:cubicBezTo>
                    <a:pt x="4261" y="10731"/>
                    <a:pt x="4326" y="10893"/>
                    <a:pt x="4391" y="11056"/>
                  </a:cubicBezTo>
                  <a:lnTo>
                    <a:pt x="4261" y="10861"/>
                  </a:lnTo>
                  <a:cubicBezTo>
                    <a:pt x="4014" y="10559"/>
                    <a:pt x="3422" y="10166"/>
                    <a:pt x="2969" y="10166"/>
                  </a:cubicBezTo>
                  <a:cubicBezTo>
                    <a:pt x="2884" y="10166"/>
                    <a:pt x="2804" y="10180"/>
                    <a:pt x="2732" y="10210"/>
                  </a:cubicBezTo>
                  <a:cubicBezTo>
                    <a:pt x="2375" y="10373"/>
                    <a:pt x="2277" y="10763"/>
                    <a:pt x="2440" y="11088"/>
                  </a:cubicBezTo>
                  <a:cubicBezTo>
                    <a:pt x="2667" y="11381"/>
                    <a:pt x="2993" y="11576"/>
                    <a:pt x="3383" y="11609"/>
                  </a:cubicBezTo>
                  <a:cubicBezTo>
                    <a:pt x="3773" y="11609"/>
                    <a:pt x="4163" y="11544"/>
                    <a:pt x="4554" y="11414"/>
                  </a:cubicBezTo>
                  <a:cubicBezTo>
                    <a:pt x="4619" y="11576"/>
                    <a:pt x="4684" y="11739"/>
                    <a:pt x="4716" y="11934"/>
                  </a:cubicBezTo>
                  <a:cubicBezTo>
                    <a:pt x="4781" y="12097"/>
                    <a:pt x="4814" y="12129"/>
                    <a:pt x="4846" y="12259"/>
                  </a:cubicBezTo>
                  <a:lnTo>
                    <a:pt x="4944" y="12584"/>
                  </a:lnTo>
                  <a:cubicBezTo>
                    <a:pt x="4976" y="12812"/>
                    <a:pt x="5041" y="13040"/>
                    <a:pt x="5074" y="13235"/>
                  </a:cubicBezTo>
                  <a:cubicBezTo>
                    <a:pt x="5106" y="13397"/>
                    <a:pt x="5139" y="13527"/>
                    <a:pt x="5171" y="13690"/>
                  </a:cubicBezTo>
                  <a:cubicBezTo>
                    <a:pt x="5106" y="13527"/>
                    <a:pt x="4944" y="13202"/>
                    <a:pt x="4944" y="13170"/>
                  </a:cubicBezTo>
                  <a:cubicBezTo>
                    <a:pt x="4708" y="12845"/>
                    <a:pt x="4124" y="12306"/>
                    <a:pt x="3653" y="12306"/>
                  </a:cubicBezTo>
                  <a:cubicBezTo>
                    <a:pt x="3605" y="12306"/>
                    <a:pt x="3558" y="12312"/>
                    <a:pt x="3513" y="12324"/>
                  </a:cubicBezTo>
                  <a:cubicBezTo>
                    <a:pt x="3155" y="12422"/>
                    <a:pt x="2960" y="12779"/>
                    <a:pt x="3090" y="13137"/>
                  </a:cubicBezTo>
                  <a:cubicBezTo>
                    <a:pt x="3253" y="13462"/>
                    <a:pt x="3578" y="13690"/>
                    <a:pt x="3903" y="13788"/>
                  </a:cubicBezTo>
                  <a:cubicBezTo>
                    <a:pt x="4115" y="13820"/>
                    <a:pt x="4326" y="13836"/>
                    <a:pt x="4537" y="13836"/>
                  </a:cubicBezTo>
                  <a:cubicBezTo>
                    <a:pt x="4749" y="13836"/>
                    <a:pt x="4960" y="13820"/>
                    <a:pt x="5171" y="13788"/>
                  </a:cubicBezTo>
                  <a:cubicBezTo>
                    <a:pt x="5204" y="14015"/>
                    <a:pt x="5269" y="14243"/>
                    <a:pt x="5302" y="14470"/>
                  </a:cubicBezTo>
                  <a:cubicBezTo>
                    <a:pt x="5432" y="15218"/>
                    <a:pt x="5497" y="15869"/>
                    <a:pt x="5562" y="16292"/>
                  </a:cubicBezTo>
                  <a:cubicBezTo>
                    <a:pt x="5562" y="16389"/>
                    <a:pt x="5562" y="16454"/>
                    <a:pt x="5594" y="16519"/>
                  </a:cubicBezTo>
                  <a:lnTo>
                    <a:pt x="4066" y="16519"/>
                  </a:lnTo>
                  <a:lnTo>
                    <a:pt x="4651" y="27413"/>
                  </a:lnTo>
                  <a:lnTo>
                    <a:pt x="7253" y="27413"/>
                  </a:lnTo>
                  <a:lnTo>
                    <a:pt x="7806" y="16487"/>
                  </a:lnTo>
                  <a:lnTo>
                    <a:pt x="6375" y="16487"/>
                  </a:lnTo>
                  <a:lnTo>
                    <a:pt x="6440" y="16422"/>
                  </a:lnTo>
                  <a:cubicBezTo>
                    <a:pt x="6635" y="16031"/>
                    <a:pt x="6895" y="15446"/>
                    <a:pt x="7188" y="14731"/>
                  </a:cubicBezTo>
                  <a:cubicBezTo>
                    <a:pt x="7285" y="14503"/>
                    <a:pt x="7383" y="14243"/>
                    <a:pt x="7480" y="14015"/>
                  </a:cubicBezTo>
                  <a:cubicBezTo>
                    <a:pt x="7871" y="14080"/>
                    <a:pt x="8293" y="14113"/>
                    <a:pt x="8684" y="14113"/>
                  </a:cubicBezTo>
                  <a:cubicBezTo>
                    <a:pt x="9041" y="14048"/>
                    <a:pt x="9366" y="13820"/>
                    <a:pt x="9562" y="13527"/>
                  </a:cubicBezTo>
                  <a:cubicBezTo>
                    <a:pt x="9724" y="13202"/>
                    <a:pt x="9562" y="12812"/>
                    <a:pt x="9236" y="12682"/>
                  </a:cubicBezTo>
                  <a:cubicBezTo>
                    <a:pt x="9176" y="12662"/>
                    <a:pt x="9112" y="12653"/>
                    <a:pt x="9045" y="12653"/>
                  </a:cubicBezTo>
                  <a:cubicBezTo>
                    <a:pt x="8572" y="12653"/>
                    <a:pt x="7969" y="13116"/>
                    <a:pt x="7740" y="13430"/>
                  </a:cubicBezTo>
                  <a:cubicBezTo>
                    <a:pt x="7740" y="13462"/>
                    <a:pt x="7578" y="13690"/>
                    <a:pt x="7513" y="13853"/>
                  </a:cubicBezTo>
                  <a:cubicBezTo>
                    <a:pt x="7545" y="13755"/>
                    <a:pt x="7578" y="13657"/>
                    <a:pt x="7610" y="13560"/>
                  </a:cubicBezTo>
                  <a:cubicBezTo>
                    <a:pt x="7675" y="13332"/>
                    <a:pt x="7773" y="13137"/>
                    <a:pt x="7838" y="12910"/>
                  </a:cubicBezTo>
                  <a:lnTo>
                    <a:pt x="7936" y="12584"/>
                  </a:lnTo>
                  <a:cubicBezTo>
                    <a:pt x="7968" y="12454"/>
                    <a:pt x="8001" y="12324"/>
                    <a:pt x="8033" y="12227"/>
                  </a:cubicBezTo>
                  <a:cubicBezTo>
                    <a:pt x="8098" y="11934"/>
                    <a:pt x="8131" y="11674"/>
                    <a:pt x="8196" y="11381"/>
                  </a:cubicBezTo>
                  <a:cubicBezTo>
                    <a:pt x="8553" y="11511"/>
                    <a:pt x="8976" y="11609"/>
                    <a:pt x="9366" y="11641"/>
                  </a:cubicBezTo>
                  <a:cubicBezTo>
                    <a:pt x="9757" y="11641"/>
                    <a:pt x="10082" y="11479"/>
                    <a:pt x="10342" y="11186"/>
                  </a:cubicBezTo>
                  <a:cubicBezTo>
                    <a:pt x="10537" y="10893"/>
                    <a:pt x="10440" y="10503"/>
                    <a:pt x="10114" y="10340"/>
                  </a:cubicBezTo>
                  <a:cubicBezTo>
                    <a:pt x="10020" y="10287"/>
                    <a:pt x="9912" y="10263"/>
                    <a:pt x="9797" y="10263"/>
                  </a:cubicBezTo>
                  <a:cubicBezTo>
                    <a:pt x="9355" y="10263"/>
                    <a:pt x="8811" y="10603"/>
                    <a:pt x="8553" y="10861"/>
                  </a:cubicBezTo>
                  <a:cubicBezTo>
                    <a:pt x="8553" y="10861"/>
                    <a:pt x="8326" y="11121"/>
                    <a:pt x="8196" y="11251"/>
                  </a:cubicBezTo>
                  <a:cubicBezTo>
                    <a:pt x="8228" y="11088"/>
                    <a:pt x="8261" y="10893"/>
                    <a:pt x="8293" y="10731"/>
                  </a:cubicBezTo>
                  <a:cubicBezTo>
                    <a:pt x="8358" y="10243"/>
                    <a:pt x="8391" y="9723"/>
                    <a:pt x="8456" y="9202"/>
                  </a:cubicBezTo>
                  <a:cubicBezTo>
                    <a:pt x="8456" y="9040"/>
                    <a:pt x="8488" y="8910"/>
                    <a:pt x="8488" y="8747"/>
                  </a:cubicBezTo>
                  <a:cubicBezTo>
                    <a:pt x="8879" y="8877"/>
                    <a:pt x="9301" y="8975"/>
                    <a:pt x="9724" y="9040"/>
                  </a:cubicBezTo>
                  <a:cubicBezTo>
                    <a:pt x="10082" y="9007"/>
                    <a:pt x="10440" y="8845"/>
                    <a:pt x="10667" y="8584"/>
                  </a:cubicBezTo>
                  <a:cubicBezTo>
                    <a:pt x="10862" y="8292"/>
                    <a:pt x="10797" y="7869"/>
                    <a:pt x="10472" y="7706"/>
                  </a:cubicBezTo>
                  <a:cubicBezTo>
                    <a:pt x="10382" y="7661"/>
                    <a:pt x="10278" y="7642"/>
                    <a:pt x="10167" y="7642"/>
                  </a:cubicBezTo>
                  <a:cubicBezTo>
                    <a:pt x="9715" y="7642"/>
                    <a:pt x="9140" y="7966"/>
                    <a:pt x="8879" y="8227"/>
                  </a:cubicBezTo>
                  <a:cubicBezTo>
                    <a:pt x="8846" y="8259"/>
                    <a:pt x="8553" y="8617"/>
                    <a:pt x="8488" y="8714"/>
                  </a:cubicBezTo>
                  <a:cubicBezTo>
                    <a:pt x="8521" y="8357"/>
                    <a:pt x="8553" y="8032"/>
                    <a:pt x="8619" y="7674"/>
                  </a:cubicBezTo>
                  <a:cubicBezTo>
                    <a:pt x="8684" y="7219"/>
                    <a:pt x="8781" y="6796"/>
                    <a:pt x="8911" y="6341"/>
                  </a:cubicBezTo>
                  <a:cubicBezTo>
                    <a:pt x="9301" y="6503"/>
                    <a:pt x="9692" y="6601"/>
                    <a:pt x="10114" y="6633"/>
                  </a:cubicBezTo>
                  <a:cubicBezTo>
                    <a:pt x="10505" y="6633"/>
                    <a:pt x="10830" y="6471"/>
                    <a:pt x="11090" y="6178"/>
                  </a:cubicBezTo>
                  <a:cubicBezTo>
                    <a:pt x="11285" y="5885"/>
                    <a:pt x="11188" y="5495"/>
                    <a:pt x="10862" y="5300"/>
                  </a:cubicBezTo>
                  <a:cubicBezTo>
                    <a:pt x="10773" y="5255"/>
                    <a:pt x="10670" y="5235"/>
                    <a:pt x="10561" y="5235"/>
                  </a:cubicBezTo>
                  <a:cubicBezTo>
                    <a:pt x="10117" y="5235"/>
                    <a:pt x="9562" y="5559"/>
                    <a:pt x="9301" y="5820"/>
                  </a:cubicBezTo>
                  <a:cubicBezTo>
                    <a:pt x="9269" y="5853"/>
                    <a:pt x="8944" y="6243"/>
                    <a:pt x="8879" y="6341"/>
                  </a:cubicBezTo>
                  <a:lnTo>
                    <a:pt x="8879" y="6243"/>
                  </a:lnTo>
                  <a:cubicBezTo>
                    <a:pt x="9041" y="5820"/>
                    <a:pt x="9204" y="5397"/>
                    <a:pt x="9432" y="4975"/>
                  </a:cubicBezTo>
                  <a:cubicBezTo>
                    <a:pt x="9529" y="4747"/>
                    <a:pt x="9659" y="4552"/>
                    <a:pt x="9789" y="4357"/>
                  </a:cubicBezTo>
                  <a:cubicBezTo>
                    <a:pt x="10147" y="4519"/>
                    <a:pt x="10537" y="4682"/>
                    <a:pt x="10927" y="4747"/>
                  </a:cubicBezTo>
                  <a:cubicBezTo>
                    <a:pt x="10967" y="4750"/>
                    <a:pt x="11007" y="4752"/>
                    <a:pt x="11046" y="4752"/>
                  </a:cubicBezTo>
                  <a:cubicBezTo>
                    <a:pt x="11390" y="4752"/>
                    <a:pt x="11702" y="4626"/>
                    <a:pt x="11936" y="4422"/>
                  </a:cubicBezTo>
                  <a:cubicBezTo>
                    <a:pt x="12196" y="4129"/>
                    <a:pt x="12131" y="3706"/>
                    <a:pt x="11838" y="3511"/>
                  </a:cubicBezTo>
                  <a:cubicBezTo>
                    <a:pt x="11738" y="3444"/>
                    <a:pt x="11605" y="3416"/>
                    <a:pt x="11457" y="3416"/>
                  </a:cubicBezTo>
                  <a:cubicBezTo>
                    <a:pt x="11031" y="3416"/>
                    <a:pt x="10478" y="3652"/>
                    <a:pt x="10212" y="3869"/>
                  </a:cubicBezTo>
                  <a:cubicBezTo>
                    <a:pt x="10212" y="3869"/>
                    <a:pt x="10017" y="4064"/>
                    <a:pt x="9887" y="4194"/>
                  </a:cubicBezTo>
                  <a:cubicBezTo>
                    <a:pt x="9931" y="4128"/>
                    <a:pt x="9975" y="4062"/>
                    <a:pt x="10009" y="3996"/>
                  </a:cubicBezTo>
                  <a:lnTo>
                    <a:pt x="10009" y="3996"/>
                  </a:lnTo>
                  <a:cubicBezTo>
                    <a:pt x="9784" y="4295"/>
                    <a:pt x="9608" y="4619"/>
                    <a:pt x="9432" y="4942"/>
                  </a:cubicBezTo>
                  <a:cubicBezTo>
                    <a:pt x="9204" y="5365"/>
                    <a:pt x="9009" y="5788"/>
                    <a:pt x="8846" y="6243"/>
                  </a:cubicBezTo>
                  <a:lnTo>
                    <a:pt x="8846" y="5625"/>
                  </a:lnTo>
                  <a:cubicBezTo>
                    <a:pt x="8781" y="5170"/>
                    <a:pt x="8423" y="4357"/>
                    <a:pt x="7903" y="4259"/>
                  </a:cubicBezTo>
                  <a:cubicBezTo>
                    <a:pt x="7866" y="4253"/>
                    <a:pt x="7830" y="4249"/>
                    <a:pt x="7794" y="4249"/>
                  </a:cubicBezTo>
                  <a:cubicBezTo>
                    <a:pt x="7487" y="4249"/>
                    <a:pt x="7249" y="4492"/>
                    <a:pt x="7220" y="4812"/>
                  </a:cubicBezTo>
                  <a:cubicBezTo>
                    <a:pt x="7220" y="5170"/>
                    <a:pt x="7415" y="5528"/>
                    <a:pt x="7708" y="5755"/>
                  </a:cubicBezTo>
                  <a:cubicBezTo>
                    <a:pt x="8066" y="5983"/>
                    <a:pt x="8423" y="6178"/>
                    <a:pt x="8846" y="6276"/>
                  </a:cubicBezTo>
                  <a:cubicBezTo>
                    <a:pt x="8684" y="6731"/>
                    <a:pt x="8586" y="7186"/>
                    <a:pt x="8521" y="7674"/>
                  </a:cubicBezTo>
                  <a:cubicBezTo>
                    <a:pt x="8456" y="7934"/>
                    <a:pt x="8423" y="8194"/>
                    <a:pt x="8391" y="8487"/>
                  </a:cubicBezTo>
                  <a:lnTo>
                    <a:pt x="8391" y="8227"/>
                  </a:lnTo>
                  <a:cubicBezTo>
                    <a:pt x="8326" y="7771"/>
                    <a:pt x="7936" y="6926"/>
                    <a:pt x="7448" y="6828"/>
                  </a:cubicBezTo>
                  <a:cubicBezTo>
                    <a:pt x="7428" y="6827"/>
                    <a:pt x="7407" y="6826"/>
                    <a:pt x="7387" y="6826"/>
                  </a:cubicBezTo>
                  <a:cubicBezTo>
                    <a:pt x="7054" y="6826"/>
                    <a:pt x="6765" y="7076"/>
                    <a:pt x="6765" y="7414"/>
                  </a:cubicBezTo>
                  <a:cubicBezTo>
                    <a:pt x="6765" y="7771"/>
                    <a:pt x="6960" y="8129"/>
                    <a:pt x="7253" y="8357"/>
                  </a:cubicBezTo>
                  <a:cubicBezTo>
                    <a:pt x="7578" y="8584"/>
                    <a:pt x="7936" y="8747"/>
                    <a:pt x="8358" y="8845"/>
                  </a:cubicBezTo>
                  <a:cubicBezTo>
                    <a:pt x="8358" y="8975"/>
                    <a:pt x="8326" y="9072"/>
                    <a:pt x="8293" y="9170"/>
                  </a:cubicBezTo>
                  <a:cubicBezTo>
                    <a:pt x="8228" y="9690"/>
                    <a:pt x="8196" y="10178"/>
                    <a:pt x="8098" y="10698"/>
                  </a:cubicBezTo>
                  <a:cubicBezTo>
                    <a:pt x="8066" y="10861"/>
                    <a:pt x="8066" y="11056"/>
                    <a:pt x="8033" y="11218"/>
                  </a:cubicBezTo>
                  <a:cubicBezTo>
                    <a:pt x="8033" y="11121"/>
                    <a:pt x="8033" y="11056"/>
                    <a:pt x="8033" y="10991"/>
                  </a:cubicBezTo>
                  <a:cubicBezTo>
                    <a:pt x="7968" y="10536"/>
                    <a:pt x="7578" y="9690"/>
                    <a:pt x="7090" y="9593"/>
                  </a:cubicBezTo>
                  <a:cubicBezTo>
                    <a:pt x="7070" y="9591"/>
                    <a:pt x="7050" y="9590"/>
                    <a:pt x="7030" y="9590"/>
                  </a:cubicBezTo>
                  <a:cubicBezTo>
                    <a:pt x="6697" y="9590"/>
                    <a:pt x="6407" y="9840"/>
                    <a:pt x="6407" y="10178"/>
                  </a:cubicBezTo>
                  <a:cubicBezTo>
                    <a:pt x="6407" y="10536"/>
                    <a:pt x="6570" y="10893"/>
                    <a:pt x="6862" y="11121"/>
                  </a:cubicBezTo>
                  <a:cubicBezTo>
                    <a:pt x="7220" y="11349"/>
                    <a:pt x="7578" y="11511"/>
                    <a:pt x="7936" y="11609"/>
                  </a:cubicBezTo>
                  <a:cubicBezTo>
                    <a:pt x="7903" y="11771"/>
                    <a:pt x="7871" y="11966"/>
                    <a:pt x="7838" y="12129"/>
                  </a:cubicBezTo>
                  <a:cubicBezTo>
                    <a:pt x="7806" y="12292"/>
                    <a:pt x="7773" y="12357"/>
                    <a:pt x="7740" y="12454"/>
                  </a:cubicBezTo>
                  <a:cubicBezTo>
                    <a:pt x="7708" y="12584"/>
                    <a:pt x="7675" y="12682"/>
                    <a:pt x="7643" y="12812"/>
                  </a:cubicBezTo>
                  <a:cubicBezTo>
                    <a:pt x="7545" y="13007"/>
                    <a:pt x="7480" y="13235"/>
                    <a:pt x="7383" y="13430"/>
                  </a:cubicBezTo>
                  <a:cubicBezTo>
                    <a:pt x="7350" y="13592"/>
                    <a:pt x="7285" y="13723"/>
                    <a:pt x="7220" y="13853"/>
                  </a:cubicBezTo>
                  <a:cubicBezTo>
                    <a:pt x="7253" y="13690"/>
                    <a:pt x="7318" y="13332"/>
                    <a:pt x="7318" y="13300"/>
                  </a:cubicBezTo>
                  <a:cubicBezTo>
                    <a:pt x="7318" y="12910"/>
                    <a:pt x="7188" y="12519"/>
                    <a:pt x="6993" y="12162"/>
                  </a:cubicBezTo>
                  <a:cubicBezTo>
                    <a:pt x="6993" y="12129"/>
                    <a:pt x="6993" y="12064"/>
                    <a:pt x="6993" y="12031"/>
                  </a:cubicBezTo>
                  <a:cubicBezTo>
                    <a:pt x="6938" y="11730"/>
                    <a:pt x="6675" y="11521"/>
                    <a:pt x="6399" y="11521"/>
                  </a:cubicBezTo>
                  <a:cubicBezTo>
                    <a:pt x="6348" y="11521"/>
                    <a:pt x="6296" y="11528"/>
                    <a:pt x="6245" y="11544"/>
                  </a:cubicBezTo>
                  <a:cubicBezTo>
                    <a:pt x="5724" y="11674"/>
                    <a:pt x="5432" y="12552"/>
                    <a:pt x="5432" y="13007"/>
                  </a:cubicBezTo>
                  <a:cubicBezTo>
                    <a:pt x="5432" y="13007"/>
                    <a:pt x="5432" y="13300"/>
                    <a:pt x="5464" y="13495"/>
                  </a:cubicBezTo>
                  <a:cubicBezTo>
                    <a:pt x="5432" y="13397"/>
                    <a:pt x="5399" y="13300"/>
                    <a:pt x="5367" y="13170"/>
                  </a:cubicBezTo>
                  <a:cubicBezTo>
                    <a:pt x="5334" y="12975"/>
                    <a:pt x="5269" y="12747"/>
                    <a:pt x="5204" y="12519"/>
                  </a:cubicBezTo>
                  <a:cubicBezTo>
                    <a:pt x="5171" y="12389"/>
                    <a:pt x="5139" y="12292"/>
                    <a:pt x="5106" y="12162"/>
                  </a:cubicBezTo>
                  <a:cubicBezTo>
                    <a:pt x="5074" y="12064"/>
                    <a:pt x="5009" y="11934"/>
                    <a:pt x="4976" y="11836"/>
                  </a:cubicBezTo>
                  <a:cubicBezTo>
                    <a:pt x="4879" y="11576"/>
                    <a:pt x="4781" y="11316"/>
                    <a:pt x="4651" y="11023"/>
                  </a:cubicBezTo>
                  <a:cubicBezTo>
                    <a:pt x="5041" y="10958"/>
                    <a:pt x="5432" y="10796"/>
                    <a:pt x="5789" y="10601"/>
                  </a:cubicBezTo>
                  <a:cubicBezTo>
                    <a:pt x="6115" y="10406"/>
                    <a:pt x="6310" y="10080"/>
                    <a:pt x="6342" y="9723"/>
                  </a:cubicBezTo>
                  <a:cubicBezTo>
                    <a:pt x="6342" y="9369"/>
                    <a:pt x="6075" y="9096"/>
                    <a:pt x="5759" y="9096"/>
                  </a:cubicBezTo>
                  <a:cubicBezTo>
                    <a:pt x="5726" y="9096"/>
                    <a:pt x="5693" y="9099"/>
                    <a:pt x="5659" y="9105"/>
                  </a:cubicBezTo>
                  <a:cubicBezTo>
                    <a:pt x="5171" y="9170"/>
                    <a:pt x="4716" y="9950"/>
                    <a:pt x="4619" y="10406"/>
                  </a:cubicBezTo>
                  <a:cubicBezTo>
                    <a:pt x="4619" y="10438"/>
                    <a:pt x="4586" y="10763"/>
                    <a:pt x="4586" y="10958"/>
                  </a:cubicBezTo>
                  <a:cubicBezTo>
                    <a:pt x="4521" y="10796"/>
                    <a:pt x="4423" y="10633"/>
                    <a:pt x="4358" y="10471"/>
                  </a:cubicBezTo>
                  <a:cubicBezTo>
                    <a:pt x="4131" y="10015"/>
                    <a:pt x="3903" y="9560"/>
                    <a:pt x="3643" y="9105"/>
                  </a:cubicBezTo>
                  <a:lnTo>
                    <a:pt x="3415" y="8714"/>
                  </a:lnTo>
                  <a:cubicBezTo>
                    <a:pt x="3838" y="8617"/>
                    <a:pt x="4228" y="8454"/>
                    <a:pt x="4619" y="8259"/>
                  </a:cubicBezTo>
                  <a:cubicBezTo>
                    <a:pt x="4911" y="8064"/>
                    <a:pt x="5106" y="7739"/>
                    <a:pt x="5171" y="7349"/>
                  </a:cubicBezTo>
                  <a:cubicBezTo>
                    <a:pt x="5171" y="6991"/>
                    <a:pt x="4846" y="6731"/>
                    <a:pt x="4521" y="6731"/>
                  </a:cubicBezTo>
                  <a:cubicBezTo>
                    <a:pt x="4001" y="6796"/>
                    <a:pt x="3578" y="7609"/>
                    <a:pt x="3480" y="8064"/>
                  </a:cubicBezTo>
                  <a:cubicBezTo>
                    <a:pt x="3480" y="8097"/>
                    <a:pt x="3415" y="8552"/>
                    <a:pt x="3415" y="8682"/>
                  </a:cubicBezTo>
                  <a:cubicBezTo>
                    <a:pt x="3253" y="8357"/>
                    <a:pt x="3090" y="8064"/>
                    <a:pt x="2960" y="7739"/>
                  </a:cubicBezTo>
                  <a:cubicBezTo>
                    <a:pt x="2765" y="7349"/>
                    <a:pt x="2602" y="6893"/>
                    <a:pt x="2472" y="6471"/>
                  </a:cubicBezTo>
                  <a:cubicBezTo>
                    <a:pt x="2863" y="6373"/>
                    <a:pt x="3285" y="6243"/>
                    <a:pt x="3643" y="6048"/>
                  </a:cubicBezTo>
                  <a:cubicBezTo>
                    <a:pt x="3936" y="5820"/>
                    <a:pt x="4163" y="5495"/>
                    <a:pt x="4196" y="5137"/>
                  </a:cubicBezTo>
                  <a:cubicBezTo>
                    <a:pt x="4196" y="4798"/>
                    <a:pt x="3932" y="4517"/>
                    <a:pt x="3600" y="4517"/>
                  </a:cubicBezTo>
                  <a:cubicBezTo>
                    <a:pt x="3582" y="4517"/>
                    <a:pt x="3564" y="4518"/>
                    <a:pt x="3545" y="4519"/>
                  </a:cubicBezTo>
                  <a:cubicBezTo>
                    <a:pt x="3058" y="4585"/>
                    <a:pt x="2602" y="5365"/>
                    <a:pt x="2505" y="5820"/>
                  </a:cubicBezTo>
                  <a:cubicBezTo>
                    <a:pt x="2505" y="5853"/>
                    <a:pt x="2472" y="6373"/>
                    <a:pt x="2472" y="6438"/>
                  </a:cubicBezTo>
                  <a:cubicBezTo>
                    <a:pt x="2440" y="6438"/>
                    <a:pt x="2440" y="6406"/>
                    <a:pt x="2440" y="6373"/>
                  </a:cubicBezTo>
                  <a:cubicBezTo>
                    <a:pt x="2310" y="5918"/>
                    <a:pt x="2212" y="5495"/>
                    <a:pt x="2180" y="5040"/>
                  </a:cubicBezTo>
                  <a:cubicBezTo>
                    <a:pt x="2147" y="4780"/>
                    <a:pt x="2147" y="4519"/>
                    <a:pt x="2115" y="4292"/>
                  </a:cubicBezTo>
                  <a:cubicBezTo>
                    <a:pt x="2537" y="4259"/>
                    <a:pt x="2928" y="4162"/>
                    <a:pt x="3318" y="3999"/>
                  </a:cubicBezTo>
                  <a:cubicBezTo>
                    <a:pt x="3643" y="3804"/>
                    <a:pt x="3871" y="3511"/>
                    <a:pt x="3968" y="3154"/>
                  </a:cubicBezTo>
                  <a:cubicBezTo>
                    <a:pt x="4001" y="2796"/>
                    <a:pt x="3741" y="2471"/>
                    <a:pt x="3383" y="2471"/>
                  </a:cubicBezTo>
                  <a:cubicBezTo>
                    <a:pt x="2895" y="2471"/>
                    <a:pt x="2342" y="3219"/>
                    <a:pt x="2212" y="3641"/>
                  </a:cubicBezTo>
                  <a:cubicBezTo>
                    <a:pt x="2212" y="3674"/>
                    <a:pt x="2147" y="3934"/>
                    <a:pt x="2115" y="4097"/>
                  </a:cubicBezTo>
                  <a:lnTo>
                    <a:pt x="2115" y="3772"/>
                  </a:lnTo>
                  <a:cubicBezTo>
                    <a:pt x="2115" y="3381"/>
                    <a:pt x="2147" y="3056"/>
                    <a:pt x="2180" y="2731"/>
                  </a:cubicBezTo>
                  <a:cubicBezTo>
                    <a:pt x="2180" y="2580"/>
                    <a:pt x="2208" y="2429"/>
                    <a:pt x="2212" y="22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0"/>
            <p:cNvSpPr/>
            <p:nvPr/>
          </p:nvSpPr>
          <p:spPr>
            <a:xfrm>
              <a:off x="7815172" y="3502440"/>
              <a:ext cx="17526" cy="26441"/>
            </a:xfrm>
            <a:custGeom>
              <a:rect b="b" l="l" r="r" t="t"/>
              <a:pathLst>
                <a:path extrusionOk="0" h="2257" w="1496">
                  <a:moveTo>
                    <a:pt x="643" y="0"/>
                  </a:moveTo>
                  <a:cubicBezTo>
                    <a:pt x="386" y="0"/>
                    <a:pt x="140" y="154"/>
                    <a:pt x="65" y="403"/>
                  </a:cubicBezTo>
                  <a:cubicBezTo>
                    <a:pt x="0" y="760"/>
                    <a:pt x="65" y="1151"/>
                    <a:pt x="293" y="1443"/>
                  </a:cubicBezTo>
                  <a:cubicBezTo>
                    <a:pt x="553" y="1769"/>
                    <a:pt x="878" y="2029"/>
                    <a:pt x="1268" y="2256"/>
                  </a:cubicBezTo>
                  <a:cubicBezTo>
                    <a:pt x="1268" y="2256"/>
                    <a:pt x="1398" y="1671"/>
                    <a:pt x="1431" y="1638"/>
                  </a:cubicBezTo>
                  <a:cubicBezTo>
                    <a:pt x="1496" y="1183"/>
                    <a:pt x="1333" y="273"/>
                    <a:pt x="878" y="45"/>
                  </a:cubicBezTo>
                  <a:cubicBezTo>
                    <a:pt x="802" y="14"/>
                    <a:pt x="722" y="0"/>
                    <a:pt x="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0"/>
            <p:cNvSpPr/>
            <p:nvPr/>
          </p:nvSpPr>
          <p:spPr>
            <a:xfrm>
              <a:off x="5478697" y="3523140"/>
              <a:ext cx="23243" cy="18404"/>
            </a:xfrm>
            <a:custGeom>
              <a:rect b="b" l="l" r="r" t="t"/>
              <a:pathLst>
                <a:path extrusionOk="0" h="1571" w="1984">
                  <a:moveTo>
                    <a:pt x="588" y="0"/>
                  </a:moveTo>
                  <a:cubicBezTo>
                    <a:pt x="576" y="0"/>
                    <a:pt x="565" y="1"/>
                    <a:pt x="553" y="2"/>
                  </a:cubicBezTo>
                  <a:cubicBezTo>
                    <a:pt x="195" y="67"/>
                    <a:pt x="0" y="392"/>
                    <a:pt x="65" y="749"/>
                  </a:cubicBezTo>
                  <a:cubicBezTo>
                    <a:pt x="195" y="1042"/>
                    <a:pt x="455" y="1302"/>
                    <a:pt x="781" y="1432"/>
                  </a:cubicBezTo>
                  <a:cubicBezTo>
                    <a:pt x="1102" y="1513"/>
                    <a:pt x="1445" y="1571"/>
                    <a:pt x="1774" y="1571"/>
                  </a:cubicBezTo>
                  <a:cubicBezTo>
                    <a:pt x="1845" y="1571"/>
                    <a:pt x="1915" y="1568"/>
                    <a:pt x="1984" y="1562"/>
                  </a:cubicBezTo>
                  <a:cubicBezTo>
                    <a:pt x="1984" y="1562"/>
                    <a:pt x="1821" y="1010"/>
                    <a:pt x="1789" y="977"/>
                  </a:cubicBezTo>
                  <a:cubicBezTo>
                    <a:pt x="1599" y="597"/>
                    <a:pt x="1038" y="0"/>
                    <a:pt x="5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0"/>
            <p:cNvSpPr/>
            <p:nvPr/>
          </p:nvSpPr>
          <p:spPr>
            <a:xfrm>
              <a:off x="5479072" y="3494204"/>
              <a:ext cx="145922" cy="305926"/>
            </a:xfrm>
            <a:custGeom>
              <a:rect b="b" l="l" r="r" t="t"/>
              <a:pathLst>
                <a:path extrusionOk="0" h="26114" w="12456">
                  <a:moveTo>
                    <a:pt x="9664" y="7350"/>
                  </a:moveTo>
                  <a:cubicBezTo>
                    <a:pt x="9238" y="7350"/>
                    <a:pt x="8690" y="7668"/>
                    <a:pt x="8456" y="7902"/>
                  </a:cubicBezTo>
                  <a:cubicBezTo>
                    <a:pt x="8423" y="7935"/>
                    <a:pt x="8131" y="8293"/>
                    <a:pt x="8065" y="8390"/>
                  </a:cubicBezTo>
                  <a:cubicBezTo>
                    <a:pt x="8423" y="8553"/>
                    <a:pt x="8813" y="8618"/>
                    <a:pt x="9236" y="8650"/>
                  </a:cubicBezTo>
                  <a:cubicBezTo>
                    <a:pt x="9561" y="8650"/>
                    <a:pt x="9919" y="8488"/>
                    <a:pt x="10147" y="8227"/>
                  </a:cubicBezTo>
                  <a:cubicBezTo>
                    <a:pt x="10309" y="7967"/>
                    <a:pt x="10244" y="7577"/>
                    <a:pt x="9952" y="7414"/>
                  </a:cubicBezTo>
                  <a:cubicBezTo>
                    <a:pt x="9868" y="7369"/>
                    <a:pt x="9770" y="7350"/>
                    <a:pt x="9664" y="7350"/>
                  </a:cubicBezTo>
                  <a:close/>
                  <a:moveTo>
                    <a:pt x="5822" y="12715"/>
                  </a:moveTo>
                  <a:cubicBezTo>
                    <a:pt x="6114" y="12943"/>
                    <a:pt x="6440" y="13170"/>
                    <a:pt x="6797" y="13333"/>
                  </a:cubicBezTo>
                  <a:cubicBezTo>
                    <a:pt x="6700" y="13528"/>
                    <a:pt x="6602" y="13756"/>
                    <a:pt x="6537" y="13951"/>
                  </a:cubicBezTo>
                  <a:cubicBezTo>
                    <a:pt x="6244" y="14601"/>
                    <a:pt x="5984" y="15154"/>
                    <a:pt x="5789" y="15544"/>
                  </a:cubicBezTo>
                  <a:lnTo>
                    <a:pt x="5692" y="15739"/>
                  </a:lnTo>
                  <a:lnTo>
                    <a:pt x="5659" y="15739"/>
                  </a:lnTo>
                  <a:cubicBezTo>
                    <a:pt x="5659" y="15674"/>
                    <a:pt x="5627" y="15577"/>
                    <a:pt x="5627" y="15479"/>
                  </a:cubicBezTo>
                  <a:cubicBezTo>
                    <a:pt x="5561" y="15089"/>
                    <a:pt x="5464" y="14439"/>
                    <a:pt x="5334" y="13723"/>
                  </a:cubicBezTo>
                  <a:cubicBezTo>
                    <a:pt x="5269" y="13496"/>
                    <a:pt x="5236" y="13268"/>
                    <a:pt x="5171" y="13008"/>
                  </a:cubicBezTo>
                  <a:cubicBezTo>
                    <a:pt x="5399" y="12910"/>
                    <a:pt x="5627" y="12813"/>
                    <a:pt x="5822" y="12715"/>
                  </a:cubicBezTo>
                  <a:close/>
                  <a:moveTo>
                    <a:pt x="2642" y="1"/>
                  </a:moveTo>
                  <a:cubicBezTo>
                    <a:pt x="2554" y="1"/>
                    <a:pt x="2463" y="21"/>
                    <a:pt x="2375" y="65"/>
                  </a:cubicBezTo>
                  <a:cubicBezTo>
                    <a:pt x="1952" y="260"/>
                    <a:pt x="1854" y="1138"/>
                    <a:pt x="1919" y="1561"/>
                  </a:cubicBezTo>
                  <a:cubicBezTo>
                    <a:pt x="1919" y="1593"/>
                    <a:pt x="2082" y="2146"/>
                    <a:pt x="2082" y="2146"/>
                  </a:cubicBezTo>
                  <a:cubicBezTo>
                    <a:pt x="2082" y="2309"/>
                    <a:pt x="2049" y="2439"/>
                    <a:pt x="2049" y="2602"/>
                  </a:cubicBezTo>
                  <a:cubicBezTo>
                    <a:pt x="2017" y="2894"/>
                    <a:pt x="1984" y="3219"/>
                    <a:pt x="1984" y="3610"/>
                  </a:cubicBezTo>
                  <a:cubicBezTo>
                    <a:pt x="1952" y="4000"/>
                    <a:pt x="1984" y="4390"/>
                    <a:pt x="1984" y="4780"/>
                  </a:cubicBezTo>
                  <a:cubicBezTo>
                    <a:pt x="2049" y="5236"/>
                    <a:pt x="2114" y="5658"/>
                    <a:pt x="2212" y="6081"/>
                  </a:cubicBezTo>
                  <a:cubicBezTo>
                    <a:pt x="2147" y="5984"/>
                    <a:pt x="1919" y="5658"/>
                    <a:pt x="1887" y="5626"/>
                  </a:cubicBezTo>
                  <a:cubicBezTo>
                    <a:pt x="1664" y="5348"/>
                    <a:pt x="1084" y="4974"/>
                    <a:pt x="636" y="4974"/>
                  </a:cubicBezTo>
                  <a:cubicBezTo>
                    <a:pt x="561" y="4974"/>
                    <a:pt x="489" y="4985"/>
                    <a:pt x="423" y="5008"/>
                  </a:cubicBezTo>
                  <a:cubicBezTo>
                    <a:pt x="131" y="5171"/>
                    <a:pt x="1" y="5528"/>
                    <a:pt x="196" y="5821"/>
                  </a:cubicBezTo>
                  <a:cubicBezTo>
                    <a:pt x="391" y="6114"/>
                    <a:pt x="716" y="6309"/>
                    <a:pt x="1074" y="6341"/>
                  </a:cubicBezTo>
                  <a:cubicBezTo>
                    <a:pt x="1464" y="6309"/>
                    <a:pt x="1854" y="6276"/>
                    <a:pt x="2244" y="6146"/>
                  </a:cubicBezTo>
                  <a:cubicBezTo>
                    <a:pt x="2375" y="6569"/>
                    <a:pt x="2505" y="6992"/>
                    <a:pt x="2700" y="7414"/>
                  </a:cubicBezTo>
                  <a:cubicBezTo>
                    <a:pt x="2797" y="7642"/>
                    <a:pt x="2927" y="7902"/>
                    <a:pt x="3025" y="8130"/>
                  </a:cubicBezTo>
                  <a:lnTo>
                    <a:pt x="2895" y="7935"/>
                  </a:lnTo>
                  <a:cubicBezTo>
                    <a:pt x="2644" y="7656"/>
                    <a:pt x="2060" y="7283"/>
                    <a:pt x="1632" y="7283"/>
                  </a:cubicBezTo>
                  <a:cubicBezTo>
                    <a:pt x="1560" y="7283"/>
                    <a:pt x="1492" y="7293"/>
                    <a:pt x="1431" y="7317"/>
                  </a:cubicBezTo>
                  <a:cubicBezTo>
                    <a:pt x="1106" y="7480"/>
                    <a:pt x="1009" y="7837"/>
                    <a:pt x="1171" y="8130"/>
                  </a:cubicBezTo>
                  <a:cubicBezTo>
                    <a:pt x="1366" y="8423"/>
                    <a:pt x="1692" y="8618"/>
                    <a:pt x="2049" y="8650"/>
                  </a:cubicBezTo>
                  <a:cubicBezTo>
                    <a:pt x="2440" y="8618"/>
                    <a:pt x="2830" y="8585"/>
                    <a:pt x="3188" y="8455"/>
                  </a:cubicBezTo>
                  <a:cubicBezTo>
                    <a:pt x="3220" y="8553"/>
                    <a:pt x="3285" y="8650"/>
                    <a:pt x="3318" y="8748"/>
                  </a:cubicBezTo>
                  <a:cubicBezTo>
                    <a:pt x="3545" y="9171"/>
                    <a:pt x="3773" y="9593"/>
                    <a:pt x="3968" y="10049"/>
                  </a:cubicBezTo>
                  <a:cubicBezTo>
                    <a:pt x="4033" y="10179"/>
                    <a:pt x="4098" y="10341"/>
                    <a:pt x="4163" y="10504"/>
                  </a:cubicBezTo>
                  <a:cubicBezTo>
                    <a:pt x="4098" y="10406"/>
                    <a:pt x="4066" y="10341"/>
                    <a:pt x="4033" y="10309"/>
                  </a:cubicBezTo>
                  <a:cubicBezTo>
                    <a:pt x="3816" y="10038"/>
                    <a:pt x="3261" y="9676"/>
                    <a:pt x="2818" y="9676"/>
                  </a:cubicBezTo>
                  <a:cubicBezTo>
                    <a:pt x="2730" y="9676"/>
                    <a:pt x="2646" y="9691"/>
                    <a:pt x="2570" y="9723"/>
                  </a:cubicBezTo>
                  <a:cubicBezTo>
                    <a:pt x="2277" y="9853"/>
                    <a:pt x="2147" y="10244"/>
                    <a:pt x="2342" y="10536"/>
                  </a:cubicBezTo>
                  <a:cubicBezTo>
                    <a:pt x="2537" y="10829"/>
                    <a:pt x="2862" y="10992"/>
                    <a:pt x="3220" y="11024"/>
                  </a:cubicBezTo>
                  <a:cubicBezTo>
                    <a:pt x="3578" y="11024"/>
                    <a:pt x="3968" y="10959"/>
                    <a:pt x="4326" y="10862"/>
                  </a:cubicBezTo>
                  <a:cubicBezTo>
                    <a:pt x="4391" y="11024"/>
                    <a:pt x="4456" y="11187"/>
                    <a:pt x="4488" y="11317"/>
                  </a:cubicBezTo>
                  <a:cubicBezTo>
                    <a:pt x="4553" y="11479"/>
                    <a:pt x="4586" y="11544"/>
                    <a:pt x="4618" y="11642"/>
                  </a:cubicBezTo>
                  <a:cubicBezTo>
                    <a:pt x="4618" y="11772"/>
                    <a:pt x="4651" y="11870"/>
                    <a:pt x="4683" y="11967"/>
                  </a:cubicBezTo>
                  <a:cubicBezTo>
                    <a:pt x="4748" y="12162"/>
                    <a:pt x="4781" y="12390"/>
                    <a:pt x="4846" y="12585"/>
                  </a:cubicBezTo>
                  <a:cubicBezTo>
                    <a:pt x="4879" y="12748"/>
                    <a:pt x="4911" y="12878"/>
                    <a:pt x="4911" y="13008"/>
                  </a:cubicBezTo>
                  <a:cubicBezTo>
                    <a:pt x="4846" y="12845"/>
                    <a:pt x="4716" y="12553"/>
                    <a:pt x="4683" y="12520"/>
                  </a:cubicBezTo>
                  <a:cubicBezTo>
                    <a:pt x="4478" y="12197"/>
                    <a:pt x="3928" y="11689"/>
                    <a:pt x="3488" y="11689"/>
                  </a:cubicBezTo>
                  <a:cubicBezTo>
                    <a:pt x="3440" y="11689"/>
                    <a:pt x="3394" y="11694"/>
                    <a:pt x="3350" y="11707"/>
                  </a:cubicBezTo>
                  <a:cubicBezTo>
                    <a:pt x="3025" y="11805"/>
                    <a:pt x="2830" y="12162"/>
                    <a:pt x="2960" y="12488"/>
                  </a:cubicBezTo>
                  <a:cubicBezTo>
                    <a:pt x="3123" y="12780"/>
                    <a:pt x="3415" y="13008"/>
                    <a:pt x="3773" y="13105"/>
                  </a:cubicBezTo>
                  <a:cubicBezTo>
                    <a:pt x="3968" y="13138"/>
                    <a:pt x="4163" y="13154"/>
                    <a:pt x="4358" y="13154"/>
                  </a:cubicBezTo>
                  <a:cubicBezTo>
                    <a:pt x="4553" y="13154"/>
                    <a:pt x="4748" y="13138"/>
                    <a:pt x="4944" y="13105"/>
                  </a:cubicBezTo>
                  <a:cubicBezTo>
                    <a:pt x="4976" y="13333"/>
                    <a:pt x="5041" y="13561"/>
                    <a:pt x="5074" y="13756"/>
                  </a:cubicBezTo>
                  <a:cubicBezTo>
                    <a:pt x="5204" y="14471"/>
                    <a:pt x="5269" y="15089"/>
                    <a:pt x="5334" y="15512"/>
                  </a:cubicBezTo>
                  <a:cubicBezTo>
                    <a:pt x="5334" y="15577"/>
                    <a:pt x="5334" y="15642"/>
                    <a:pt x="5334" y="15707"/>
                  </a:cubicBezTo>
                  <a:lnTo>
                    <a:pt x="3870" y="15707"/>
                  </a:lnTo>
                  <a:lnTo>
                    <a:pt x="4391" y="26113"/>
                  </a:lnTo>
                  <a:lnTo>
                    <a:pt x="6862" y="26113"/>
                  </a:lnTo>
                  <a:lnTo>
                    <a:pt x="7415" y="15739"/>
                  </a:lnTo>
                  <a:lnTo>
                    <a:pt x="6049" y="15739"/>
                  </a:lnTo>
                  <a:lnTo>
                    <a:pt x="6082" y="15674"/>
                  </a:lnTo>
                  <a:cubicBezTo>
                    <a:pt x="6277" y="15252"/>
                    <a:pt x="6537" y="14731"/>
                    <a:pt x="6797" y="14048"/>
                  </a:cubicBezTo>
                  <a:cubicBezTo>
                    <a:pt x="6895" y="13821"/>
                    <a:pt x="6992" y="13593"/>
                    <a:pt x="7057" y="13366"/>
                  </a:cubicBezTo>
                  <a:cubicBezTo>
                    <a:pt x="7350" y="13439"/>
                    <a:pt x="7643" y="13475"/>
                    <a:pt x="7949" y="13475"/>
                  </a:cubicBezTo>
                  <a:cubicBezTo>
                    <a:pt x="8051" y="13475"/>
                    <a:pt x="8155" y="13471"/>
                    <a:pt x="8261" y="13463"/>
                  </a:cubicBezTo>
                  <a:cubicBezTo>
                    <a:pt x="8586" y="13398"/>
                    <a:pt x="8911" y="13203"/>
                    <a:pt x="9074" y="12910"/>
                  </a:cubicBezTo>
                  <a:cubicBezTo>
                    <a:pt x="9236" y="12585"/>
                    <a:pt x="9074" y="12227"/>
                    <a:pt x="8781" y="12097"/>
                  </a:cubicBezTo>
                  <a:cubicBezTo>
                    <a:pt x="8722" y="12076"/>
                    <a:pt x="8659" y="12067"/>
                    <a:pt x="8593" y="12067"/>
                  </a:cubicBezTo>
                  <a:cubicBezTo>
                    <a:pt x="8148" y="12067"/>
                    <a:pt x="7577" y="12501"/>
                    <a:pt x="7350" y="12813"/>
                  </a:cubicBezTo>
                  <a:cubicBezTo>
                    <a:pt x="7350" y="12845"/>
                    <a:pt x="7187" y="13073"/>
                    <a:pt x="7122" y="13235"/>
                  </a:cubicBezTo>
                  <a:cubicBezTo>
                    <a:pt x="7155" y="13138"/>
                    <a:pt x="7187" y="13040"/>
                    <a:pt x="7220" y="12943"/>
                  </a:cubicBezTo>
                  <a:cubicBezTo>
                    <a:pt x="7285" y="12715"/>
                    <a:pt x="7383" y="12520"/>
                    <a:pt x="7448" y="12325"/>
                  </a:cubicBezTo>
                  <a:cubicBezTo>
                    <a:pt x="7480" y="12195"/>
                    <a:pt x="7513" y="12097"/>
                    <a:pt x="7545" y="12000"/>
                  </a:cubicBezTo>
                  <a:cubicBezTo>
                    <a:pt x="7578" y="11870"/>
                    <a:pt x="7578" y="11772"/>
                    <a:pt x="7610" y="11642"/>
                  </a:cubicBezTo>
                  <a:cubicBezTo>
                    <a:pt x="7675" y="11382"/>
                    <a:pt x="7740" y="11122"/>
                    <a:pt x="7773" y="10829"/>
                  </a:cubicBezTo>
                  <a:cubicBezTo>
                    <a:pt x="8131" y="10992"/>
                    <a:pt x="8521" y="11089"/>
                    <a:pt x="8911" y="11089"/>
                  </a:cubicBezTo>
                  <a:cubicBezTo>
                    <a:pt x="8939" y="11092"/>
                    <a:pt x="8967" y="11093"/>
                    <a:pt x="8995" y="11093"/>
                  </a:cubicBezTo>
                  <a:cubicBezTo>
                    <a:pt x="9296" y="11093"/>
                    <a:pt x="9613" y="10937"/>
                    <a:pt x="9822" y="10699"/>
                  </a:cubicBezTo>
                  <a:cubicBezTo>
                    <a:pt x="9984" y="10406"/>
                    <a:pt x="9919" y="10049"/>
                    <a:pt x="9626" y="9886"/>
                  </a:cubicBezTo>
                  <a:cubicBezTo>
                    <a:pt x="9536" y="9841"/>
                    <a:pt x="9433" y="9821"/>
                    <a:pt x="9323" y="9821"/>
                  </a:cubicBezTo>
                  <a:cubicBezTo>
                    <a:pt x="8882" y="9821"/>
                    <a:pt x="8339" y="10139"/>
                    <a:pt x="8131" y="10374"/>
                  </a:cubicBezTo>
                  <a:cubicBezTo>
                    <a:pt x="8131" y="10406"/>
                    <a:pt x="7903" y="10634"/>
                    <a:pt x="7805" y="10764"/>
                  </a:cubicBezTo>
                  <a:cubicBezTo>
                    <a:pt x="7838" y="10601"/>
                    <a:pt x="7838" y="10439"/>
                    <a:pt x="7870" y="10276"/>
                  </a:cubicBezTo>
                  <a:cubicBezTo>
                    <a:pt x="7935" y="9821"/>
                    <a:pt x="7968" y="9333"/>
                    <a:pt x="8033" y="8845"/>
                  </a:cubicBezTo>
                  <a:cubicBezTo>
                    <a:pt x="8033" y="8683"/>
                    <a:pt x="8065" y="8553"/>
                    <a:pt x="8065" y="8390"/>
                  </a:cubicBezTo>
                  <a:cubicBezTo>
                    <a:pt x="8098" y="8065"/>
                    <a:pt x="8131" y="7740"/>
                    <a:pt x="8196" y="7414"/>
                  </a:cubicBezTo>
                  <a:cubicBezTo>
                    <a:pt x="8261" y="6992"/>
                    <a:pt x="8358" y="6536"/>
                    <a:pt x="8456" y="6146"/>
                  </a:cubicBezTo>
                  <a:cubicBezTo>
                    <a:pt x="8846" y="6276"/>
                    <a:pt x="9236" y="6374"/>
                    <a:pt x="9626" y="6406"/>
                  </a:cubicBezTo>
                  <a:cubicBezTo>
                    <a:pt x="9984" y="6406"/>
                    <a:pt x="10309" y="6244"/>
                    <a:pt x="10537" y="5984"/>
                  </a:cubicBezTo>
                  <a:cubicBezTo>
                    <a:pt x="10732" y="5691"/>
                    <a:pt x="10635" y="5333"/>
                    <a:pt x="10342" y="5171"/>
                  </a:cubicBezTo>
                  <a:cubicBezTo>
                    <a:pt x="10258" y="5125"/>
                    <a:pt x="10160" y="5106"/>
                    <a:pt x="10054" y="5106"/>
                  </a:cubicBezTo>
                  <a:cubicBezTo>
                    <a:pt x="9628" y="5106"/>
                    <a:pt x="9080" y="5424"/>
                    <a:pt x="8846" y="5658"/>
                  </a:cubicBezTo>
                  <a:cubicBezTo>
                    <a:pt x="8813" y="5691"/>
                    <a:pt x="8521" y="6049"/>
                    <a:pt x="8488" y="6114"/>
                  </a:cubicBezTo>
                  <a:cubicBezTo>
                    <a:pt x="8488" y="6114"/>
                    <a:pt x="8488" y="6081"/>
                    <a:pt x="8488" y="6049"/>
                  </a:cubicBezTo>
                  <a:cubicBezTo>
                    <a:pt x="8618" y="5626"/>
                    <a:pt x="8781" y="5236"/>
                    <a:pt x="9009" y="4845"/>
                  </a:cubicBezTo>
                  <a:cubicBezTo>
                    <a:pt x="9106" y="4618"/>
                    <a:pt x="9236" y="4423"/>
                    <a:pt x="9334" y="4228"/>
                  </a:cubicBezTo>
                  <a:cubicBezTo>
                    <a:pt x="9691" y="4423"/>
                    <a:pt x="10049" y="4553"/>
                    <a:pt x="10439" y="4650"/>
                  </a:cubicBezTo>
                  <a:cubicBezTo>
                    <a:pt x="10476" y="4654"/>
                    <a:pt x="10512" y="4655"/>
                    <a:pt x="10549" y="4655"/>
                  </a:cubicBezTo>
                  <a:cubicBezTo>
                    <a:pt x="10869" y="4655"/>
                    <a:pt x="11181" y="4530"/>
                    <a:pt x="11415" y="4325"/>
                  </a:cubicBezTo>
                  <a:cubicBezTo>
                    <a:pt x="11610" y="4065"/>
                    <a:pt x="11578" y="3675"/>
                    <a:pt x="11317" y="3480"/>
                  </a:cubicBezTo>
                  <a:cubicBezTo>
                    <a:pt x="11200" y="3398"/>
                    <a:pt x="11053" y="3365"/>
                    <a:pt x="10894" y="3365"/>
                  </a:cubicBezTo>
                  <a:cubicBezTo>
                    <a:pt x="10481" y="3365"/>
                    <a:pt x="9992" y="3593"/>
                    <a:pt x="9757" y="3805"/>
                  </a:cubicBezTo>
                  <a:cubicBezTo>
                    <a:pt x="9757" y="3805"/>
                    <a:pt x="9561" y="3967"/>
                    <a:pt x="9431" y="4097"/>
                  </a:cubicBezTo>
                  <a:lnTo>
                    <a:pt x="9594" y="3837"/>
                  </a:lnTo>
                  <a:cubicBezTo>
                    <a:pt x="9822" y="3545"/>
                    <a:pt x="10017" y="3285"/>
                    <a:pt x="10179" y="3024"/>
                  </a:cubicBezTo>
                  <a:lnTo>
                    <a:pt x="10472" y="2667"/>
                  </a:lnTo>
                  <a:cubicBezTo>
                    <a:pt x="10862" y="2667"/>
                    <a:pt x="11252" y="2634"/>
                    <a:pt x="11643" y="2504"/>
                  </a:cubicBezTo>
                  <a:cubicBezTo>
                    <a:pt x="11968" y="2374"/>
                    <a:pt x="12228" y="2114"/>
                    <a:pt x="12326" y="1789"/>
                  </a:cubicBezTo>
                  <a:cubicBezTo>
                    <a:pt x="12456" y="1431"/>
                    <a:pt x="12228" y="1073"/>
                    <a:pt x="11870" y="1008"/>
                  </a:cubicBezTo>
                  <a:cubicBezTo>
                    <a:pt x="11858" y="1007"/>
                    <a:pt x="11847" y="1007"/>
                    <a:pt x="11835" y="1007"/>
                  </a:cubicBezTo>
                  <a:cubicBezTo>
                    <a:pt x="11354" y="1007"/>
                    <a:pt x="10793" y="1635"/>
                    <a:pt x="10635" y="2016"/>
                  </a:cubicBezTo>
                  <a:cubicBezTo>
                    <a:pt x="10635" y="2049"/>
                    <a:pt x="10439" y="2634"/>
                    <a:pt x="10472" y="2634"/>
                  </a:cubicBezTo>
                  <a:lnTo>
                    <a:pt x="10179" y="2959"/>
                  </a:lnTo>
                  <a:cubicBezTo>
                    <a:pt x="9984" y="3187"/>
                    <a:pt x="9757" y="3447"/>
                    <a:pt x="9561" y="3772"/>
                  </a:cubicBezTo>
                  <a:cubicBezTo>
                    <a:pt x="9334" y="4097"/>
                    <a:pt x="9106" y="4423"/>
                    <a:pt x="8944" y="4780"/>
                  </a:cubicBezTo>
                  <a:cubicBezTo>
                    <a:pt x="8716" y="5171"/>
                    <a:pt x="8521" y="5561"/>
                    <a:pt x="8391" y="5984"/>
                  </a:cubicBezTo>
                  <a:lnTo>
                    <a:pt x="8391" y="5431"/>
                  </a:lnTo>
                  <a:cubicBezTo>
                    <a:pt x="8326" y="5008"/>
                    <a:pt x="8000" y="4195"/>
                    <a:pt x="7513" y="4130"/>
                  </a:cubicBezTo>
                  <a:cubicBezTo>
                    <a:pt x="7475" y="4123"/>
                    <a:pt x="7439" y="4120"/>
                    <a:pt x="7403" y="4120"/>
                  </a:cubicBezTo>
                  <a:cubicBezTo>
                    <a:pt x="7097" y="4120"/>
                    <a:pt x="6859" y="4359"/>
                    <a:pt x="6830" y="4650"/>
                  </a:cubicBezTo>
                  <a:cubicBezTo>
                    <a:pt x="6862" y="5008"/>
                    <a:pt x="7025" y="5333"/>
                    <a:pt x="7318" y="5561"/>
                  </a:cubicBezTo>
                  <a:cubicBezTo>
                    <a:pt x="7643" y="5756"/>
                    <a:pt x="8000" y="5919"/>
                    <a:pt x="8391" y="6049"/>
                  </a:cubicBezTo>
                  <a:cubicBezTo>
                    <a:pt x="8261" y="6471"/>
                    <a:pt x="8131" y="6894"/>
                    <a:pt x="8065" y="7349"/>
                  </a:cubicBezTo>
                  <a:cubicBezTo>
                    <a:pt x="8033" y="7610"/>
                    <a:pt x="7968" y="7870"/>
                    <a:pt x="7935" y="8130"/>
                  </a:cubicBezTo>
                  <a:lnTo>
                    <a:pt x="7935" y="7902"/>
                  </a:lnTo>
                  <a:cubicBezTo>
                    <a:pt x="7903" y="7447"/>
                    <a:pt x="7545" y="6667"/>
                    <a:pt x="7057" y="6569"/>
                  </a:cubicBezTo>
                  <a:cubicBezTo>
                    <a:pt x="7037" y="6567"/>
                    <a:pt x="7016" y="6566"/>
                    <a:pt x="6996" y="6566"/>
                  </a:cubicBezTo>
                  <a:cubicBezTo>
                    <a:pt x="6692" y="6566"/>
                    <a:pt x="6407" y="6787"/>
                    <a:pt x="6407" y="7122"/>
                  </a:cubicBezTo>
                  <a:cubicBezTo>
                    <a:pt x="6407" y="7480"/>
                    <a:pt x="6570" y="7805"/>
                    <a:pt x="6862" y="8000"/>
                  </a:cubicBezTo>
                  <a:cubicBezTo>
                    <a:pt x="7187" y="8227"/>
                    <a:pt x="7545" y="8390"/>
                    <a:pt x="7903" y="8488"/>
                  </a:cubicBezTo>
                  <a:lnTo>
                    <a:pt x="7870" y="8813"/>
                  </a:lnTo>
                  <a:cubicBezTo>
                    <a:pt x="7805" y="9268"/>
                    <a:pt x="7773" y="9756"/>
                    <a:pt x="7675" y="10244"/>
                  </a:cubicBezTo>
                  <a:cubicBezTo>
                    <a:pt x="7675" y="10406"/>
                    <a:pt x="7643" y="10569"/>
                    <a:pt x="7610" y="10731"/>
                  </a:cubicBezTo>
                  <a:lnTo>
                    <a:pt x="7610" y="10536"/>
                  </a:lnTo>
                  <a:cubicBezTo>
                    <a:pt x="7545" y="10114"/>
                    <a:pt x="7187" y="9301"/>
                    <a:pt x="6700" y="9203"/>
                  </a:cubicBezTo>
                  <a:cubicBezTo>
                    <a:pt x="6679" y="9201"/>
                    <a:pt x="6658" y="9200"/>
                    <a:pt x="6638" y="9200"/>
                  </a:cubicBezTo>
                  <a:cubicBezTo>
                    <a:pt x="6338" y="9200"/>
                    <a:pt x="6080" y="9421"/>
                    <a:pt x="6049" y="9756"/>
                  </a:cubicBezTo>
                  <a:cubicBezTo>
                    <a:pt x="6082" y="10114"/>
                    <a:pt x="6244" y="10439"/>
                    <a:pt x="6505" y="10634"/>
                  </a:cubicBezTo>
                  <a:cubicBezTo>
                    <a:pt x="6830" y="10862"/>
                    <a:pt x="7155" y="11024"/>
                    <a:pt x="7545" y="11122"/>
                  </a:cubicBezTo>
                  <a:cubicBezTo>
                    <a:pt x="7480" y="11284"/>
                    <a:pt x="7480" y="11447"/>
                    <a:pt x="7415" y="11610"/>
                  </a:cubicBezTo>
                  <a:cubicBezTo>
                    <a:pt x="7383" y="11772"/>
                    <a:pt x="7383" y="11837"/>
                    <a:pt x="7318" y="11935"/>
                  </a:cubicBezTo>
                  <a:cubicBezTo>
                    <a:pt x="7285" y="12065"/>
                    <a:pt x="7253" y="12162"/>
                    <a:pt x="7220" y="12260"/>
                  </a:cubicBezTo>
                  <a:cubicBezTo>
                    <a:pt x="7155" y="12455"/>
                    <a:pt x="7090" y="12650"/>
                    <a:pt x="6992" y="12845"/>
                  </a:cubicBezTo>
                  <a:cubicBezTo>
                    <a:pt x="6927" y="13040"/>
                    <a:pt x="6895" y="13105"/>
                    <a:pt x="6862" y="13268"/>
                  </a:cubicBezTo>
                  <a:cubicBezTo>
                    <a:pt x="6862" y="13105"/>
                    <a:pt x="6927" y="12780"/>
                    <a:pt x="6927" y="12748"/>
                  </a:cubicBezTo>
                  <a:cubicBezTo>
                    <a:pt x="6927" y="12357"/>
                    <a:pt x="6797" y="12000"/>
                    <a:pt x="6635" y="11675"/>
                  </a:cubicBezTo>
                  <a:cubicBezTo>
                    <a:pt x="6635" y="11610"/>
                    <a:pt x="6635" y="11577"/>
                    <a:pt x="6635" y="11544"/>
                  </a:cubicBezTo>
                  <a:cubicBezTo>
                    <a:pt x="6580" y="11243"/>
                    <a:pt x="6340" y="11034"/>
                    <a:pt x="6072" y="11034"/>
                  </a:cubicBezTo>
                  <a:cubicBezTo>
                    <a:pt x="6022" y="11034"/>
                    <a:pt x="5970" y="11041"/>
                    <a:pt x="5919" y="11057"/>
                  </a:cubicBezTo>
                  <a:cubicBezTo>
                    <a:pt x="5464" y="11187"/>
                    <a:pt x="5171" y="12000"/>
                    <a:pt x="5139" y="12423"/>
                  </a:cubicBezTo>
                  <a:cubicBezTo>
                    <a:pt x="5139" y="12455"/>
                    <a:pt x="5139" y="12715"/>
                    <a:pt x="5171" y="12910"/>
                  </a:cubicBezTo>
                  <a:cubicBezTo>
                    <a:pt x="5139" y="12813"/>
                    <a:pt x="5106" y="12715"/>
                    <a:pt x="5106" y="12585"/>
                  </a:cubicBezTo>
                  <a:cubicBezTo>
                    <a:pt x="5041" y="12390"/>
                    <a:pt x="4976" y="12195"/>
                    <a:pt x="4944" y="11967"/>
                  </a:cubicBezTo>
                  <a:lnTo>
                    <a:pt x="4846" y="11642"/>
                  </a:lnTo>
                  <a:cubicBezTo>
                    <a:pt x="4814" y="11544"/>
                    <a:pt x="4748" y="11447"/>
                    <a:pt x="4716" y="11317"/>
                  </a:cubicBezTo>
                  <a:cubicBezTo>
                    <a:pt x="4618" y="11057"/>
                    <a:pt x="4521" y="10829"/>
                    <a:pt x="4423" y="10569"/>
                  </a:cubicBezTo>
                  <a:cubicBezTo>
                    <a:pt x="4781" y="10471"/>
                    <a:pt x="5171" y="10341"/>
                    <a:pt x="5496" y="10146"/>
                  </a:cubicBezTo>
                  <a:cubicBezTo>
                    <a:pt x="5789" y="9951"/>
                    <a:pt x="5984" y="9658"/>
                    <a:pt x="6017" y="9301"/>
                  </a:cubicBezTo>
                  <a:cubicBezTo>
                    <a:pt x="6017" y="8963"/>
                    <a:pt x="5756" y="8713"/>
                    <a:pt x="5454" y="8713"/>
                  </a:cubicBezTo>
                  <a:cubicBezTo>
                    <a:pt x="5436" y="8713"/>
                    <a:pt x="5417" y="8713"/>
                    <a:pt x="5399" y="8715"/>
                  </a:cubicBezTo>
                  <a:cubicBezTo>
                    <a:pt x="4911" y="8780"/>
                    <a:pt x="4488" y="9528"/>
                    <a:pt x="4423" y="9918"/>
                  </a:cubicBezTo>
                  <a:cubicBezTo>
                    <a:pt x="4423" y="9951"/>
                    <a:pt x="4391" y="10276"/>
                    <a:pt x="4358" y="10439"/>
                  </a:cubicBezTo>
                  <a:cubicBezTo>
                    <a:pt x="4293" y="10276"/>
                    <a:pt x="4228" y="10146"/>
                    <a:pt x="4163" y="9984"/>
                  </a:cubicBezTo>
                  <a:cubicBezTo>
                    <a:pt x="3935" y="9561"/>
                    <a:pt x="3708" y="9138"/>
                    <a:pt x="3480" y="8683"/>
                  </a:cubicBezTo>
                  <a:cubicBezTo>
                    <a:pt x="3415" y="8553"/>
                    <a:pt x="3350" y="8423"/>
                    <a:pt x="3285" y="8293"/>
                  </a:cubicBezTo>
                  <a:cubicBezTo>
                    <a:pt x="3675" y="8195"/>
                    <a:pt x="4033" y="8065"/>
                    <a:pt x="4391" y="7870"/>
                  </a:cubicBezTo>
                  <a:cubicBezTo>
                    <a:pt x="4683" y="7675"/>
                    <a:pt x="4879" y="7382"/>
                    <a:pt x="4911" y="7024"/>
                  </a:cubicBezTo>
                  <a:cubicBezTo>
                    <a:pt x="4942" y="6716"/>
                    <a:pt x="4680" y="6436"/>
                    <a:pt x="4348" y="6436"/>
                  </a:cubicBezTo>
                  <a:cubicBezTo>
                    <a:pt x="4330" y="6436"/>
                    <a:pt x="4312" y="6437"/>
                    <a:pt x="4293" y="6439"/>
                  </a:cubicBezTo>
                  <a:cubicBezTo>
                    <a:pt x="3805" y="6471"/>
                    <a:pt x="3415" y="7252"/>
                    <a:pt x="3318" y="7675"/>
                  </a:cubicBezTo>
                  <a:cubicBezTo>
                    <a:pt x="3318" y="7707"/>
                    <a:pt x="3253" y="8162"/>
                    <a:pt x="3253" y="8260"/>
                  </a:cubicBezTo>
                  <a:cubicBezTo>
                    <a:pt x="3123" y="7967"/>
                    <a:pt x="2960" y="7675"/>
                    <a:pt x="2830" y="7382"/>
                  </a:cubicBezTo>
                  <a:cubicBezTo>
                    <a:pt x="2635" y="6992"/>
                    <a:pt x="2505" y="6601"/>
                    <a:pt x="2342" y="6179"/>
                  </a:cubicBezTo>
                  <a:cubicBezTo>
                    <a:pt x="2765" y="6081"/>
                    <a:pt x="3123" y="5951"/>
                    <a:pt x="3480" y="5756"/>
                  </a:cubicBezTo>
                  <a:cubicBezTo>
                    <a:pt x="3773" y="5561"/>
                    <a:pt x="3968" y="5268"/>
                    <a:pt x="4001" y="4910"/>
                  </a:cubicBezTo>
                  <a:cubicBezTo>
                    <a:pt x="4001" y="4602"/>
                    <a:pt x="3766" y="4323"/>
                    <a:pt x="3437" y="4323"/>
                  </a:cubicBezTo>
                  <a:cubicBezTo>
                    <a:pt x="3419" y="4323"/>
                    <a:pt x="3401" y="4323"/>
                    <a:pt x="3383" y="4325"/>
                  </a:cubicBezTo>
                  <a:cubicBezTo>
                    <a:pt x="2895" y="4390"/>
                    <a:pt x="2505" y="5138"/>
                    <a:pt x="2407" y="5528"/>
                  </a:cubicBezTo>
                  <a:cubicBezTo>
                    <a:pt x="2407" y="5561"/>
                    <a:pt x="2342" y="6049"/>
                    <a:pt x="2342" y="6146"/>
                  </a:cubicBezTo>
                  <a:cubicBezTo>
                    <a:pt x="2342" y="6114"/>
                    <a:pt x="2342" y="6081"/>
                    <a:pt x="2310" y="6081"/>
                  </a:cubicBezTo>
                  <a:cubicBezTo>
                    <a:pt x="2212" y="5658"/>
                    <a:pt x="2114" y="5236"/>
                    <a:pt x="2082" y="4780"/>
                  </a:cubicBezTo>
                  <a:cubicBezTo>
                    <a:pt x="2049" y="4553"/>
                    <a:pt x="2049" y="4325"/>
                    <a:pt x="2049" y="4097"/>
                  </a:cubicBezTo>
                  <a:cubicBezTo>
                    <a:pt x="2440" y="4065"/>
                    <a:pt x="2797" y="3967"/>
                    <a:pt x="3155" y="3805"/>
                  </a:cubicBezTo>
                  <a:cubicBezTo>
                    <a:pt x="3480" y="3642"/>
                    <a:pt x="3708" y="3350"/>
                    <a:pt x="3773" y="2992"/>
                  </a:cubicBezTo>
                  <a:cubicBezTo>
                    <a:pt x="3838" y="2667"/>
                    <a:pt x="3578" y="2341"/>
                    <a:pt x="3220" y="2341"/>
                  </a:cubicBezTo>
                  <a:cubicBezTo>
                    <a:pt x="2765" y="2341"/>
                    <a:pt x="2244" y="3057"/>
                    <a:pt x="2114" y="3480"/>
                  </a:cubicBezTo>
                  <a:cubicBezTo>
                    <a:pt x="2114" y="3480"/>
                    <a:pt x="2049" y="3707"/>
                    <a:pt x="2017" y="3902"/>
                  </a:cubicBezTo>
                  <a:lnTo>
                    <a:pt x="2017" y="3577"/>
                  </a:lnTo>
                  <a:cubicBezTo>
                    <a:pt x="2017" y="3219"/>
                    <a:pt x="2049" y="2894"/>
                    <a:pt x="2082" y="2602"/>
                  </a:cubicBezTo>
                  <a:cubicBezTo>
                    <a:pt x="2082" y="2439"/>
                    <a:pt x="2114" y="2276"/>
                    <a:pt x="2114" y="2146"/>
                  </a:cubicBezTo>
                  <a:cubicBezTo>
                    <a:pt x="2440" y="1919"/>
                    <a:pt x="2732" y="1659"/>
                    <a:pt x="2992" y="1366"/>
                  </a:cubicBezTo>
                  <a:cubicBezTo>
                    <a:pt x="3188" y="1073"/>
                    <a:pt x="3253" y="715"/>
                    <a:pt x="3188" y="358"/>
                  </a:cubicBezTo>
                  <a:cubicBezTo>
                    <a:pt x="3093" y="145"/>
                    <a:pt x="2878" y="1"/>
                    <a:pt x="26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0"/>
            <p:cNvSpPr/>
            <p:nvPr/>
          </p:nvSpPr>
          <p:spPr>
            <a:xfrm>
              <a:off x="5574315" y="3516908"/>
              <a:ext cx="16389" cy="25304"/>
            </a:xfrm>
            <a:custGeom>
              <a:rect b="b" l="l" r="r" t="t"/>
              <a:pathLst>
                <a:path extrusionOk="0" h="2160" w="1399">
                  <a:moveTo>
                    <a:pt x="616" y="1"/>
                  </a:moveTo>
                  <a:cubicBezTo>
                    <a:pt x="367" y="1"/>
                    <a:pt x="140" y="154"/>
                    <a:pt x="66" y="403"/>
                  </a:cubicBezTo>
                  <a:cubicBezTo>
                    <a:pt x="1" y="761"/>
                    <a:pt x="66" y="1119"/>
                    <a:pt x="261" y="1379"/>
                  </a:cubicBezTo>
                  <a:cubicBezTo>
                    <a:pt x="553" y="1704"/>
                    <a:pt x="846" y="1964"/>
                    <a:pt x="1204" y="2159"/>
                  </a:cubicBezTo>
                  <a:cubicBezTo>
                    <a:pt x="1204" y="2159"/>
                    <a:pt x="1334" y="1607"/>
                    <a:pt x="1366" y="1574"/>
                  </a:cubicBezTo>
                  <a:cubicBezTo>
                    <a:pt x="1399" y="1119"/>
                    <a:pt x="1269" y="273"/>
                    <a:pt x="846" y="46"/>
                  </a:cubicBezTo>
                  <a:cubicBezTo>
                    <a:pt x="770" y="15"/>
                    <a:pt x="692" y="1"/>
                    <a:pt x="6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0"/>
            <p:cNvSpPr/>
            <p:nvPr/>
          </p:nvSpPr>
          <p:spPr>
            <a:xfrm>
              <a:off x="7061616" y="2573019"/>
              <a:ext cx="12" cy="1240056"/>
            </a:xfrm>
            <a:custGeom>
              <a:rect b="b" l="l" r="r" t="t"/>
              <a:pathLst>
                <a:path extrusionOk="0" fill="none" h="105852" w="1">
                  <a:moveTo>
                    <a:pt x="0" y="105852"/>
                  </a:moveTo>
                  <a:lnTo>
                    <a:pt x="0"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0"/>
            <p:cNvSpPr/>
            <p:nvPr/>
          </p:nvSpPr>
          <p:spPr>
            <a:xfrm>
              <a:off x="5952616" y="2581020"/>
              <a:ext cx="12" cy="1232055"/>
            </a:xfrm>
            <a:custGeom>
              <a:rect b="b" l="l" r="r" t="t"/>
              <a:pathLst>
                <a:path extrusionOk="0" fill="none" h="105169" w="1">
                  <a:moveTo>
                    <a:pt x="1" y="105169"/>
                  </a:moveTo>
                  <a:lnTo>
                    <a:pt x="1"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0"/>
            <p:cNvSpPr/>
            <p:nvPr/>
          </p:nvSpPr>
          <p:spPr>
            <a:xfrm>
              <a:off x="5244784" y="3204668"/>
              <a:ext cx="2681259" cy="12"/>
            </a:xfrm>
            <a:custGeom>
              <a:rect b="b" l="l" r="r" t="t"/>
              <a:pathLst>
                <a:path extrusionOk="0" fill="none" h="1" w="228874">
                  <a:moveTo>
                    <a:pt x="0" y="0"/>
                  </a:moveTo>
                  <a:lnTo>
                    <a:pt x="228873"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0"/>
            <p:cNvSpPr/>
            <p:nvPr/>
          </p:nvSpPr>
          <p:spPr>
            <a:xfrm>
              <a:off x="5185342" y="3642399"/>
              <a:ext cx="25539" cy="16003"/>
            </a:xfrm>
            <a:custGeom>
              <a:rect b="b" l="l" r="r" t="t"/>
              <a:pathLst>
                <a:path extrusionOk="0" fill="none" h="1366" w="2180">
                  <a:moveTo>
                    <a:pt x="2180" y="0"/>
                  </a:moveTo>
                  <a:lnTo>
                    <a:pt x="1" y="1366"/>
                  </a:lnTo>
                </a:path>
              </a:pathLst>
            </a:custGeom>
            <a:noFill/>
            <a:ln cap="rnd" cmpd="sng" w="48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0"/>
            <p:cNvSpPr/>
            <p:nvPr/>
          </p:nvSpPr>
          <p:spPr>
            <a:xfrm>
              <a:off x="5245545" y="3375719"/>
              <a:ext cx="398497" cy="245359"/>
            </a:xfrm>
            <a:custGeom>
              <a:rect b="b" l="l" r="r" t="t"/>
              <a:pathLst>
                <a:path extrusionOk="0" fill="none" h="20944" w="34016">
                  <a:moveTo>
                    <a:pt x="34016" y="0"/>
                  </a:moveTo>
                  <a:lnTo>
                    <a:pt x="0" y="20943"/>
                  </a:lnTo>
                </a:path>
              </a:pathLst>
            </a:custGeom>
            <a:noFill/>
            <a:ln cap="rnd" cmpd="sng" w="4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0"/>
            <p:cNvSpPr/>
            <p:nvPr/>
          </p:nvSpPr>
          <p:spPr>
            <a:xfrm>
              <a:off x="5377351" y="3392096"/>
              <a:ext cx="319269" cy="196976"/>
            </a:xfrm>
            <a:custGeom>
              <a:rect b="b" l="l" r="r" t="t"/>
              <a:pathLst>
                <a:path extrusionOk="0" fill="none" h="16814" w="27253">
                  <a:moveTo>
                    <a:pt x="27252" y="1"/>
                  </a:moveTo>
                  <a:lnTo>
                    <a:pt x="1" y="16813"/>
                  </a:lnTo>
                </a:path>
              </a:pathLst>
            </a:custGeom>
            <a:noFill/>
            <a:ln cap="rnd" cmpd="sng" w="4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0"/>
            <p:cNvSpPr/>
            <p:nvPr/>
          </p:nvSpPr>
          <p:spPr>
            <a:xfrm>
              <a:off x="5739661" y="3306378"/>
              <a:ext cx="96391" cy="59442"/>
            </a:xfrm>
            <a:custGeom>
              <a:rect b="b" l="l" r="r" t="t"/>
              <a:pathLst>
                <a:path extrusionOk="0" fill="none" h="5074" w="8228">
                  <a:moveTo>
                    <a:pt x="8228" y="1"/>
                  </a:moveTo>
                  <a:lnTo>
                    <a:pt x="0" y="5074"/>
                  </a:lnTo>
                </a:path>
              </a:pathLst>
            </a:custGeom>
            <a:noFill/>
            <a:ln cap="rnd" cmpd="sng" w="4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0"/>
            <p:cNvSpPr/>
            <p:nvPr/>
          </p:nvSpPr>
          <p:spPr>
            <a:xfrm>
              <a:off x="7151517" y="3629056"/>
              <a:ext cx="28585" cy="17537"/>
            </a:xfrm>
            <a:custGeom>
              <a:rect b="b" l="l" r="r" t="t"/>
              <a:pathLst>
                <a:path extrusionOk="0" fill="none" h="1497" w="2440">
                  <a:moveTo>
                    <a:pt x="2440" y="1"/>
                  </a:moveTo>
                  <a:lnTo>
                    <a:pt x="1" y="1497"/>
                  </a:lnTo>
                </a:path>
              </a:pathLst>
            </a:custGeom>
            <a:noFill/>
            <a:ln cap="rnd" cmpd="sng" w="48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0"/>
            <p:cNvSpPr/>
            <p:nvPr/>
          </p:nvSpPr>
          <p:spPr>
            <a:xfrm>
              <a:off x="7218574" y="3331143"/>
              <a:ext cx="444983" cy="274307"/>
            </a:xfrm>
            <a:custGeom>
              <a:rect b="b" l="l" r="r" t="t"/>
              <a:pathLst>
                <a:path extrusionOk="0" fill="none" h="23415" w="37984">
                  <a:moveTo>
                    <a:pt x="37983" y="1"/>
                  </a:moveTo>
                  <a:lnTo>
                    <a:pt x="0" y="23415"/>
                  </a:lnTo>
                </a:path>
              </a:pathLst>
            </a:custGeom>
            <a:noFill/>
            <a:ln cap="rnd" cmpd="sng" w="48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0"/>
            <p:cNvSpPr/>
            <p:nvPr/>
          </p:nvSpPr>
          <p:spPr>
            <a:xfrm>
              <a:off x="7366007" y="3349430"/>
              <a:ext cx="356218" cy="219832"/>
            </a:xfrm>
            <a:custGeom>
              <a:rect b="b" l="l" r="r" t="t"/>
              <a:pathLst>
                <a:path extrusionOk="0" fill="none" h="18765" w="30407">
                  <a:moveTo>
                    <a:pt x="30406" y="1"/>
                  </a:moveTo>
                  <a:lnTo>
                    <a:pt x="0" y="18764"/>
                  </a:lnTo>
                </a:path>
              </a:pathLst>
            </a:custGeom>
            <a:noFill/>
            <a:ln cap="rnd" cmpd="sng" w="48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0"/>
            <p:cNvSpPr/>
            <p:nvPr/>
          </p:nvSpPr>
          <p:spPr>
            <a:xfrm>
              <a:off x="7770596" y="3253426"/>
              <a:ext cx="107438" cy="66682"/>
            </a:xfrm>
            <a:custGeom>
              <a:rect b="b" l="l" r="r" t="t"/>
              <a:pathLst>
                <a:path extrusionOk="0" fill="none" h="5692" w="9171">
                  <a:moveTo>
                    <a:pt x="9171" y="1"/>
                  </a:moveTo>
                  <a:lnTo>
                    <a:pt x="0" y="5692"/>
                  </a:lnTo>
                </a:path>
              </a:pathLst>
            </a:custGeom>
            <a:noFill/>
            <a:ln cap="rnd" cmpd="sng" w="48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0"/>
            <p:cNvSpPr/>
            <p:nvPr/>
          </p:nvSpPr>
          <p:spPr>
            <a:xfrm>
              <a:off x="6980467" y="3688111"/>
              <a:ext cx="198874" cy="229731"/>
            </a:xfrm>
            <a:custGeom>
              <a:rect b="b" l="l" r="r" t="t"/>
              <a:pathLst>
                <a:path extrusionOk="0" h="19610" w="16976">
                  <a:moveTo>
                    <a:pt x="0" y="0"/>
                  </a:moveTo>
                  <a:lnTo>
                    <a:pt x="0" y="19610"/>
                  </a:lnTo>
                  <a:lnTo>
                    <a:pt x="16976" y="19610"/>
                  </a:lnTo>
                  <a:lnTo>
                    <a:pt x="16976" y="0"/>
                  </a:ln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0"/>
            <p:cNvSpPr/>
            <p:nvPr/>
          </p:nvSpPr>
          <p:spPr>
            <a:xfrm>
              <a:off x="6970181" y="3720491"/>
              <a:ext cx="224787" cy="207637"/>
            </a:xfrm>
            <a:custGeom>
              <a:rect b="b" l="l" r="r" t="t"/>
              <a:pathLst>
                <a:path extrusionOk="0" h="17724" w="19188">
                  <a:moveTo>
                    <a:pt x="0" y="1"/>
                  </a:moveTo>
                  <a:lnTo>
                    <a:pt x="0" y="17724"/>
                  </a:lnTo>
                  <a:lnTo>
                    <a:pt x="19187" y="17724"/>
                  </a:lnTo>
                  <a:lnTo>
                    <a:pt x="9073" y="1"/>
                  </a:ln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0"/>
            <p:cNvSpPr/>
            <p:nvPr/>
          </p:nvSpPr>
          <p:spPr>
            <a:xfrm>
              <a:off x="6875699" y="3718875"/>
              <a:ext cx="185437" cy="221226"/>
            </a:xfrm>
            <a:custGeom>
              <a:rect b="b" l="l" r="r" t="t"/>
              <a:pathLst>
                <a:path extrusionOk="0" h="18884" w="15829">
                  <a:moveTo>
                    <a:pt x="5147" y="0"/>
                  </a:moveTo>
                  <a:cubicBezTo>
                    <a:pt x="4813" y="0"/>
                    <a:pt x="4521" y="155"/>
                    <a:pt x="4521" y="529"/>
                  </a:cubicBezTo>
                  <a:lnTo>
                    <a:pt x="618" y="14480"/>
                  </a:lnTo>
                  <a:cubicBezTo>
                    <a:pt x="1" y="16691"/>
                    <a:pt x="1659" y="18870"/>
                    <a:pt x="3935" y="18870"/>
                  </a:cubicBezTo>
                  <a:lnTo>
                    <a:pt x="14927" y="18870"/>
                  </a:lnTo>
                  <a:cubicBezTo>
                    <a:pt x="14971" y="18879"/>
                    <a:pt x="15012" y="18883"/>
                    <a:pt x="15052" y="18883"/>
                  </a:cubicBezTo>
                  <a:cubicBezTo>
                    <a:pt x="15822" y="18883"/>
                    <a:pt x="15829" y="17259"/>
                    <a:pt x="15071" y="17259"/>
                  </a:cubicBezTo>
                  <a:cubicBezTo>
                    <a:pt x="15025" y="17259"/>
                    <a:pt x="14978" y="17264"/>
                    <a:pt x="14927" y="17276"/>
                  </a:cubicBezTo>
                  <a:lnTo>
                    <a:pt x="3935" y="17276"/>
                  </a:lnTo>
                  <a:cubicBezTo>
                    <a:pt x="2700" y="17276"/>
                    <a:pt x="1789" y="16073"/>
                    <a:pt x="2147" y="14870"/>
                  </a:cubicBezTo>
                  <a:lnTo>
                    <a:pt x="6049" y="919"/>
                  </a:lnTo>
                  <a:cubicBezTo>
                    <a:pt x="6330" y="398"/>
                    <a:pt x="5684" y="0"/>
                    <a:pt x="5147" y="0"/>
                  </a:cubicBez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0"/>
            <p:cNvSpPr/>
            <p:nvPr/>
          </p:nvSpPr>
          <p:spPr>
            <a:xfrm>
              <a:off x="6937801" y="3510957"/>
              <a:ext cx="74297" cy="380222"/>
            </a:xfrm>
            <a:custGeom>
              <a:rect b="b" l="l" r="r" t="t"/>
              <a:pathLst>
                <a:path extrusionOk="0" h="32456" w="6342">
                  <a:moveTo>
                    <a:pt x="2504" y="1"/>
                  </a:moveTo>
                  <a:lnTo>
                    <a:pt x="0" y="326"/>
                  </a:lnTo>
                  <a:lnTo>
                    <a:pt x="3870" y="32455"/>
                  </a:lnTo>
                  <a:lnTo>
                    <a:pt x="6342" y="32163"/>
                  </a:lnTo>
                  <a:lnTo>
                    <a:pt x="2504" y="1"/>
                  </a:lnTo>
                  <a:close/>
                </a:path>
              </a:pathLst>
            </a:custGeom>
            <a:solidFill>
              <a:schemeClr val="lt1"/>
            </a:solidFill>
            <a:ln cap="rnd" cmpd="sng" w="9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0"/>
            <p:cNvSpPr/>
            <p:nvPr/>
          </p:nvSpPr>
          <p:spPr>
            <a:xfrm>
              <a:off x="6886372" y="3514776"/>
              <a:ext cx="96778" cy="376403"/>
            </a:xfrm>
            <a:custGeom>
              <a:rect b="b" l="l" r="r" t="t"/>
              <a:pathLst>
                <a:path extrusionOk="0" h="32130" w="8261">
                  <a:moveTo>
                    <a:pt x="4423" y="0"/>
                  </a:moveTo>
                  <a:lnTo>
                    <a:pt x="4423" y="0"/>
                  </a:lnTo>
                  <a:cubicBezTo>
                    <a:pt x="4423" y="1"/>
                    <a:pt x="0" y="15773"/>
                    <a:pt x="8260" y="32129"/>
                  </a:cubicBezTo>
                  <a:lnTo>
                    <a:pt x="4423" y="0"/>
                  </a:ln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0"/>
            <p:cNvSpPr/>
            <p:nvPr/>
          </p:nvSpPr>
          <p:spPr>
            <a:xfrm>
              <a:off x="6812462" y="3938789"/>
              <a:ext cx="1176057" cy="663268"/>
            </a:xfrm>
            <a:custGeom>
              <a:rect b="b" l="l" r="r" t="t"/>
              <a:pathLst>
                <a:path extrusionOk="0" h="56617" w="100389">
                  <a:moveTo>
                    <a:pt x="0" y="0"/>
                  </a:moveTo>
                  <a:lnTo>
                    <a:pt x="0" y="56617"/>
                  </a:lnTo>
                  <a:lnTo>
                    <a:pt x="100388" y="56617"/>
                  </a:lnTo>
                  <a:lnTo>
                    <a:pt x="10038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0"/>
            <p:cNvSpPr/>
            <p:nvPr/>
          </p:nvSpPr>
          <p:spPr>
            <a:xfrm>
              <a:off x="6812462" y="3938789"/>
              <a:ext cx="1176057" cy="663268"/>
            </a:xfrm>
            <a:custGeom>
              <a:rect b="b" l="l" r="r" t="t"/>
              <a:pathLst>
                <a:path extrusionOk="0" h="56617" w="100389">
                  <a:moveTo>
                    <a:pt x="0" y="0"/>
                  </a:moveTo>
                  <a:lnTo>
                    <a:pt x="0" y="56617"/>
                  </a:lnTo>
                  <a:lnTo>
                    <a:pt x="100388" y="56617"/>
                  </a:lnTo>
                  <a:lnTo>
                    <a:pt x="100388" y="0"/>
                  </a:ln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0"/>
            <p:cNvSpPr/>
            <p:nvPr/>
          </p:nvSpPr>
          <p:spPr>
            <a:xfrm>
              <a:off x="6812462" y="3938789"/>
              <a:ext cx="1176057" cy="663268"/>
            </a:xfrm>
            <a:custGeom>
              <a:rect b="b" l="l" r="r" t="t"/>
              <a:pathLst>
                <a:path extrusionOk="0" fill="none" h="56617" w="100389">
                  <a:moveTo>
                    <a:pt x="0" y="0"/>
                  </a:moveTo>
                  <a:lnTo>
                    <a:pt x="100388" y="0"/>
                  </a:lnTo>
                  <a:lnTo>
                    <a:pt x="100388" y="56617"/>
                  </a:lnTo>
                  <a:lnTo>
                    <a:pt x="0" y="56617"/>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0"/>
            <p:cNvSpPr/>
            <p:nvPr/>
          </p:nvSpPr>
          <p:spPr>
            <a:xfrm>
              <a:off x="6812837" y="3954791"/>
              <a:ext cx="1174921" cy="18299"/>
            </a:xfrm>
            <a:custGeom>
              <a:rect b="b" l="l" r="r" t="t"/>
              <a:pathLst>
                <a:path extrusionOk="0" h="1562" w="100292">
                  <a:moveTo>
                    <a:pt x="1" y="0"/>
                  </a:moveTo>
                  <a:lnTo>
                    <a:pt x="1" y="1561"/>
                  </a:lnTo>
                  <a:lnTo>
                    <a:pt x="100291" y="1561"/>
                  </a:lnTo>
                  <a:lnTo>
                    <a:pt x="1002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0"/>
            <p:cNvSpPr/>
            <p:nvPr/>
          </p:nvSpPr>
          <p:spPr>
            <a:xfrm>
              <a:off x="6786560" y="3928116"/>
              <a:ext cx="1210722" cy="28971"/>
            </a:xfrm>
            <a:custGeom>
              <a:rect b="b" l="l" r="r" t="t"/>
              <a:pathLst>
                <a:path extrusionOk="0" h="2473" w="103348">
                  <a:moveTo>
                    <a:pt x="0" y="1"/>
                  </a:moveTo>
                  <a:lnTo>
                    <a:pt x="0" y="2472"/>
                  </a:lnTo>
                  <a:lnTo>
                    <a:pt x="103347" y="2472"/>
                  </a:lnTo>
                  <a:lnTo>
                    <a:pt x="103347" y="1"/>
                  </a:ln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0"/>
            <p:cNvSpPr/>
            <p:nvPr/>
          </p:nvSpPr>
          <p:spPr>
            <a:xfrm>
              <a:off x="5189196" y="3407584"/>
              <a:ext cx="340942" cy="775568"/>
            </a:xfrm>
            <a:custGeom>
              <a:rect b="b" l="l" r="r" t="t"/>
              <a:pathLst>
                <a:path extrusionOk="0" h="66203" w="29103">
                  <a:moveTo>
                    <a:pt x="1622" y="0"/>
                  </a:moveTo>
                  <a:cubicBezTo>
                    <a:pt x="1176" y="0"/>
                    <a:pt x="1" y="239"/>
                    <a:pt x="452" y="2841"/>
                  </a:cubicBezTo>
                  <a:cubicBezTo>
                    <a:pt x="1330" y="7524"/>
                    <a:pt x="1591" y="12304"/>
                    <a:pt x="2891" y="16857"/>
                  </a:cubicBezTo>
                  <a:cubicBezTo>
                    <a:pt x="4225" y="21442"/>
                    <a:pt x="6013" y="26060"/>
                    <a:pt x="7574" y="30450"/>
                  </a:cubicBezTo>
                  <a:cubicBezTo>
                    <a:pt x="11607" y="41702"/>
                    <a:pt x="9525" y="53052"/>
                    <a:pt x="10241" y="64628"/>
                  </a:cubicBezTo>
                  <a:cubicBezTo>
                    <a:pt x="10309" y="65849"/>
                    <a:pt x="13039" y="66202"/>
                    <a:pt x="16296" y="66202"/>
                  </a:cubicBezTo>
                  <a:cubicBezTo>
                    <a:pt x="20759" y="66202"/>
                    <a:pt x="26211" y="65539"/>
                    <a:pt x="27151" y="65539"/>
                  </a:cubicBezTo>
                  <a:cubicBezTo>
                    <a:pt x="29102" y="65539"/>
                    <a:pt x="28354" y="54645"/>
                    <a:pt x="28322" y="53377"/>
                  </a:cubicBezTo>
                  <a:cubicBezTo>
                    <a:pt x="28192" y="45507"/>
                    <a:pt x="27671" y="37377"/>
                    <a:pt x="25590" y="29735"/>
                  </a:cubicBezTo>
                  <a:cubicBezTo>
                    <a:pt x="24029" y="24044"/>
                    <a:pt x="21330" y="17052"/>
                    <a:pt x="20387" y="14093"/>
                  </a:cubicBezTo>
                  <a:cubicBezTo>
                    <a:pt x="19444" y="11134"/>
                    <a:pt x="20029" y="11491"/>
                    <a:pt x="19899" y="9248"/>
                  </a:cubicBezTo>
                  <a:cubicBezTo>
                    <a:pt x="19802" y="6971"/>
                    <a:pt x="17298" y="695"/>
                    <a:pt x="17298" y="695"/>
                  </a:cubicBezTo>
                  <a:cubicBezTo>
                    <a:pt x="17121" y="164"/>
                    <a:pt x="16511" y="105"/>
                    <a:pt x="16248" y="105"/>
                  </a:cubicBezTo>
                  <a:cubicBezTo>
                    <a:pt x="16173" y="105"/>
                    <a:pt x="16127" y="110"/>
                    <a:pt x="16127" y="110"/>
                  </a:cubicBezTo>
                  <a:lnTo>
                    <a:pt x="1786" y="12"/>
                  </a:lnTo>
                  <a:cubicBezTo>
                    <a:pt x="1786" y="12"/>
                    <a:pt x="1722" y="0"/>
                    <a:pt x="1622" y="0"/>
                  </a:cubicBezTo>
                  <a:close/>
                </a:path>
              </a:pathLst>
            </a:custGeom>
            <a:solidFill>
              <a:schemeClr val="accent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0"/>
            <p:cNvSpPr/>
            <p:nvPr/>
          </p:nvSpPr>
          <p:spPr>
            <a:xfrm>
              <a:off x="5193730" y="3407548"/>
              <a:ext cx="228970" cy="186257"/>
            </a:xfrm>
            <a:custGeom>
              <a:rect b="b" l="l" r="r" t="t"/>
              <a:pathLst>
                <a:path extrusionOk="0" h="15899" w="19545">
                  <a:moveTo>
                    <a:pt x="1215" y="0"/>
                  </a:moveTo>
                  <a:cubicBezTo>
                    <a:pt x="858" y="0"/>
                    <a:pt x="99" y="151"/>
                    <a:pt x="0" y="1413"/>
                  </a:cubicBezTo>
                  <a:cubicBezTo>
                    <a:pt x="98" y="1641"/>
                    <a:pt x="228" y="1869"/>
                    <a:pt x="326" y="2129"/>
                  </a:cubicBezTo>
                  <a:cubicBezTo>
                    <a:pt x="1269" y="4503"/>
                    <a:pt x="1756" y="8503"/>
                    <a:pt x="2927" y="11007"/>
                  </a:cubicBezTo>
                  <a:cubicBezTo>
                    <a:pt x="4081" y="13408"/>
                    <a:pt x="7059" y="15899"/>
                    <a:pt x="12319" y="15899"/>
                  </a:cubicBezTo>
                  <a:cubicBezTo>
                    <a:pt x="12545" y="15899"/>
                    <a:pt x="12774" y="15894"/>
                    <a:pt x="13008" y="15885"/>
                  </a:cubicBezTo>
                  <a:cubicBezTo>
                    <a:pt x="18699" y="15657"/>
                    <a:pt x="19154" y="11494"/>
                    <a:pt x="19154" y="11494"/>
                  </a:cubicBezTo>
                  <a:lnTo>
                    <a:pt x="19480" y="11039"/>
                  </a:lnTo>
                  <a:cubicBezTo>
                    <a:pt x="19545" y="10454"/>
                    <a:pt x="19545" y="9836"/>
                    <a:pt x="19512" y="9251"/>
                  </a:cubicBezTo>
                  <a:cubicBezTo>
                    <a:pt x="19415" y="6974"/>
                    <a:pt x="16911" y="698"/>
                    <a:pt x="16911" y="698"/>
                  </a:cubicBezTo>
                  <a:cubicBezTo>
                    <a:pt x="16734" y="167"/>
                    <a:pt x="16124" y="108"/>
                    <a:pt x="15861" y="108"/>
                  </a:cubicBezTo>
                  <a:cubicBezTo>
                    <a:pt x="15786" y="108"/>
                    <a:pt x="15740" y="113"/>
                    <a:pt x="15740" y="113"/>
                  </a:cubicBezTo>
                  <a:lnTo>
                    <a:pt x="1399" y="15"/>
                  </a:lnTo>
                  <a:cubicBezTo>
                    <a:pt x="1399" y="15"/>
                    <a:pt x="1326" y="0"/>
                    <a:pt x="1215" y="0"/>
                  </a:cubicBez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0"/>
            <p:cNvSpPr/>
            <p:nvPr/>
          </p:nvSpPr>
          <p:spPr>
            <a:xfrm>
              <a:off x="5190684" y="3408486"/>
              <a:ext cx="140967" cy="768035"/>
            </a:xfrm>
            <a:custGeom>
              <a:rect b="b" l="l" r="r" t="t"/>
              <a:pathLst>
                <a:path extrusionOk="0" h="65560" w="12033">
                  <a:moveTo>
                    <a:pt x="1073" y="0"/>
                  </a:moveTo>
                  <a:cubicBezTo>
                    <a:pt x="553" y="163"/>
                    <a:pt x="0" y="813"/>
                    <a:pt x="358" y="2764"/>
                  </a:cubicBezTo>
                  <a:cubicBezTo>
                    <a:pt x="1236" y="7447"/>
                    <a:pt x="1464" y="12195"/>
                    <a:pt x="2797" y="16780"/>
                  </a:cubicBezTo>
                  <a:cubicBezTo>
                    <a:pt x="4130" y="21365"/>
                    <a:pt x="5919" y="25983"/>
                    <a:pt x="7480" y="30373"/>
                  </a:cubicBezTo>
                  <a:cubicBezTo>
                    <a:pt x="11512" y="41625"/>
                    <a:pt x="9398" y="52942"/>
                    <a:pt x="10146" y="64551"/>
                  </a:cubicBezTo>
                  <a:cubicBezTo>
                    <a:pt x="10146" y="65007"/>
                    <a:pt x="10537" y="65332"/>
                    <a:pt x="11187" y="65560"/>
                  </a:cubicBezTo>
                  <a:cubicBezTo>
                    <a:pt x="11154" y="65039"/>
                    <a:pt x="11187" y="64519"/>
                    <a:pt x="11252" y="64031"/>
                  </a:cubicBezTo>
                  <a:cubicBezTo>
                    <a:pt x="11447" y="63056"/>
                    <a:pt x="12033" y="41333"/>
                    <a:pt x="10667" y="35186"/>
                  </a:cubicBezTo>
                  <a:cubicBezTo>
                    <a:pt x="9333" y="29040"/>
                    <a:pt x="5854" y="22309"/>
                    <a:pt x="4911" y="16357"/>
                  </a:cubicBezTo>
                  <a:cubicBezTo>
                    <a:pt x="3968" y="10374"/>
                    <a:pt x="4520" y="9431"/>
                    <a:pt x="3577" y="5951"/>
                  </a:cubicBezTo>
                  <a:cubicBezTo>
                    <a:pt x="2992" y="3870"/>
                    <a:pt x="2147" y="1854"/>
                    <a:pt x="1073" y="0"/>
                  </a:cubicBez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0"/>
            <p:cNvSpPr/>
            <p:nvPr/>
          </p:nvSpPr>
          <p:spPr>
            <a:xfrm>
              <a:off x="5351836" y="4246225"/>
              <a:ext cx="443834" cy="355831"/>
            </a:xfrm>
            <a:custGeom>
              <a:rect b="b" l="l" r="r" t="t"/>
              <a:pathLst>
                <a:path extrusionOk="0" h="30374" w="37886">
                  <a:moveTo>
                    <a:pt x="15675" y="1"/>
                  </a:moveTo>
                  <a:lnTo>
                    <a:pt x="15675" y="8488"/>
                  </a:lnTo>
                  <a:lnTo>
                    <a:pt x="17626" y="8488"/>
                  </a:lnTo>
                  <a:lnTo>
                    <a:pt x="17626" y="21854"/>
                  </a:lnTo>
                  <a:lnTo>
                    <a:pt x="17528" y="21919"/>
                  </a:lnTo>
                  <a:lnTo>
                    <a:pt x="0" y="27512"/>
                  </a:lnTo>
                  <a:lnTo>
                    <a:pt x="0" y="28846"/>
                  </a:lnTo>
                  <a:cubicBezTo>
                    <a:pt x="49" y="29821"/>
                    <a:pt x="797" y="30309"/>
                    <a:pt x="1545" y="30309"/>
                  </a:cubicBezTo>
                  <a:cubicBezTo>
                    <a:pt x="2293" y="30309"/>
                    <a:pt x="3041" y="29821"/>
                    <a:pt x="3089" y="28846"/>
                  </a:cubicBezTo>
                  <a:lnTo>
                    <a:pt x="3089" y="28650"/>
                  </a:lnTo>
                  <a:lnTo>
                    <a:pt x="17886" y="26959"/>
                  </a:lnTo>
                  <a:lnTo>
                    <a:pt x="17886" y="29008"/>
                  </a:lnTo>
                  <a:cubicBezTo>
                    <a:pt x="17886" y="29919"/>
                    <a:pt x="18561" y="30374"/>
                    <a:pt x="19235" y="30374"/>
                  </a:cubicBezTo>
                  <a:cubicBezTo>
                    <a:pt x="19910" y="30374"/>
                    <a:pt x="20585" y="29919"/>
                    <a:pt x="20585" y="29008"/>
                  </a:cubicBezTo>
                  <a:lnTo>
                    <a:pt x="20585" y="26992"/>
                  </a:lnTo>
                  <a:lnTo>
                    <a:pt x="34796" y="28650"/>
                  </a:lnTo>
                  <a:lnTo>
                    <a:pt x="34796" y="28846"/>
                  </a:lnTo>
                  <a:cubicBezTo>
                    <a:pt x="34845" y="29821"/>
                    <a:pt x="35593" y="30309"/>
                    <a:pt x="36341" y="30309"/>
                  </a:cubicBezTo>
                  <a:cubicBezTo>
                    <a:pt x="37089" y="30309"/>
                    <a:pt x="37837" y="29821"/>
                    <a:pt x="37885" y="28846"/>
                  </a:cubicBezTo>
                  <a:lnTo>
                    <a:pt x="37885" y="27480"/>
                  </a:lnTo>
                  <a:lnTo>
                    <a:pt x="20878" y="22081"/>
                  </a:lnTo>
                  <a:lnTo>
                    <a:pt x="20878" y="8488"/>
                  </a:lnTo>
                  <a:lnTo>
                    <a:pt x="22796" y="8488"/>
                  </a:lnTo>
                  <a:lnTo>
                    <a:pt x="22796" y="1"/>
                  </a:lnTo>
                  <a:close/>
                </a:path>
              </a:pathLst>
            </a:custGeom>
            <a:solidFill>
              <a:srgbClr val="263238"/>
            </a:solidFill>
            <a:ln cap="rnd" cmpd="sng" w="105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0"/>
            <p:cNvSpPr/>
            <p:nvPr/>
          </p:nvSpPr>
          <p:spPr>
            <a:xfrm>
              <a:off x="5296213" y="4149846"/>
              <a:ext cx="540987" cy="114678"/>
            </a:xfrm>
            <a:custGeom>
              <a:rect b="b" l="l" r="r" t="t"/>
              <a:pathLst>
                <a:path extrusionOk="0" h="9789" w="46179">
                  <a:moveTo>
                    <a:pt x="1626" y="0"/>
                  </a:moveTo>
                  <a:cubicBezTo>
                    <a:pt x="748" y="0"/>
                    <a:pt x="0" y="716"/>
                    <a:pt x="0" y="1626"/>
                  </a:cubicBezTo>
                  <a:lnTo>
                    <a:pt x="0" y="8163"/>
                  </a:lnTo>
                  <a:cubicBezTo>
                    <a:pt x="0" y="9073"/>
                    <a:pt x="748" y="9789"/>
                    <a:pt x="1626" y="9789"/>
                  </a:cubicBezTo>
                  <a:lnTo>
                    <a:pt x="44552" y="9789"/>
                  </a:lnTo>
                  <a:cubicBezTo>
                    <a:pt x="45430" y="9789"/>
                    <a:pt x="46178" y="9073"/>
                    <a:pt x="46178" y="8163"/>
                  </a:cubicBezTo>
                  <a:lnTo>
                    <a:pt x="46178" y="1626"/>
                  </a:lnTo>
                  <a:cubicBezTo>
                    <a:pt x="46178" y="716"/>
                    <a:pt x="45430" y="0"/>
                    <a:pt x="44552" y="0"/>
                  </a:cubicBezTo>
                  <a:close/>
                </a:path>
              </a:pathLst>
            </a:custGeom>
            <a:solidFill>
              <a:srgbClr val="263238"/>
            </a:solidFill>
            <a:ln cap="rnd" cmpd="sng" w="105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0"/>
            <p:cNvSpPr/>
            <p:nvPr/>
          </p:nvSpPr>
          <p:spPr>
            <a:xfrm>
              <a:off x="5970516" y="3688111"/>
              <a:ext cx="198886" cy="229731"/>
            </a:xfrm>
            <a:custGeom>
              <a:rect b="b" l="l" r="r" t="t"/>
              <a:pathLst>
                <a:path extrusionOk="0" h="19610" w="16977">
                  <a:moveTo>
                    <a:pt x="1" y="0"/>
                  </a:moveTo>
                  <a:lnTo>
                    <a:pt x="1" y="19610"/>
                  </a:lnTo>
                  <a:lnTo>
                    <a:pt x="16976" y="19610"/>
                  </a:lnTo>
                  <a:lnTo>
                    <a:pt x="16976" y="0"/>
                  </a:ln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0"/>
            <p:cNvSpPr/>
            <p:nvPr/>
          </p:nvSpPr>
          <p:spPr>
            <a:xfrm>
              <a:off x="5954900" y="3720491"/>
              <a:ext cx="224787" cy="207637"/>
            </a:xfrm>
            <a:custGeom>
              <a:rect b="b" l="l" r="r" t="t"/>
              <a:pathLst>
                <a:path extrusionOk="0" h="17724" w="19188">
                  <a:moveTo>
                    <a:pt x="10114" y="1"/>
                  </a:moveTo>
                  <a:lnTo>
                    <a:pt x="1" y="17724"/>
                  </a:lnTo>
                  <a:lnTo>
                    <a:pt x="19187" y="17724"/>
                  </a:lnTo>
                  <a:lnTo>
                    <a:pt x="19187" y="1"/>
                  </a:ln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0"/>
            <p:cNvSpPr/>
            <p:nvPr/>
          </p:nvSpPr>
          <p:spPr>
            <a:xfrm>
              <a:off x="6089389" y="3718875"/>
              <a:ext cx="185156" cy="221062"/>
            </a:xfrm>
            <a:custGeom>
              <a:rect b="b" l="l" r="r" t="t"/>
              <a:pathLst>
                <a:path extrusionOk="0" h="18870" w="15805">
                  <a:moveTo>
                    <a:pt x="10644" y="0"/>
                  </a:moveTo>
                  <a:cubicBezTo>
                    <a:pt x="10109" y="0"/>
                    <a:pt x="9475" y="398"/>
                    <a:pt x="9756" y="919"/>
                  </a:cubicBezTo>
                  <a:lnTo>
                    <a:pt x="13658" y="14870"/>
                  </a:lnTo>
                  <a:cubicBezTo>
                    <a:pt x="13984" y="16073"/>
                    <a:pt x="13073" y="17276"/>
                    <a:pt x="11837" y="17276"/>
                  </a:cubicBezTo>
                  <a:lnTo>
                    <a:pt x="878" y="17276"/>
                  </a:lnTo>
                  <a:cubicBezTo>
                    <a:pt x="0" y="17439"/>
                    <a:pt x="0" y="18675"/>
                    <a:pt x="878" y="18870"/>
                  </a:cubicBezTo>
                  <a:lnTo>
                    <a:pt x="11837" y="18870"/>
                  </a:lnTo>
                  <a:cubicBezTo>
                    <a:pt x="14146" y="18870"/>
                    <a:pt x="15805" y="16691"/>
                    <a:pt x="15187" y="14480"/>
                  </a:cubicBezTo>
                  <a:lnTo>
                    <a:pt x="11284" y="529"/>
                  </a:lnTo>
                  <a:cubicBezTo>
                    <a:pt x="11272" y="155"/>
                    <a:pt x="10977" y="0"/>
                    <a:pt x="10644" y="0"/>
                  </a:cubicBez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0"/>
            <p:cNvSpPr/>
            <p:nvPr/>
          </p:nvSpPr>
          <p:spPr>
            <a:xfrm>
              <a:off x="6137771" y="3511343"/>
              <a:ext cx="74297" cy="379835"/>
            </a:xfrm>
            <a:custGeom>
              <a:rect b="b" l="l" r="r" t="t"/>
              <a:pathLst>
                <a:path extrusionOk="0" h="32423" w="6342">
                  <a:moveTo>
                    <a:pt x="3870" y="0"/>
                  </a:moveTo>
                  <a:lnTo>
                    <a:pt x="0" y="32130"/>
                  </a:lnTo>
                  <a:lnTo>
                    <a:pt x="2504" y="32422"/>
                  </a:lnTo>
                  <a:lnTo>
                    <a:pt x="6341" y="293"/>
                  </a:lnTo>
                  <a:lnTo>
                    <a:pt x="3870" y="0"/>
                  </a:ln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0"/>
            <p:cNvSpPr/>
            <p:nvPr/>
          </p:nvSpPr>
          <p:spPr>
            <a:xfrm>
              <a:off x="6167106" y="3514776"/>
              <a:ext cx="96766" cy="376403"/>
            </a:xfrm>
            <a:custGeom>
              <a:rect b="b" l="l" r="r" t="t"/>
              <a:pathLst>
                <a:path extrusionOk="0" h="32130" w="8260">
                  <a:moveTo>
                    <a:pt x="3837" y="0"/>
                  </a:moveTo>
                  <a:lnTo>
                    <a:pt x="0" y="32129"/>
                  </a:lnTo>
                  <a:cubicBezTo>
                    <a:pt x="8260" y="15772"/>
                    <a:pt x="3838" y="1"/>
                    <a:pt x="3837" y="0"/>
                  </a:cubicBez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0"/>
            <p:cNvSpPr/>
            <p:nvPr/>
          </p:nvSpPr>
          <p:spPr>
            <a:xfrm>
              <a:off x="5161350" y="3938789"/>
              <a:ext cx="1176432" cy="663268"/>
            </a:xfrm>
            <a:custGeom>
              <a:rect b="b" l="l" r="r" t="t"/>
              <a:pathLst>
                <a:path extrusionOk="0" h="56617" w="100421">
                  <a:moveTo>
                    <a:pt x="0" y="0"/>
                  </a:moveTo>
                  <a:lnTo>
                    <a:pt x="0" y="56617"/>
                  </a:lnTo>
                  <a:lnTo>
                    <a:pt x="100421" y="56617"/>
                  </a:lnTo>
                  <a:lnTo>
                    <a:pt x="10042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0"/>
            <p:cNvSpPr/>
            <p:nvPr/>
          </p:nvSpPr>
          <p:spPr>
            <a:xfrm>
              <a:off x="5161350" y="3938789"/>
              <a:ext cx="1176432" cy="663268"/>
            </a:xfrm>
            <a:custGeom>
              <a:rect b="b" l="l" r="r" t="t"/>
              <a:pathLst>
                <a:path extrusionOk="0" h="56617" w="100421">
                  <a:moveTo>
                    <a:pt x="0" y="0"/>
                  </a:moveTo>
                  <a:lnTo>
                    <a:pt x="0" y="56617"/>
                  </a:lnTo>
                  <a:lnTo>
                    <a:pt x="100421" y="56617"/>
                  </a:lnTo>
                  <a:lnTo>
                    <a:pt x="100421" y="0"/>
                  </a:ln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0"/>
            <p:cNvSpPr/>
            <p:nvPr/>
          </p:nvSpPr>
          <p:spPr>
            <a:xfrm>
              <a:off x="5161350" y="3938789"/>
              <a:ext cx="1176432" cy="663268"/>
            </a:xfrm>
            <a:custGeom>
              <a:rect b="b" l="l" r="r" t="t"/>
              <a:pathLst>
                <a:path extrusionOk="0" fill="none" h="56617" w="100421">
                  <a:moveTo>
                    <a:pt x="100421" y="56617"/>
                  </a:moveTo>
                  <a:lnTo>
                    <a:pt x="0" y="56617"/>
                  </a:lnTo>
                  <a:lnTo>
                    <a:pt x="0" y="0"/>
                  </a:lnTo>
                  <a:lnTo>
                    <a:pt x="100421" y="0"/>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0"/>
            <p:cNvSpPr/>
            <p:nvPr/>
          </p:nvSpPr>
          <p:spPr>
            <a:xfrm>
              <a:off x="5162486" y="3954791"/>
              <a:ext cx="1174534" cy="18299"/>
            </a:xfrm>
            <a:custGeom>
              <a:rect b="b" l="l" r="r" t="t"/>
              <a:pathLst>
                <a:path extrusionOk="0" h="1562" w="100259">
                  <a:moveTo>
                    <a:pt x="1" y="0"/>
                  </a:moveTo>
                  <a:lnTo>
                    <a:pt x="1" y="1561"/>
                  </a:lnTo>
                  <a:lnTo>
                    <a:pt x="100259" y="1561"/>
                  </a:lnTo>
                  <a:lnTo>
                    <a:pt x="1002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0"/>
            <p:cNvSpPr/>
            <p:nvPr/>
          </p:nvSpPr>
          <p:spPr>
            <a:xfrm>
              <a:off x="5152962" y="3928116"/>
              <a:ext cx="1210347" cy="28971"/>
            </a:xfrm>
            <a:custGeom>
              <a:rect b="b" l="l" r="r" t="t"/>
              <a:pathLst>
                <a:path extrusionOk="0" h="2473" w="103316">
                  <a:moveTo>
                    <a:pt x="1" y="1"/>
                  </a:moveTo>
                  <a:lnTo>
                    <a:pt x="1" y="2472"/>
                  </a:lnTo>
                  <a:lnTo>
                    <a:pt x="103316" y="2472"/>
                  </a:lnTo>
                  <a:lnTo>
                    <a:pt x="103316" y="1"/>
                  </a:ln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0"/>
            <p:cNvSpPr/>
            <p:nvPr/>
          </p:nvSpPr>
          <p:spPr>
            <a:xfrm>
              <a:off x="7339719" y="3407584"/>
              <a:ext cx="341246" cy="775568"/>
            </a:xfrm>
            <a:custGeom>
              <a:rect b="b" l="l" r="r" t="t"/>
              <a:pathLst>
                <a:path extrusionOk="0" h="66203" w="29129">
                  <a:moveTo>
                    <a:pt x="27513" y="0"/>
                  </a:moveTo>
                  <a:cubicBezTo>
                    <a:pt x="27413" y="0"/>
                    <a:pt x="27350" y="12"/>
                    <a:pt x="27350" y="12"/>
                  </a:cubicBezTo>
                  <a:lnTo>
                    <a:pt x="13008" y="110"/>
                  </a:lnTo>
                  <a:cubicBezTo>
                    <a:pt x="13008" y="110"/>
                    <a:pt x="12962" y="105"/>
                    <a:pt x="12887" y="105"/>
                  </a:cubicBezTo>
                  <a:cubicBezTo>
                    <a:pt x="12625" y="105"/>
                    <a:pt x="12015" y="164"/>
                    <a:pt x="11838" y="695"/>
                  </a:cubicBezTo>
                  <a:cubicBezTo>
                    <a:pt x="11838" y="695"/>
                    <a:pt x="9334" y="6971"/>
                    <a:pt x="9204" y="9248"/>
                  </a:cubicBezTo>
                  <a:cubicBezTo>
                    <a:pt x="9106" y="11491"/>
                    <a:pt x="9691" y="11134"/>
                    <a:pt x="8748" y="14093"/>
                  </a:cubicBezTo>
                  <a:cubicBezTo>
                    <a:pt x="7805" y="17052"/>
                    <a:pt x="5074" y="24044"/>
                    <a:pt x="3545" y="29735"/>
                  </a:cubicBezTo>
                  <a:cubicBezTo>
                    <a:pt x="1464" y="37377"/>
                    <a:pt x="911" y="45507"/>
                    <a:pt x="781" y="53377"/>
                  </a:cubicBezTo>
                  <a:cubicBezTo>
                    <a:pt x="781" y="54645"/>
                    <a:pt x="1" y="65539"/>
                    <a:pt x="1984" y="65539"/>
                  </a:cubicBezTo>
                  <a:cubicBezTo>
                    <a:pt x="2924" y="65539"/>
                    <a:pt x="8365" y="66202"/>
                    <a:pt x="12826" y="66202"/>
                  </a:cubicBezTo>
                  <a:cubicBezTo>
                    <a:pt x="16080" y="66202"/>
                    <a:pt x="18812" y="65849"/>
                    <a:pt x="18894" y="64628"/>
                  </a:cubicBezTo>
                  <a:cubicBezTo>
                    <a:pt x="19610" y="53052"/>
                    <a:pt x="17529" y="41702"/>
                    <a:pt x="21529" y="30450"/>
                  </a:cubicBezTo>
                  <a:cubicBezTo>
                    <a:pt x="23089" y="26060"/>
                    <a:pt x="24878" y="21442"/>
                    <a:pt x="26211" y="16857"/>
                  </a:cubicBezTo>
                  <a:cubicBezTo>
                    <a:pt x="27545" y="12304"/>
                    <a:pt x="27772" y="7524"/>
                    <a:pt x="28650" y="2841"/>
                  </a:cubicBezTo>
                  <a:cubicBezTo>
                    <a:pt x="29128" y="239"/>
                    <a:pt x="27958" y="0"/>
                    <a:pt x="27513" y="0"/>
                  </a:cubicBezTo>
                  <a:close/>
                </a:path>
              </a:pathLst>
            </a:custGeom>
            <a:solidFill>
              <a:schemeClr val="accent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0"/>
            <p:cNvSpPr/>
            <p:nvPr/>
          </p:nvSpPr>
          <p:spPr>
            <a:xfrm>
              <a:off x="7447157" y="3407548"/>
              <a:ext cx="229345" cy="186257"/>
            </a:xfrm>
            <a:custGeom>
              <a:rect b="b" l="l" r="r" t="t"/>
              <a:pathLst>
                <a:path extrusionOk="0" h="15899" w="19577">
                  <a:moveTo>
                    <a:pt x="18363" y="0"/>
                  </a:moveTo>
                  <a:cubicBezTo>
                    <a:pt x="18251" y="0"/>
                    <a:pt x="18179" y="15"/>
                    <a:pt x="18179" y="15"/>
                  </a:cubicBezTo>
                  <a:lnTo>
                    <a:pt x="3837" y="113"/>
                  </a:lnTo>
                  <a:cubicBezTo>
                    <a:pt x="3837" y="113"/>
                    <a:pt x="3791" y="108"/>
                    <a:pt x="3716" y="108"/>
                  </a:cubicBezTo>
                  <a:cubicBezTo>
                    <a:pt x="3454" y="108"/>
                    <a:pt x="2844" y="167"/>
                    <a:pt x="2667" y="698"/>
                  </a:cubicBezTo>
                  <a:cubicBezTo>
                    <a:pt x="2667" y="698"/>
                    <a:pt x="163" y="6974"/>
                    <a:pt x="33" y="9251"/>
                  </a:cubicBezTo>
                  <a:cubicBezTo>
                    <a:pt x="0" y="9836"/>
                    <a:pt x="33" y="10454"/>
                    <a:pt x="98" y="11039"/>
                  </a:cubicBezTo>
                  <a:lnTo>
                    <a:pt x="390" y="11494"/>
                  </a:lnTo>
                  <a:cubicBezTo>
                    <a:pt x="390" y="11494"/>
                    <a:pt x="878" y="15657"/>
                    <a:pt x="6569" y="15885"/>
                  </a:cubicBezTo>
                  <a:cubicBezTo>
                    <a:pt x="6803" y="15894"/>
                    <a:pt x="7033" y="15899"/>
                    <a:pt x="7258" y="15899"/>
                  </a:cubicBezTo>
                  <a:cubicBezTo>
                    <a:pt x="12519" y="15899"/>
                    <a:pt x="15495" y="13408"/>
                    <a:pt x="16618" y="11007"/>
                  </a:cubicBezTo>
                  <a:cubicBezTo>
                    <a:pt x="17821" y="8503"/>
                    <a:pt x="18276" y="4503"/>
                    <a:pt x="19252" y="2129"/>
                  </a:cubicBezTo>
                  <a:cubicBezTo>
                    <a:pt x="19349" y="1869"/>
                    <a:pt x="19447" y="1641"/>
                    <a:pt x="19577" y="1413"/>
                  </a:cubicBezTo>
                  <a:cubicBezTo>
                    <a:pt x="19478" y="151"/>
                    <a:pt x="18719" y="0"/>
                    <a:pt x="18363" y="0"/>
                  </a:cubicBez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0"/>
            <p:cNvSpPr/>
            <p:nvPr/>
          </p:nvSpPr>
          <p:spPr>
            <a:xfrm>
              <a:off x="7538581" y="3408486"/>
              <a:ext cx="141353" cy="768035"/>
            </a:xfrm>
            <a:custGeom>
              <a:rect b="b" l="l" r="r" t="t"/>
              <a:pathLst>
                <a:path extrusionOk="0" h="65560" w="12066">
                  <a:moveTo>
                    <a:pt x="10992" y="0"/>
                  </a:moveTo>
                  <a:cubicBezTo>
                    <a:pt x="9887" y="1854"/>
                    <a:pt x="9041" y="3870"/>
                    <a:pt x="8456" y="5951"/>
                  </a:cubicBezTo>
                  <a:cubicBezTo>
                    <a:pt x="7480" y="9431"/>
                    <a:pt x="8066" y="10374"/>
                    <a:pt x="7090" y="16357"/>
                  </a:cubicBezTo>
                  <a:cubicBezTo>
                    <a:pt x="6147" y="22309"/>
                    <a:pt x="2667" y="29040"/>
                    <a:pt x="1334" y="35186"/>
                  </a:cubicBezTo>
                  <a:cubicBezTo>
                    <a:pt x="1" y="41333"/>
                    <a:pt x="554" y="63056"/>
                    <a:pt x="749" y="64031"/>
                  </a:cubicBezTo>
                  <a:cubicBezTo>
                    <a:pt x="846" y="64519"/>
                    <a:pt x="846" y="65039"/>
                    <a:pt x="846" y="65560"/>
                  </a:cubicBezTo>
                  <a:cubicBezTo>
                    <a:pt x="1497" y="65332"/>
                    <a:pt x="1887" y="65007"/>
                    <a:pt x="1919" y="64551"/>
                  </a:cubicBezTo>
                  <a:cubicBezTo>
                    <a:pt x="2635" y="52942"/>
                    <a:pt x="554" y="41625"/>
                    <a:pt x="4554" y="30373"/>
                  </a:cubicBezTo>
                  <a:cubicBezTo>
                    <a:pt x="6114" y="25983"/>
                    <a:pt x="7903" y="21365"/>
                    <a:pt x="9236" y="16780"/>
                  </a:cubicBezTo>
                  <a:cubicBezTo>
                    <a:pt x="10570" y="12195"/>
                    <a:pt x="10797" y="7447"/>
                    <a:pt x="11675" y="2764"/>
                  </a:cubicBezTo>
                  <a:cubicBezTo>
                    <a:pt x="12066" y="813"/>
                    <a:pt x="11480" y="163"/>
                    <a:pt x="10992" y="0"/>
                  </a:cubicBez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0"/>
            <p:cNvSpPr/>
            <p:nvPr/>
          </p:nvSpPr>
          <p:spPr>
            <a:xfrm>
              <a:off x="7074561" y="4246225"/>
              <a:ext cx="443460" cy="355831"/>
            </a:xfrm>
            <a:custGeom>
              <a:rect b="b" l="l" r="r" t="t"/>
              <a:pathLst>
                <a:path extrusionOk="0" h="30374" w="37854">
                  <a:moveTo>
                    <a:pt x="15090" y="1"/>
                  </a:moveTo>
                  <a:lnTo>
                    <a:pt x="15090" y="8488"/>
                  </a:lnTo>
                  <a:lnTo>
                    <a:pt x="17009" y="8488"/>
                  </a:lnTo>
                  <a:lnTo>
                    <a:pt x="17009" y="22081"/>
                  </a:lnTo>
                  <a:lnTo>
                    <a:pt x="1" y="27480"/>
                  </a:lnTo>
                  <a:lnTo>
                    <a:pt x="1" y="28846"/>
                  </a:lnTo>
                  <a:cubicBezTo>
                    <a:pt x="50" y="29821"/>
                    <a:pt x="789" y="30309"/>
                    <a:pt x="1529" y="30309"/>
                  </a:cubicBezTo>
                  <a:cubicBezTo>
                    <a:pt x="2269" y="30309"/>
                    <a:pt x="3009" y="29821"/>
                    <a:pt x="3058" y="28846"/>
                  </a:cubicBezTo>
                  <a:lnTo>
                    <a:pt x="3058" y="28650"/>
                  </a:lnTo>
                  <a:lnTo>
                    <a:pt x="17301" y="26992"/>
                  </a:lnTo>
                  <a:lnTo>
                    <a:pt x="17301" y="29008"/>
                  </a:lnTo>
                  <a:cubicBezTo>
                    <a:pt x="17301" y="29919"/>
                    <a:pt x="17976" y="30374"/>
                    <a:pt x="18651" y="30374"/>
                  </a:cubicBezTo>
                  <a:cubicBezTo>
                    <a:pt x="19326" y="30374"/>
                    <a:pt x="20000" y="29919"/>
                    <a:pt x="20000" y="29008"/>
                  </a:cubicBezTo>
                  <a:lnTo>
                    <a:pt x="20000" y="26959"/>
                  </a:lnTo>
                  <a:lnTo>
                    <a:pt x="34797" y="28683"/>
                  </a:lnTo>
                  <a:lnTo>
                    <a:pt x="34797" y="28846"/>
                  </a:lnTo>
                  <a:cubicBezTo>
                    <a:pt x="34846" y="29821"/>
                    <a:pt x="35585" y="30309"/>
                    <a:pt x="36325" y="30309"/>
                  </a:cubicBezTo>
                  <a:cubicBezTo>
                    <a:pt x="37065" y="30309"/>
                    <a:pt x="37805" y="29821"/>
                    <a:pt x="37854" y="28846"/>
                  </a:cubicBezTo>
                  <a:lnTo>
                    <a:pt x="37854" y="27512"/>
                  </a:lnTo>
                  <a:lnTo>
                    <a:pt x="20358" y="21919"/>
                  </a:lnTo>
                  <a:lnTo>
                    <a:pt x="20293" y="21854"/>
                  </a:lnTo>
                  <a:lnTo>
                    <a:pt x="20293" y="8488"/>
                  </a:lnTo>
                  <a:lnTo>
                    <a:pt x="22212" y="8488"/>
                  </a:lnTo>
                  <a:lnTo>
                    <a:pt x="22212" y="1"/>
                  </a:ln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0"/>
            <p:cNvSpPr/>
            <p:nvPr/>
          </p:nvSpPr>
          <p:spPr>
            <a:xfrm>
              <a:off x="7033043" y="4149846"/>
              <a:ext cx="540600" cy="114678"/>
            </a:xfrm>
            <a:custGeom>
              <a:rect b="b" l="l" r="r" t="t"/>
              <a:pathLst>
                <a:path extrusionOk="0" h="9789" w="46146">
                  <a:moveTo>
                    <a:pt x="1626" y="0"/>
                  </a:moveTo>
                  <a:cubicBezTo>
                    <a:pt x="716" y="0"/>
                    <a:pt x="0" y="716"/>
                    <a:pt x="0" y="1626"/>
                  </a:cubicBezTo>
                  <a:lnTo>
                    <a:pt x="0" y="8163"/>
                  </a:lnTo>
                  <a:cubicBezTo>
                    <a:pt x="0" y="9073"/>
                    <a:pt x="716" y="9789"/>
                    <a:pt x="1626" y="9789"/>
                  </a:cubicBezTo>
                  <a:lnTo>
                    <a:pt x="44520" y="9789"/>
                  </a:lnTo>
                  <a:cubicBezTo>
                    <a:pt x="45430" y="9789"/>
                    <a:pt x="46146" y="9073"/>
                    <a:pt x="46146" y="8163"/>
                  </a:cubicBezTo>
                  <a:lnTo>
                    <a:pt x="46146" y="1626"/>
                  </a:lnTo>
                  <a:cubicBezTo>
                    <a:pt x="46146" y="716"/>
                    <a:pt x="45430" y="0"/>
                    <a:pt x="44520" y="0"/>
                  </a:cubicBez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0"/>
            <p:cNvSpPr/>
            <p:nvPr/>
          </p:nvSpPr>
          <p:spPr>
            <a:xfrm>
              <a:off x="6895509" y="4023746"/>
              <a:ext cx="438504" cy="523063"/>
            </a:xfrm>
            <a:custGeom>
              <a:rect b="b" l="l" r="r" t="t"/>
              <a:pathLst>
                <a:path extrusionOk="0" h="44649" w="37431">
                  <a:moveTo>
                    <a:pt x="8358" y="0"/>
                  </a:moveTo>
                  <a:cubicBezTo>
                    <a:pt x="8358" y="0"/>
                    <a:pt x="1269" y="325"/>
                    <a:pt x="651" y="4325"/>
                  </a:cubicBezTo>
                  <a:cubicBezTo>
                    <a:pt x="1" y="8358"/>
                    <a:pt x="17561" y="32682"/>
                    <a:pt x="18927" y="33430"/>
                  </a:cubicBezTo>
                  <a:cubicBezTo>
                    <a:pt x="20293" y="34178"/>
                    <a:pt x="20846" y="38308"/>
                    <a:pt x="20846" y="39967"/>
                  </a:cubicBezTo>
                  <a:cubicBezTo>
                    <a:pt x="20846" y="41658"/>
                    <a:pt x="20521" y="42308"/>
                    <a:pt x="19447" y="43674"/>
                  </a:cubicBezTo>
                  <a:cubicBezTo>
                    <a:pt x="18891" y="44421"/>
                    <a:pt x="19022" y="44648"/>
                    <a:pt x="19444" y="44648"/>
                  </a:cubicBezTo>
                  <a:cubicBezTo>
                    <a:pt x="19811" y="44648"/>
                    <a:pt x="20398" y="44476"/>
                    <a:pt x="20943" y="44324"/>
                  </a:cubicBezTo>
                  <a:cubicBezTo>
                    <a:pt x="22114" y="43999"/>
                    <a:pt x="22634" y="44422"/>
                    <a:pt x="24000" y="41788"/>
                  </a:cubicBezTo>
                  <a:cubicBezTo>
                    <a:pt x="25366" y="39154"/>
                    <a:pt x="25171" y="38926"/>
                    <a:pt x="25919" y="37560"/>
                  </a:cubicBezTo>
                  <a:cubicBezTo>
                    <a:pt x="26634" y="36162"/>
                    <a:pt x="27187" y="34276"/>
                    <a:pt x="26016" y="33333"/>
                  </a:cubicBezTo>
                  <a:cubicBezTo>
                    <a:pt x="24846" y="32357"/>
                    <a:pt x="21138" y="30796"/>
                    <a:pt x="20618" y="30374"/>
                  </a:cubicBezTo>
                  <a:cubicBezTo>
                    <a:pt x="20098" y="29951"/>
                    <a:pt x="12911" y="7090"/>
                    <a:pt x="12911" y="7090"/>
                  </a:cubicBezTo>
                  <a:lnTo>
                    <a:pt x="12911" y="7090"/>
                  </a:lnTo>
                  <a:cubicBezTo>
                    <a:pt x="12911" y="7090"/>
                    <a:pt x="19252" y="10569"/>
                    <a:pt x="23155" y="11740"/>
                  </a:cubicBezTo>
                  <a:cubicBezTo>
                    <a:pt x="26527" y="12752"/>
                    <a:pt x="29050" y="13593"/>
                    <a:pt x="32128" y="13593"/>
                  </a:cubicBezTo>
                  <a:cubicBezTo>
                    <a:pt x="32612" y="13593"/>
                    <a:pt x="33109" y="13573"/>
                    <a:pt x="33626" y="13528"/>
                  </a:cubicBezTo>
                  <a:cubicBezTo>
                    <a:pt x="37431" y="13236"/>
                    <a:pt x="34016" y="5594"/>
                    <a:pt x="28455" y="3057"/>
                  </a:cubicBezTo>
                  <a:cubicBezTo>
                    <a:pt x="22862" y="521"/>
                    <a:pt x="8358" y="0"/>
                    <a:pt x="8358" y="0"/>
                  </a:cubicBezTo>
                  <a:close/>
                </a:path>
              </a:pathLst>
            </a:custGeom>
            <a:solidFill>
              <a:srgbClr val="763F18"/>
            </a:solidFill>
            <a:ln cap="flat" cmpd="sng" w="10575">
              <a:solidFill>
                <a:schemeClr val="dk1"/>
              </a:solidFill>
              <a:prstDash val="solid"/>
              <a:miter lim="3251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0"/>
            <p:cNvSpPr/>
            <p:nvPr/>
          </p:nvSpPr>
          <p:spPr>
            <a:xfrm>
              <a:off x="7059707" y="4028315"/>
              <a:ext cx="274307" cy="155048"/>
            </a:xfrm>
            <a:custGeom>
              <a:rect b="b" l="l" r="r" t="t"/>
              <a:pathLst>
                <a:path extrusionOk="0" h="13235" w="23415">
                  <a:moveTo>
                    <a:pt x="1" y="0"/>
                  </a:moveTo>
                  <a:lnTo>
                    <a:pt x="1496" y="8098"/>
                  </a:lnTo>
                  <a:cubicBezTo>
                    <a:pt x="3708" y="9204"/>
                    <a:pt x="6830" y="10667"/>
                    <a:pt x="9139" y="11350"/>
                  </a:cubicBezTo>
                  <a:cubicBezTo>
                    <a:pt x="12552" y="12365"/>
                    <a:pt x="15060" y="13234"/>
                    <a:pt x="18149" y="13234"/>
                  </a:cubicBezTo>
                  <a:cubicBezTo>
                    <a:pt x="18621" y="13234"/>
                    <a:pt x="19106" y="13214"/>
                    <a:pt x="19610" y="13171"/>
                  </a:cubicBezTo>
                  <a:cubicBezTo>
                    <a:pt x="23415" y="12846"/>
                    <a:pt x="20033" y="5236"/>
                    <a:pt x="14439" y="2700"/>
                  </a:cubicBezTo>
                  <a:cubicBezTo>
                    <a:pt x="11122" y="1204"/>
                    <a:pt x="4683" y="391"/>
                    <a:pt x="1" y="0"/>
                  </a:cubicBez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0"/>
            <p:cNvSpPr/>
            <p:nvPr/>
          </p:nvSpPr>
          <p:spPr>
            <a:xfrm>
              <a:off x="7117052" y="4402421"/>
              <a:ext cx="97340" cy="144423"/>
            </a:xfrm>
            <a:custGeom>
              <a:rect b="b" l="l" r="r" t="t"/>
              <a:pathLst>
                <a:path extrusionOk="0" h="12328" w="8309">
                  <a:moveTo>
                    <a:pt x="5479" y="1"/>
                  </a:moveTo>
                  <a:lnTo>
                    <a:pt x="5479" y="911"/>
                  </a:lnTo>
                  <a:cubicBezTo>
                    <a:pt x="5479" y="2537"/>
                    <a:pt x="3593" y="7415"/>
                    <a:pt x="3593" y="7415"/>
                  </a:cubicBezTo>
                  <a:lnTo>
                    <a:pt x="1935" y="8163"/>
                  </a:lnTo>
                  <a:cubicBezTo>
                    <a:pt x="1870" y="9496"/>
                    <a:pt x="1512" y="10147"/>
                    <a:pt x="569" y="11383"/>
                  </a:cubicBezTo>
                  <a:cubicBezTo>
                    <a:pt x="0" y="12106"/>
                    <a:pt x="126" y="12328"/>
                    <a:pt x="538" y="12328"/>
                  </a:cubicBezTo>
                  <a:cubicBezTo>
                    <a:pt x="904" y="12328"/>
                    <a:pt x="1497" y="12153"/>
                    <a:pt x="2032" y="12000"/>
                  </a:cubicBezTo>
                  <a:cubicBezTo>
                    <a:pt x="3203" y="11708"/>
                    <a:pt x="3756" y="12131"/>
                    <a:pt x="5122" y="9464"/>
                  </a:cubicBezTo>
                  <a:cubicBezTo>
                    <a:pt x="6487" y="6830"/>
                    <a:pt x="6292" y="6635"/>
                    <a:pt x="7008" y="5236"/>
                  </a:cubicBezTo>
                  <a:cubicBezTo>
                    <a:pt x="7756" y="3838"/>
                    <a:pt x="8309" y="1952"/>
                    <a:pt x="7105" y="1009"/>
                  </a:cubicBezTo>
                  <a:cubicBezTo>
                    <a:pt x="6585" y="619"/>
                    <a:pt x="6065" y="293"/>
                    <a:pt x="5479" y="1"/>
                  </a:cubicBezTo>
                  <a:close/>
                </a:path>
              </a:pathLst>
            </a:custGeom>
            <a:solidFill>
              <a:schemeClr val="dk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0"/>
            <p:cNvSpPr/>
            <p:nvPr/>
          </p:nvSpPr>
          <p:spPr>
            <a:xfrm>
              <a:off x="7141618" y="3651783"/>
              <a:ext cx="163448" cy="290872"/>
            </a:xfrm>
            <a:custGeom>
              <a:rect b="b" l="l" r="r" t="t"/>
              <a:pathLst>
                <a:path extrusionOk="0" h="24829" w="13952">
                  <a:moveTo>
                    <a:pt x="12357" y="0"/>
                  </a:moveTo>
                  <a:cubicBezTo>
                    <a:pt x="11719" y="0"/>
                    <a:pt x="10464" y="301"/>
                    <a:pt x="8651" y="2093"/>
                  </a:cubicBezTo>
                  <a:cubicBezTo>
                    <a:pt x="5951" y="4825"/>
                    <a:pt x="0" y="22418"/>
                    <a:pt x="391" y="23654"/>
                  </a:cubicBezTo>
                  <a:cubicBezTo>
                    <a:pt x="664" y="24431"/>
                    <a:pt x="1601" y="24828"/>
                    <a:pt x="2450" y="24828"/>
                  </a:cubicBezTo>
                  <a:cubicBezTo>
                    <a:pt x="2916" y="24828"/>
                    <a:pt x="3355" y="24709"/>
                    <a:pt x="3642" y="24467"/>
                  </a:cubicBezTo>
                  <a:cubicBezTo>
                    <a:pt x="4455" y="23784"/>
                    <a:pt x="8781" y="13215"/>
                    <a:pt x="8781" y="13215"/>
                  </a:cubicBezTo>
                  <a:lnTo>
                    <a:pt x="13951" y="2354"/>
                  </a:lnTo>
                  <a:lnTo>
                    <a:pt x="12846" y="77"/>
                  </a:lnTo>
                  <a:cubicBezTo>
                    <a:pt x="12846" y="77"/>
                    <a:pt x="12680" y="0"/>
                    <a:pt x="12357" y="0"/>
                  </a:cubicBezTo>
                  <a:close/>
                </a:path>
              </a:pathLst>
            </a:custGeom>
            <a:solidFill>
              <a:srgbClr val="763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0"/>
            <p:cNvSpPr/>
            <p:nvPr/>
          </p:nvSpPr>
          <p:spPr>
            <a:xfrm>
              <a:off x="7141618" y="3644683"/>
              <a:ext cx="163448" cy="301732"/>
            </a:xfrm>
            <a:custGeom>
              <a:rect b="b" l="l" r="r" t="t"/>
              <a:pathLst>
                <a:path extrusionOk="0" fill="none" h="25756" w="13952">
                  <a:moveTo>
                    <a:pt x="12846" y="683"/>
                  </a:moveTo>
                  <a:cubicBezTo>
                    <a:pt x="12846" y="683"/>
                    <a:pt x="11382" y="0"/>
                    <a:pt x="8651" y="2699"/>
                  </a:cubicBezTo>
                  <a:cubicBezTo>
                    <a:pt x="5951" y="5431"/>
                    <a:pt x="0" y="23024"/>
                    <a:pt x="391" y="24260"/>
                  </a:cubicBezTo>
                  <a:cubicBezTo>
                    <a:pt x="813" y="25463"/>
                    <a:pt x="2830" y="25756"/>
                    <a:pt x="3642" y="25073"/>
                  </a:cubicBezTo>
                  <a:cubicBezTo>
                    <a:pt x="4455" y="24390"/>
                    <a:pt x="8781" y="13821"/>
                    <a:pt x="8781" y="13821"/>
                  </a:cubicBezTo>
                  <a:lnTo>
                    <a:pt x="13951" y="296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0"/>
            <p:cNvSpPr/>
            <p:nvPr/>
          </p:nvSpPr>
          <p:spPr>
            <a:xfrm>
              <a:off x="7211334" y="3651783"/>
              <a:ext cx="93732" cy="117103"/>
            </a:xfrm>
            <a:custGeom>
              <a:rect b="b" l="l" r="r" t="t"/>
              <a:pathLst>
                <a:path extrusionOk="0" h="9996" w="8001">
                  <a:moveTo>
                    <a:pt x="6406" y="0"/>
                  </a:moveTo>
                  <a:cubicBezTo>
                    <a:pt x="5768" y="0"/>
                    <a:pt x="4513" y="301"/>
                    <a:pt x="2700" y="2093"/>
                  </a:cubicBezTo>
                  <a:cubicBezTo>
                    <a:pt x="1984" y="2841"/>
                    <a:pt x="1009" y="4500"/>
                    <a:pt x="0" y="6516"/>
                  </a:cubicBezTo>
                  <a:lnTo>
                    <a:pt x="4358" y="9996"/>
                  </a:lnTo>
                  <a:lnTo>
                    <a:pt x="8000" y="2386"/>
                  </a:lnTo>
                  <a:lnTo>
                    <a:pt x="6895" y="77"/>
                  </a:lnTo>
                  <a:cubicBezTo>
                    <a:pt x="6895" y="77"/>
                    <a:pt x="6729" y="0"/>
                    <a:pt x="6406" y="0"/>
                  </a:cubicBezTo>
                  <a:close/>
                </a:path>
              </a:pathLst>
            </a:custGeom>
            <a:solidFill>
              <a:schemeClr val="dk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0"/>
            <p:cNvSpPr/>
            <p:nvPr/>
          </p:nvSpPr>
          <p:spPr>
            <a:xfrm>
              <a:off x="7203333" y="3619531"/>
              <a:ext cx="339829" cy="406124"/>
            </a:xfrm>
            <a:custGeom>
              <a:rect b="b" l="l" r="r" t="t"/>
              <a:pathLst>
                <a:path extrusionOk="0" h="34667" w="29008">
                  <a:moveTo>
                    <a:pt x="17203" y="1"/>
                  </a:moveTo>
                  <a:lnTo>
                    <a:pt x="14374" y="391"/>
                  </a:lnTo>
                  <a:cubicBezTo>
                    <a:pt x="14374" y="391"/>
                    <a:pt x="8130" y="2147"/>
                    <a:pt x="7578" y="2830"/>
                  </a:cubicBezTo>
                  <a:cubicBezTo>
                    <a:pt x="7447" y="3025"/>
                    <a:pt x="7350" y="3220"/>
                    <a:pt x="7252" y="3416"/>
                  </a:cubicBezTo>
                  <a:lnTo>
                    <a:pt x="4943" y="8911"/>
                  </a:lnTo>
                  <a:cubicBezTo>
                    <a:pt x="4683" y="9594"/>
                    <a:pt x="4423" y="10277"/>
                    <a:pt x="4196" y="10830"/>
                  </a:cubicBezTo>
                  <a:cubicBezTo>
                    <a:pt x="3252" y="13269"/>
                    <a:pt x="2439" y="14602"/>
                    <a:pt x="2862" y="16358"/>
                  </a:cubicBezTo>
                  <a:cubicBezTo>
                    <a:pt x="3252" y="18147"/>
                    <a:pt x="4878" y="20976"/>
                    <a:pt x="4878" y="20976"/>
                  </a:cubicBezTo>
                  <a:lnTo>
                    <a:pt x="0" y="29789"/>
                  </a:lnTo>
                  <a:lnTo>
                    <a:pt x="21691" y="34667"/>
                  </a:lnTo>
                  <a:lnTo>
                    <a:pt x="22211" y="21659"/>
                  </a:lnTo>
                  <a:cubicBezTo>
                    <a:pt x="22211" y="21659"/>
                    <a:pt x="28715" y="8131"/>
                    <a:pt x="28878" y="5952"/>
                  </a:cubicBezTo>
                  <a:cubicBezTo>
                    <a:pt x="29008" y="3773"/>
                    <a:pt x="25333" y="2830"/>
                    <a:pt x="22081" y="1627"/>
                  </a:cubicBezTo>
                  <a:cubicBezTo>
                    <a:pt x="20488" y="977"/>
                    <a:pt x="18862" y="456"/>
                    <a:pt x="172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0"/>
            <p:cNvSpPr/>
            <p:nvPr/>
          </p:nvSpPr>
          <p:spPr>
            <a:xfrm>
              <a:off x="7203333" y="3619531"/>
              <a:ext cx="339829" cy="406124"/>
            </a:xfrm>
            <a:custGeom>
              <a:rect b="b" l="l" r="r" t="t"/>
              <a:pathLst>
                <a:path extrusionOk="0" fill="none" h="34667" w="29008">
                  <a:moveTo>
                    <a:pt x="4943" y="8911"/>
                  </a:moveTo>
                  <a:cubicBezTo>
                    <a:pt x="4683" y="9594"/>
                    <a:pt x="4423" y="10277"/>
                    <a:pt x="4196" y="10830"/>
                  </a:cubicBezTo>
                  <a:cubicBezTo>
                    <a:pt x="3252" y="13269"/>
                    <a:pt x="2439" y="14602"/>
                    <a:pt x="2862" y="16358"/>
                  </a:cubicBezTo>
                  <a:cubicBezTo>
                    <a:pt x="3252" y="18147"/>
                    <a:pt x="4878" y="20976"/>
                    <a:pt x="4878" y="20976"/>
                  </a:cubicBezTo>
                  <a:lnTo>
                    <a:pt x="0" y="29789"/>
                  </a:lnTo>
                  <a:lnTo>
                    <a:pt x="21691" y="34667"/>
                  </a:lnTo>
                  <a:lnTo>
                    <a:pt x="22211" y="21659"/>
                  </a:lnTo>
                  <a:cubicBezTo>
                    <a:pt x="22211" y="21659"/>
                    <a:pt x="28715" y="8131"/>
                    <a:pt x="28878" y="5952"/>
                  </a:cubicBezTo>
                  <a:cubicBezTo>
                    <a:pt x="29008" y="3773"/>
                    <a:pt x="25333" y="2830"/>
                    <a:pt x="22081" y="1627"/>
                  </a:cubicBezTo>
                  <a:cubicBezTo>
                    <a:pt x="20488" y="977"/>
                    <a:pt x="18862" y="456"/>
                    <a:pt x="17203" y="1"/>
                  </a:cubicBezTo>
                  <a:lnTo>
                    <a:pt x="14374" y="391"/>
                  </a:lnTo>
                  <a:cubicBezTo>
                    <a:pt x="14374" y="391"/>
                    <a:pt x="8130" y="2147"/>
                    <a:pt x="7578" y="2830"/>
                  </a:cubicBezTo>
                  <a:cubicBezTo>
                    <a:pt x="7447" y="3025"/>
                    <a:pt x="7350" y="3220"/>
                    <a:pt x="7252" y="3416"/>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0"/>
            <p:cNvSpPr/>
            <p:nvPr/>
          </p:nvSpPr>
          <p:spPr>
            <a:xfrm>
              <a:off x="7362575" y="3875164"/>
              <a:ext cx="8775" cy="5342"/>
            </a:xfrm>
            <a:custGeom>
              <a:rect b="b" l="l" r="r" t="t"/>
              <a:pathLst>
                <a:path extrusionOk="0" fill="none" h="456" w="749">
                  <a:moveTo>
                    <a:pt x="1" y="1"/>
                  </a:moveTo>
                  <a:lnTo>
                    <a:pt x="749" y="456"/>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0"/>
            <p:cNvSpPr/>
            <p:nvPr/>
          </p:nvSpPr>
          <p:spPr>
            <a:xfrm>
              <a:off x="7324864" y="3852683"/>
              <a:ext cx="24004" cy="14491"/>
            </a:xfrm>
            <a:custGeom>
              <a:rect b="b" l="l" r="r" t="t"/>
              <a:pathLst>
                <a:path extrusionOk="0" fill="none" h="1237" w="2049">
                  <a:moveTo>
                    <a:pt x="0" y="1"/>
                  </a:moveTo>
                  <a:lnTo>
                    <a:pt x="2049" y="1237"/>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0"/>
            <p:cNvSpPr/>
            <p:nvPr/>
          </p:nvSpPr>
          <p:spPr>
            <a:xfrm>
              <a:off x="7127900" y="3958599"/>
              <a:ext cx="92970" cy="30412"/>
            </a:xfrm>
            <a:custGeom>
              <a:rect b="b" l="l" r="r" t="t"/>
              <a:pathLst>
                <a:path extrusionOk="0" h="2596" w="7936">
                  <a:moveTo>
                    <a:pt x="3643" y="0"/>
                  </a:moveTo>
                  <a:cubicBezTo>
                    <a:pt x="2472" y="0"/>
                    <a:pt x="1" y="1269"/>
                    <a:pt x="1" y="1269"/>
                  </a:cubicBezTo>
                  <a:cubicBezTo>
                    <a:pt x="1" y="1269"/>
                    <a:pt x="3935" y="1789"/>
                    <a:pt x="4911" y="1854"/>
                  </a:cubicBezTo>
                  <a:cubicBezTo>
                    <a:pt x="5634" y="1929"/>
                    <a:pt x="6510" y="2596"/>
                    <a:pt x="7274" y="2596"/>
                  </a:cubicBezTo>
                  <a:cubicBezTo>
                    <a:pt x="7508" y="2596"/>
                    <a:pt x="7730" y="2534"/>
                    <a:pt x="7935" y="2374"/>
                  </a:cubicBezTo>
                  <a:lnTo>
                    <a:pt x="7935" y="2374"/>
                  </a:lnTo>
                  <a:lnTo>
                    <a:pt x="7383" y="2472"/>
                  </a:lnTo>
                  <a:cubicBezTo>
                    <a:pt x="7383" y="2472"/>
                    <a:pt x="4846" y="0"/>
                    <a:pt x="3643" y="0"/>
                  </a:cubicBezTo>
                  <a:close/>
                </a:path>
              </a:pathLst>
            </a:custGeom>
            <a:solidFill>
              <a:srgbClr val="FFFFFF"/>
            </a:solidFill>
            <a:ln cap="rnd" cmpd="sng" w="105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0"/>
            <p:cNvSpPr/>
            <p:nvPr/>
          </p:nvSpPr>
          <p:spPr>
            <a:xfrm>
              <a:off x="7214380" y="3654208"/>
              <a:ext cx="349365" cy="349376"/>
            </a:xfrm>
            <a:custGeom>
              <a:rect b="b" l="l" r="r" t="t"/>
              <a:pathLst>
                <a:path extrusionOk="0" h="29823" w="29822">
                  <a:moveTo>
                    <a:pt x="24813" y="0"/>
                  </a:moveTo>
                  <a:lnTo>
                    <a:pt x="22244" y="6894"/>
                  </a:lnTo>
                  <a:lnTo>
                    <a:pt x="17496" y="23447"/>
                  </a:lnTo>
                  <a:lnTo>
                    <a:pt x="1" y="26146"/>
                  </a:lnTo>
                  <a:lnTo>
                    <a:pt x="131" y="28227"/>
                  </a:lnTo>
                  <a:cubicBezTo>
                    <a:pt x="131" y="28227"/>
                    <a:pt x="15990" y="29823"/>
                    <a:pt x="17797" y="29823"/>
                  </a:cubicBezTo>
                  <a:cubicBezTo>
                    <a:pt x="17832" y="29823"/>
                    <a:pt x="17862" y="29822"/>
                    <a:pt x="17886" y="29821"/>
                  </a:cubicBezTo>
                  <a:cubicBezTo>
                    <a:pt x="22374" y="29528"/>
                    <a:pt x="21756" y="27837"/>
                    <a:pt x="23577" y="24130"/>
                  </a:cubicBezTo>
                  <a:cubicBezTo>
                    <a:pt x="24325" y="22634"/>
                    <a:pt x="29821" y="4976"/>
                    <a:pt x="29561" y="3935"/>
                  </a:cubicBezTo>
                  <a:cubicBezTo>
                    <a:pt x="28748" y="683"/>
                    <a:pt x="24813" y="0"/>
                    <a:pt x="24813" y="0"/>
                  </a:cubicBezTo>
                  <a:close/>
                </a:path>
              </a:pathLst>
            </a:custGeom>
            <a:solidFill>
              <a:srgbClr val="763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0"/>
            <p:cNvSpPr/>
            <p:nvPr/>
          </p:nvSpPr>
          <p:spPr>
            <a:xfrm>
              <a:off x="7214380" y="3654208"/>
              <a:ext cx="349365" cy="350114"/>
            </a:xfrm>
            <a:custGeom>
              <a:rect b="b" l="l" r="r" t="t"/>
              <a:pathLst>
                <a:path extrusionOk="0" fill="none" h="29886" w="29822">
                  <a:moveTo>
                    <a:pt x="22244" y="6894"/>
                  </a:moveTo>
                  <a:lnTo>
                    <a:pt x="17496" y="23447"/>
                  </a:lnTo>
                  <a:lnTo>
                    <a:pt x="1" y="26146"/>
                  </a:lnTo>
                  <a:lnTo>
                    <a:pt x="131" y="28227"/>
                  </a:lnTo>
                  <a:cubicBezTo>
                    <a:pt x="131" y="28227"/>
                    <a:pt x="16618" y="29886"/>
                    <a:pt x="17886" y="29821"/>
                  </a:cubicBezTo>
                  <a:cubicBezTo>
                    <a:pt x="22374" y="29528"/>
                    <a:pt x="21756" y="27837"/>
                    <a:pt x="23577" y="24130"/>
                  </a:cubicBezTo>
                  <a:cubicBezTo>
                    <a:pt x="24325" y="22634"/>
                    <a:pt x="29821" y="4976"/>
                    <a:pt x="29561" y="3935"/>
                  </a:cubicBezTo>
                  <a:cubicBezTo>
                    <a:pt x="28748" y="683"/>
                    <a:pt x="24813" y="0"/>
                    <a:pt x="24813" y="0"/>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0"/>
            <p:cNvSpPr/>
            <p:nvPr/>
          </p:nvSpPr>
          <p:spPr>
            <a:xfrm>
              <a:off x="7458204" y="3653821"/>
              <a:ext cx="103631" cy="138682"/>
            </a:xfrm>
            <a:custGeom>
              <a:rect b="b" l="l" r="r" t="t"/>
              <a:pathLst>
                <a:path extrusionOk="0" h="11838" w="8846">
                  <a:moveTo>
                    <a:pt x="4000" y="1"/>
                  </a:moveTo>
                  <a:lnTo>
                    <a:pt x="1431" y="6927"/>
                  </a:lnTo>
                  <a:lnTo>
                    <a:pt x="0" y="11838"/>
                  </a:lnTo>
                  <a:cubicBezTo>
                    <a:pt x="1688" y="11118"/>
                    <a:pt x="3508" y="10758"/>
                    <a:pt x="5331" y="10758"/>
                  </a:cubicBezTo>
                  <a:cubicBezTo>
                    <a:pt x="5896" y="10758"/>
                    <a:pt x="6462" y="10793"/>
                    <a:pt x="7024" y="10862"/>
                  </a:cubicBezTo>
                  <a:cubicBezTo>
                    <a:pt x="8065" y="7318"/>
                    <a:pt x="8845" y="4358"/>
                    <a:pt x="8748" y="3936"/>
                  </a:cubicBezTo>
                  <a:cubicBezTo>
                    <a:pt x="7935" y="684"/>
                    <a:pt x="4000" y="1"/>
                    <a:pt x="40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0"/>
            <p:cNvSpPr/>
            <p:nvPr/>
          </p:nvSpPr>
          <p:spPr>
            <a:xfrm>
              <a:off x="7458204" y="3653821"/>
              <a:ext cx="103631" cy="138682"/>
            </a:xfrm>
            <a:custGeom>
              <a:rect b="b" l="l" r="r" t="t"/>
              <a:pathLst>
                <a:path extrusionOk="0" fill="none" h="11838" w="8846">
                  <a:moveTo>
                    <a:pt x="1431" y="6927"/>
                  </a:moveTo>
                  <a:lnTo>
                    <a:pt x="0" y="11838"/>
                  </a:lnTo>
                  <a:cubicBezTo>
                    <a:pt x="2211" y="10895"/>
                    <a:pt x="4650" y="10570"/>
                    <a:pt x="7024" y="10862"/>
                  </a:cubicBezTo>
                  <a:cubicBezTo>
                    <a:pt x="8065" y="7318"/>
                    <a:pt x="8845" y="4358"/>
                    <a:pt x="8748" y="3936"/>
                  </a:cubicBezTo>
                  <a:cubicBezTo>
                    <a:pt x="7935" y="684"/>
                    <a:pt x="4000" y="1"/>
                    <a:pt x="4000" y="1"/>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0"/>
            <p:cNvSpPr/>
            <p:nvPr/>
          </p:nvSpPr>
          <p:spPr>
            <a:xfrm>
              <a:off x="7326000" y="3565443"/>
              <a:ext cx="120020" cy="157344"/>
            </a:xfrm>
            <a:custGeom>
              <a:rect b="b" l="l" r="r" t="t"/>
              <a:pathLst>
                <a:path extrusionOk="0" h="13431" w="10245">
                  <a:moveTo>
                    <a:pt x="10244" y="0"/>
                  </a:moveTo>
                  <a:cubicBezTo>
                    <a:pt x="10244" y="1"/>
                    <a:pt x="4098" y="4293"/>
                    <a:pt x="2017" y="4618"/>
                  </a:cubicBezTo>
                  <a:cubicBezTo>
                    <a:pt x="2082" y="5659"/>
                    <a:pt x="2050" y="6732"/>
                    <a:pt x="1854" y="7772"/>
                  </a:cubicBezTo>
                  <a:cubicBezTo>
                    <a:pt x="1529" y="9203"/>
                    <a:pt x="1" y="13431"/>
                    <a:pt x="619" y="13431"/>
                  </a:cubicBezTo>
                  <a:cubicBezTo>
                    <a:pt x="1269" y="13431"/>
                    <a:pt x="7675" y="7512"/>
                    <a:pt x="8488" y="6699"/>
                  </a:cubicBezTo>
                  <a:cubicBezTo>
                    <a:pt x="9269" y="5886"/>
                    <a:pt x="10244" y="1"/>
                    <a:pt x="10244" y="0"/>
                  </a:cubicBezTo>
                  <a:close/>
                </a:path>
              </a:pathLst>
            </a:custGeom>
            <a:solidFill>
              <a:srgbClr val="763F18"/>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0"/>
            <p:cNvSpPr/>
            <p:nvPr/>
          </p:nvSpPr>
          <p:spPr>
            <a:xfrm>
              <a:off x="7348856" y="3610394"/>
              <a:ext cx="58306" cy="39632"/>
            </a:xfrm>
            <a:custGeom>
              <a:rect b="b" l="l" r="r" t="t"/>
              <a:pathLst>
                <a:path extrusionOk="0" h="3383" w="4977">
                  <a:moveTo>
                    <a:pt x="4976" y="0"/>
                  </a:moveTo>
                  <a:lnTo>
                    <a:pt x="1822" y="131"/>
                  </a:lnTo>
                  <a:cubicBezTo>
                    <a:pt x="1269" y="423"/>
                    <a:pt x="684" y="618"/>
                    <a:pt x="66" y="781"/>
                  </a:cubicBezTo>
                  <a:cubicBezTo>
                    <a:pt x="131" y="1626"/>
                    <a:pt x="99" y="2505"/>
                    <a:pt x="1" y="3383"/>
                  </a:cubicBezTo>
                  <a:lnTo>
                    <a:pt x="4976" y="0"/>
                  </a:ln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0"/>
            <p:cNvSpPr/>
            <p:nvPr/>
          </p:nvSpPr>
          <p:spPr>
            <a:xfrm>
              <a:off x="6952151" y="3955541"/>
              <a:ext cx="536922" cy="610598"/>
            </a:xfrm>
            <a:custGeom>
              <a:rect b="b" l="l" r="r" t="t"/>
              <a:pathLst>
                <a:path extrusionOk="0" h="52121" w="45832">
                  <a:moveTo>
                    <a:pt x="3726" y="1"/>
                  </a:moveTo>
                  <a:cubicBezTo>
                    <a:pt x="1285" y="1"/>
                    <a:pt x="1" y="479"/>
                    <a:pt x="141" y="2245"/>
                  </a:cubicBezTo>
                  <a:cubicBezTo>
                    <a:pt x="369" y="5107"/>
                    <a:pt x="11978" y="38634"/>
                    <a:pt x="12824" y="40423"/>
                  </a:cubicBezTo>
                  <a:cubicBezTo>
                    <a:pt x="12824" y="40423"/>
                    <a:pt x="12303" y="45301"/>
                    <a:pt x="11783" y="46992"/>
                  </a:cubicBezTo>
                  <a:cubicBezTo>
                    <a:pt x="11230" y="48651"/>
                    <a:pt x="9117" y="51317"/>
                    <a:pt x="8921" y="51968"/>
                  </a:cubicBezTo>
                  <a:cubicBezTo>
                    <a:pt x="8888" y="52073"/>
                    <a:pt x="9024" y="52121"/>
                    <a:pt x="9279" y="52121"/>
                  </a:cubicBezTo>
                  <a:cubicBezTo>
                    <a:pt x="10517" y="52121"/>
                    <a:pt x="14553" y="51003"/>
                    <a:pt x="15686" y="49951"/>
                  </a:cubicBezTo>
                  <a:cubicBezTo>
                    <a:pt x="17051" y="48683"/>
                    <a:pt x="17279" y="46147"/>
                    <a:pt x="19198" y="43708"/>
                  </a:cubicBezTo>
                  <a:cubicBezTo>
                    <a:pt x="21084" y="41269"/>
                    <a:pt x="20238" y="40228"/>
                    <a:pt x="19068" y="39480"/>
                  </a:cubicBezTo>
                  <a:cubicBezTo>
                    <a:pt x="17929" y="38732"/>
                    <a:pt x="16433" y="36846"/>
                    <a:pt x="16433" y="36846"/>
                  </a:cubicBezTo>
                  <a:cubicBezTo>
                    <a:pt x="15881" y="35220"/>
                    <a:pt x="15458" y="33529"/>
                    <a:pt x="15165" y="31870"/>
                  </a:cubicBezTo>
                  <a:cubicBezTo>
                    <a:pt x="14515" y="28586"/>
                    <a:pt x="12954" y="12815"/>
                    <a:pt x="12954" y="12814"/>
                  </a:cubicBezTo>
                  <a:lnTo>
                    <a:pt x="12954" y="12814"/>
                  </a:lnTo>
                  <a:cubicBezTo>
                    <a:pt x="12954" y="12814"/>
                    <a:pt x="19491" y="18505"/>
                    <a:pt x="27002" y="19285"/>
                  </a:cubicBezTo>
                  <a:cubicBezTo>
                    <a:pt x="28216" y="19406"/>
                    <a:pt x="29346" y="19466"/>
                    <a:pt x="30403" y="19466"/>
                  </a:cubicBezTo>
                  <a:cubicBezTo>
                    <a:pt x="35890" y="19466"/>
                    <a:pt x="39407" y="17857"/>
                    <a:pt x="42352" y="14830"/>
                  </a:cubicBezTo>
                  <a:cubicBezTo>
                    <a:pt x="45831" y="11220"/>
                    <a:pt x="42774" y="6050"/>
                    <a:pt x="42774" y="6050"/>
                  </a:cubicBezTo>
                  <a:cubicBezTo>
                    <a:pt x="42774" y="6050"/>
                    <a:pt x="15686" y="782"/>
                    <a:pt x="9539" y="359"/>
                  </a:cubicBezTo>
                  <a:cubicBezTo>
                    <a:pt x="7199" y="185"/>
                    <a:pt x="5240" y="1"/>
                    <a:pt x="3726" y="1"/>
                  </a:cubicBezTo>
                  <a:close/>
                </a:path>
              </a:pathLst>
            </a:custGeom>
            <a:solidFill>
              <a:srgbClr val="763F18"/>
            </a:solidFill>
            <a:ln cap="flat" cmpd="sng" w="10575">
              <a:solidFill>
                <a:schemeClr val="dk1"/>
              </a:solidFill>
              <a:prstDash val="solid"/>
              <a:miter lim="3251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0"/>
            <p:cNvSpPr/>
            <p:nvPr/>
          </p:nvSpPr>
          <p:spPr>
            <a:xfrm>
              <a:off x="7082563" y="4034793"/>
              <a:ext cx="21345" cy="70864"/>
            </a:xfrm>
            <a:custGeom>
              <a:rect b="b" l="l" r="r" t="t"/>
              <a:pathLst>
                <a:path extrusionOk="0" fill="none" h="6049" w="1822">
                  <a:moveTo>
                    <a:pt x="1822" y="6049"/>
                  </a:moveTo>
                  <a:cubicBezTo>
                    <a:pt x="1822" y="6049"/>
                    <a:pt x="1724" y="2244"/>
                    <a:pt x="1" y="0"/>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0"/>
            <p:cNvSpPr/>
            <p:nvPr/>
          </p:nvSpPr>
          <p:spPr>
            <a:xfrm>
              <a:off x="7056181" y="4415753"/>
              <a:ext cx="142970" cy="150175"/>
            </a:xfrm>
            <a:custGeom>
              <a:rect b="b" l="l" r="r" t="t"/>
              <a:pathLst>
                <a:path extrusionOk="0" h="12819" w="12204">
                  <a:moveTo>
                    <a:pt x="9927" y="1"/>
                  </a:moveTo>
                  <a:cubicBezTo>
                    <a:pt x="9797" y="456"/>
                    <a:pt x="9602" y="879"/>
                    <a:pt x="9310" y="1269"/>
                  </a:cubicBezTo>
                  <a:cubicBezTo>
                    <a:pt x="8431" y="2310"/>
                    <a:pt x="7293" y="7350"/>
                    <a:pt x="6188" y="8163"/>
                  </a:cubicBezTo>
                  <a:cubicBezTo>
                    <a:pt x="5666" y="8569"/>
                    <a:pt x="4721" y="8676"/>
                    <a:pt x="3890" y="8676"/>
                  </a:cubicBezTo>
                  <a:cubicBezTo>
                    <a:pt x="3320" y="8676"/>
                    <a:pt x="2804" y="8626"/>
                    <a:pt x="2513" y="8586"/>
                  </a:cubicBezTo>
                  <a:cubicBezTo>
                    <a:pt x="1700" y="10212"/>
                    <a:pt x="204" y="12131"/>
                    <a:pt x="41" y="12651"/>
                  </a:cubicBezTo>
                  <a:cubicBezTo>
                    <a:pt x="1" y="12767"/>
                    <a:pt x="146" y="12819"/>
                    <a:pt x="419" y="12819"/>
                  </a:cubicBezTo>
                  <a:cubicBezTo>
                    <a:pt x="1680" y="12819"/>
                    <a:pt x="5683" y="11710"/>
                    <a:pt x="6806" y="10667"/>
                  </a:cubicBezTo>
                  <a:cubicBezTo>
                    <a:pt x="8171" y="9399"/>
                    <a:pt x="8399" y="6863"/>
                    <a:pt x="10285" y="4424"/>
                  </a:cubicBezTo>
                  <a:cubicBezTo>
                    <a:pt x="12204" y="1985"/>
                    <a:pt x="11358" y="944"/>
                    <a:pt x="10188" y="196"/>
                  </a:cubicBezTo>
                  <a:cubicBezTo>
                    <a:pt x="10090" y="131"/>
                    <a:pt x="9992" y="66"/>
                    <a:pt x="9927" y="1"/>
                  </a:cubicBezTo>
                  <a:close/>
                </a:path>
              </a:pathLst>
            </a:custGeom>
            <a:solidFill>
              <a:schemeClr val="dk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0"/>
            <p:cNvSpPr/>
            <p:nvPr/>
          </p:nvSpPr>
          <p:spPr>
            <a:xfrm>
              <a:off x="7063901" y="3959735"/>
              <a:ext cx="425172" cy="223850"/>
            </a:xfrm>
            <a:custGeom>
              <a:rect b="b" l="l" r="r" t="t"/>
              <a:pathLst>
                <a:path extrusionOk="0" h="19108" w="36293">
                  <a:moveTo>
                    <a:pt x="0" y="1"/>
                  </a:moveTo>
                  <a:lnTo>
                    <a:pt x="0" y="1"/>
                  </a:lnTo>
                  <a:cubicBezTo>
                    <a:pt x="3285" y="3220"/>
                    <a:pt x="4586" y="8001"/>
                    <a:pt x="3415" y="12456"/>
                  </a:cubicBezTo>
                  <a:cubicBezTo>
                    <a:pt x="3415" y="12456"/>
                    <a:pt x="9951" y="18147"/>
                    <a:pt x="17463" y="18927"/>
                  </a:cubicBezTo>
                  <a:cubicBezTo>
                    <a:pt x="18677" y="19048"/>
                    <a:pt x="19807" y="19108"/>
                    <a:pt x="20864" y="19108"/>
                  </a:cubicBezTo>
                  <a:cubicBezTo>
                    <a:pt x="26351" y="19108"/>
                    <a:pt x="29868" y="17499"/>
                    <a:pt x="32813" y="14472"/>
                  </a:cubicBezTo>
                  <a:cubicBezTo>
                    <a:pt x="36292" y="10862"/>
                    <a:pt x="33203" y="5692"/>
                    <a:pt x="33203" y="5692"/>
                  </a:cubicBezTo>
                  <a:cubicBezTo>
                    <a:pt x="33203" y="5692"/>
                    <a:pt x="6147" y="424"/>
                    <a:pt x="0" y="1"/>
                  </a:cubicBezTo>
                  <a:close/>
                </a:path>
              </a:pathLst>
            </a:custGeom>
            <a:solidFill>
              <a:schemeClr val="accent3"/>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0"/>
            <p:cNvSpPr/>
            <p:nvPr/>
          </p:nvSpPr>
          <p:spPr>
            <a:xfrm>
              <a:off x="7138186" y="3900691"/>
              <a:ext cx="185542" cy="178279"/>
            </a:xfrm>
            <a:custGeom>
              <a:rect b="b" l="l" r="r" t="t"/>
              <a:pathLst>
                <a:path extrusionOk="0" h="15218" w="15838">
                  <a:moveTo>
                    <a:pt x="1627" y="0"/>
                  </a:moveTo>
                  <a:cubicBezTo>
                    <a:pt x="1627" y="0"/>
                    <a:pt x="293" y="2017"/>
                    <a:pt x="131" y="3513"/>
                  </a:cubicBezTo>
                  <a:cubicBezTo>
                    <a:pt x="1" y="5008"/>
                    <a:pt x="2114" y="6504"/>
                    <a:pt x="4163" y="7252"/>
                  </a:cubicBezTo>
                  <a:cubicBezTo>
                    <a:pt x="6212" y="7935"/>
                    <a:pt x="8326" y="8521"/>
                    <a:pt x="10472" y="9008"/>
                  </a:cubicBezTo>
                  <a:cubicBezTo>
                    <a:pt x="10179" y="9821"/>
                    <a:pt x="10114" y="10699"/>
                    <a:pt x="10244" y="11577"/>
                  </a:cubicBezTo>
                  <a:cubicBezTo>
                    <a:pt x="10472" y="13203"/>
                    <a:pt x="11675" y="13366"/>
                    <a:pt x="11675" y="13366"/>
                  </a:cubicBezTo>
                  <a:cubicBezTo>
                    <a:pt x="11675" y="13366"/>
                    <a:pt x="11155" y="13919"/>
                    <a:pt x="11187" y="14211"/>
                  </a:cubicBezTo>
                  <a:cubicBezTo>
                    <a:pt x="11382" y="14699"/>
                    <a:pt x="11740" y="15057"/>
                    <a:pt x="12228" y="15187"/>
                  </a:cubicBezTo>
                  <a:cubicBezTo>
                    <a:pt x="12369" y="15207"/>
                    <a:pt x="12510" y="15217"/>
                    <a:pt x="12650" y="15217"/>
                  </a:cubicBezTo>
                  <a:cubicBezTo>
                    <a:pt x="13413" y="15217"/>
                    <a:pt x="14145" y="14919"/>
                    <a:pt x="14667" y="14342"/>
                  </a:cubicBezTo>
                  <a:cubicBezTo>
                    <a:pt x="15025" y="14016"/>
                    <a:pt x="15838" y="12878"/>
                    <a:pt x="15838" y="12390"/>
                  </a:cubicBezTo>
                  <a:cubicBezTo>
                    <a:pt x="15773" y="11317"/>
                    <a:pt x="14537" y="9691"/>
                    <a:pt x="14537" y="9691"/>
                  </a:cubicBezTo>
                  <a:cubicBezTo>
                    <a:pt x="13789" y="8521"/>
                    <a:pt x="12748" y="7577"/>
                    <a:pt x="11513" y="6992"/>
                  </a:cubicBezTo>
                  <a:cubicBezTo>
                    <a:pt x="9464" y="6017"/>
                    <a:pt x="3935" y="1626"/>
                    <a:pt x="3935" y="1626"/>
                  </a:cubicBezTo>
                  <a:lnTo>
                    <a:pt x="3610" y="1399"/>
                  </a:lnTo>
                  <a:lnTo>
                    <a:pt x="1627" y="0"/>
                  </a:lnTo>
                  <a:close/>
                </a:path>
              </a:pathLst>
            </a:custGeom>
            <a:solidFill>
              <a:srgbClr val="763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0"/>
            <p:cNvSpPr/>
            <p:nvPr/>
          </p:nvSpPr>
          <p:spPr>
            <a:xfrm>
              <a:off x="7138186" y="3900691"/>
              <a:ext cx="185542" cy="179450"/>
            </a:xfrm>
            <a:custGeom>
              <a:rect b="b" l="l" r="r" t="t"/>
              <a:pathLst>
                <a:path extrusionOk="0" fill="none" h="15318" w="15838">
                  <a:moveTo>
                    <a:pt x="1627" y="0"/>
                  </a:moveTo>
                  <a:cubicBezTo>
                    <a:pt x="1627" y="0"/>
                    <a:pt x="293" y="2017"/>
                    <a:pt x="131" y="3513"/>
                  </a:cubicBezTo>
                  <a:cubicBezTo>
                    <a:pt x="1" y="5008"/>
                    <a:pt x="2114" y="6504"/>
                    <a:pt x="4163" y="7252"/>
                  </a:cubicBezTo>
                  <a:cubicBezTo>
                    <a:pt x="6212" y="7935"/>
                    <a:pt x="8326" y="8521"/>
                    <a:pt x="10472" y="9008"/>
                  </a:cubicBezTo>
                  <a:cubicBezTo>
                    <a:pt x="10179" y="9821"/>
                    <a:pt x="10114" y="10699"/>
                    <a:pt x="10244" y="11577"/>
                  </a:cubicBezTo>
                  <a:cubicBezTo>
                    <a:pt x="10472" y="13203"/>
                    <a:pt x="11675" y="13366"/>
                    <a:pt x="11675" y="13366"/>
                  </a:cubicBezTo>
                  <a:cubicBezTo>
                    <a:pt x="11675" y="13366"/>
                    <a:pt x="11155" y="13919"/>
                    <a:pt x="11187" y="14211"/>
                  </a:cubicBezTo>
                  <a:cubicBezTo>
                    <a:pt x="11382" y="14699"/>
                    <a:pt x="11740" y="15057"/>
                    <a:pt x="12228" y="15187"/>
                  </a:cubicBezTo>
                  <a:cubicBezTo>
                    <a:pt x="13139" y="15317"/>
                    <a:pt x="14049" y="15024"/>
                    <a:pt x="14667" y="14342"/>
                  </a:cubicBezTo>
                  <a:cubicBezTo>
                    <a:pt x="15025" y="14016"/>
                    <a:pt x="15838" y="12878"/>
                    <a:pt x="15838" y="12390"/>
                  </a:cubicBezTo>
                  <a:cubicBezTo>
                    <a:pt x="15773" y="11317"/>
                    <a:pt x="14537" y="9691"/>
                    <a:pt x="14537" y="9691"/>
                  </a:cubicBezTo>
                  <a:cubicBezTo>
                    <a:pt x="13789" y="8521"/>
                    <a:pt x="12748" y="7577"/>
                    <a:pt x="11513" y="6992"/>
                  </a:cubicBezTo>
                  <a:cubicBezTo>
                    <a:pt x="9464" y="6017"/>
                    <a:pt x="3935" y="1626"/>
                    <a:pt x="3935" y="1626"/>
                  </a:cubicBezTo>
                  <a:lnTo>
                    <a:pt x="3610" y="1399"/>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0"/>
            <p:cNvSpPr/>
            <p:nvPr/>
          </p:nvSpPr>
          <p:spPr>
            <a:xfrm>
              <a:off x="7274958" y="4057262"/>
              <a:ext cx="11820" cy="8775"/>
            </a:xfrm>
            <a:custGeom>
              <a:rect b="b" l="l" r="r" t="t"/>
              <a:pathLst>
                <a:path extrusionOk="0" fill="none" h="749" w="1009">
                  <a:moveTo>
                    <a:pt x="0" y="1"/>
                  </a:moveTo>
                  <a:cubicBezTo>
                    <a:pt x="0" y="1"/>
                    <a:pt x="423" y="749"/>
                    <a:pt x="1008" y="716"/>
                  </a:cubicBezTo>
                </a:path>
              </a:pathLst>
            </a:custGeom>
            <a:noFill/>
            <a:ln cap="rnd" cmpd="sng" w="10575">
              <a:solidFill>
                <a:srgbClr val="2632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0"/>
            <p:cNvSpPr/>
            <p:nvPr/>
          </p:nvSpPr>
          <p:spPr>
            <a:xfrm>
              <a:off x="7261240" y="3397063"/>
              <a:ext cx="272022" cy="220441"/>
            </a:xfrm>
            <a:custGeom>
              <a:rect b="b" l="l" r="r" t="t"/>
              <a:pathLst>
                <a:path extrusionOk="0" h="18817" w="23220">
                  <a:moveTo>
                    <a:pt x="15868" y="0"/>
                  </a:moveTo>
                  <a:cubicBezTo>
                    <a:pt x="11136" y="0"/>
                    <a:pt x="4161" y="1189"/>
                    <a:pt x="2765" y="3024"/>
                  </a:cubicBezTo>
                  <a:cubicBezTo>
                    <a:pt x="1106" y="5235"/>
                    <a:pt x="4846" y="8975"/>
                    <a:pt x="4846" y="8975"/>
                  </a:cubicBezTo>
                  <a:cubicBezTo>
                    <a:pt x="4846" y="8975"/>
                    <a:pt x="5236" y="12324"/>
                    <a:pt x="3317" y="13950"/>
                  </a:cubicBezTo>
                  <a:cubicBezTo>
                    <a:pt x="2358" y="14763"/>
                    <a:pt x="1529" y="14967"/>
                    <a:pt x="939" y="14967"/>
                  </a:cubicBezTo>
                  <a:cubicBezTo>
                    <a:pt x="350" y="14967"/>
                    <a:pt x="1" y="14763"/>
                    <a:pt x="0" y="14763"/>
                  </a:cubicBezTo>
                  <a:lnTo>
                    <a:pt x="0" y="14763"/>
                  </a:lnTo>
                  <a:cubicBezTo>
                    <a:pt x="1" y="14764"/>
                    <a:pt x="1399" y="17137"/>
                    <a:pt x="3448" y="18243"/>
                  </a:cubicBezTo>
                  <a:cubicBezTo>
                    <a:pt x="4340" y="18703"/>
                    <a:pt x="6474" y="18816"/>
                    <a:pt x="8729" y="18816"/>
                  </a:cubicBezTo>
                  <a:cubicBezTo>
                    <a:pt x="10927" y="18816"/>
                    <a:pt x="13240" y="18709"/>
                    <a:pt x="14630" y="18709"/>
                  </a:cubicBezTo>
                  <a:cubicBezTo>
                    <a:pt x="15143" y="18709"/>
                    <a:pt x="15530" y="18723"/>
                    <a:pt x="15740" y="18763"/>
                  </a:cubicBezTo>
                  <a:cubicBezTo>
                    <a:pt x="15892" y="18795"/>
                    <a:pt x="16087" y="18810"/>
                    <a:pt x="16313" y="18810"/>
                  </a:cubicBezTo>
                  <a:cubicBezTo>
                    <a:pt x="18168" y="18810"/>
                    <a:pt x="22174" y="17784"/>
                    <a:pt x="22667" y="16422"/>
                  </a:cubicBezTo>
                  <a:cubicBezTo>
                    <a:pt x="23219" y="14926"/>
                    <a:pt x="22504" y="682"/>
                    <a:pt x="18244" y="130"/>
                  </a:cubicBezTo>
                  <a:cubicBezTo>
                    <a:pt x="17566" y="42"/>
                    <a:pt x="16757" y="0"/>
                    <a:pt x="15868" y="0"/>
                  </a:cubicBez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0"/>
            <p:cNvSpPr/>
            <p:nvPr/>
          </p:nvSpPr>
          <p:spPr>
            <a:xfrm>
              <a:off x="7292097" y="3466768"/>
              <a:ext cx="182871" cy="156407"/>
            </a:xfrm>
            <a:custGeom>
              <a:rect b="b" l="l" r="r" t="t"/>
              <a:pathLst>
                <a:path extrusionOk="0" h="13351" w="15610">
                  <a:moveTo>
                    <a:pt x="7025" y="1"/>
                  </a:moveTo>
                  <a:cubicBezTo>
                    <a:pt x="7025" y="1"/>
                    <a:pt x="2212" y="1106"/>
                    <a:pt x="2082" y="2342"/>
                  </a:cubicBezTo>
                  <a:cubicBezTo>
                    <a:pt x="1919" y="3578"/>
                    <a:pt x="1" y="12130"/>
                    <a:pt x="1789" y="12976"/>
                  </a:cubicBezTo>
                  <a:cubicBezTo>
                    <a:pt x="2349" y="13230"/>
                    <a:pt x="3302" y="13351"/>
                    <a:pt x="4404" y="13351"/>
                  </a:cubicBezTo>
                  <a:cubicBezTo>
                    <a:pt x="6824" y="13351"/>
                    <a:pt x="9958" y="12768"/>
                    <a:pt x="11187" y="11740"/>
                  </a:cubicBezTo>
                  <a:cubicBezTo>
                    <a:pt x="12293" y="10765"/>
                    <a:pt x="13269" y="9659"/>
                    <a:pt x="14082" y="8423"/>
                  </a:cubicBezTo>
                  <a:cubicBezTo>
                    <a:pt x="14082" y="8423"/>
                    <a:pt x="14148" y="8490"/>
                    <a:pt x="14268" y="8490"/>
                  </a:cubicBezTo>
                  <a:cubicBezTo>
                    <a:pt x="14438" y="8490"/>
                    <a:pt x="14714" y="8356"/>
                    <a:pt x="15057" y="7708"/>
                  </a:cubicBezTo>
                  <a:cubicBezTo>
                    <a:pt x="15610" y="6635"/>
                    <a:pt x="15447" y="4944"/>
                    <a:pt x="15447" y="4944"/>
                  </a:cubicBezTo>
                  <a:lnTo>
                    <a:pt x="15447" y="4944"/>
                  </a:lnTo>
                  <a:cubicBezTo>
                    <a:pt x="15447" y="4944"/>
                    <a:pt x="14704" y="6019"/>
                    <a:pt x="13559" y="6019"/>
                  </a:cubicBezTo>
                  <a:cubicBezTo>
                    <a:pt x="13062" y="6019"/>
                    <a:pt x="12490" y="5817"/>
                    <a:pt x="11870" y="5236"/>
                  </a:cubicBezTo>
                  <a:cubicBezTo>
                    <a:pt x="9789" y="3285"/>
                    <a:pt x="7025" y="1"/>
                    <a:pt x="7025" y="1"/>
                  </a:cubicBezTo>
                  <a:close/>
                </a:path>
              </a:pathLst>
            </a:custGeom>
            <a:solidFill>
              <a:srgbClr val="763F18"/>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0"/>
            <p:cNvSpPr/>
            <p:nvPr/>
          </p:nvSpPr>
          <p:spPr>
            <a:xfrm>
              <a:off x="7322193" y="3509059"/>
              <a:ext cx="9536" cy="14866"/>
            </a:xfrm>
            <a:custGeom>
              <a:rect b="b" l="l" r="r" t="t"/>
              <a:pathLst>
                <a:path extrusionOk="0" h="1269" w="814">
                  <a:moveTo>
                    <a:pt x="423" y="0"/>
                  </a:moveTo>
                  <a:cubicBezTo>
                    <a:pt x="196" y="0"/>
                    <a:pt x="1" y="293"/>
                    <a:pt x="1" y="651"/>
                  </a:cubicBezTo>
                  <a:cubicBezTo>
                    <a:pt x="1" y="976"/>
                    <a:pt x="196" y="1269"/>
                    <a:pt x="423" y="1269"/>
                  </a:cubicBezTo>
                  <a:cubicBezTo>
                    <a:pt x="651" y="1269"/>
                    <a:pt x="814" y="976"/>
                    <a:pt x="814" y="651"/>
                  </a:cubicBezTo>
                  <a:cubicBezTo>
                    <a:pt x="814" y="293"/>
                    <a:pt x="651" y="0"/>
                    <a:pt x="4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0"/>
            <p:cNvSpPr/>
            <p:nvPr/>
          </p:nvSpPr>
          <p:spPr>
            <a:xfrm>
              <a:off x="7366769" y="3517435"/>
              <a:ext cx="9536" cy="14866"/>
            </a:xfrm>
            <a:custGeom>
              <a:rect b="b" l="l" r="r" t="t"/>
              <a:pathLst>
                <a:path extrusionOk="0" h="1269" w="814">
                  <a:moveTo>
                    <a:pt x="391" y="1"/>
                  </a:moveTo>
                  <a:cubicBezTo>
                    <a:pt x="163" y="1"/>
                    <a:pt x="0" y="293"/>
                    <a:pt x="0" y="651"/>
                  </a:cubicBezTo>
                  <a:cubicBezTo>
                    <a:pt x="0" y="976"/>
                    <a:pt x="163" y="1269"/>
                    <a:pt x="391" y="1269"/>
                  </a:cubicBezTo>
                  <a:cubicBezTo>
                    <a:pt x="618" y="1269"/>
                    <a:pt x="813" y="976"/>
                    <a:pt x="813" y="651"/>
                  </a:cubicBezTo>
                  <a:cubicBezTo>
                    <a:pt x="813" y="293"/>
                    <a:pt x="618" y="1"/>
                    <a:pt x="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0"/>
            <p:cNvSpPr/>
            <p:nvPr/>
          </p:nvSpPr>
          <p:spPr>
            <a:xfrm>
              <a:off x="7317624" y="3510195"/>
              <a:ext cx="28198" cy="50304"/>
            </a:xfrm>
            <a:custGeom>
              <a:rect b="b" l="l" r="r" t="t"/>
              <a:pathLst>
                <a:path extrusionOk="0" fill="none" h="4294" w="2407">
                  <a:moveTo>
                    <a:pt x="2407" y="1"/>
                  </a:moveTo>
                  <a:cubicBezTo>
                    <a:pt x="2407" y="1"/>
                    <a:pt x="2212" y="1237"/>
                    <a:pt x="1789" y="1562"/>
                  </a:cubicBezTo>
                  <a:cubicBezTo>
                    <a:pt x="1366" y="1887"/>
                    <a:pt x="195" y="2602"/>
                    <a:pt x="98" y="3253"/>
                  </a:cubicBezTo>
                  <a:cubicBezTo>
                    <a:pt x="0" y="3871"/>
                    <a:pt x="2309" y="4293"/>
                    <a:pt x="2309" y="4293"/>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0"/>
            <p:cNvSpPr/>
            <p:nvPr/>
          </p:nvSpPr>
          <p:spPr>
            <a:xfrm>
              <a:off x="7325626" y="3574206"/>
              <a:ext cx="29346" cy="11059"/>
            </a:xfrm>
            <a:custGeom>
              <a:rect b="b" l="l" r="r" t="t"/>
              <a:pathLst>
                <a:path extrusionOk="0" fill="none" h="944" w="2505">
                  <a:moveTo>
                    <a:pt x="0" y="0"/>
                  </a:moveTo>
                  <a:cubicBezTo>
                    <a:pt x="0" y="0"/>
                    <a:pt x="1269" y="943"/>
                    <a:pt x="2504" y="98"/>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0"/>
            <p:cNvSpPr/>
            <p:nvPr/>
          </p:nvSpPr>
          <p:spPr>
            <a:xfrm>
              <a:off x="7361813" y="3507536"/>
              <a:ext cx="27062" cy="11059"/>
            </a:xfrm>
            <a:custGeom>
              <a:rect b="b" l="l" r="r" t="t"/>
              <a:pathLst>
                <a:path extrusionOk="0" fill="none" h="944" w="2310">
                  <a:moveTo>
                    <a:pt x="1" y="228"/>
                  </a:moveTo>
                  <a:cubicBezTo>
                    <a:pt x="846" y="0"/>
                    <a:pt x="1757" y="293"/>
                    <a:pt x="2310" y="943"/>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0"/>
            <p:cNvSpPr/>
            <p:nvPr/>
          </p:nvSpPr>
          <p:spPr>
            <a:xfrm>
              <a:off x="7322580" y="3495341"/>
              <a:ext cx="18299" cy="8775"/>
            </a:xfrm>
            <a:custGeom>
              <a:rect b="b" l="l" r="r" t="t"/>
              <a:pathLst>
                <a:path extrusionOk="0" fill="none" h="749" w="1562">
                  <a:moveTo>
                    <a:pt x="1561" y="749"/>
                  </a:moveTo>
                  <a:cubicBezTo>
                    <a:pt x="1561" y="749"/>
                    <a:pt x="1041" y="1"/>
                    <a:pt x="0" y="749"/>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0"/>
            <p:cNvSpPr/>
            <p:nvPr/>
          </p:nvSpPr>
          <p:spPr>
            <a:xfrm>
              <a:off x="7401820" y="3587538"/>
              <a:ext cx="117349" cy="33997"/>
            </a:xfrm>
            <a:custGeom>
              <a:rect b="b" l="l" r="r" t="t"/>
              <a:pathLst>
                <a:path extrusionOk="0" h="2902" w="10017">
                  <a:moveTo>
                    <a:pt x="4293" y="0"/>
                  </a:moveTo>
                  <a:cubicBezTo>
                    <a:pt x="4293" y="0"/>
                    <a:pt x="2147" y="1366"/>
                    <a:pt x="1236" y="1594"/>
                  </a:cubicBezTo>
                  <a:cubicBezTo>
                    <a:pt x="846" y="1691"/>
                    <a:pt x="423" y="1789"/>
                    <a:pt x="0" y="1821"/>
                  </a:cubicBezTo>
                  <a:cubicBezTo>
                    <a:pt x="0" y="1821"/>
                    <a:pt x="0" y="2504"/>
                    <a:pt x="3382" y="2830"/>
                  </a:cubicBezTo>
                  <a:cubicBezTo>
                    <a:pt x="3886" y="2878"/>
                    <a:pt x="4370" y="2902"/>
                    <a:pt x="4831" y="2902"/>
                  </a:cubicBezTo>
                  <a:cubicBezTo>
                    <a:pt x="7463" y="2902"/>
                    <a:pt x="9352" y="2122"/>
                    <a:pt x="10016" y="683"/>
                  </a:cubicBezTo>
                  <a:lnTo>
                    <a:pt x="4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0"/>
            <p:cNvSpPr/>
            <p:nvPr/>
          </p:nvSpPr>
          <p:spPr>
            <a:xfrm>
              <a:off x="7401820" y="3587538"/>
              <a:ext cx="117349" cy="36961"/>
            </a:xfrm>
            <a:custGeom>
              <a:rect b="b" l="l" r="r" t="t"/>
              <a:pathLst>
                <a:path extrusionOk="0" fill="none" h="3155" w="10017">
                  <a:moveTo>
                    <a:pt x="4293" y="0"/>
                  </a:moveTo>
                  <a:cubicBezTo>
                    <a:pt x="4293" y="0"/>
                    <a:pt x="2147" y="1366"/>
                    <a:pt x="1236" y="1594"/>
                  </a:cubicBezTo>
                  <a:cubicBezTo>
                    <a:pt x="846" y="1691"/>
                    <a:pt x="423" y="1789"/>
                    <a:pt x="0" y="1821"/>
                  </a:cubicBezTo>
                  <a:cubicBezTo>
                    <a:pt x="0" y="1821"/>
                    <a:pt x="0" y="2504"/>
                    <a:pt x="3382" y="2830"/>
                  </a:cubicBezTo>
                  <a:cubicBezTo>
                    <a:pt x="6764" y="3155"/>
                    <a:pt x="9236" y="2374"/>
                    <a:pt x="10016" y="683"/>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0"/>
            <p:cNvSpPr/>
            <p:nvPr/>
          </p:nvSpPr>
          <p:spPr>
            <a:xfrm>
              <a:off x="6581594" y="4499949"/>
              <a:ext cx="169539" cy="102495"/>
            </a:xfrm>
            <a:custGeom>
              <a:rect b="b" l="l" r="r" t="t"/>
              <a:pathLst>
                <a:path extrusionOk="0" h="8749" w="14472">
                  <a:moveTo>
                    <a:pt x="6992" y="1"/>
                  </a:moveTo>
                  <a:lnTo>
                    <a:pt x="98" y="619"/>
                  </a:lnTo>
                  <a:lnTo>
                    <a:pt x="0" y="8748"/>
                  </a:lnTo>
                  <a:lnTo>
                    <a:pt x="13333" y="8748"/>
                  </a:lnTo>
                  <a:cubicBezTo>
                    <a:pt x="14016" y="8748"/>
                    <a:pt x="14472" y="8066"/>
                    <a:pt x="14212" y="7448"/>
                  </a:cubicBezTo>
                  <a:cubicBezTo>
                    <a:pt x="14081" y="7123"/>
                    <a:pt x="12228" y="6635"/>
                    <a:pt x="11773" y="6342"/>
                  </a:cubicBezTo>
                  <a:cubicBezTo>
                    <a:pt x="10309" y="5464"/>
                    <a:pt x="9138" y="4196"/>
                    <a:pt x="8553" y="3675"/>
                  </a:cubicBezTo>
                  <a:cubicBezTo>
                    <a:pt x="7773" y="2993"/>
                    <a:pt x="6992" y="1"/>
                    <a:pt x="6992" y="1"/>
                  </a:cubicBezTo>
                  <a:close/>
                </a:path>
              </a:pathLst>
            </a:custGeom>
            <a:solidFill>
              <a:schemeClr val="accent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0"/>
            <p:cNvSpPr/>
            <p:nvPr/>
          </p:nvSpPr>
          <p:spPr>
            <a:xfrm>
              <a:off x="6401394" y="3701068"/>
              <a:ext cx="302118" cy="808804"/>
            </a:xfrm>
            <a:custGeom>
              <a:rect b="b" l="l" r="r" t="t"/>
              <a:pathLst>
                <a:path extrusionOk="0" h="69040" w="25789">
                  <a:moveTo>
                    <a:pt x="456" y="0"/>
                  </a:moveTo>
                  <a:lnTo>
                    <a:pt x="326" y="9951"/>
                  </a:lnTo>
                  <a:lnTo>
                    <a:pt x="1" y="38178"/>
                  </a:lnTo>
                  <a:cubicBezTo>
                    <a:pt x="1" y="38178"/>
                    <a:pt x="163" y="46926"/>
                    <a:pt x="488" y="48357"/>
                  </a:cubicBezTo>
                  <a:cubicBezTo>
                    <a:pt x="814" y="49820"/>
                    <a:pt x="163" y="68161"/>
                    <a:pt x="163" y="68161"/>
                  </a:cubicBezTo>
                  <a:lnTo>
                    <a:pt x="6862" y="68812"/>
                  </a:lnTo>
                  <a:lnTo>
                    <a:pt x="9301" y="42308"/>
                  </a:lnTo>
                  <a:lnTo>
                    <a:pt x="13041" y="16000"/>
                  </a:lnTo>
                  <a:lnTo>
                    <a:pt x="15025" y="42796"/>
                  </a:lnTo>
                  <a:lnTo>
                    <a:pt x="15415" y="69039"/>
                  </a:lnTo>
                  <a:lnTo>
                    <a:pt x="22374" y="68194"/>
                  </a:lnTo>
                  <a:lnTo>
                    <a:pt x="22894" y="47284"/>
                  </a:lnTo>
                  <a:cubicBezTo>
                    <a:pt x="22894" y="47284"/>
                    <a:pt x="25333" y="27967"/>
                    <a:pt x="25333" y="21593"/>
                  </a:cubicBezTo>
                  <a:lnTo>
                    <a:pt x="25333" y="5951"/>
                  </a:lnTo>
                  <a:lnTo>
                    <a:pt x="25789" y="358"/>
                  </a:lnTo>
                  <a:lnTo>
                    <a:pt x="456" y="0"/>
                  </a:ln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0"/>
            <p:cNvSpPr/>
            <p:nvPr/>
          </p:nvSpPr>
          <p:spPr>
            <a:xfrm>
              <a:off x="6315675" y="4499949"/>
              <a:ext cx="167255" cy="102495"/>
            </a:xfrm>
            <a:custGeom>
              <a:rect b="b" l="l" r="r" t="t"/>
              <a:pathLst>
                <a:path extrusionOk="0" h="8749" w="14277">
                  <a:moveTo>
                    <a:pt x="7480" y="1"/>
                  </a:moveTo>
                  <a:cubicBezTo>
                    <a:pt x="7480" y="1"/>
                    <a:pt x="6667" y="2993"/>
                    <a:pt x="5919" y="3675"/>
                  </a:cubicBezTo>
                  <a:cubicBezTo>
                    <a:pt x="5334" y="4196"/>
                    <a:pt x="4163" y="5464"/>
                    <a:pt x="2700" y="6342"/>
                  </a:cubicBezTo>
                  <a:cubicBezTo>
                    <a:pt x="2245" y="6635"/>
                    <a:pt x="391" y="7123"/>
                    <a:pt x="261" y="7448"/>
                  </a:cubicBezTo>
                  <a:cubicBezTo>
                    <a:pt x="1" y="8066"/>
                    <a:pt x="456" y="8748"/>
                    <a:pt x="1139" y="8748"/>
                  </a:cubicBezTo>
                  <a:lnTo>
                    <a:pt x="14277" y="8748"/>
                  </a:lnTo>
                  <a:lnTo>
                    <a:pt x="14179" y="619"/>
                  </a:lnTo>
                  <a:lnTo>
                    <a:pt x="7480" y="1"/>
                  </a:lnTo>
                  <a:close/>
                </a:path>
              </a:pathLst>
            </a:custGeom>
            <a:solidFill>
              <a:schemeClr val="accent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0"/>
            <p:cNvSpPr/>
            <p:nvPr/>
          </p:nvSpPr>
          <p:spPr>
            <a:xfrm>
              <a:off x="6129384" y="3205043"/>
              <a:ext cx="857187" cy="516819"/>
            </a:xfrm>
            <a:custGeom>
              <a:rect b="b" l="l" r="r" t="t"/>
              <a:pathLst>
                <a:path extrusionOk="0" h="44116" w="73170">
                  <a:moveTo>
                    <a:pt x="3123" y="1"/>
                  </a:moveTo>
                  <a:cubicBezTo>
                    <a:pt x="2960" y="1"/>
                    <a:pt x="2797" y="66"/>
                    <a:pt x="2635" y="163"/>
                  </a:cubicBezTo>
                  <a:cubicBezTo>
                    <a:pt x="2212" y="423"/>
                    <a:pt x="2082" y="976"/>
                    <a:pt x="2310" y="1432"/>
                  </a:cubicBezTo>
                  <a:lnTo>
                    <a:pt x="3383" y="3545"/>
                  </a:lnTo>
                  <a:lnTo>
                    <a:pt x="1562" y="1171"/>
                  </a:lnTo>
                  <a:cubicBezTo>
                    <a:pt x="1393" y="966"/>
                    <a:pt x="1150" y="857"/>
                    <a:pt x="912" y="857"/>
                  </a:cubicBezTo>
                  <a:cubicBezTo>
                    <a:pt x="736" y="857"/>
                    <a:pt x="562" y="917"/>
                    <a:pt x="423" y="1041"/>
                  </a:cubicBezTo>
                  <a:cubicBezTo>
                    <a:pt x="163" y="1236"/>
                    <a:pt x="66" y="1529"/>
                    <a:pt x="98" y="1854"/>
                  </a:cubicBezTo>
                  <a:cubicBezTo>
                    <a:pt x="228" y="2765"/>
                    <a:pt x="1204" y="4553"/>
                    <a:pt x="1204" y="4553"/>
                  </a:cubicBezTo>
                  <a:cubicBezTo>
                    <a:pt x="1204" y="4553"/>
                    <a:pt x="1" y="6440"/>
                    <a:pt x="358" y="7122"/>
                  </a:cubicBezTo>
                  <a:cubicBezTo>
                    <a:pt x="781" y="7708"/>
                    <a:pt x="1204" y="8293"/>
                    <a:pt x="1692" y="8813"/>
                  </a:cubicBezTo>
                  <a:cubicBezTo>
                    <a:pt x="1692" y="8813"/>
                    <a:pt x="1041" y="9334"/>
                    <a:pt x="2602" y="11187"/>
                  </a:cubicBezTo>
                  <a:cubicBezTo>
                    <a:pt x="4196" y="13008"/>
                    <a:pt x="5236" y="13431"/>
                    <a:pt x="5236" y="13431"/>
                  </a:cubicBezTo>
                  <a:cubicBezTo>
                    <a:pt x="5236" y="13431"/>
                    <a:pt x="9691" y="23415"/>
                    <a:pt x="11545" y="26179"/>
                  </a:cubicBezTo>
                  <a:cubicBezTo>
                    <a:pt x="13366" y="28943"/>
                    <a:pt x="18114" y="31837"/>
                    <a:pt x="18764" y="31837"/>
                  </a:cubicBezTo>
                  <a:cubicBezTo>
                    <a:pt x="19350" y="31837"/>
                    <a:pt x="23057" y="26276"/>
                    <a:pt x="23772" y="25171"/>
                  </a:cubicBezTo>
                  <a:lnTo>
                    <a:pt x="23772" y="25171"/>
                  </a:lnTo>
                  <a:cubicBezTo>
                    <a:pt x="23838" y="27447"/>
                    <a:pt x="22960" y="40097"/>
                    <a:pt x="23187" y="41235"/>
                  </a:cubicBezTo>
                  <a:cubicBezTo>
                    <a:pt x="23220" y="41366"/>
                    <a:pt x="23252" y="41463"/>
                    <a:pt x="23285" y="41561"/>
                  </a:cubicBezTo>
                  <a:lnTo>
                    <a:pt x="23350" y="42959"/>
                  </a:lnTo>
                  <a:cubicBezTo>
                    <a:pt x="23350" y="42959"/>
                    <a:pt x="23350" y="43707"/>
                    <a:pt x="24358" y="44000"/>
                  </a:cubicBezTo>
                  <a:cubicBezTo>
                    <a:pt x="24726" y="44086"/>
                    <a:pt x="27494" y="44115"/>
                    <a:pt x="30985" y="44115"/>
                  </a:cubicBezTo>
                  <a:cubicBezTo>
                    <a:pt x="32730" y="44115"/>
                    <a:pt x="34656" y="44108"/>
                    <a:pt x="36553" y="44097"/>
                  </a:cubicBezTo>
                  <a:cubicBezTo>
                    <a:pt x="38450" y="44108"/>
                    <a:pt x="40379" y="44115"/>
                    <a:pt x="42128" y="44115"/>
                  </a:cubicBezTo>
                  <a:cubicBezTo>
                    <a:pt x="45626" y="44115"/>
                    <a:pt x="48401" y="44086"/>
                    <a:pt x="48748" y="44000"/>
                  </a:cubicBezTo>
                  <a:cubicBezTo>
                    <a:pt x="49756" y="43707"/>
                    <a:pt x="49756" y="42959"/>
                    <a:pt x="49756" y="42959"/>
                  </a:cubicBezTo>
                  <a:lnTo>
                    <a:pt x="49821" y="41561"/>
                  </a:lnTo>
                  <a:cubicBezTo>
                    <a:pt x="49853" y="41463"/>
                    <a:pt x="49918" y="41333"/>
                    <a:pt x="49918" y="41235"/>
                  </a:cubicBezTo>
                  <a:cubicBezTo>
                    <a:pt x="50178" y="40097"/>
                    <a:pt x="49268" y="27447"/>
                    <a:pt x="49365" y="25171"/>
                  </a:cubicBezTo>
                  <a:lnTo>
                    <a:pt x="49365" y="25171"/>
                  </a:lnTo>
                  <a:cubicBezTo>
                    <a:pt x="50081" y="26276"/>
                    <a:pt x="53756" y="31837"/>
                    <a:pt x="54341" y="31837"/>
                  </a:cubicBezTo>
                  <a:cubicBezTo>
                    <a:pt x="55024" y="31837"/>
                    <a:pt x="59739" y="28943"/>
                    <a:pt x="61593" y="26179"/>
                  </a:cubicBezTo>
                  <a:cubicBezTo>
                    <a:pt x="63414" y="23415"/>
                    <a:pt x="67902" y="13431"/>
                    <a:pt x="67902" y="13431"/>
                  </a:cubicBezTo>
                  <a:cubicBezTo>
                    <a:pt x="67902" y="13431"/>
                    <a:pt x="68942" y="13008"/>
                    <a:pt x="70536" y="11187"/>
                  </a:cubicBezTo>
                  <a:cubicBezTo>
                    <a:pt x="72097" y="9366"/>
                    <a:pt x="71446" y="8813"/>
                    <a:pt x="71446" y="8813"/>
                  </a:cubicBezTo>
                  <a:cubicBezTo>
                    <a:pt x="71902" y="8293"/>
                    <a:pt x="72357" y="7708"/>
                    <a:pt x="72747" y="7122"/>
                  </a:cubicBezTo>
                  <a:cubicBezTo>
                    <a:pt x="73170" y="6440"/>
                    <a:pt x="71902" y="4553"/>
                    <a:pt x="71902" y="4553"/>
                  </a:cubicBezTo>
                  <a:cubicBezTo>
                    <a:pt x="71902" y="4553"/>
                    <a:pt x="72877" y="2765"/>
                    <a:pt x="73007" y="1854"/>
                  </a:cubicBezTo>
                  <a:cubicBezTo>
                    <a:pt x="73072" y="1562"/>
                    <a:pt x="72975" y="1236"/>
                    <a:pt x="72747" y="1041"/>
                  </a:cubicBezTo>
                  <a:cubicBezTo>
                    <a:pt x="72609" y="917"/>
                    <a:pt x="72429" y="857"/>
                    <a:pt x="72248" y="857"/>
                  </a:cubicBezTo>
                  <a:cubicBezTo>
                    <a:pt x="72004" y="857"/>
                    <a:pt x="71758" y="966"/>
                    <a:pt x="71609" y="1171"/>
                  </a:cubicBezTo>
                  <a:lnTo>
                    <a:pt x="69755" y="3545"/>
                  </a:lnTo>
                  <a:lnTo>
                    <a:pt x="70828" y="1399"/>
                  </a:lnTo>
                  <a:cubicBezTo>
                    <a:pt x="71056" y="976"/>
                    <a:pt x="70926" y="423"/>
                    <a:pt x="70536" y="163"/>
                  </a:cubicBezTo>
                  <a:cubicBezTo>
                    <a:pt x="70373" y="66"/>
                    <a:pt x="70211" y="1"/>
                    <a:pt x="70015" y="1"/>
                  </a:cubicBezTo>
                  <a:cubicBezTo>
                    <a:pt x="69235" y="1"/>
                    <a:pt x="68194" y="2765"/>
                    <a:pt x="68194" y="2765"/>
                  </a:cubicBezTo>
                  <a:lnTo>
                    <a:pt x="65950" y="6309"/>
                  </a:lnTo>
                  <a:lnTo>
                    <a:pt x="65300" y="5659"/>
                  </a:lnTo>
                  <a:cubicBezTo>
                    <a:pt x="65300" y="5659"/>
                    <a:pt x="66341" y="3415"/>
                    <a:pt x="65950" y="2765"/>
                  </a:cubicBezTo>
                  <a:cubicBezTo>
                    <a:pt x="65739" y="2413"/>
                    <a:pt x="65300" y="2175"/>
                    <a:pt x="64941" y="2175"/>
                  </a:cubicBezTo>
                  <a:cubicBezTo>
                    <a:pt x="64636" y="2175"/>
                    <a:pt x="64390" y="2347"/>
                    <a:pt x="64390" y="2765"/>
                  </a:cubicBezTo>
                  <a:cubicBezTo>
                    <a:pt x="64390" y="3675"/>
                    <a:pt x="63446" y="4618"/>
                    <a:pt x="63186" y="5269"/>
                  </a:cubicBezTo>
                  <a:cubicBezTo>
                    <a:pt x="62926" y="5919"/>
                    <a:pt x="64520" y="11057"/>
                    <a:pt x="64520" y="11057"/>
                  </a:cubicBezTo>
                  <a:lnTo>
                    <a:pt x="56227" y="20781"/>
                  </a:lnTo>
                  <a:cubicBezTo>
                    <a:pt x="56227" y="20781"/>
                    <a:pt x="52813" y="8163"/>
                    <a:pt x="52032" y="7773"/>
                  </a:cubicBezTo>
                  <a:cubicBezTo>
                    <a:pt x="51219" y="7383"/>
                    <a:pt x="41496" y="5529"/>
                    <a:pt x="41496" y="5529"/>
                  </a:cubicBezTo>
                  <a:lnTo>
                    <a:pt x="31675" y="5529"/>
                  </a:lnTo>
                  <a:cubicBezTo>
                    <a:pt x="31675" y="5529"/>
                    <a:pt x="21919" y="7383"/>
                    <a:pt x="21138" y="7773"/>
                  </a:cubicBezTo>
                  <a:cubicBezTo>
                    <a:pt x="20358" y="8163"/>
                    <a:pt x="16943" y="20781"/>
                    <a:pt x="16943" y="20781"/>
                  </a:cubicBezTo>
                  <a:lnTo>
                    <a:pt x="8651" y="11057"/>
                  </a:lnTo>
                  <a:cubicBezTo>
                    <a:pt x="8651" y="11057"/>
                    <a:pt x="10212" y="5919"/>
                    <a:pt x="9952" y="5269"/>
                  </a:cubicBezTo>
                  <a:cubicBezTo>
                    <a:pt x="9724" y="4618"/>
                    <a:pt x="8781" y="3675"/>
                    <a:pt x="8781" y="2765"/>
                  </a:cubicBezTo>
                  <a:cubicBezTo>
                    <a:pt x="8781" y="2347"/>
                    <a:pt x="8534" y="2175"/>
                    <a:pt x="8229" y="2175"/>
                  </a:cubicBezTo>
                  <a:cubicBezTo>
                    <a:pt x="7870" y="2175"/>
                    <a:pt x="7431" y="2413"/>
                    <a:pt x="7220" y="2765"/>
                  </a:cubicBezTo>
                  <a:cubicBezTo>
                    <a:pt x="6797" y="3415"/>
                    <a:pt x="7870" y="5659"/>
                    <a:pt x="7870" y="5659"/>
                  </a:cubicBezTo>
                  <a:lnTo>
                    <a:pt x="7220" y="6309"/>
                  </a:lnTo>
                  <a:lnTo>
                    <a:pt x="4976" y="2765"/>
                  </a:lnTo>
                  <a:cubicBezTo>
                    <a:pt x="4976" y="2765"/>
                    <a:pt x="3903" y="1"/>
                    <a:pt x="3123" y="1"/>
                  </a:cubicBez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0"/>
            <p:cNvSpPr/>
            <p:nvPr/>
          </p:nvSpPr>
          <p:spPr>
            <a:xfrm>
              <a:off x="6196440" y="3269803"/>
              <a:ext cx="715845" cy="451941"/>
            </a:xfrm>
            <a:custGeom>
              <a:rect b="b" l="l" r="r" t="t"/>
              <a:pathLst>
                <a:path extrusionOk="0" h="38578" w="61105">
                  <a:moveTo>
                    <a:pt x="25951" y="1"/>
                  </a:moveTo>
                  <a:cubicBezTo>
                    <a:pt x="25951" y="1"/>
                    <a:pt x="16195" y="1822"/>
                    <a:pt x="15414" y="2245"/>
                  </a:cubicBezTo>
                  <a:cubicBezTo>
                    <a:pt x="14634" y="2635"/>
                    <a:pt x="11219" y="15253"/>
                    <a:pt x="11219" y="15253"/>
                  </a:cubicBezTo>
                  <a:lnTo>
                    <a:pt x="4260" y="7090"/>
                  </a:lnTo>
                  <a:cubicBezTo>
                    <a:pt x="2992" y="8326"/>
                    <a:pt x="1171" y="8781"/>
                    <a:pt x="0" y="8944"/>
                  </a:cubicBezTo>
                  <a:cubicBezTo>
                    <a:pt x="1203" y="11610"/>
                    <a:pt x="4358" y="18407"/>
                    <a:pt x="5821" y="20618"/>
                  </a:cubicBezTo>
                  <a:cubicBezTo>
                    <a:pt x="7675" y="23383"/>
                    <a:pt x="12390" y="26277"/>
                    <a:pt x="13040" y="26277"/>
                  </a:cubicBezTo>
                  <a:cubicBezTo>
                    <a:pt x="13626" y="26277"/>
                    <a:pt x="17333" y="20748"/>
                    <a:pt x="18048" y="19643"/>
                  </a:cubicBezTo>
                  <a:lnTo>
                    <a:pt x="18048" y="19643"/>
                  </a:lnTo>
                  <a:cubicBezTo>
                    <a:pt x="18114" y="21887"/>
                    <a:pt x="17236" y="34537"/>
                    <a:pt x="17463" y="35707"/>
                  </a:cubicBezTo>
                  <a:cubicBezTo>
                    <a:pt x="17496" y="35805"/>
                    <a:pt x="17528" y="35935"/>
                    <a:pt x="17561" y="36033"/>
                  </a:cubicBezTo>
                  <a:lnTo>
                    <a:pt x="17626" y="37431"/>
                  </a:lnTo>
                  <a:cubicBezTo>
                    <a:pt x="17626" y="37431"/>
                    <a:pt x="17626" y="38146"/>
                    <a:pt x="18634" y="38439"/>
                  </a:cubicBezTo>
                  <a:cubicBezTo>
                    <a:pt x="18972" y="38539"/>
                    <a:pt x="21337" y="38577"/>
                    <a:pt x="24426" y="38577"/>
                  </a:cubicBezTo>
                  <a:cubicBezTo>
                    <a:pt x="26380" y="38577"/>
                    <a:pt x="28624" y="38562"/>
                    <a:pt x="30829" y="38537"/>
                  </a:cubicBezTo>
                  <a:cubicBezTo>
                    <a:pt x="33034" y="38562"/>
                    <a:pt x="35282" y="38577"/>
                    <a:pt x="37240" y="38577"/>
                  </a:cubicBezTo>
                  <a:cubicBezTo>
                    <a:pt x="40336" y="38577"/>
                    <a:pt x="42705" y="38539"/>
                    <a:pt x="43024" y="38439"/>
                  </a:cubicBezTo>
                  <a:cubicBezTo>
                    <a:pt x="44064" y="38146"/>
                    <a:pt x="44064" y="37431"/>
                    <a:pt x="44064" y="37431"/>
                  </a:cubicBezTo>
                  <a:lnTo>
                    <a:pt x="44097" y="36033"/>
                  </a:lnTo>
                  <a:cubicBezTo>
                    <a:pt x="44129" y="35935"/>
                    <a:pt x="44194" y="35805"/>
                    <a:pt x="44194" y="35707"/>
                  </a:cubicBezTo>
                  <a:cubicBezTo>
                    <a:pt x="44454" y="34537"/>
                    <a:pt x="43576" y="21887"/>
                    <a:pt x="43641" y="19643"/>
                  </a:cubicBezTo>
                  <a:lnTo>
                    <a:pt x="43641" y="19643"/>
                  </a:lnTo>
                  <a:cubicBezTo>
                    <a:pt x="44357" y="20748"/>
                    <a:pt x="48032" y="26277"/>
                    <a:pt x="48617" y="26277"/>
                  </a:cubicBezTo>
                  <a:cubicBezTo>
                    <a:pt x="49300" y="26277"/>
                    <a:pt x="54015" y="23383"/>
                    <a:pt x="55869" y="20618"/>
                  </a:cubicBezTo>
                  <a:cubicBezTo>
                    <a:pt x="57137" y="18700"/>
                    <a:pt x="59674" y="13334"/>
                    <a:pt x="61104" y="10212"/>
                  </a:cubicBezTo>
                  <a:cubicBezTo>
                    <a:pt x="58991" y="9627"/>
                    <a:pt x="57755" y="7676"/>
                    <a:pt x="57430" y="7123"/>
                  </a:cubicBezTo>
                  <a:lnTo>
                    <a:pt x="50536" y="15253"/>
                  </a:lnTo>
                  <a:cubicBezTo>
                    <a:pt x="50536" y="15253"/>
                    <a:pt x="47089" y="2603"/>
                    <a:pt x="46308" y="2245"/>
                  </a:cubicBezTo>
                  <a:cubicBezTo>
                    <a:pt x="45528" y="1855"/>
                    <a:pt x="35804" y="1"/>
                    <a:pt x="35804" y="1"/>
                  </a:cubicBez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0"/>
            <p:cNvSpPr/>
            <p:nvPr/>
          </p:nvSpPr>
          <p:spPr>
            <a:xfrm>
              <a:off x="6387301" y="3405428"/>
              <a:ext cx="20583" cy="122305"/>
            </a:xfrm>
            <a:custGeom>
              <a:rect b="b" l="l" r="r" t="t"/>
              <a:pathLst>
                <a:path extrusionOk="0" h="10440" w="1757">
                  <a:moveTo>
                    <a:pt x="1301" y="1"/>
                  </a:moveTo>
                  <a:lnTo>
                    <a:pt x="0" y="10440"/>
                  </a:lnTo>
                  <a:lnTo>
                    <a:pt x="0" y="10440"/>
                  </a:lnTo>
                  <a:lnTo>
                    <a:pt x="1756" y="8066"/>
                  </a:lnTo>
                  <a:lnTo>
                    <a:pt x="1301" y="1"/>
                  </a:ln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0"/>
            <p:cNvSpPr/>
            <p:nvPr/>
          </p:nvSpPr>
          <p:spPr>
            <a:xfrm>
              <a:off x="6707308" y="3410770"/>
              <a:ext cx="18685" cy="112007"/>
            </a:xfrm>
            <a:custGeom>
              <a:rect b="b" l="l" r="r" t="t"/>
              <a:pathLst>
                <a:path extrusionOk="0" h="9561" w="1595">
                  <a:moveTo>
                    <a:pt x="1" y="0"/>
                  </a:moveTo>
                  <a:lnTo>
                    <a:pt x="66" y="7610"/>
                  </a:lnTo>
                  <a:lnTo>
                    <a:pt x="1594" y="9561"/>
                  </a:lnTo>
                  <a:lnTo>
                    <a:pt x="1" y="0"/>
                  </a:ln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0"/>
            <p:cNvSpPr/>
            <p:nvPr/>
          </p:nvSpPr>
          <p:spPr>
            <a:xfrm>
              <a:off x="6847513" y="3353238"/>
              <a:ext cx="65147" cy="69728"/>
            </a:xfrm>
            <a:custGeom>
              <a:rect b="b" l="l" r="r" t="t"/>
              <a:pathLst>
                <a:path extrusionOk="0" h="5952" w="5561">
                  <a:moveTo>
                    <a:pt x="1854" y="1"/>
                  </a:moveTo>
                  <a:lnTo>
                    <a:pt x="0" y="2180"/>
                  </a:lnTo>
                  <a:cubicBezTo>
                    <a:pt x="358" y="3480"/>
                    <a:pt x="1366" y="5432"/>
                    <a:pt x="4228" y="5952"/>
                  </a:cubicBezTo>
                  <a:cubicBezTo>
                    <a:pt x="4715" y="4911"/>
                    <a:pt x="5171" y="3903"/>
                    <a:pt x="5561" y="3090"/>
                  </a:cubicBezTo>
                  <a:cubicBezTo>
                    <a:pt x="3415" y="2505"/>
                    <a:pt x="2179" y="554"/>
                    <a:pt x="1854" y="1"/>
                  </a:cubicBez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0"/>
            <p:cNvSpPr/>
            <p:nvPr/>
          </p:nvSpPr>
          <p:spPr>
            <a:xfrm>
              <a:off x="6138533" y="3240469"/>
              <a:ext cx="43053" cy="54112"/>
            </a:xfrm>
            <a:custGeom>
              <a:rect b="b" l="l" r="r" t="t"/>
              <a:pathLst>
                <a:path extrusionOk="0" fill="none" h="4619" w="3675">
                  <a:moveTo>
                    <a:pt x="0" y="2115"/>
                  </a:moveTo>
                  <a:cubicBezTo>
                    <a:pt x="0" y="2115"/>
                    <a:pt x="2081" y="1"/>
                    <a:pt x="2894" y="1042"/>
                  </a:cubicBezTo>
                  <a:cubicBezTo>
                    <a:pt x="3675" y="2115"/>
                    <a:pt x="1691" y="3676"/>
                    <a:pt x="1691" y="3676"/>
                  </a:cubicBezTo>
                  <a:lnTo>
                    <a:pt x="2472" y="4619"/>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0"/>
            <p:cNvSpPr/>
            <p:nvPr/>
          </p:nvSpPr>
          <p:spPr>
            <a:xfrm>
              <a:off x="6149194" y="3289321"/>
              <a:ext cx="58306" cy="45267"/>
            </a:xfrm>
            <a:custGeom>
              <a:rect b="b" l="l" r="r" t="t"/>
              <a:pathLst>
                <a:path extrusionOk="0" h="3864" w="4977">
                  <a:moveTo>
                    <a:pt x="2418" y="1"/>
                  </a:moveTo>
                  <a:cubicBezTo>
                    <a:pt x="1364" y="1"/>
                    <a:pt x="1" y="1619"/>
                    <a:pt x="1" y="1619"/>
                  </a:cubicBezTo>
                  <a:lnTo>
                    <a:pt x="4976" y="3863"/>
                  </a:lnTo>
                  <a:cubicBezTo>
                    <a:pt x="4326" y="2920"/>
                    <a:pt x="3253" y="2400"/>
                    <a:pt x="2114" y="2400"/>
                  </a:cubicBezTo>
                  <a:cubicBezTo>
                    <a:pt x="2114" y="2400"/>
                    <a:pt x="3675" y="319"/>
                    <a:pt x="2635" y="26"/>
                  </a:cubicBezTo>
                  <a:cubicBezTo>
                    <a:pt x="2564" y="9"/>
                    <a:pt x="2492" y="1"/>
                    <a:pt x="24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0"/>
            <p:cNvSpPr/>
            <p:nvPr/>
          </p:nvSpPr>
          <p:spPr>
            <a:xfrm>
              <a:off x="6149194" y="3286568"/>
              <a:ext cx="58306" cy="48020"/>
            </a:xfrm>
            <a:custGeom>
              <a:rect b="b" l="l" r="r" t="t"/>
              <a:pathLst>
                <a:path extrusionOk="0" fill="none" h="4099" w="4977">
                  <a:moveTo>
                    <a:pt x="1" y="1854"/>
                  </a:moveTo>
                  <a:cubicBezTo>
                    <a:pt x="1" y="1854"/>
                    <a:pt x="1562" y="1"/>
                    <a:pt x="2635" y="261"/>
                  </a:cubicBezTo>
                  <a:cubicBezTo>
                    <a:pt x="3675" y="554"/>
                    <a:pt x="2114" y="2635"/>
                    <a:pt x="2114" y="2635"/>
                  </a:cubicBezTo>
                  <a:cubicBezTo>
                    <a:pt x="3253" y="2635"/>
                    <a:pt x="4326" y="3155"/>
                    <a:pt x="4976" y="4098"/>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0"/>
            <p:cNvSpPr/>
            <p:nvPr/>
          </p:nvSpPr>
          <p:spPr>
            <a:xfrm>
              <a:off x="6934368" y="3240469"/>
              <a:ext cx="43064" cy="54112"/>
            </a:xfrm>
            <a:custGeom>
              <a:rect b="b" l="l" r="r" t="t"/>
              <a:pathLst>
                <a:path extrusionOk="0" fill="none" h="4619" w="3676">
                  <a:moveTo>
                    <a:pt x="3675" y="2115"/>
                  </a:moveTo>
                  <a:cubicBezTo>
                    <a:pt x="3675" y="2115"/>
                    <a:pt x="1594" y="1"/>
                    <a:pt x="781" y="1042"/>
                  </a:cubicBezTo>
                  <a:cubicBezTo>
                    <a:pt x="1" y="2115"/>
                    <a:pt x="1984" y="3676"/>
                    <a:pt x="1984" y="3676"/>
                  </a:cubicBezTo>
                  <a:lnTo>
                    <a:pt x="1171" y="4619"/>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0"/>
            <p:cNvSpPr/>
            <p:nvPr/>
          </p:nvSpPr>
          <p:spPr>
            <a:xfrm>
              <a:off x="6908080" y="3289321"/>
              <a:ext cx="58680" cy="45267"/>
            </a:xfrm>
            <a:custGeom>
              <a:rect b="b" l="l" r="r" t="t"/>
              <a:pathLst>
                <a:path extrusionOk="0" h="3864" w="5009">
                  <a:moveTo>
                    <a:pt x="2586" y="1"/>
                  </a:moveTo>
                  <a:cubicBezTo>
                    <a:pt x="2514" y="1"/>
                    <a:pt x="2443" y="9"/>
                    <a:pt x="2375" y="26"/>
                  </a:cubicBezTo>
                  <a:cubicBezTo>
                    <a:pt x="1334" y="319"/>
                    <a:pt x="2895" y="2400"/>
                    <a:pt x="2895" y="2400"/>
                  </a:cubicBezTo>
                  <a:cubicBezTo>
                    <a:pt x="1757" y="2400"/>
                    <a:pt x="684" y="2920"/>
                    <a:pt x="1" y="3863"/>
                  </a:cubicBezTo>
                  <a:lnTo>
                    <a:pt x="5009" y="1619"/>
                  </a:lnTo>
                  <a:cubicBezTo>
                    <a:pt x="5009" y="1619"/>
                    <a:pt x="3617" y="1"/>
                    <a:pt x="2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0"/>
            <p:cNvSpPr/>
            <p:nvPr/>
          </p:nvSpPr>
          <p:spPr>
            <a:xfrm>
              <a:off x="6908080" y="3286568"/>
              <a:ext cx="58680" cy="48020"/>
            </a:xfrm>
            <a:custGeom>
              <a:rect b="b" l="l" r="r" t="t"/>
              <a:pathLst>
                <a:path extrusionOk="0" fill="none" h="4099" w="5009">
                  <a:moveTo>
                    <a:pt x="5009" y="1854"/>
                  </a:moveTo>
                  <a:cubicBezTo>
                    <a:pt x="5009" y="1854"/>
                    <a:pt x="3415" y="1"/>
                    <a:pt x="2375" y="261"/>
                  </a:cubicBezTo>
                  <a:cubicBezTo>
                    <a:pt x="1334" y="554"/>
                    <a:pt x="2895" y="2635"/>
                    <a:pt x="2895" y="2635"/>
                  </a:cubicBezTo>
                  <a:cubicBezTo>
                    <a:pt x="1757" y="2635"/>
                    <a:pt x="684" y="3155"/>
                    <a:pt x="1" y="4098"/>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0"/>
            <p:cNvSpPr/>
            <p:nvPr/>
          </p:nvSpPr>
          <p:spPr>
            <a:xfrm>
              <a:off x="6196440" y="3352863"/>
              <a:ext cx="68205" cy="48395"/>
            </a:xfrm>
            <a:custGeom>
              <a:rect b="b" l="l" r="r" t="t"/>
              <a:pathLst>
                <a:path extrusionOk="0" h="4131" w="5822">
                  <a:moveTo>
                    <a:pt x="4260" y="0"/>
                  </a:moveTo>
                  <a:cubicBezTo>
                    <a:pt x="2992" y="1236"/>
                    <a:pt x="1171" y="1691"/>
                    <a:pt x="0" y="1886"/>
                  </a:cubicBezTo>
                  <a:cubicBezTo>
                    <a:pt x="260" y="2472"/>
                    <a:pt x="618" y="3252"/>
                    <a:pt x="1041" y="4130"/>
                  </a:cubicBezTo>
                  <a:cubicBezTo>
                    <a:pt x="2276" y="4000"/>
                    <a:pt x="3967" y="3447"/>
                    <a:pt x="5821" y="1821"/>
                  </a:cubicBezTo>
                  <a:lnTo>
                    <a:pt x="4260" y="0"/>
                  </a:ln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0"/>
            <p:cNvSpPr/>
            <p:nvPr/>
          </p:nvSpPr>
          <p:spPr>
            <a:xfrm>
              <a:off x="6545020" y="3291523"/>
              <a:ext cx="86105" cy="419456"/>
            </a:xfrm>
            <a:custGeom>
              <a:rect b="b" l="l" r="r" t="t"/>
              <a:pathLst>
                <a:path extrusionOk="0" h="35805" w="7350">
                  <a:moveTo>
                    <a:pt x="2309" y="1"/>
                  </a:moveTo>
                  <a:lnTo>
                    <a:pt x="1" y="4488"/>
                  </a:lnTo>
                  <a:lnTo>
                    <a:pt x="2927" y="8196"/>
                  </a:lnTo>
                  <a:lnTo>
                    <a:pt x="66" y="31935"/>
                  </a:lnTo>
                  <a:lnTo>
                    <a:pt x="4066" y="35805"/>
                  </a:lnTo>
                  <a:lnTo>
                    <a:pt x="7350" y="32097"/>
                  </a:lnTo>
                  <a:lnTo>
                    <a:pt x="4163" y="8326"/>
                  </a:lnTo>
                  <a:lnTo>
                    <a:pt x="7090" y="3090"/>
                  </a:lnTo>
                  <a:lnTo>
                    <a:pt x="2309" y="1"/>
                  </a:lnTo>
                  <a:close/>
                </a:path>
              </a:pathLst>
            </a:custGeom>
            <a:solidFill>
              <a:schemeClr val="accen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0"/>
            <p:cNvSpPr/>
            <p:nvPr/>
          </p:nvSpPr>
          <p:spPr>
            <a:xfrm>
              <a:off x="6486351" y="3232093"/>
              <a:ext cx="168778" cy="146684"/>
            </a:xfrm>
            <a:custGeom>
              <a:rect b="b" l="l" r="r" t="t"/>
              <a:pathLst>
                <a:path extrusionOk="0" h="12521" w="14407">
                  <a:moveTo>
                    <a:pt x="11447" y="1"/>
                  </a:moveTo>
                  <a:lnTo>
                    <a:pt x="3350" y="196"/>
                  </a:lnTo>
                  <a:lnTo>
                    <a:pt x="1789" y="976"/>
                  </a:lnTo>
                  <a:lnTo>
                    <a:pt x="1" y="3935"/>
                  </a:lnTo>
                  <a:lnTo>
                    <a:pt x="3155" y="12228"/>
                  </a:lnTo>
                  <a:lnTo>
                    <a:pt x="8586" y="8781"/>
                  </a:lnTo>
                  <a:lnTo>
                    <a:pt x="14407" y="12521"/>
                  </a:lnTo>
                  <a:cubicBezTo>
                    <a:pt x="14407" y="12521"/>
                    <a:pt x="14407" y="4033"/>
                    <a:pt x="13886" y="3057"/>
                  </a:cubicBezTo>
                  <a:cubicBezTo>
                    <a:pt x="13399" y="2049"/>
                    <a:pt x="11447" y="1"/>
                    <a:pt x="11447" y="1"/>
                  </a:cubicBez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0"/>
            <p:cNvSpPr/>
            <p:nvPr/>
          </p:nvSpPr>
          <p:spPr>
            <a:xfrm>
              <a:off x="6517970" y="3181039"/>
              <a:ext cx="113928" cy="160132"/>
            </a:xfrm>
            <a:custGeom>
              <a:rect b="b" l="l" r="r" t="t"/>
              <a:pathLst>
                <a:path extrusionOk="0" h="13669" w="9725">
                  <a:moveTo>
                    <a:pt x="163" y="1"/>
                  </a:moveTo>
                  <a:lnTo>
                    <a:pt x="1" y="781"/>
                  </a:lnTo>
                  <a:lnTo>
                    <a:pt x="553" y="6830"/>
                  </a:lnTo>
                  <a:cubicBezTo>
                    <a:pt x="553" y="6830"/>
                    <a:pt x="4098" y="13041"/>
                    <a:pt x="5399" y="13627"/>
                  </a:cubicBezTo>
                  <a:cubicBezTo>
                    <a:pt x="5460" y="13655"/>
                    <a:pt x="5524" y="13669"/>
                    <a:pt x="5589" y="13669"/>
                  </a:cubicBezTo>
                  <a:cubicBezTo>
                    <a:pt x="6865" y="13669"/>
                    <a:pt x="8767" y="8446"/>
                    <a:pt x="9139" y="7611"/>
                  </a:cubicBezTo>
                  <a:cubicBezTo>
                    <a:pt x="9529" y="6732"/>
                    <a:pt x="9724" y="3773"/>
                    <a:pt x="9724" y="3773"/>
                  </a:cubicBezTo>
                  <a:cubicBezTo>
                    <a:pt x="9724" y="3773"/>
                    <a:pt x="6179" y="3676"/>
                    <a:pt x="4391" y="2472"/>
                  </a:cubicBezTo>
                  <a:cubicBezTo>
                    <a:pt x="2635" y="1302"/>
                    <a:pt x="163" y="1"/>
                    <a:pt x="163" y="1"/>
                  </a:cubicBez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0"/>
            <p:cNvSpPr/>
            <p:nvPr/>
          </p:nvSpPr>
          <p:spPr>
            <a:xfrm>
              <a:off x="6517970" y="3181039"/>
              <a:ext cx="113928" cy="89163"/>
            </a:xfrm>
            <a:custGeom>
              <a:rect b="b" l="l" r="r" t="t"/>
              <a:pathLst>
                <a:path extrusionOk="0" h="7611" w="9725">
                  <a:moveTo>
                    <a:pt x="163" y="1"/>
                  </a:moveTo>
                  <a:lnTo>
                    <a:pt x="1" y="781"/>
                  </a:lnTo>
                  <a:lnTo>
                    <a:pt x="553" y="6830"/>
                  </a:lnTo>
                  <a:cubicBezTo>
                    <a:pt x="553" y="6830"/>
                    <a:pt x="749" y="7123"/>
                    <a:pt x="1009" y="7611"/>
                  </a:cubicBezTo>
                  <a:cubicBezTo>
                    <a:pt x="3968" y="7253"/>
                    <a:pt x="6830" y="6472"/>
                    <a:pt x="9594" y="5367"/>
                  </a:cubicBezTo>
                  <a:cubicBezTo>
                    <a:pt x="9692" y="4489"/>
                    <a:pt x="9724" y="3773"/>
                    <a:pt x="9724" y="3773"/>
                  </a:cubicBezTo>
                  <a:cubicBezTo>
                    <a:pt x="9724" y="3773"/>
                    <a:pt x="6179" y="3676"/>
                    <a:pt x="4391" y="2472"/>
                  </a:cubicBezTo>
                  <a:cubicBezTo>
                    <a:pt x="2635" y="1302"/>
                    <a:pt x="163" y="1"/>
                    <a:pt x="163" y="1"/>
                  </a:cubicBez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0"/>
            <p:cNvSpPr/>
            <p:nvPr/>
          </p:nvSpPr>
          <p:spPr>
            <a:xfrm>
              <a:off x="6473781" y="3105231"/>
              <a:ext cx="44084" cy="64046"/>
            </a:xfrm>
            <a:custGeom>
              <a:rect b="b" l="l" r="r" t="t"/>
              <a:pathLst>
                <a:path extrusionOk="0" h="5467" w="3763">
                  <a:moveTo>
                    <a:pt x="2215" y="1"/>
                  </a:moveTo>
                  <a:cubicBezTo>
                    <a:pt x="1989" y="1"/>
                    <a:pt x="1729" y="74"/>
                    <a:pt x="1431" y="261"/>
                  </a:cubicBezTo>
                  <a:cubicBezTo>
                    <a:pt x="0" y="1139"/>
                    <a:pt x="423" y="2927"/>
                    <a:pt x="1008" y="3805"/>
                  </a:cubicBezTo>
                  <a:cubicBezTo>
                    <a:pt x="1529" y="4586"/>
                    <a:pt x="2309" y="5171"/>
                    <a:pt x="3187" y="5464"/>
                  </a:cubicBezTo>
                  <a:cubicBezTo>
                    <a:pt x="3195" y="5466"/>
                    <a:pt x="3204" y="5467"/>
                    <a:pt x="3211" y="5467"/>
                  </a:cubicBezTo>
                  <a:cubicBezTo>
                    <a:pt x="3763" y="5467"/>
                    <a:pt x="3415" y="1009"/>
                    <a:pt x="3415" y="1009"/>
                  </a:cubicBezTo>
                  <a:cubicBezTo>
                    <a:pt x="3415" y="1009"/>
                    <a:pt x="3052" y="1"/>
                    <a:pt x="2215" y="1"/>
                  </a:cubicBez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0"/>
            <p:cNvSpPr/>
            <p:nvPr/>
          </p:nvSpPr>
          <p:spPr>
            <a:xfrm>
              <a:off x="6486351" y="2977116"/>
              <a:ext cx="185167" cy="273100"/>
            </a:xfrm>
            <a:custGeom>
              <a:rect b="b" l="l" r="r" t="t"/>
              <a:pathLst>
                <a:path extrusionOk="0" h="23312" w="15806">
                  <a:moveTo>
                    <a:pt x="9824" y="1"/>
                  </a:moveTo>
                  <a:cubicBezTo>
                    <a:pt x="7468" y="1"/>
                    <a:pt x="5089" y="878"/>
                    <a:pt x="3805" y="1376"/>
                  </a:cubicBezTo>
                  <a:cubicBezTo>
                    <a:pt x="3805" y="1376"/>
                    <a:pt x="488" y="1864"/>
                    <a:pt x="261" y="4953"/>
                  </a:cubicBezTo>
                  <a:cubicBezTo>
                    <a:pt x="1" y="8010"/>
                    <a:pt x="1724" y="15977"/>
                    <a:pt x="2700" y="18188"/>
                  </a:cubicBezTo>
                  <a:cubicBezTo>
                    <a:pt x="3675" y="20400"/>
                    <a:pt x="4521" y="20985"/>
                    <a:pt x="6472" y="22481"/>
                  </a:cubicBezTo>
                  <a:cubicBezTo>
                    <a:pt x="7289" y="23084"/>
                    <a:pt x="8416" y="23311"/>
                    <a:pt x="9526" y="23311"/>
                  </a:cubicBezTo>
                  <a:cubicBezTo>
                    <a:pt x="11111" y="23311"/>
                    <a:pt x="12662" y="22848"/>
                    <a:pt x="13236" y="22351"/>
                  </a:cubicBezTo>
                  <a:cubicBezTo>
                    <a:pt x="14212" y="21473"/>
                    <a:pt x="15317" y="19164"/>
                    <a:pt x="15545" y="15099"/>
                  </a:cubicBezTo>
                  <a:cubicBezTo>
                    <a:pt x="15773" y="12335"/>
                    <a:pt x="15805" y="9571"/>
                    <a:pt x="15675" y="6774"/>
                  </a:cubicBezTo>
                  <a:cubicBezTo>
                    <a:pt x="15545" y="4335"/>
                    <a:pt x="13854" y="2351"/>
                    <a:pt x="13854" y="2351"/>
                  </a:cubicBezTo>
                  <a:cubicBezTo>
                    <a:pt x="13854" y="2351"/>
                    <a:pt x="14342" y="758"/>
                    <a:pt x="11512" y="173"/>
                  </a:cubicBezTo>
                  <a:cubicBezTo>
                    <a:pt x="10962" y="52"/>
                    <a:pt x="10394" y="1"/>
                    <a:pt x="9824" y="1"/>
                  </a:cubicBez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0"/>
            <p:cNvSpPr/>
            <p:nvPr/>
          </p:nvSpPr>
          <p:spPr>
            <a:xfrm>
              <a:off x="6486351" y="2976741"/>
              <a:ext cx="184019" cy="273018"/>
            </a:xfrm>
            <a:custGeom>
              <a:rect b="b" l="l" r="r" t="t"/>
              <a:pathLst>
                <a:path extrusionOk="0" h="23305" w="15708">
                  <a:moveTo>
                    <a:pt x="9836" y="0"/>
                  </a:moveTo>
                  <a:cubicBezTo>
                    <a:pt x="7490" y="0"/>
                    <a:pt x="5089" y="878"/>
                    <a:pt x="3805" y="1375"/>
                  </a:cubicBezTo>
                  <a:cubicBezTo>
                    <a:pt x="3805" y="1375"/>
                    <a:pt x="488" y="1863"/>
                    <a:pt x="261" y="4920"/>
                  </a:cubicBezTo>
                  <a:cubicBezTo>
                    <a:pt x="1" y="7977"/>
                    <a:pt x="1724" y="15977"/>
                    <a:pt x="2700" y="18155"/>
                  </a:cubicBezTo>
                  <a:cubicBezTo>
                    <a:pt x="3675" y="20367"/>
                    <a:pt x="4521" y="20985"/>
                    <a:pt x="6472" y="22448"/>
                  </a:cubicBezTo>
                  <a:cubicBezTo>
                    <a:pt x="7297" y="23070"/>
                    <a:pt x="8438" y="23304"/>
                    <a:pt x="9560" y="23304"/>
                  </a:cubicBezTo>
                  <a:cubicBezTo>
                    <a:pt x="11132" y="23304"/>
                    <a:pt x="12666" y="22844"/>
                    <a:pt x="13236" y="22350"/>
                  </a:cubicBezTo>
                  <a:cubicBezTo>
                    <a:pt x="13951" y="21700"/>
                    <a:pt x="14764" y="20204"/>
                    <a:pt x="15220" y="17798"/>
                  </a:cubicBezTo>
                  <a:lnTo>
                    <a:pt x="15220" y="17798"/>
                  </a:lnTo>
                  <a:lnTo>
                    <a:pt x="14602" y="18220"/>
                  </a:lnTo>
                  <a:lnTo>
                    <a:pt x="14602" y="17830"/>
                  </a:lnTo>
                  <a:cubicBezTo>
                    <a:pt x="14602" y="17472"/>
                    <a:pt x="13008" y="16237"/>
                    <a:pt x="11545" y="15977"/>
                  </a:cubicBezTo>
                  <a:cubicBezTo>
                    <a:pt x="11325" y="15943"/>
                    <a:pt x="11090" y="15928"/>
                    <a:pt x="10847" y="15928"/>
                  </a:cubicBezTo>
                  <a:cubicBezTo>
                    <a:pt x="9436" y="15928"/>
                    <a:pt x="7741" y="16439"/>
                    <a:pt x="6992" y="16855"/>
                  </a:cubicBezTo>
                  <a:cubicBezTo>
                    <a:pt x="6114" y="17342"/>
                    <a:pt x="5887" y="18578"/>
                    <a:pt x="5887" y="18578"/>
                  </a:cubicBezTo>
                  <a:cubicBezTo>
                    <a:pt x="5204" y="18546"/>
                    <a:pt x="4586" y="18220"/>
                    <a:pt x="4163" y="17700"/>
                  </a:cubicBezTo>
                  <a:cubicBezTo>
                    <a:pt x="3578" y="16855"/>
                    <a:pt x="2700" y="11456"/>
                    <a:pt x="2960" y="11099"/>
                  </a:cubicBezTo>
                  <a:cubicBezTo>
                    <a:pt x="3187" y="10708"/>
                    <a:pt x="4553" y="9017"/>
                    <a:pt x="4423" y="8399"/>
                  </a:cubicBezTo>
                  <a:cubicBezTo>
                    <a:pt x="4293" y="7782"/>
                    <a:pt x="3675" y="7521"/>
                    <a:pt x="3578" y="6546"/>
                  </a:cubicBezTo>
                  <a:cubicBezTo>
                    <a:pt x="3448" y="5570"/>
                    <a:pt x="5171" y="4595"/>
                    <a:pt x="5171" y="4595"/>
                  </a:cubicBezTo>
                  <a:cubicBezTo>
                    <a:pt x="5482" y="4357"/>
                    <a:pt x="5917" y="4273"/>
                    <a:pt x="6419" y="4273"/>
                  </a:cubicBezTo>
                  <a:cubicBezTo>
                    <a:pt x="7601" y="4273"/>
                    <a:pt x="9158" y="4736"/>
                    <a:pt x="10365" y="4736"/>
                  </a:cubicBezTo>
                  <a:cubicBezTo>
                    <a:pt x="10468" y="4736"/>
                    <a:pt x="10569" y="4732"/>
                    <a:pt x="10667" y="4725"/>
                  </a:cubicBezTo>
                  <a:cubicBezTo>
                    <a:pt x="11643" y="4660"/>
                    <a:pt x="12586" y="4367"/>
                    <a:pt x="13366" y="3814"/>
                  </a:cubicBezTo>
                  <a:lnTo>
                    <a:pt x="14147" y="4627"/>
                  </a:lnTo>
                  <a:lnTo>
                    <a:pt x="14569" y="5863"/>
                  </a:lnTo>
                  <a:cubicBezTo>
                    <a:pt x="14764" y="6156"/>
                    <a:pt x="14992" y="6448"/>
                    <a:pt x="15252" y="6708"/>
                  </a:cubicBezTo>
                  <a:cubicBezTo>
                    <a:pt x="15642" y="7099"/>
                    <a:pt x="15512" y="6936"/>
                    <a:pt x="15708" y="7229"/>
                  </a:cubicBezTo>
                  <a:cubicBezTo>
                    <a:pt x="15708" y="7099"/>
                    <a:pt x="15708" y="6936"/>
                    <a:pt x="15708" y="6774"/>
                  </a:cubicBezTo>
                  <a:cubicBezTo>
                    <a:pt x="15577" y="4335"/>
                    <a:pt x="13854" y="2351"/>
                    <a:pt x="13854" y="2351"/>
                  </a:cubicBezTo>
                  <a:cubicBezTo>
                    <a:pt x="13854" y="2351"/>
                    <a:pt x="14342" y="757"/>
                    <a:pt x="11512" y="172"/>
                  </a:cubicBezTo>
                  <a:cubicBezTo>
                    <a:pt x="10968" y="52"/>
                    <a:pt x="10404" y="0"/>
                    <a:pt x="9836" y="0"/>
                  </a:cubicBezTo>
                  <a:close/>
                </a:path>
              </a:pathLst>
            </a:custGeom>
            <a:solidFill>
              <a:schemeClr val="accen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0"/>
            <p:cNvSpPr/>
            <p:nvPr/>
          </p:nvSpPr>
          <p:spPr>
            <a:xfrm>
              <a:off x="6628454" y="3082750"/>
              <a:ext cx="36961" cy="15253"/>
            </a:xfrm>
            <a:custGeom>
              <a:rect b="b" l="l" r="r" t="t"/>
              <a:pathLst>
                <a:path extrusionOk="0" fill="none" h="1302" w="3155">
                  <a:moveTo>
                    <a:pt x="0" y="1302"/>
                  </a:moveTo>
                  <a:lnTo>
                    <a:pt x="586" y="814"/>
                  </a:lnTo>
                  <a:cubicBezTo>
                    <a:pt x="586" y="814"/>
                    <a:pt x="1561" y="1"/>
                    <a:pt x="3155" y="1237"/>
                  </a:cubicBezTo>
                </a:path>
              </a:pathLst>
            </a:custGeom>
            <a:noFill/>
            <a:ln cap="rnd" cmpd="sng" w="203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0"/>
            <p:cNvSpPr/>
            <p:nvPr/>
          </p:nvSpPr>
          <p:spPr>
            <a:xfrm>
              <a:off x="6594164" y="3097991"/>
              <a:ext cx="35824" cy="64772"/>
            </a:xfrm>
            <a:custGeom>
              <a:rect b="b" l="l" r="r" t="t"/>
              <a:pathLst>
                <a:path extrusionOk="0" fill="none" h="5529" w="3058">
                  <a:moveTo>
                    <a:pt x="1" y="4683"/>
                  </a:moveTo>
                  <a:cubicBezTo>
                    <a:pt x="1" y="4683"/>
                    <a:pt x="358" y="5529"/>
                    <a:pt x="1106" y="5529"/>
                  </a:cubicBezTo>
                  <a:cubicBezTo>
                    <a:pt x="1757" y="5464"/>
                    <a:pt x="2407" y="5366"/>
                    <a:pt x="3057" y="5171"/>
                  </a:cubicBezTo>
                  <a:lnTo>
                    <a:pt x="2830" y="749"/>
                  </a:lnTo>
                  <a:lnTo>
                    <a:pt x="2927"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0"/>
            <p:cNvSpPr/>
            <p:nvPr/>
          </p:nvSpPr>
          <p:spPr>
            <a:xfrm>
              <a:off x="6586925" y="3181039"/>
              <a:ext cx="32392" cy="18041"/>
            </a:xfrm>
            <a:custGeom>
              <a:rect b="b" l="l" r="r" t="t"/>
              <a:pathLst>
                <a:path extrusionOk="0" h="1540" w="2765">
                  <a:moveTo>
                    <a:pt x="1" y="1"/>
                  </a:moveTo>
                  <a:cubicBezTo>
                    <a:pt x="1" y="1"/>
                    <a:pt x="619" y="1399"/>
                    <a:pt x="1399" y="1529"/>
                  </a:cubicBezTo>
                  <a:cubicBezTo>
                    <a:pt x="1442" y="1536"/>
                    <a:pt x="1484" y="1539"/>
                    <a:pt x="1525" y="1539"/>
                  </a:cubicBezTo>
                  <a:cubicBezTo>
                    <a:pt x="2269" y="1539"/>
                    <a:pt x="2765" y="489"/>
                    <a:pt x="2765" y="489"/>
                  </a:cubicBezTo>
                  <a:cubicBezTo>
                    <a:pt x="1822" y="456"/>
                    <a:pt x="879" y="294"/>
                    <a:pt x="1" y="1"/>
                  </a:cubicBez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0"/>
            <p:cNvSpPr/>
            <p:nvPr/>
          </p:nvSpPr>
          <p:spPr>
            <a:xfrm>
              <a:off x="6581594" y="3176470"/>
              <a:ext cx="45724" cy="11446"/>
            </a:xfrm>
            <a:custGeom>
              <a:rect b="b" l="l" r="r" t="t"/>
              <a:pathLst>
                <a:path extrusionOk="0" fill="none" h="977" w="3903">
                  <a:moveTo>
                    <a:pt x="3903" y="781"/>
                  </a:moveTo>
                  <a:cubicBezTo>
                    <a:pt x="3903" y="781"/>
                    <a:pt x="1626" y="976"/>
                    <a:pt x="0" y="1"/>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0"/>
            <p:cNvSpPr/>
            <p:nvPr/>
          </p:nvSpPr>
          <p:spPr>
            <a:xfrm>
              <a:off x="6583504" y="3101799"/>
              <a:ext cx="12582" cy="19822"/>
            </a:xfrm>
            <a:custGeom>
              <a:rect b="b" l="l" r="r" t="t"/>
              <a:pathLst>
                <a:path extrusionOk="0" h="1692" w="1074">
                  <a:moveTo>
                    <a:pt x="520" y="1"/>
                  </a:moveTo>
                  <a:cubicBezTo>
                    <a:pt x="228" y="1"/>
                    <a:pt x="0" y="391"/>
                    <a:pt x="0" y="846"/>
                  </a:cubicBezTo>
                  <a:cubicBezTo>
                    <a:pt x="0" y="1302"/>
                    <a:pt x="228" y="1692"/>
                    <a:pt x="520" y="1692"/>
                  </a:cubicBezTo>
                  <a:cubicBezTo>
                    <a:pt x="813" y="1692"/>
                    <a:pt x="1073" y="1302"/>
                    <a:pt x="1073" y="846"/>
                  </a:cubicBezTo>
                  <a:cubicBezTo>
                    <a:pt x="1073" y="391"/>
                    <a:pt x="846" y="1"/>
                    <a:pt x="5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0"/>
            <p:cNvSpPr/>
            <p:nvPr/>
          </p:nvSpPr>
          <p:spPr>
            <a:xfrm>
              <a:off x="6644457" y="3101799"/>
              <a:ext cx="12957" cy="19822"/>
            </a:xfrm>
            <a:custGeom>
              <a:rect b="b" l="l" r="r" t="t"/>
              <a:pathLst>
                <a:path extrusionOk="0" h="1692" w="1106">
                  <a:moveTo>
                    <a:pt x="553" y="1"/>
                  </a:moveTo>
                  <a:cubicBezTo>
                    <a:pt x="260" y="1"/>
                    <a:pt x="0" y="391"/>
                    <a:pt x="0" y="846"/>
                  </a:cubicBezTo>
                  <a:cubicBezTo>
                    <a:pt x="0" y="1302"/>
                    <a:pt x="260" y="1692"/>
                    <a:pt x="553" y="1692"/>
                  </a:cubicBezTo>
                  <a:cubicBezTo>
                    <a:pt x="846" y="1692"/>
                    <a:pt x="1106" y="1302"/>
                    <a:pt x="1106" y="846"/>
                  </a:cubicBezTo>
                  <a:cubicBezTo>
                    <a:pt x="1106" y="391"/>
                    <a:pt x="846" y="1"/>
                    <a:pt x="5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0"/>
            <p:cNvSpPr/>
            <p:nvPr/>
          </p:nvSpPr>
          <p:spPr>
            <a:xfrm>
              <a:off x="6560261" y="3089228"/>
              <a:ext cx="36961" cy="7638"/>
            </a:xfrm>
            <a:custGeom>
              <a:rect b="b" l="l" r="r" t="t"/>
              <a:pathLst>
                <a:path extrusionOk="0" fill="none" h="652" w="3155">
                  <a:moveTo>
                    <a:pt x="0" y="651"/>
                  </a:moveTo>
                  <a:cubicBezTo>
                    <a:pt x="976" y="163"/>
                    <a:pt x="2082" y="1"/>
                    <a:pt x="3155" y="261"/>
                  </a:cubicBezTo>
                </a:path>
              </a:pathLst>
            </a:custGeom>
            <a:noFill/>
            <a:ln cap="rnd" cmpd="sng" w="203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0"/>
            <p:cNvSpPr/>
            <p:nvPr/>
          </p:nvSpPr>
          <p:spPr>
            <a:xfrm>
              <a:off x="5808229" y="4255949"/>
              <a:ext cx="232789" cy="348018"/>
            </a:xfrm>
            <a:custGeom>
              <a:rect b="b" l="l" r="r" t="t"/>
              <a:pathLst>
                <a:path extrusionOk="0" h="29707" w="19871">
                  <a:moveTo>
                    <a:pt x="8005" y="1"/>
                  </a:moveTo>
                  <a:cubicBezTo>
                    <a:pt x="4972" y="1"/>
                    <a:pt x="3020" y="2949"/>
                    <a:pt x="2895" y="6975"/>
                  </a:cubicBezTo>
                  <a:cubicBezTo>
                    <a:pt x="2895" y="6975"/>
                    <a:pt x="781" y="23398"/>
                    <a:pt x="391" y="24959"/>
                  </a:cubicBezTo>
                  <a:cubicBezTo>
                    <a:pt x="1" y="26552"/>
                    <a:pt x="261" y="29186"/>
                    <a:pt x="261" y="29186"/>
                  </a:cubicBezTo>
                  <a:cubicBezTo>
                    <a:pt x="1399" y="29446"/>
                    <a:pt x="2537" y="29609"/>
                    <a:pt x="3675" y="29707"/>
                  </a:cubicBezTo>
                  <a:lnTo>
                    <a:pt x="6309" y="29707"/>
                  </a:lnTo>
                  <a:cubicBezTo>
                    <a:pt x="6309" y="29707"/>
                    <a:pt x="7935" y="29316"/>
                    <a:pt x="8326" y="29154"/>
                  </a:cubicBezTo>
                  <a:cubicBezTo>
                    <a:pt x="8410" y="29128"/>
                    <a:pt x="8530" y="29117"/>
                    <a:pt x="8680" y="29117"/>
                  </a:cubicBezTo>
                  <a:cubicBezTo>
                    <a:pt x="9279" y="29117"/>
                    <a:pt x="10361" y="29284"/>
                    <a:pt x="11610" y="29284"/>
                  </a:cubicBezTo>
                  <a:cubicBezTo>
                    <a:pt x="12234" y="29284"/>
                    <a:pt x="13473" y="29305"/>
                    <a:pt x="14776" y="29305"/>
                  </a:cubicBezTo>
                  <a:cubicBezTo>
                    <a:pt x="16730" y="29305"/>
                    <a:pt x="18829" y="29258"/>
                    <a:pt x="19220" y="29024"/>
                  </a:cubicBezTo>
                  <a:cubicBezTo>
                    <a:pt x="19870" y="28633"/>
                    <a:pt x="19838" y="27072"/>
                    <a:pt x="18244" y="25739"/>
                  </a:cubicBezTo>
                  <a:cubicBezTo>
                    <a:pt x="16683" y="24438"/>
                    <a:pt x="12716" y="23821"/>
                    <a:pt x="12195" y="23170"/>
                  </a:cubicBezTo>
                  <a:lnTo>
                    <a:pt x="11675" y="22487"/>
                  </a:lnTo>
                  <a:lnTo>
                    <a:pt x="10602" y="20666"/>
                  </a:lnTo>
                  <a:cubicBezTo>
                    <a:pt x="10602" y="20666"/>
                    <a:pt x="11935" y="18000"/>
                    <a:pt x="11675" y="16569"/>
                  </a:cubicBezTo>
                  <a:cubicBezTo>
                    <a:pt x="11415" y="15138"/>
                    <a:pt x="10895" y="12634"/>
                    <a:pt x="10895" y="12081"/>
                  </a:cubicBezTo>
                  <a:cubicBezTo>
                    <a:pt x="10895" y="11561"/>
                    <a:pt x="11805" y="7496"/>
                    <a:pt x="12228" y="6845"/>
                  </a:cubicBezTo>
                  <a:cubicBezTo>
                    <a:pt x="12618" y="6195"/>
                    <a:pt x="11675" y="276"/>
                    <a:pt x="8391" y="16"/>
                  </a:cubicBezTo>
                  <a:cubicBezTo>
                    <a:pt x="8260" y="6"/>
                    <a:pt x="8132" y="1"/>
                    <a:pt x="8005" y="1"/>
                  </a:cubicBez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0"/>
            <p:cNvSpPr/>
            <p:nvPr/>
          </p:nvSpPr>
          <p:spPr>
            <a:xfrm>
              <a:off x="5879093" y="4528147"/>
              <a:ext cx="233539" cy="73910"/>
            </a:xfrm>
            <a:custGeom>
              <a:rect b="b" l="l" r="r" t="t"/>
              <a:pathLst>
                <a:path extrusionOk="0" h="6309" w="19935">
                  <a:moveTo>
                    <a:pt x="9254" y="0"/>
                  </a:moveTo>
                  <a:cubicBezTo>
                    <a:pt x="6140" y="0"/>
                    <a:pt x="477" y="2209"/>
                    <a:pt x="260" y="3968"/>
                  </a:cubicBezTo>
                  <a:cubicBezTo>
                    <a:pt x="0" y="6049"/>
                    <a:pt x="911" y="6309"/>
                    <a:pt x="911" y="6309"/>
                  </a:cubicBezTo>
                  <a:lnTo>
                    <a:pt x="19935" y="6309"/>
                  </a:lnTo>
                  <a:cubicBezTo>
                    <a:pt x="19935" y="6309"/>
                    <a:pt x="19805" y="5008"/>
                    <a:pt x="19284" y="4358"/>
                  </a:cubicBezTo>
                  <a:cubicBezTo>
                    <a:pt x="18764" y="3707"/>
                    <a:pt x="14699" y="2374"/>
                    <a:pt x="13919" y="2114"/>
                  </a:cubicBezTo>
                  <a:cubicBezTo>
                    <a:pt x="13106" y="1854"/>
                    <a:pt x="10764" y="293"/>
                    <a:pt x="10764" y="293"/>
                  </a:cubicBezTo>
                  <a:cubicBezTo>
                    <a:pt x="10409" y="91"/>
                    <a:pt x="9884" y="0"/>
                    <a:pt x="9254" y="0"/>
                  </a:cubicBez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0"/>
            <p:cNvSpPr/>
            <p:nvPr/>
          </p:nvSpPr>
          <p:spPr>
            <a:xfrm>
              <a:off x="5786509" y="3716684"/>
              <a:ext cx="252212" cy="873189"/>
            </a:xfrm>
            <a:custGeom>
              <a:rect b="b" l="l" r="r" t="t"/>
              <a:pathLst>
                <a:path extrusionOk="0" h="74536" w="21529">
                  <a:moveTo>
                    <a:pt x="1334" y="0"/>
                  </a:moveTo>
                  <a:cubicBezTo>
                    <a:pt x="1334" y="0"/>
                    <a:pt x="1" y="8521"/>
                    <a:pt x="1074" y="11805"/>
                  </a:cubicBezTo>
                  <a:cubicBezTo>
                    <a:pt x="1692" y="13756"/>
                    <a:pt x="2700" y="15545"/>
                    <a:pt x="4098" y="17041"/>
                  </a:cubicBezTo>
                  <a:cubicBezTo>
                    <a:pt x="4098" y="17041"/>
                    <a:pt x="5920" y="36878"/>
                    <a:pt x="5920" y="39902"/>
                  </a:cubicBezTo>
                  <a:cubicBezTo>
                    <a:pt x="5920" y="42894"/>
                    <a:pt x="4098" y="47121"/>
                    <a:pt x="4359" y="51577"/>
                  </a:cubicBezTo>
                  <a:cubicBezTo>
                    <a:pt x="4619" y="56032"/>
                    <a:pt x="7220" y="69170"/>
                    <a:pt x="7220" y="70861"/>
                  </a:cubicBezTo>
                  <a:lnTo>
                    <a:pt x="7220" y="73495"/>
                  </a:lnTo>
                  <a:lnTo>
                    <a:pt x="8424" y="74535"/>
                  </a:lnTo>
                  <a:cubicBezTo>
                    <a:pt x="8424" y="74535"/>
                    <a:pt x="15513" y="70893"/>
                    <a:pt x="16033" y="70470"/>
                  </a:cubicBezTo>
                  <a:cubicBezTo>
                    <a:pt x="16846" y="70015"/>
                    <a:pt x="17724" y="69690"/>
                    <a:pt x="18667" y="69560"/>
                  </a:cubicBezTo>
                  <a:cubicBezTo>
                    <a:pt x="19057" y="69560"/>
                    <a:pt x="18927" y="69137"/>
                    <a:pt x="18667" y="68129"/>
                  </a:cubicBezTo>
                  <a:cubicBezTo>
                    <a:pt x="18407" y="67088"/>
                    <a:pt x="16814" y="66015"/>
                    <a:pt x="16553" y="64714"/>
                  </a:cubicBezTo>
                  <a:cubicBezTo>
                    <a:pt x="16293" y="63381"/>
                    <a:pt x="16553" y="58666"/>
                    <a:pt x="16684" y="57495"/>
                  </a:cubicBezTo>
                  <a:cubicBezTo>
                    <a:pt x="16814" y="56292"/>
                    <a:pt x="19057" y="47121"/>
                    <a:pt x="19448" y="42113"/>
                  </a:cubicBezTo>
                  <a:cubicBezTo>
                    <a:pt x="19838" y="37138"/>
                    <a:pt x="21399" y="27154"/>
                    <a:pt x="21399" y="22309"/>
                  </a:cubicBezTo>
                  <a:lnTo>
                    <a:pt x="21399" y="7870"/>
                  </a:lnTo>
                  <a:lnTo>
                    <a:pt x="21529" y="1171"/>
                  </a:lnTo>
                  <a:lnTo>
                    <a:pt x="1334" y="0"/>
                  </a:lnTo>
                  <a:close/>
                </a:path>
              </a:pathLst>
            </a:custGeom>
            <a:solidFill>
              <a:schemeClr val="accent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0"/>
            <p:cNvSpPr/>
            <p:nvPr/>
          </p:nvSpPr>
          <p:spPr>
            <a:xfrm>
              <a:off x="5756038" y="3258381"/>
              <a:ext cx="315836" cy="497595"/>
            </a:xfrm>
            <a:custGeom>
              <a:rect b="b" l="l" r="r" t="t"/>
              <a:pathLst>
                <a:path extrusionOk="0" h="42475" w="26960">
                  <a:moveTo>
                    <a:pt x="7480" y="0"/>
                  </a:moveTo>
                  <a:lnTo>
                    <a:pt x="6797" y="716"/>
                  </a:lnTo>
                  <a:cubicBezTo>
                    <a:pt x="6797" y="716"/>
                    <a:pt x="2082" y="6569"/>
                    <a:pt x="1041" y="10699"/>
                  </a:cubicBezTo>
                  <a:cubicBezTo>
                    <a:pt x="0" y="14829"/>
                    <a:pt x="1496" y="23545"/>
                    <a:pt x="1724" y="24325"/>
                  </a:cubicBezTo>
                  <a:cubicBezTo>
                    <a:pt x="1984" y="25138"/>
                    <a:pt x="2765" y="32032"/>
                    <a:pt x="2765" y="35349"/>
                  </a:cubicBezTo>
                  <a:cubicBezTo>
                    <a:pt x="2765" y="38666"/>
                    <a:pt x="2992" y="40162"/>
                    <a:pt x="4358" y="40520"/>
                  </a:cubicBezTo>
                  <a:cubicBezTo>
                    <a:pt x="5718" y="40836"/>
                    <a:pt x="18120" y="42475"/>
                    <a:pt x="21014" y="42475"/>
                  </a:cubicBezTo>
                  <a:cubicBezTo>
                    <a:pt x="21096" y="42475"/>
                    <a:pt x="21170" y="42474"/>
                    <a:pt x="21236" y="42471"/>
                  </a:cubicBezTo>
                  <a:cubicBezTo>
                    <a:pt x="23642" y="42341"/>
                    <a:pt x="25821" y="41203"/>
                    <a:pt x="26406" y="40032"/>
                  </a:cubicBezTo>
                  <a:cubicBezTo>
                    <a:pt x="26959" y="38894"/>
                    <a:pt x="25821" y="29366"/>
                    <a:pt x="24910" y="24000"/>
                  </a:cubicBezTo>
                  <a:cubicBezTo>
                    <a:pt x="24000" y="18602"/>
                    <a:pt x="22049" y="11480"/>
                    <a:pt x="21593" y="9301"/>
                  </a:cubicBezTo>
                  <a:cubicBezTo>
                    <a:pt x="21106" y="7122"/>
                    <a:pt x="17561" y="4033"/>
                    <a:pt x="17106" y="3447"/>
                  </a:cubicBezTo>
                  <a:cubicBezTo>
                    <a:pt x="16650" y="2895"/>
                    <a:pt x="7480" y="0"/>
                    <a:pt x="7480" y="0"/>
                  </a:cubicBez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0"/>
            <p:cNvSpPr/>
            <p:nvPr/>
          </p:nvSpPr>
          <p:spPr>
            <a:xfrm>
              <a:off x="5803789" y="2984824"/>
              <a:ext cx="262744" cy="320804"/>
            </a:xfrm>
            <a:custGeom>
              <a:rect b="b" l="l" r="r" t="t"/>
              <a:pathLst>
                <a:path extrusionOk="0" h="27384" w="22428">
                  <a:moveTo>
                    <a:pt x="10854" y="1"/>
                  </a:moveTo>
                  <a:cubicBezTo>
                    <a:pt x="5621" y="1"/>
                    <a:pt x="1" y="3351"/>
                    <a:pt x="542" y="9010"/>
                  </a:cubicBezTo>
                  <a:cubicBezTo>
                    <a:pt x="997" y="13953"/>
                    <a:pt x="4445" y="19579"/>
                    <a:pt x="4445" y="19579"/>
                  </a:cubicBezTo>
                  <a:lnTo>
                    <a:pt x="4087" y="23124"/>
                  </a:lnTo>
                  <a:lnTo>
                    <a:pt x="12574" y="27384"/>
                  </a:lnTo>
                  <a:lnTo>
                    <a:pt x="13257" y="23254"/>
                  </a:lnTo>
                  <a:cubicBezTo>
                    <a:pt x="13257" y="23254"/>
                    <a:pt x="15209" y="23481"/>
                    <a:pt x="16119" y="23481"/>
                  </a:cubicBezTo>
                  <a:cubicBezTo>
                    <a:pt x="17062" y="23481"/>
                    <a:pt x="18428" y="23124"/>
                    <a:pt x="18883" y="22311"/>
                  </a:cubicBezTo>
                  <a:cubicBezTo>
                    <a:pt x="19339" y="21530"/>
                    <a:pt x="20249" y="17270"/>
                    <a:pt x="20249" y="17270"/>
                  </a:cubicBezTo>
                  <a:cubicBezTo>
                    <a:pt x="20607" y="17238"/>
                    <a:pt x="20965" y="17108"/>
                    <a:pt x="21290" y="16945"/>
                  </a:cubicBezTo>
                  <a:cubicBezTo>
                    <a:pt x="21973" y="16587"/>
                    <a:pt x="22428" y="15774"/>
                    <a:pt x="21745" y="15222"/>
                  </a:cubicBezTo>
                  <a:cubicBezTo>
                    <a:pt x="21062" y="14669"/>
                    <a:pt x="20152" y="13498"/>
                    <a:pt x="20249" y="12360"/>
                  </a:cubicBezTo>
                  <a:cubicBezTo>
                    <a:pt x="20379" y="11222"/>
                    <a:pt x="22103" y="8360"/>
                    <a:pt x="20379" y="5596"/>
                  </a:cubicBezTo>
                  <a:cubicBezTo>
                    <a:pt x="19208" y="3677"/>
                    <a:pt x="17550" y="2116"/>
                    <a:pt x="15566" y="1075"/>
                  </a:cubicBezTo>
                  <a:cubicBezTo>
                    <a:pt x="14181" y="347"/>
                    <a:pt x="12538" y="1"/>
                    <a:pt x="10854" y="1"/>
                  </a:cubicBezTo>
                  <a:close/>
                </a:path>
              </a:pathLst>
            </a:custGeom>
            <a:solidFill>
              <a:srgbClr val="B77445"/>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0"/>
            <p:cNvSpPr/>
            <p:nvPr/>
          </p:nvSpPr>
          <p:spPr>
            <a:xfrm>
              <a:off x="5937000" y="3243140"/>
              <a:ext cx="22106" cy="34676"/>
            </a:xfrm>
            <a:custGeom>
              <a:rect b="b" l="l" r="r" t="t"/>
              <a:pathLst>
                <a:path extrusionOk="0" h="2960" w="1887">
                  <a:moveTo>
                    <a:pt x="0" y="1"/>
                  </a:moveTo>
                  <a:lnTo>
                    <a:pt x="1399" y="2960"/>
                  </a:lnTo>
                  <a:lnTo>
                    <a:pt x="1886" y="1204"/>
                  </a:lnTo>
                  <a:lnTo>
                    <a:pt x="0" y="1"/>
                  </a:ln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0"/>
            <p:cNvSpPr/>
            <p:nvPr/>
          </p:nvSpPr>
          <p:spPr>
            <a:xfrm>
              <a:off x="6009000" y="3190950"/>
              <a:ext cx="19060" cy="10672"/>
            </a:xfrm>
            <a:custGeom>
              <a:rect b="b" l="l" r="r" t="t"/>
              <a:pathLst>
                <a:path extrusionOk="0" fill="none" h="911" w="1627">
                  <a:moveTo>
                    <a:pt x="1626" y="911"/>
                  </a:moveTo>
                  <a:cubicBezTo>
                    <a:pt x="1626" y="911"/>
                    <a:pt x="423" y="618"/>
                    <a:pt x="0" y="0"/>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0"/>
            <p:cNvSpPr/>
            <p:nvPr/>
          </p:nvSpPr>
          <p:spPr>
            <a:xfrm>
              <a:off x="5803789" y="2984836"/>
              <a:ext cx="213225" cy="223440"/>
            </a:xfrm>
            <a:custGeom>
              <a:rect b="b" l="l" r="r" t="t"/>
              <a:pathLst>
                <a:path extrusionOk="0" h="19073" w="18201">
                  <a:moveTo>
                    <a:pt x="10858" y="0"/>
                  </a:moveTo>
                  <a:cubicBezTo>
                    <a:pt x="5624" y="0"/>
                    <a:pt x="1" y="3357"/>
                    <a:pt x="542" y="9042"/>
                  </a:cubicBezTo>
                  <a:cubicBezTo>
                    <a:pt x="900" y="13042"/>
                    <a:pt x="3274" y="17529"/>
                    <a:pt x="4119" y="19058"/>
                  </a:cubicBezTo>
                  <a:cubicBezTo>
                    <a:pt x="4196" y="19067"/>
                    <a:pt x="4277" y="19072"/>
                    <a:pt x="4363" y="19072"/>
                  </a:cubicBezTo>
                  <a:cubicBezTo>
                    <a:pt x="4860" y="19072"/>
                    <a:pt x="5523" y="18917"/>
                    <a:pt x="6493" y="18668"/>
                  </a:cubicBezTo>
                  <a:cubicBezTo>
                    <a:pt x="8347" y="18212"/>
                    <a:pt x="9030" y="16033"/>
                    <a:pt x="9030" y="16033"/>
                  </a:cubicBezTo>
                  <a:lnTo>
                    <a:pt x="9843" y="13952"/>
                  </a:lnTo>
                  <a:cubicBezTo>
                    <a:pt x="9843" y="13952"/>
                    <a:pt x="10981" y="13952"/>
                    <a:pt x="11339" y="13042"/>
                  </a:cubicBezTo>
                  <a:cubicBezTo>
                    <a:pt x="11664" y="12131"/>
                    <a:pt x="10753" y="10635"/>
                    <a:pt x="11892" y="9822"/>
                  </a:cubicBezTo>
                  <a:cubicBezTo>
                    <a:pt x="13062" y="9042"/>
                    <a:pt x="14883" y="9595"/>
                    <a:pt x="14558" y="7546"/>
                  </a:cubicBezTo>
                  <a:cubicBezTo>
                    <a:pt x="14233" y="5822"/>
                    <a:pt x="14981" y="3253"/>
                    <a:pt x="18200" y="2928"/>
                  </a:cubicBezTo>
                  <a:cubicBezTo>
                    <a:pt x="17420" y="2213"/>
                    <a:pt x="16542" y="1562"/>
                    <a:pt x="15566" y="1074"/>
                  </a:cubicBezTo>
                  <a:cubicBezTo>
                    <a:pt x="14182" y="347"/>
                    <a:pt x="12540" y="0"/>
                    <a:pt x="10858" y="0"/>
                  </a:cubicBezTo>
                  <a:close/>
                </a:path>
              </a:pathLst>
            </a:custGeom>
            <a:solidFill>
              <a:schemeClr val="dk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0"/>
            <p:cNvSpPr/>
            <p:nvPr/>
          </p:nvSpPr>
          <p:spPr>
            <a:xfrm>
              <a:off x="5880990" y="3134870"/>
              <a:ext cx="55260" cy="68462"/>
            </a:xfrm>
            <a:custGeom>
              <a:rect b="b" l="l" r="r" t="t"/>
              <a:pathLst>
                <a:path extrusionOk="0" h="5844" w="4717">
                  <a:moveTo>
                    <a:pt x="2714" y="1"/>
                  </a:moveTo>
                  <a:cubicBezTo>
                    <a:pt x="2460" y="1"/>
                    <a:pt x="2175" y="69"/>
                    <a:pt x="1854" y="235"/>
                  </a:cubicBezTo>
                  <a:cubicBezTo>
                    <a:pt x="1" y="1145"/>
                    <a:pt x="1269" y="3324"/>
                    <a:pt x="2082" y="4820"/>
                  </a:cubicBezTo>
                  <a:cubicBezTo>
                    <a:pt x="2538" y="5659"/>
                    <a:pt x="3311" y="5843"/>
                    <a:pt x="3903" y="5843"/>
                  </a:cubicBezTo>
                  <a:cubicBezTo>
                    <a:pt x="4365" y="5843"/>
                    <a:pt x="4716" y="5731"/>
                    <a:pt x="4716" y="5731"/>
                  </a:cubicBezTo>
                  <a:lnTo>
                    <a:pt x="4391" y="1503"/>
                  </a:lnTo>
                  <a:cubicBezTo>
                    <a:pt x="4391" y="1503"/>
                    <a:pt x="3905" y="1"/>
                    <a:pt x="2714" y="1"/>
                  </a:cubicBezTo>
                  <a:close/>
                </a:path>
              </a:pathLst>
            </a:custGeom>
            <a:solidFill>
              <a:srgbClr val="B774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0"/>
            <p:cNvSpPr/>
            <p:nvPr/>
          </p:nvSpPr>
          <p:spPr>
            <a:xfrm>
              <a:off x="5880990" y="3126564"/>
              <a:ext cx="55260" cy="82298"/>
            </a:xfrm>
            <a:custGeom>
              <a:rect b="b" l="l" r="r" t="t"/>
              <a:pathLst>
                <a:path extrusionOk="0" fill="none" h="7025" w="4717">
                  <a:moveTo>
                    <a:pt x="4391" y="2212"/>
                  </a:moveTo>
                  <a:cubicBezTo>
                    <a:pt x="4391" y="2212"/>
                    <a:pt x="3676" y="1"/>
                    <a:pt x="1854" y="944"/>
                  </a:cubicBezTo>
                  <a:cubicBezTo>
                    <a:pt x="1" y="1854"/>
                    <a:pt x="1269" y="4033"/>
                    <a:pt x="2082" y="5529"/>
                  </a:cubicBezTo>
                  <a:cubicBezTo>
                    <a:pt x="2895" y="7025"/>
                    <a:pt x="4716" y="6440"/>
                    <a:pt x="4716" y="6440"/>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0"/>
            <p:cNvSpPr/>
            <p:nvPr/>
          </p:nvSpPr>
          <p:spPr>
            <a:xfrm>
              <a:off x="6019661" y="3122757"/>
              <a:ext cx="8013" cy="19060"/>
            </a:xfrm>
            <a:custGeom>
              <a:rect b="b" l="l" r="r" t="t"/>
              <a:pathLst>
                <a:path extrusionOk="0" h="1627" w="684">
                  <a:moveTo>
                    <a:pt x="326" y="0"/>
                  </a:moveTo>
                  <a:cubicBezTo>
                    <a:pt x="164" y="0"/>
                    <a:pt x="1" y="358"/>
                    <a:pt x="1" y="813"/>
                  </a:cubicBezTo>
                  <a:cubicBezTo>
                    <a:pt x="1" y="1269"/>
                    <a:pt x="164" y="1626"/>
                    <a:pt x="326" y="1626"/>
                  </a:cubicBezTo>
                  <a:cubicBezTo>
                    <a:pt x="521" y="1626"/>
                    <a:pt x="684" y="1269"/>
                    <a:pt x="684" y="813"/>
                  </a:cubicBezTo>
                  <a:cubicBezTo>
                    <a:pt x="684" y="358"/>
                    <a:pt x="521" y="0"/>
                    <a:pt x="3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0"/>
            <p:cNvSpPr/>
            <p:nvPr/>
          </p:nvSpPr>
          <p:spPr>
            <a:xfrm>
              <a:off x="6006329" y="3094559"/>
              <a:ext cx="29346" cy="16401"/>
            </a:xfrm>
            <a:custGeom>
              <a:rect b="b" l="l" r="r" t="t"/>
              <a:pathLst>
                <a:path extrusionOk="0" fill="none" h="1400" w="2505">
                  <a:moveTo>
                    <a:pt x="1" y="1399"/>
                  </a:moveTo>
                  <a:cubicBezTo>
                    <a:pt x="1" y="1399"/>
                    <a:pt x="1139" y="1"/>
                    <a:pt x="2505" y="684"/>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0"/>
            <p:cNvSpPr/>
            <p:nvPr/>
          </p:nvSpPr>
          <p:spPr>
            <a:xfrm>
              <a:off x="6001713" y="3359505"/>
              <a:ext cx="80822" cy="362907"/>
            </a:xfrm>
            <a:custGeom>
              <a:rect b="b" l="l" r="r" t="t"/>
              <a:pathLst>
                <a:path extrusionOk="0" h="30978" w="6899">
                  <a:moveTo>
                    <a:pt x="203" y="1"/>
                  </a:moveTo>
                  <a:cubicBezTo>
                    <a:pt x="76" y="1"/>
                    <a:pt x="1" y="203"/>
                    <a:pt x="37" y="767"/>
                  </a:cubicBezTo>
                  <a:lnTo>
                    <a:pt x="2866" y="29189"/>
                  </a:lnTo>
                  <a:lnTo>
                    <a:pt x="6899" y="30977"/>
                  </a:lnTo>
                  <a:lnTo>
                    <a:pt x="6639" y="27205"/>
                  </a:lnTo>
                  <a:lnTo>
                    <a:pt x="1208" y="1352"/>
                  </a:lnTo>
                  <a:cubicBezTo>
                    <a:pt x="1208" y="1352"/>
                    <a:pt x="532" y="1"/>
                    <a:pt x="203" y="1"/>
                  </a:cubicBezTo>
                  <a:close/>
                </a:path>
              </a:pathLst>
            </a:custGeom>
            <a:solidFill>
              <a:schemeClr val="dk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0"/>
            <p:cNvSpPr/>
            <p:nvPr/>
          </p:nvSpPr>
          <p:spPr>
            <a:xfrm>
              <a:off x="5941182" y="3299138"/>
              <a:ext cx="67830" cy="69353"/>
            </a:xfrm>
            <a:custGeom>
              <a:rect b="b" l="l" r="r" t="t"/>
              <a:pathLst>
                <a:path extrusionOk="0" h="5920" w="5790">
                  <a:moveTo>
                    <a:pt x="1302" y="1"/>
                  </a:moveTo>
                  <a:lnTo>
                    <a:pt x="1" y="1659"/>
                  </a:lnTo>
                  <a:lnTo>
                    <a:pt x="5204" y="5920"/>
                  </a:lnTo>
                  <a:cubicBezTo>
                    <a:pt x="5204" y="5920"/>
                    <a:pt x="5789" y="4033"/>
                    <a:pt x="5302" y="2733"/>
                  </a:cubicBezTo>
                  <a:cubicBezTo>
                    <a:pt x="4846" y="1432"/>
                    <a:pt x="1302" y="1"/>
                    <a:pt x="1302" y="1"/>
                  </a:cubicBezTo>
                  <a:close/>
                </a:path>
              </a:pathLst>
            </a:custGeom>
            <a:solidFill>
              <a:schemeClr val="dk2"/>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0"/>
            <p:cNvSpPr/>
            <p:nvPr/>
          </p:nvSpPr>
          <p:spPr>
            <a:xfrm>
              <a:off x="5835665" y="3239708"/>
              <a:ext cx="130294" cy="106689"/>
            </a:xfrm>
            <a:custGeom>
              <a:rect b="b" l="l" r="r" t="t"/>
              <a:pathLst>
                <a:path extrusionOk="0" h="9107" w="11122">
                  <a:moveTo>
                    <a:pt x="780" y="1"/>
                  </a:moveTo>
                  <a:lnTo>
                    <a:pt x="0" y="2310"/>
                  </a:lnTo>
                  <a:lnTo>
                    <a:pt x="9593" y="9106"/>
                  </a:lnTo>
                  <a:lnTo>
                    <a:pt x="11122" y="4716"/>
                  </a:lnTo>
                  <a:lnTo>
                    <a:pt x="780" y="1"/>
                  </a:ln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0"/>
            <p:cNvSpPr/>
            <p:nvPr/>
          </p:nvSpPr>
          <p:spPr>
            <a:xfrm>
              <a:off x="6051291" y="3435910"/>
              <a:ext cx="102483" cy="91623"/>
            </a:xfrm>
            <a:custGeom>
              <a:rect b="b" l="l" r="r" t="t"/>
              <a:pathLst>
                <a:path extrusionOk="0" h="7821" w="8748">
                  <a:moveTo>
                    <a:pt x="2258" y="0"/>
                  </a:moveTo>
                  <a:cubicBezTo>
                    <a:pt x="2249" y="0"/>
                    <a:pt x="2244" y="1"/>
                    <a:pt x="2244" y="1"/>
                  </a:cubicBezTo>
                  <a:cubicBezTo>
                    <a:pt x="455" y="131"/>
                    <a:pt x="0" y="1529"/>
                    <a:pt x="2244" y="4781"/>
                  </a:cubicBezTo>
                  <a:cubicBezTo>
                    <a:pt x="4027" y="7328"/>
                    <a:pt x="5012" y="7820"/>
                    <a:pt x="5683" y="7820"/>
                  </a:cubicBezTo>
                  <a:cubicBezTo>
                    <a:pt x="5869" y="7820"/>
                    <a:pt x="6031" y="7782"/>
                    <a:pt x="6179" y="7740"/>
                  </a:cubicBezTo>
                  <a:cubicBezTo>
                    <a:pt x="6894" y="7545"/>
                    <a:pt x="7967" y="7252"/>
                    <a:pt x="8358" y="5789"/>
                  </a:cubicBezTo>
                  <a:cubicBezTo>
                    <a:pt x="8748" y="4293"/>
                    <a:pt x="8163" y="3122"/>
                    <a:pt x="6667" y="1529"/>
                  </a:cubicBezTo>
                  <a:cubicBezTo>
                    <a:pt x="5262" y="30"/>
                    <a:pt x="2478" y="0"/>
                    <a:pt x="2258" y="0"/>
                  </a:cubicBezTo>
                  <a:close/>
                </a:path>
              </a:pathLst>
            </a:custGeom>
            <a:solidFill>
              <a:schemeClr val="lt1"/>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0"/>
            <p:cNvSpPr/>
            <p:nvPr/>
          </p:nvSpPr>
          <p:spPr>
            <a:xfrm>
              <a:off x="5801750" y="3337996"/>
              <a:ext cx="339840" cy="271659"/>
            </a:xfrm>
            <a:custGeom>
              <a:rect b="b" l="l" r="r" t="t"/>
              <a:pathLst>
                <a:path extrusionOk="0" h="23189" w="29009">
                  <a:moveTo>
                    <a:pt x="10342" y="1"/>
                  </a:moveTo>
                  <a:lnTo>
                    <a:pt x="1952" y="229"/>
                  </a:lnTo>
                  <a:cubicBezTo>
                    <a:pt x="879" y="1985"/>
                    <a:pt x="228" y="4001"/>
                    <a:pt x="131" y="6082"/>
                  </a:cubicBezTo>
                  <a:cubicBezTo>
                    <a:pt x="1" y="9399"/>
                    <a:pt x="814" y="10667"/>
                    <a:pt x="1854" y="10993"/>
                  </a:cubicBezTo>
                  <a:cubicBezTo>
                    <a:pt x="2862" y="11350"/>
                    <a:pt x="12066" y="18114"/>
                    <a:pt x="14700" y="19383"/>
                  </a:cubicBezTo>
                  <a:cubicBezTo>
                    <a:pt x="16991" y="20486"/>
                    <a:pt x="21866" y="23188"/>
                    <a:pt x="24230" y="23188"/>
                  </a:cubicBezTo>
                  <a:cubicBezTo>
                    <a:pt x="24584" y="23188"/>
                    <a:pt x="24882" y="23128"/>
                    <a:pt x="25106" y="22992"/>
                  </a:cubicBezTo>
                  <a:cubicBezTo>
                    <a:pt x="26829" y="21952"/>
                    <a:pt x="29008" y="21041"/>
                    <a:pt x="29008" y="18049"/>
                  </a:cubicBezTo>
                  <a:cubicBezTo>
                    <a:pt x="29008" y="15090"/>
                    <a:pt x="27285" y="13236"/>
                    <a:pt x="26244" y="12098"/>
                  </a:cubicBezTo>
                  <a:cubicBezTo>
                    <a:pt x="25203" y="10960"/>
                    <a:pt x="18927" y="7220"/>
                    <a:pt x="16976" y="5269"/>
                  </a:cubicBezTo>
                  <a:cubicBezTo>
                    <a:pt x="15057" y="3318"/>
                    <a:pt x="11025" y="99"/>
                    <a:pt x="103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0"/>
            <p:cNvSpPr/>
            <p:nvPr/>
          </p:nvSpPr>
          <p:spPr>
            <a:xfrm>
              <a:off x="5801750" y="3337996"/>
              <a:ext cx="339840" cy="281547"/>
            </a:xfrm>
            <a:custGeom>
              <a:rect b="b" l="l" r="r" t="t"/>
              <a:pathLst>
                <a:path extrusionOk="0" fill="none" h="24033" w="29009">
                  <a:moveTo>
                    <a:pt x="1952" y="229"/>
                  </a:moveTo>
                  <a:cubicBezTo>
                    <a:pt x="879" y="1985"/>
                    <a:pt x="228" y="4001"/>
                    <a:pt x="131" y="6082"/>
                  </a:cubicBezTo>
                  <a:cubicBezTo>
                    <a:pt x="1" y="9399"/>
                    <a:pt x="814" y="10667"/>
                    <a:pt x="1854" y="10993"/>
                  </a:cubicBezTo>
                  <a:cubicBezTo>
                    <a:pt x="2862" y="11350"/>
                    <a:pt x="12066" y="18114"/>
                    <a:pt x="14700" y="19383"/>
                  </a:cubicBezTo>
                  <a:cubicBezTo>
                    <a:pt x="17334" y="20651"/>
                    <a:pt x="23382" y="24033"/>
                    <a:pt x="25106" y="22992"/>
                  </a:cubicBezTo>
                  <a:cubicBezTo>
                    <a:pt x="26829" y="21952"/>
                    <a:pt x="29008" y="21041"/>
                    <a:pt x="29008" y="18049"/>
                  </a:cubicBezTo>
                  <a:cubicBezTo>
                    <a:pt x="29008" y="15090"/>
                    <a:pt x="27285" y="13236"/>
                    <a:pt x="26244" y="12098"/>
                  </a:cubicBezTo>
                  <a:cubicBezTo>
                    <a:pt x="25203" y="10960"/>
                    <a:pt x="18927" y="7220"/>
                    <a:pt x="16976" y="5269"/>
                  </a:cubicBezTo>
                  <a:cubicBezTo>
                    <a:pt x="15057" y="3318"/>
                    <a:pt x="11025" y="99"/>
                    <a:pt x="10342" y="1"/>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0"/>
            <p:cNvSpPr/>
            <p:nvPr/>
          </p:nvSpPr>
          <p:spPr>
            <a:xfrm>
              <a:off x="6048620" y="3425203"/>
              <a:ext cx="30494" cy="44529"/>
            </a:xfrm>
            <a:custGeom>
              <a:rect b="b" l="l" r="r" t="t"/>
              <a:pathLst>
                <a:path extrusionOk="0" h="3801" w="2603">
                  <a:moveTo>
                    <a:pt x="1190" y="1"/>
                  </a:moveTo>
                  <a:cubicBezTo>
                    <a:pt x="1173" y="1"/>
                    <a:pt x="1155" y="2"/>
                    <a:pt x="1139" y="4"/>
                  </a:cubicBezTo>
                  <a:cubicBezTo>
                    <a:pt x="618" y="69"/>
                    <a:pt x="0" y="2541"/>
                    <a:pt x="586" y="3256"/>
                  </a:cubicBezTo>
                  <a:cubicBezTo>
                    <a:pt x="869" y="3622"/>
                    <a:pt x="1194" y="3801"/>
                    <a:pt x="1458" y="3801"/>
                  </a:cubicBezTo>
                  <a:cubicBezTo>
                    <a:pt x="1709" y="3801"/>
                    <a:pt x="1904" y="3638"/>
                    <a:pt x="1952" y="3321"/>
                  </a:cubicBezTo>
                  <a:cubicBezTo>
                    <a:pt x="2082" y="2703"/>
                    <a:pt x="2602" y="1858"/>
                    <a:pt x="2472" y="915"/>
                  </a:cubicBezTo>
                  <a:cubicBezTo>
                    <a:pt x="2472" y="915"/>
                    <a:pt x="1711" y="1"/>
                    <a:pt x="1190" y="1"/>
                  </a:cubicBezTo>
                  <a:close/>
                </a:path>
              </a:pathLst>
            </a:custGeom>
            <a:solidFill>
              <a:srgbClr val="B77445"/>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0"/>
            <p:cNvSpPr/>
            <p:nvPr/>
          </p:nvSpPr>
          <p:spPr>
            <a:xfrm>
              <a:off x="6072238" y="3439319"/>
              <a:ext cx="20583" cy="29229"/>
            </a:xfrm>
            <a:custGeom>
              <a:rect b="b" l="l" r="r" t="t"/>
              <a:pathLst>
                <a:path extrusionOk="0" h="2495" w="1757">
                  <a:moveTo>
                    <a:pt x="807" y="1"/>
                  </a:moveTo>
                  <a:cubicBezTo>
                    <a:pt x="798" y="1"/>
                    <a:pt x="790" y="1"/>
                    <a:pt x="781" y="2"/>
                  </a:cubicBezTo>
                  <a:cubicBezTo>
                    <a:pt x="423" y="35"/>
                    <a:pt x="1" y="1693"/>
                    <a:pt x="391" y="2148"/>
                  </a:cubicBezTo>
                  <a:cubicBezTo>
                    <a:pt x="590" y="2380"/>
                    <a:pt x="805" y="2494"/>
                    <a:pt x="982" y="2494"/>
                  </a:cubicBezTo>
                  <a:cubicBezTo>
                    <a:pt x="1152" y="2494"/>
                    <a:pt x="1286" y="2388"/>
                    <a:pt x="1334" y="2181"/>
                  </a:cubicBezTo>
                  <a:cubicBezTo>
                    <a:pt x="1399" y="1758"/>
                    <a:pt x="1757" y="1238"/>
                    <a:pt x="1659" y="588"/>
                  </a:cubicBezTo>
                  <a:cubicBezTo>
                    <a:pt x="1659" y="588"/>
                    <a:pt x="1134" y="1"/>
                    <a:pt x="807" y="1"/>
                  </a:cubicBezTo>
                  <a:close/>
                </a:path>
              </a:pathLst>
            </a:custGeom>
            <a:solidFill>
              <a:srgbClr val="B77445"/>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0"/>
            <p:cNvSpPr/>
            <p:nvPr/>
          </p:nvSpPr>
          <p:spPr>
            <a:xfrm>
              <a:off x="6028424" y="3409587"/>
              <a:ext cx="30494" cy="44529"/>
            </a:xfrm>
            <a:custGeom>
              <a:rect b="b" l="l" r="r" t="t"/>
              <a:pathLst>
                <a:path extrusionOk="0" h="3801" w="2603">
                  <a:moveTo>
                    <a:pt x="1190" y="1"/>
                  </a:moveTo>
                  <a:cubicBezTo>
                    <a:pt x="1173" y="1"/>
                    <a:pt x="1156" y="2"/>
                    <a:pt x="1139" y="4"/>
                  </a:cubicBezTo>
                  <a:cubicBezTo>
                    <a:pt x="619" y="69"/>
                    <a:pt x="1" y="2540"/>
                    <a:pt x="586" y="3256"/>
                  </a:cubicBezTo>
                  <a:cubicBezTo>
                    <a:pt x="869" y="3622"/>
                    <a:pt x="1195" y="3801"/>
                    <a:pt x="1463" y="3801"/>
                  </a:cubicBezTo>
                  <a:cubicBezTo>
                    <a:pt x="1718" y="3801"/>
                    <a:pt x="1921" y="3638"/>
                    <a:pt x="1985" y="3321"/>
                  </a:cubicBezTo>
                  <a:cubicBezTo>
                    <a:pt x="2115" y="2703"/>
                    <a:pt x="2603" y="1857"/>
                    <a:pt x="2472" y="914"/>
                  </a:cubicBezTo>
                  <a:cubicBezTo>
                    <a:pt x="2472" y="914"/>
                    <a:pt x="1711" y="1"/>
                    <a:pt x="1190" y="1"/>
                  </a:cubicBezTo>
                  <a:close/>
                </a:path>
              </a:pathLst>
            </a:custGeom>
            <a:solidFill>
              <a:srgbClr val="B77445"/>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0"/>
            <p:cNvSpPr/>
            <p:nvPr/>
          </p:nvSpPr>
          <p:spPr>
            <a:xfrm>
              <a:off x="6009375" y="3392823"/>
              <a:ext cx="30494" cy="44248"/>
            </a:xfrm>
            <a:custGeom>
              <a:rect b="b" l="l" r="r" t="t"/>
              <a:pathLst>
                <a:path extrusionOk="0" h="3777" w="2603">
                  <a:moveTo>
                    <a:pt x="1192" y="1"/>
                  </a:moveTo>
                  <a:cubicBezTo>
                    <a:pt x="1174" y="1"/>
                    <a:pt x="1156" y="2"/>
                    <a:pt x="1139" y="4"/>
                  </a:cubicBezTo>
                  <a:cubicBezTo>
                    <a:pt x="619" y="69"/>
                    <a:pt x="1" y="2540"/>
                    <a:pt x="554" y="3256"/>
                  </a:cubicBezTo>
                  <a:cubicBezTo>
                    <a:pt x="854" y="3606"/>
                    <a:pt x="1179" y="3776"/>
                    <a:pt x="1443" y="3776"/>
                  </a:cubicBezTo>
                  <a:cubicBezTo>
                    <a:pt x="1694" y="3776"/>
                    <a:pt x="1889" y="3622"/>
                    <a:pt x="1952" y="3321"/>
                  </a:cubicBezTo>
                  <a:cubicBezTo>
                    <a:pt x="2082" y="2670"/>
                    <a:pt x="2603" y="1825"/>
                    <a:pt x="2472" y="882"/>
                  </a:cubicBezTo>
                  <a:cubicBezTo>
                    <a:pt x="2472" y="882"/>
                    <a:pt x="1713" y="1"/>
                    <a:pt x="1192" y="1"/>
                  </a:cubicBezTo>
                  <a:close/>
                </a:path>
              </a:pathLst>
            </a:custGeom>
            <a:solidFill>
              <a:srgbClr val="B77445"/>
            </a:solid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0"/>
            <p:cNvSpPr/>
            <p:nvPr/>
          </p:nvSpPr>
          <p:spPr>
            <a:xfrm>
              <a:off x="5803660" y="3485816"/>
              <a:ext cx="64397" cy="10684"/>
            </a:xfrm>
            <a:custGeom>
              <a:rect b="b" l="l" r="r" t="t"/>
              <a:pathLst>
                <a:path extrusionOk="0" h="912" w="5497">
                  <a:moveTo>
                    <a:pt x="0" y="1"/>
                  </a:moveTo>
                  <a:lnTo>
                    <a:pt x="0" y="1"/>
                  </a:lnTo>
                  <a:cubicBezTo>
                    <a:pt x="1854" y="911"/>
                    <a:pt x="5496" y="911"/>
                    <a:pt x="5496" y="911"/>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0"/>
            <p:cNvSpPr/>
            <p:nvPr/>
          </p:nvSpPr>
          <p:spPr>
            <a:xfrm>
              <a:off x="5803660" y="3485816"/>
              <a:ext cx="64397" cy="10684"/>
            </a:xfrm>
            <a:custGeom>
              <a:rect b="b" l="l" r="r" t="t"/>
              <a:pathLst>
                <a:path extrusionOk="0" fill="none" h="912" w="5497">
                  <a:moveTo>
                    <a:pt x="5496" y="911"/>
                  </a:moveTo>
                  <a:cubicBezTo>
                    <a:pt x="5496" y="911"/>
                    <a:pt x="1854" y="911"/>
                    <a:pt x="0" y="1"/>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0"/>
            <p:cNvSpPr/>
            <p:nvPr/>
          </p:nvSpPr>
          <p:spPr>
            <a:xfrm>
              <a:off x="5391831" y="2689595"/>
              <a:ext cx="399646" cy="296788"/>
            </a:xfrm>
            <a:custGeom>
              <a:rect b="b" l="l" r="r" t="t"/>
              <a:pathLst>
                <a:path extrusionOk="0" fill="none" h="25334" w="34114">
                  <a:moveTo>
                    <a:pt x="34114" y="18927"/>
                  </a:moveTo>
                  <a:lnTo>
                    <a:pt x="34114" y="25333"/>
                  </a:lnTo>
                  <a:lnTo>
                    <a:pt x="1" y="25333"/>
                  </a:lnTo>
                  <a:lnTo>
                    <a:pt x="1" y="1"/>
                  </a:lnTo>
                  <a:lnTo>
                    <a:pt x="2667"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0"/>
            <p:cNvSpPr/>
            <p:nvPr/>
          </p:nvSpPr>
          <p:spPr>
            <a:xfrm>
              <a:off x="5456216" y="2689595"/>
              <a:ext cx="335260" cy="199260"/>
            </a:xfrm>
            <a:custGeom>
              <a:rect b="b" l="l" r="r" t="t"/>
              <a:pathLst>
                <a:path extrusionOk="0" fill="none" h="17009" w="28618">
                  <a:moveTo>
                    <a:pt x="0" y="1"/>
                  </a:moveTo>
                  <a:lnTo>
                    <a:pt x="28618" y="1"/>
                  </a:lnTo>
                  <a:lnTo>
                    <a:pt x="28618" y="17008"/>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0"/>
            <p:cNvSpPr/>
            <p:nvPr/>
          </p:nvSpPr>
          <p:spPr>
            <a:xfrm>
              <a:off x="5391831" y="2926554"/>
              <a:ext cx="399646" cy="59829"/>
            </a:xfrm>
            <a:custGeom>
              <a:rect b="b" l="l" r="r" t="t"/>
              <a:pathLst>
                <a:path extrusionOk="0" fill="none" h="5107" w="34114">
                  <a:moveTo>
                    <a:pt x="1" y="1"/>
                  </a:moveTo>
                  <a:lnTo>
                    <a:pt x="34114" y="1"/>
                  </a:lnTo>
                  <a:lnTo>
                    <a:pt x="34114" y="5106"/>
                  </a:lnTo>
                  <a:lnTo>
                    <a:pt x="1" y="5106"/>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0"/>
            <p:cNvSpPr/>
            <p:nvPr/>
          </p:nvSpPr>
          <p:spPr>
            <a:xfrm>
              <a:off x="5420029" y="2945603"/>
              <a:ext cx="342875" cy="21731"/>
            </a:xfrm>
            <a:custGeom>
              <a:rect b="b" l="l" r="r" t="t"/>
              <a:pathLst>
                <a:path extrusionOk="0" fill="none" h="1855" w="29268">
                  <a:moveTo>
                    <a:pt x="0" y="1"/>
                  </a:moveTo>
                  <a:lnTo>
                    <a:pt x="29268" y="1"/>
                  </a:lnTo>
                  <a:lnTo>
                    <a:pt x="29268" y="1854"/>
                  </a:lnTo>
                  <a:lnTo>
                    <a:pt x="0" y="1854"/>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0"/>
            <p:cNvSpPr/>
            <p:nvPr/>
          </p:nvSpPr>
          <p:spPr>
            <a:xfrm>
              <a:off x="5538127" y="2739887"/>
              <a:ext cx="129533" cy="149729"/>
            </a:xfrm>
            <a:custGeom>
              <a:rect b="b" l="l" r="r" t="t"/>
              <a:pathLst>
                <a:path extrusionOk="0" fill="none" h="12781" w="11057">
                  <a:moveTo>
                    <a:pt x="11057" y="6374"/>
                  </a:moveTo>
                  <a:lnTo>
                    <a:pt x="0" y="0"/>
                  </a:lnTo>
                  <a:lnTo>
                    <a:pt x="0" y="12780"/>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0"/>
            <p:cNvSpPr/>
            <p:nvPr/>
          </p:nvSpPr>
          <p:spPr>
            <a:xfrm>
              <a:off x="7470774" y="2682741"/>
              <a:ext cx="69341" cy="71626"/>
            </a:xfrm>
            <a:custGeom>
              <a:rect b="b" l="l" r="r" t="t"/>
              <a:pathLst>
                <a:path extrusionOk="0" fill="none" h="6114" w="5919">
                  <a:moveTo>
                    <a:pt x="0" y="0"/>
                  </a:moveTo>
                  <a:cubicBezTo>
                    <a:pt x="2472" y="1496"/>
                    <a:pt x="4520" y="3577"/>
                    <a:pt x="5919" y="6114"/>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0"/>
            <p:cNvSpPr/>
            <p:nvPr/>
          </p:nvSpPr>
          <p:spPr>
            <a:xfrm>
              <a:off x="7165622" y="2636643"/>
              <a:ext cx="282683" cy="328781"/>
            </a:xfrm>
            <a:custGeom>
              <a:rect b="b" l="l" r="r" t="t"/>
              <a:pathLst>
                <a:path extrusionOk="0" fill="none" h="28065" w="24130">
                  <a:moveTo>
                    <a:pt x="4553" y="28065"/>
                  </a:moveTo>
                  <a:cubicBezTo>
                    <a:pt x="0" y="22146"/>
                    <a:pt x="33" y="13854"/>
                    <a:pt x="4650" y="7968"/>
                  </a:cubicBezTo>
                  <a:cubicBezTo>
                    <a:pt x="9236" y="2049"/>
                    <a:pt x="17235" y="0"/>
                    <a:pt x="24130" y="2960"/>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0"/>
            <p:cNvSpPr/>
            <p:nvPr/>
          </p:nvSpPr>
          <p:spPr>
            <a:xfrm>
              <a:off x="7241043" y="2989417"/>
              <a:ext cx="21731" cy="17537"/>
            </a:xfrm>
            <a:custGeom>
              <a:rect b="b" l="l" r="r" t="t"/>
              <a:pathLst>
                <a:path extrusionOk="0" fill="none" h="1497" w="1855">
                  <a:moveTo>
                    <a:pt x="1855" y="1496"/>
                  </a:moveTo>
                  <a:cubicBezTo>
                    <a:pt x="1204" y="1041"/>
                    <a:pt x="586" y="553"/>
                    <a:pt x="1" y="1"/>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0"/>
            <p:cNvSpPr/>
            <p:nvPr/>
          </p:nvSpPr>
          <p:spPr>
            <a:xfrm>
              <a:off x="7282960" y="2841222"/>
              <a:ext cx="281547" cy="244597"/>
            </a:xfrm>
            <a:custGeom>
              <a:rect b="b" l="l" r="r" t="t"/>
              <a:pathLst>
                <a:path extrusionOk="0" fill="none" h="20879" w="24033">
                  <a:moveTo>
                    <a:pt x="24032" y="0"/>
                  </a:moveTo>
                  <a:lnTo>
                    <a:pt x="24032" y="586"/>
                  </a:lnTo>
                  <a:cubicBezTo>
                    <a:pt x="24000" y="12943"/>
                    <a:pt x="10927" y="20878"/>
                    <a:pt x="0" y="15187"/>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0"/>
            <p:cNvSpPr/>
            <p:nvPr/>
          </p:nvSpPr>
          <p:spPr>
            <a:xfrm>
              <a:off x="7233815" y="2770744"/>
              <a:ext cx="23243" cy="68966"/>
            </a:xfrm>
            <a:custGeom>
              <a:rect b="b" l="l" r="r" t="t"/>
              <a:pathLst>
                <a:path extrusionOk="0" fill="none" h="5887" w="1984">
                  <a:moveTo>
                    <a:pt x="0" y="5886"/>
                  </a:moveTo>
                  <a:cubicBezTo>
                    <a:pt x="130" y="3773"/>
                    <a:pt x="813" y="1756"/>
                    <a:pt x="1984" y="0"/>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0"/>
            <p:cNvSpPr/>
            <p:nvPr/>
          </p:nvSpPr>
          <p:spPr>
            <a:xfrm>
              <a:off x="7234190" y="2696834"/>
              <a:ext cx="289161" cy="296401"/>
            </a:xfrm>
            <a:custGeom>
              <a:rect b="b" l="l" r="r" t="t"/>
              <a:pathLst>
                <a:path extrusionOk="0" fill="none" h="25301" w="24683">
                  <a:moveTo>
                    <a:pt x="3415" y="4553"/>
                  </a:moveTo>
                  <a:cubicBezTo>
                    <a:pt x="7317" y="683"/>
                    <a:pt x="13399" y="1"/>
                    <a:pt x="18049" y="2960"/>
                  </a:cubicBezTo>
                  <a:cubicBezTo>
                    <a:pt x="22732" y="5919"/>
                    <a:pt x="24683" y="11740"/>
                    <a:pt x="22797" y="16911"/>
                  </a:cubicBezTo>
                  <a:cubicBezTo>
                    <a:pt x="20943" y="22114"/>
                    <a:pt x="15708" y="25301"/>
                    <a:pt x="10212" y="24618"/>
                  </a:cubicBezTo>
                  <a:cubicBezTo>
                    <a:pt x="4748" y="23902"/>
                    <a:pt x="488" y="19480"/>
                    <a:pt x="1" y="13984"/>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0"/>
            <p:cNvSpPr/>
            <p:nvPr/>
          </p:nvSpPr>
          <p:spPr>
            <a:xfrm>
              <a:off x="7283721" y="2759311"/>
              <a:ext cx="177154" cy="175643"/>
            </a:xfrm>
            <a:custGeom>
              <a:rect b="b" l="l" r="r" t="t"/>
              <a:pathLst>
                <a:path extrusionOk="0" fill="none" h="14993" w="15122">
                  <a:moveTo>
                    <a:pt x="12293" y="12358"/>
                  </a:moveTo>
                  <a:cubicBezTo>
                    <a:pt x="9821" y="14830"/>
                    <a:pt x="5854" y="14992"/>
                    <a:pt x="3155" y="12748"/>
                  </a:cubicBezTo>
                  <a:cubicBezTo>
                    <a:pt x="488" y="10472"/>
                    <a:pt x="0" y="6537"/>
                    <a:pt x="2016" y="3675"/>
                  </a:cubicBezTo>
                  <a:cubicBezTo>
                    <a:pt x="4065" y="814"/>
                    <a:pt x="7935" y="1"/>
                    <a:pt x="10959" y="1789"/>
                  </a:cubicBezTo>
                  <a:cubicBezTo>
                    <a:pt x="13984" y="3578"/>
                    <a:pt x="15122" y="7383"/>
                    <a:pt x="13593" y="10537"/>
                  </a:cubicBez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0"/>
            <p:cNvSpPr/>
            <p:nvPr/>
          </p:nvSpPr>
          <p:spPr>
            <a:xfrm>
              <a:off x="7337434" y="2813410"/>
              <a:ext cx="68966" cy="69353"/>
            </a:xfrm>
            <a:custGeom>
              <a:rect b="b" l="l" r="r" t="t"/>
              <a:pathLst>
                <a:path extrusionOk="0" fill="none" h="5920" w="5887">
                  <a:moveTo>
                    <a:pt x="5886" y="2960"/>
                  </a:moveTo>
                  <a:cubicBezTo>
                    <a:pt x="5886" y="4586"/>
                    <a:pt x="4553" y="5919"/>
                    <a:pt x="2927" y="5919"/>
                  </a:cubicBezTo>
                  <a:cubicBezTo>
                    <a:pt x="1301" y="5919"/>
                    <a:pt x="0" y="4586"/>
                    <a:pt x="0" y="2960"/>
                  </a:cubicBezTo>
                  <a:cubicBezTo>
                    <a:pt x="0" y="1334"/>
                    <a:pt x="1301" y="1"/>
                    <a:pt x="2927" y="1"/>
                  </a:cubicBezTo>
                  <a:cubicBezTo>
                    <a:pt x="4553" y="1"/>
                    <a:pt x="5886" y="1334"/>
                    <a:pt x="5886" y="2960"/>
                  </a:cubicBez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0"/>
            <p:cNvSpPr/>
            <p:nvPr/>
          </p:nvSpPr>
          <p:spPr>
            <a:xfrm>
              <a:off x="7526772" y="2766937"/>
              <a:ext cx="126873" cy="60965"/>
            </a:xfrm>
            <a:custGeom>
              <a:rect b="b" l="l" r="r" t="t"/>
              <a:pathLst>
                <a:path extrusionOk="0" fill="none" h="5204" w="10830">
                  <a:moveTo>
                    <a:pt x="1" y="2862"/>
                  </a:moveTo>
                  <a:lnTo>
                    <a:pt x="3578" y="5203"/>
                  </a:lnTo>
                  <a:lnTo>
                    <a:pt x="10830" y="3090"/>
                  </a:lnTo>
                  <a:lnTo>
                    <a:pt x="9919" y="0"/>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0"/>
            <p:cNvSpPr/>
            <p:nvPr/>
          </p:nvSpPr>
          <p:spPr>
            <a:xfrm>
              <a:off x="7526011" y="2728078"/>
              <a:ext cx="116213" cy="70103"/>
            </a:xfrm>
            <a:custGeom>
              <a:rect b="b" l="l" r="r" t="t"/>
              <a:pathLst>
                <a:path extrusionOk="0" fill="none" h="5984" w="9920">
                  <a:moveTo>
                    <a:pt x="1" y="5984"/>
                  </a:moveTo>
                  <a:lnTo>
                    <a:pt x="1757" y="2081"/>
                  </a:lnTo>
                  <a:lnTo>
                    <a:pt x="9009" y="0"/>
                  </a:lnTo>
                  <a:lnTo>
                    <a:pt x="9919" y="3090"/>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0"/>
            <p:cNvSpPr/>
            <p:nvPr/>
          </p:nvSpPr>
          <p:spPr>
            <a:xfrm>
              <a:off x="7380862" y="2765028"/>
              <a:ext cx="262885" cy="76581"/>
            </a:xfrm>
            <a:custGeom>
              <a:rect b="b" l="l" r="r" t="t"/>
              <a:pathLst>
                <a:path extrusionOk="0" fill="none" h="6537" w="22440">
                  <a:moveTo>
                    <a:pt x="22439" y="1"/>
                  </a:moveTo>
                  <a:lnTo>
                    <a:pt x="1" y="6537"/>
                  </a:lnTo>
                </a:path>
              </a:pathLst>
            </a:custGeom>
            <a:noFill/>
            <a:ln cap="rnd" cmpd="sng" w="203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0"/>
            <p:cNvSpPr/>
            <p:nvPr/>
          </p:nvSpPr>
          <p:spPr>
            <a:xfrm>
              <a:off x="6317960" y="2800079"/>
              <a:ext cx="53737" cy="118872"/>
            </a:xfrm>
            <a:custGeom>
              <a:rect b="b" l="l" r="r" t="t"/>
              <a:pathLst>
                <a:path extrusionOk="0" fill="none" h="10147" w="4587">
                  <a:moveTo>
                    <a:pt x="1" y="0"/>
                  </a:moveTo>
                  <a:lnTo>
                    <a:pt x="4586" y="0"/>
                  </a:lnTo>
                  <a:lnTo>
                    <a:pt x="4586" y="10146"/>
                  </a:lnTo>
                  <a:lnTo>
                    <a:pt x="1" y="10146"/>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0"/>
            <p:cNvSpPr/>
            <p:nvPr/>
          </p:nvSpPr>
          <p:spPr>
            <a:xfrm>
              <a:off x="6391495" y="2732261"/>
              <a:ext cx="53725" cy="186690"/>
            </a:xfrm>
            <a:custGeom>
              <a:rect b="b" l="l" r="r" t="t"/>
              <a:pathLst>
                <a:path extrusionOk="0" fill="none" h="15936" w="4586">
                  <a:moveTo>
                    <a:pt x="0" y="1"/>
                  </a:moveTo>
                  <a:lnTo>
                    <a:pt x="4585" y="1"/>
                  </a:lnTo>
                  <a:lnTo>
                    <a:pt x="4585" y="15935"/>
                  </a:lnTo>
                  <a:lnTo>
                    <a:pt x="0" y="15935"/>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0"/>
            <p:cNvSpPr/>
            <p:nvPr/>
          </p:nvSpPr>
          <p:spPr>
            <a:xfrm>
              <a:off x="6465018" y="2763505"/>
              <a:ext cx="53725" cy="155446"/>
            </a:xfrm>
            <a:custGeom>
              <a:rect b="b" l="l" r="r" t="t"/>
              <a:pathLst>
                <a:path extrusionOk="0" fill="none" h="13269" w="4586">
                  <a:moveTo>
                    <a:pt x="0" y="0"/>
                  </a:moveTo>
                  <a:lnTo>
                    <a:pt x="4586" y="0"/>
                  </a:lnTo>
                  <a:lnTo>
                    <a:pt x="4586" y="13268"/>
                  </a:lnTo>
                  <a:lnTo>
                    <a:pt x="0" y="13268"/>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0"/>
            <p:cNvSpPr/>
            <p:nvPr/>
          </p:nvSpPr>
          <p:spPr>
            <a:xfrm>
              <a:off x="6538542" y="2689981"/>
              <a:ext cx="53725" cy="228970"/>
            </a:xfrm>
            <a:custGeom>
              <a:rect b="b" l="l" r="r" t="t"/>
              <a:pathLst>
                <a:path extrusionOk="0" fill="none" h="19545" w="4586">
                  <a:moveTo>
                    <a:pt x="1" y="0"/>
                  </a:moveTo>
                  <a:lnTo>
                    <a:pt x="4586" y="0"/>
                  </a:lnTo>
                  <a:lnTo>
                    <a:pt x="4586" y="19544"/>
                  </a:lnTo>
                  <a:lnTo>
                    <a:pt x="1" y="19544"/>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0"/>
            <p:cNvSpPr/>
            <p:nvPr/>
          </p:nvSpPr>
          <p:spPr>
            <a:xfrm>
              <a:off x="6612077" y="2658737"/>
              <a:ext cx="53725" cy="260214"/>
            </a:xfrm>
            <a:custGeom>
              <a:rect b="b" l="l" r="r" t="t"/>
              <a:pathLst>
                <a:path extrusionOk="0" fill="none" h="22212" w="4586">
                  <a:moveTo>
                    <a:pt x="0" y="1"/>
                  </a:moveTo>
                  <a:lnTo>
                    <a:pt x="4585" y="1"/>
                  </a:lnTo>
                  <a:lnTo>
                    <a:pt x="4585" y="22211"/>
                  </a:lnTo>
                  <a:lnTo>
                    <a:pt x="0" y="22211"/>
                  </a:lnTo>
                  <a:close/>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0"/>
            <p:cNvSpPr/>
            <p:nvPr/>
          </p:nvSpPr>
          <p:spPr>
            <a:xfrm>
              <a:off x="6287103" y="2918178"/>
              <a:ext cx="21345" cy="12"/>
            </a:xfrm>
            <a:custGeom>
              <a:rect b="b" l="l" r="r" t="t"/>
              <a:pathLst>
                <a:path extrusionOk="0" fill="none" h="1" w="1822">
                  <a:moveTo>
                    <a:pt x="1822" y="0"/>
                  </a:moveTo>
                  <a:lnTo>
                    <a:pt x="1"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0"/>
            <p:cNvSpPr/>
            <p:nvPr/>
          </p:nvSpPr>
          <p:spPr>
            <a:xfrm>
              <a:off x="6679122" y="2918178"/>
              <a:ext cx="21345" cy="12"/>
            </a:xfrm>
            <a:custGeom>
              <a:rect b="b" l="l" r="r" t="t"/>
              <a:pathLst>
                <a:path extrusionOk="0" fill="none" h="1" w="1822">
                  <a:moveTo>
                    <a:pt x="1822" y="0"/>
                  </a:moveTo>
                  <a:lnTo>
                    <a:pt x="0"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0"/>
            <p:cNvSpPr/>
            <p:nvPr/>
          </p:nvSpPr>
          <p:spPr>
            <a:xfrm>
              <a:off x="6287103" y="2892651"/>
              <a:ext cx="21345" cy="12"/>
            </a:xfrm>
            <a:custGeom>
              <a:rect b="b" l="l" r="r" t="t"/>
              <a:pathLst>
                <a:path extrusionOk="0" fill="none" h="1" w="1822">
                  <a:moveTo>
                    <a:pt x="1822" y="1"/>
                  </a:moveTo>
                  <a:lnTo>
                    <a:pt x="1"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0"/>
            <p:cNvSpPr/>
            <p:nvPr/>
          </p:nvSpPr>
          <p:spPr>
            <a:xfrm>
              <a:off x="6679122" y="2892651"/>
              <a:ext cx="21345" cy="12"/>
            </a:xfrm>
            <a:custGeom>
              <a:rect b="b" l="l" r="r" t="t"/>
              <a:pathLst>
                <a:path extrusionOk="0" fill="none" h="1" w="1822">
                  <a:moveTo>
                    <a:pt x="1822" y="1"/>
                  </a:moveTo>
                  <a:lnTo>
                    <a:pt x="0"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0"/>
            <p:cNvSpPr/>
            <p:nvPr/>
          </p:nvSpPr>
          <p:spPr>
            <a:xfrm>
              <a:off x="6287103" y="2867510"/>
              <a:ext cx="21345" cy="12"/>
            </a:xfrm>
            <a:custGeom>
              <a:rect b="b" l="l" r="r" t="t"/>
              <a:pathLst>
                <a:path extrusionOk="0" fill="none" h="1" w="1822">
                  <a:moveTo>
                    <a:pt x="1822" y="0"/>
                  </a:moveTo>
                  <a:lnTo>
                    <a:pt x="1"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0"/>
            <p:cNvSpPr/>
            <p:nvPr/>
          </p:nvSpPr>
          <p:spPr>
            <a:xfrm>
              <a:off x="6679122" y="2867510"/>
              <a:ext cx="21345" cy="12"/>
            </a:xfrm>
            <a:custGeom>
              <a:rect b="b" l="l" r="r" t="t"/>
              <a:pathLst>
                <a:path extrusionOk="0" fill="none" h="1" w="1822">
                  <a:moveTo>
                    <a:pt x="1822" y="0"/>
                  </a:moveTo>
                  <a:lnTo>
                    <a:pt x="0"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0"/>
            <p:cNvSpPr/>
            <p:nvPr/>
          </p:nvSpPr>
          <p:spPr>
            <a:xfrm>
              <a:off x="6287103" y="2841983"/>
              <a:ext cx="21345" cy="12"/>
            </a:xfrm>
            <a:custGeom>
              <a:rect b="b" l="l" r="r" t="t"/>
              <a:pathLst>
                <a:path extrusionOk="0" fill="none" h="1" w="1822">
                  <a:moveTo>
                    <a:pt x="1822" y="1"/>
                  </a:moveTo>
                  <a:lnTo>
                    <a:pt x="1"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0"/>
            <p:cNvSpPr/>
            <p:nvPr/>
          </p:nvSpPr>
          <p:spPr>
            <a:xfrm>
              <a:off x="6679122" y="2841983"/>
              <a:ext cx="21345" cy="12"/>
            </a:xfrm>
            <a:custGeom>
              <a:rect b="b" l="l" r="r" t="t"/>
              <a:pathLst>
                <a:path extrusionOk="0" fill="none" h="1" w="1822">
                  <a:moveTo>
                    <a:pt x="1822" y="1"/>
                  </a:moveTo>
                  <a:lnTo>
                    <a:pt x="0"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0"/>
            <p:cNvSpPr/>
            <p:nvPr/>
          </p:nvSpPr>
          <p:spPr>
            <a:xfrm>
              <a:off x="6287103" y="2816456"/>
              <a:ext cx="21345" cy="12"/>
            </a:xfrm>
            <a:custGeom>
              <a:rect b="b" l="l" r="r" t="t"/>
              <a:pathLst>
                <a:path extrusionOk="0" fill="none" h="1" w="1822">
                  <a:moveTo>
                    <a:pt x="1822" y="1"/>
                  </a:moveTo>
                  <a:lnTo>
                    <a:pt x="1"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0"/>
            <p:cNvSpPr/>
            <p:nvPr/>
          </p:nvSpPr>
          <p:spPr>
            <a:xfrm>
              <a:off x="6679122" y="2816456"/>
              <a:ext cx="21345" cy="12"/>
            </a:xfrm>
            <a:custGeom>
              <a:rect b="b" l="l" r="r" t="t"/>
              <a:pathLst>
                <a:path extrusionOk="0" fill="none" h="1" w="1822">
                  <a:moveTo>
                    <a:pt x="1822" y="1"/>
                  </a:moveTo>
                  <a:lnTo>
                    <a:pt x="0"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0"/>
            <p:cNvSpPr/>
            <p:nvPr/>
          </p:nvSpPr>
          <p:spPr>
            <a:xfrm>
              <a:off x="6287103" y="2790929"/>
              <a:ext cx="21345" cy="12"/>
            </a:xfrm>
            <a:custGeom>
              <a:rect b="b" l="l" r="r" t="t"/>
              <a:pathLst>
                <a:path extrusionOk="0" fill="none" h="1" w="1822">
                  <a:moveTo>
                    <a:pt x="1822" y="1"/>
                  </a:moveTo>
                  <a:lnTo>
                    <a:pt x="1"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0"/>
            <p:cNvSpPr/>
            <p:nvPr/>
          </p:nvSpPr>
          <p:spPr>
            <a:xfrm>
              <a:off x="6679122" y="2790929"/>
              <a:ext cx="21345" cy="12"/>
            </a:xfrm>
            <a:custGeom>
              <a:rect b="b" l="l" r="r" t="t"/>
              <a:pathLst>
                <a:path extrusionOk="0" fill="none" h="1" w="1822">
                  <a:moveTo>
                    <a:pt x="1822" y="1"/>
                  </a:moveTo>
                  <a:lnTo>
                    <a:pt x="0"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0"/>
            <p:cNvSpPr/>
            <p:nvPr/>
          </p:nvSpPr>
          <p:spPr>
            <a:xfrm>
              <a:off x="6287103" y="2765414"/>
              <a:ext cx="21345" cy="12"/>
            </a:xfrm>
            <a:custGeom>
              <a:rect b="b" l="l" r="r" t="t"/>
              <a:pathLst>
                <a:path extrusionOk="0" fill="none" h="1" w="1822">
                  <a:moveTo>
                    <a:pt x="1822" y="0"/>
                  </a:moveTo>
                  <a:lnTo>
                    <a:pt x="1"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0"/>
            <p:cNvSpPr/>
            <p:nvPr/>
          </p:nvSpPr>
          <p:spPr>
            <a:xfrm>
              <a:off x="6679122" y="2765414"/>
              <a:ext cx="21345" cy="12"/>
            </a:xfrm>
            <a:custGeom>
              <a:rect b="b" l="l" r="r" t="t"/>
              <a:pathLst>
                <a:path extrusionOk="0" fill="none" h="1" w="1822">
                  <a:moveTo>
                    <a:pt x="1822" y="0"/>
                  </a:moveTo>
                  <a:lnTo>
                    <a:pt x="0"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0"/>
            <p:cNvSpPr/>
            <p:nvPr/>
          </p:nvSpPr>
          <p:spPr>
            <a:xfrm>
              <a:off x="6287103" y="2739887"/>
              <a:ext cx="21345" cy="12"/>
            </a:xfrm>
            <a:custGeom>
              <a:rect b="b" l="l" r="r" t="t"/>
              <a:pathLst>
                <a:path extrusionOk="0" fill="none" h="1" w="1822">
                  <a:moveTo>
                    <a:pt x="1822" y="0"/>
                  </a:moveTo>
                  <a:lnTo>
                    <a:pt x="1"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0"/>
            <p:cNvSpPr/>
            <p:nvPr/>
          </p:nvSpPr>
          <p:spPr>
            <a:xfrm>
              <a:off x="6679122" y="2739887"/>
              <a:ext cx="21345" cy="12"/>
            </a:xfrm>
            <a:custGeom>
              <a:rect b="b" l="l" r="r" t="t"/>
              <a:pathLst>
                <a:path extrusionOk="0" fill="none" h="1" w="1822">
                  <a:moveTo>
                    <a:pt x="1822" y="0"/>
                  </a:moveTo>
                  <a:lnTo>
                    <a:pt x="0"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0"/>
            <p:cNvSpPr/>
            <p:nvPr/>
          </p:nvSpPr>
          <p:spPr>
            <a:xfrm>
              <a:off x="6287103" y="2714360"/>
              <a:ext cx="21345" cy="12"/>
            </a:xfrm>
            <a:custGeom>
              <a:rect b="b" l="l" r="r" t="t"/>
              <a:pathLst>
                <a:path extrusionOk="0" fill="none" h="1" w="1822">
                  <a:moveTo>
                    <a:pt x="1822" y="0"/>
                  </a:moveTo>
                  <a:lnTo>
                    <a:pt x="1"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0"/>
            <p:cNvSpPr/>
            <p:nvPr/>
          </p:nvSpPr>
          <p:spPr>
            <a:xfrm>
              <a:off x="6679122" y="2714360"/>
              <a:ext cx="21345" cy="12"/>
            </a:xfrm>
            <a:custGeom>
              <a:rect b="b" l="l" r="r" t="t"/>
              <a:pathLst>
                <a:path extrusionOk="0" fill="none" h="1" w="1822">
                  <a:moveTo>
                    <a:pt x="1822" y="0"/>
                  </a:moveTo>
                  <a:lnTo>
                    <a:pt x="0" y="0"/>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0"/>
            <p:cNvSpPr/>
            <p:nvPr/>
          </p:nvSpPr>
          <p:spPr>
            <a:xfrm>
              <a:off x="6287103" y="2688833"/>
              <a:ext cx="21345" cy="12"/>
            </a:xfrm>
            <a:custGeom>
              <a:rect b="b" l="l" r="r" t="t"/>
              <a:pathLst>
                <a:path extrusionOk="0" fill="none" h="1" w="1822">
                  <a:moveTo>
                    <a:pt x="1822" y="1"/>
                  </a:moveTo>
                  <a:lnTo>
                    <a:pt x="1"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0"/>
            <p:cNvSpPr/>
            <p:nvPr/>
          </p:nvSpPr>
          <p:spPr>
            <a:xfrm>
              <a:off x="6679122" y="2688833"/>
              <a:ext cx="21345" cy="12"/>
            </a:xfrm>
            <a:custGeom>
              <a:rect b="b" l="l" r="r" t="t"/>
              <a:pathLst>
                <a:path extrusionOk="0" fill="none" h="1" w="1822">
                  <a:moveTo>
                    <a:pt x="1822" y="1"/>
                  </a:moveTo>
                  <a:lnTo>
                    <a:pt x="0"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0"/>
            <p:cNvSpPr/>
            <p:nvPr/>
          </p:nvSpPr>
          <p:spPr>
            <a:xfrm>
              <a:off x="6338918" y="2613025"/>
              <a:ext cx="270874" cy="144012"/>
            </a:xfrm>
            <a:custGeom>
              <a:rect b="b" l="l" r="r" t="t"/>
              <a:pathLst>
                <a:path extrusionOk="0" fill="none" h="12293" w="23122">
                  <a:moveTo>
                    <a:pt x="0" y="12293"/>
                  </a:moveTo>
                  <a:lnTo>
                    <a:pt x="6504" y="5171"/>
                  </a:lnTo>
                  <a:lnTo>
                    <a:pt x="13008" y="10667"/>
                  </a:lnTo>
                  <a:lnTo>
                    <a:pt x="18927" y="2732"/>
                  </a:lnTo>
                  <a:lnTo>
                    <a:pt x="23122" y="0"/>
                  </a:lnTo>
                </a:path>
              </a:pathLst>
            </a:custGeom>
            <a:noFill/>
            <a:ln cap="rnd" cmpd="sng" w="203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0"/>
            <p:cNvSpPr/>
            <p:nvPr/>
          </p:nvSpPr>
          <p:spPr>
            <a:xfrm>
              <a:off x="6586925" y="2590544"/>
              <a:ext cx="56783" cy="50679"/>
            </a:xfrm>
            <a:custGeom>
              <a:rect b="b" l="l" r="r" t="t"/>
              <a:pathLst>
                <a:path extrusionOk="0" h="4326" w="4847">
                  <a:moveTo>
                    <a:pt x="4846" y="1"/>
                  </a:moveTo>
                  <a:lnTo>
                    <a:pt x="1" y="261"/>
                  </a:lnTo>
                  <a:lnTo>
                    <a:pt x="2667" y="4326"/>
                  </a:lnTo>
                  <a:lnTo>
                    <a:pt x="48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0"/>
            <p:cNvSpPr/>
            <p:nvPr/>
          </p:nvSpPr>
          <p:spPr>
            <a:xfrm>
              <a:off x="4995243" y="4602045"/>
              <a:ext cx="3200140" cy="12"/>
            </a:xfrm>
            <a:custGeom>
              <a:rect b="b" l="l" r="r" t="t"/>
              <a:pathLst>
                <a:path extrusionOk="0" fill="none" h="1" w="273166">
                  <a:moveTo>
                    <a:pt x="1" y="1"/>
                  </a:moveTo>
                  <a:lnTo>
                    <a:pt x="273166" y="1"/>
                  </a:lnTo>
                </a:path>
              </a:pathLst>
            </a:custGeom>
            <a:noFill/>
            <a:ln cap="rnd" cmpd="sng" w="10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8" name="Shape 3618"/>
        <p:cNvGrpSpPr/>
        <p:nvPr/>
      </p:nvGrpSpPr>
      <p:grpSpPr>
        <a:xfrm>
          <a:off x="0" y="0"/>
          <a:ext cx="0" cy="0"/>
          <a:chOff x="0" y="0"/>
          <a:chExt cx="0" cy="0"/>
        </a:xfrm>
      </p:grpSpPr>
      <p:sp>
        <p:nvSpPr>
          <p:cNvPr id="3619" name="Google Shape;3619;p51"/>
          <p:cNvSpPr txBox="1"/>
          <p:nvPr>
            <p:ph idx="4294967295" type="body"/>
          </p:nvPr>
        </p:nvSpPr>
        <p:spPr>
          <a:xfrm>
            <a:off x="720000" y="1139499"/>
            <a:ext cx="7704000" cy="34644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n" sz="1200"/>
              <a:t>Did you like the resources on this template? Get them for free at our other websites:</a:t>
            </a:r>
            <a:endParaRPr/>
          </a:p>
          <a:p>
            <a:pPr indent="0" lvl="0" marL="0" rtl="0" algn="l">
              <a:lnSpc>
                <a:spcPct val="100000"/>
              </a:lnSpc>
              <a:spcBef>
                <a:spcPts val="1000"/>
              </a:spcBef>
              <a:spcAft>
                <a:spcPts val="0"/>
              </a:spcAft>
              <a:buClr>
                <a:schemeClr val="dk1"/>
              </a:buClr>
              <a:buSzPts val="1100"/>
              <a:buFont typeface="Arial"/>
              <a:buNone/>
            </a:pPr>
            <a:r>
              <a:rPr b="1" lang="en"/>
              <a:t>Icons</a:t>
            </a:r>
            <a:endParaRPr b="1"/>
          </a:p>
          <a:p>
            <a:pPr indent="-304800" lvl="0" marL="457200" rtl="0" algn="l">
              <a:lnSpc>
                <a:spcPct val="100000"/>
              </a:lnSpc>
              <a:spcBef>
                <a:spcPts val="300"/>
              </a:spcBef>
              <a:spcAft>
                <a:spcPts val="0"/>
              </a:spcAft>
              <a:buSzPts val="1200"/>
              <a:buChar char="●"/>
            </a:pPr>
            <a:r>
              <a:rPr lang="en" u="sng">
                <a:hlinkClick r:id="rId3"/>
              </a:rPr>
              <a:t>Icon Pack: Law &amp; Justice | Lineal</a:t>
            </a:r>
            <a:endParaRPr/>
          </a:p>
          <a:p>
            <a:pPr indent="-304800" lvl="0" marL="457200" rtl="0" algn="l">
              <a:lnSpc>
                <a:spcPct val="100000"/>
              </a:lnSpc>
              <a:spcBef>
                <a:spcPts val="0"/>
              </a:spcBef>
              <a:spcAft>
                <a:spcPts val="0"/>
              </a:spcAft>
              <a:buSzPts val="1200"/>
              <a:buChar char="●"/>
            </a:pPr>
            <a:r>
              <a:rPr lang="en" u="sng">
                <a:hlinkClick r:id="rId4"/>
              </a:rPr>
              <a:t>Icon Pack: Business meeting | Lineal</a:t>
            </a:r>
            <a:endParaRPr/>
          </a:p>
          <a:p>
            <a:pPr indent="0" lvl="0" marL="0" rtl="0" algn="l">
              <a:lnSpc>
                <a:spcPct val="100000"/>
              </a:lnSpc>
              <a:spcBef>
                <a:spcPts val="300"/>
              </a:spcBef>
              <a:spcAft>
                <a:spcPts val="0"/>
              </a:spcAft>
              <a:buNone/>
            </a:pPr>
            <a:r>
              <a:rPr b="1" lang="en"/>
              <a:t>Vectors</a:t>
            </a:r>
            <a:endParaRPr b="1"/>
          </a:p>
          <a:p>
            <a:pPr indent="-304800" lvl="0" marL="457200" rtl="0" algn="l">
              <a:lnSpc>
                <a:spcPct val="100000"/>
              </a:lnSpc>
              <a:spcBef>
                <a:spcPts val="300"/>
              </a:spcBef>
              <a:spcAft>
                <a:spcPts val="0"/>
              </a:spcAft>
              <a:buSzPts val="1200"/>
              <a:buChar char="●"/>
            </a:pPr>
            <a:r>
              <a:rPr lang="en" u="sng">
                <a:hlinkClick r:id="rId5"/>
              </a:rPr>
              <a:t>Consulting Cartoon Illustrations</a:t>
            </a:r>
            <a:endParaRPr/>
          </a:p>
          <a:p>
            <a:pPr indent="-304800" lvl="0" marL="457200" rtl="0" algn="l">
              <a:lnSpc>
                <a:spcPct val="100000"/>
              </a:lnSpc>
              <a:spcBef>
                <a:spcPts val="0"/>
              </a:spcBef>
              <a:spcAft>
                <a:spcPts val="0"/>
              </a:spcAft>
              <a:buSzPts val="1200"/>
              <a:buChar char="●"/>
            </a:pPr>
            <a:r>
              <a:rPr lang="en" u="sng">
                <a:hlinkClick r:id="rId6"/>
              </a:rPr>
              <a:t>Team Cartoon Illustrations</a:t>
            </a:r>
            <a:endParaRPr/>
          </a:p>
          <a:p>
            <a:pPr indent="-304800" lvl="0" marL="457200" rtl="0" algn="l">
              <a:lnSpc>
                <a:spcPct val="100000"/>
              </a:lnSpc>
              <a:spcBef>
                <a:spcPts val="0"/>
              </a:spcBef>
              <a:spcAft>
                <a:spcPts val="0"/>
              </a:spcAft>
              <a:buSzPts val="1200"/>
              <a:buChar char="●"/>
            </a:pPr>
            <a:r>
              <a:rPr lang="en" u="sng">
                <a:hlinkClick r:id="rId7"/>
              </a:rPr>
              <a:t>Lawyer Cartoon Illustrations</a:t>
            </a:r>
            <a:endParaRPr/>
          </a:p>
          <a:p>
            <a:pPr indent="-304800" lvl="0" marL="457200" rtl="0" algn="l">
              <a:lnSpc>
                <a:spcPct val="100000"/>
              </a:lnSpc>
              <a:spcBef>
                <a:spcPts val="0"/>
              </a:spcBef>
              <a:spcAft>
                <a:spcPts val="0"/>
              </a:spcAft>
              <a:buSzPts val="1200"/>
              <a:buChar char="●"/>
            </a:pPr>
            <a:r>
              <a:rPr lang="en" u="sng">
                <a:hlinkClick r:id="rId8"/>
              </a:rPr>
              <a:t>New team members Cartoon Illustrations</a:t>
            </a:r>
            <a:endParaRPr/>
          </a:p>
          <a:p>
            <a:pPr indent="0" lvl="0" marL="0" rtl="0" algn="l">
              <a:lnSpc>
                <a:spcPct val="100000"/>
              </a:lnSpc>
              <a:spcBef>
                <a:spcPts val="300"/>
              </a:spcBef>
              <a:spcAft>
                <a:spcPts val="0"/>
              </a:spcAft>
              <a:buNone/>
            </a:pPr>
            <a:r>
              <a:rPr b="1" lang="en"/>
              <a:t>Photos</a:t>
            </a:r>
            <a:endParaRPr b="1"/>
          </a:p>
          <a:p>
            <a:pPr indent="-304800" lvl="0" marL="457200" rtl="0" algn="l">
              <a:lnSpc>
                <a:spcPct val="100000"/>
              </a:lnSpc>
              <a:spcBef>
                <a:spcPts val="300"/>
              </a:spcBef>
              <a:spcAft>
                <a:spcPts val="0"/>
              </a:spcAft>
              <a:buSzPts val="1200"/>
              <a:buChar char="●"/>
            </a:pPr>
            <a:r>
              <a:rPr lang="en" u="sng">
                <a:hlinkClick r:id="rId9"/>
              </a:rPr>
              <a:t>People taking part of business event I</a:t>
            </a:r>
            <a:endParaRPr/>
          </a:p>
          <a:p>
            <a:pPr indent="-304800" lvl="0" marL="457200" rtl="0" algn="l">
              <a:lnSpc>
                <a:spcPct val="100000"/>
              </a:lnSpc>
              <a:spcBef>
                <a:spcPts val="0"/>
              </a:spcBef>
              <a:spcAft>
                <a:spcPts val="0"/>
              </a:spcAft>
              <a:buSzPts val="1200"/>
              <a:buChar char="●"/>
            </a:pPr>
            <a:r>
              <a:rPr lang="en" u="sng">
                <a:hlinkClick r:id="rId10"/>
              </a:rPr>
              <a:t>People taking part of business event II</a:t>
            </a:r>
            <a:endParaRPr/>
          </a:p>
          <a:p>
            <a:pPr indent="-304800" lvl="0" marL="457200" rtl="0" algn="l">
              <a:lnSpc>
                <a:spcPct val="100000"/>
              </a:lnSpc>
              <a:spcBef>
                <a:spcPts val="0"/>
              </a:spcBef>
              <a:spcAft>
                <a:spcPts val="0"/>
              </a:spcAft>
              <a:buSzPts val="1200"/>
              <a:buChar char="●"/>
            </a:pPr>
            <a:r>
              <a:rPr lang="en" u="sng">
                <a:hlinkClick r:id="rId11"/>
              </a:rPr>
              <a:t>People taking part of business event III</a:t>
            </a:r>
            <a:endParaRPr/>
          </a:p>
          <a:p>
            <a:pPr indent="-304800" lvl="0" marL="457200" rtl="0" algn="l">
              <a:lnSpc>
                <a:spcPct val="100000"/>
              </a:lnSpc>
              <a:spcBef>
                <a:spcPts val="0"/>
              </a:spcBef>
              <a:spcAft>
                <a:spcPts val="0"/>
              </a:spcAft>
              <a:buSzPts val="1200"/>
              <a:buChar char="●"/>
            </a:pPr>
            <a:r>
              <a:rPr lang="en" u="sng">
                <a:hlinkClick r:id="rId12"/>
              </a:rPr>
              <a:t>People taking part of business event IV</a:t>
            </a:r>
            <a:endParaRPr/>
          </a:p>
          <a:p>
            <a:pPr indent="-304800" lvl="0" marL="457200" rtl="0" algn="l">
              <a:lnSpc>
                <a:spcPct val="100000"/>
              </a:lnSpc>
              <a:spcBef>
                <a:spcPts val="0"/>
              </a:spcBef>
              <a:spcAft>
                <a:spcPts val="0"/>
              </a:spcAft>
              <a:buSzPts val="1200"/>
              <a:buChar char="●"/>
            </a:pPr>
            <a:r>
              <a:rPr lang="en" u="sng">
                <a:hlinkClick r:id="rId13"/>
              </a:rPr>
              <a:t>People taking part of business event V</a:t>
            </a:r>
            <a:endParaRPr/>
          </a:p>
        </p:txBody>
      </p:sp>
      <p:sp>
        <p:nvSpPr>
          <p:cNvPr id="3620" name="Google Shape;3620;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24" name="Shape 3624"/>
        <p:cNvGrpSpPr/>
        <p:nvPr/>
      </p:nvGrpSpPr>
      <p:grpSpPr>
        <a:xfrm>
          <a:off x="0" y="0"/>
          <a:ext cx="0" cy="0"/>
          <a:chOff x="0" y="0"/>
          <a:chExt cx="0" cy="0"/>
        </a:xfrm>
      </p:grpSpPr>
      <p:sp>
        <p:nvSpPr>
          <p:cNvPr id="3625" name="Google Shape;3625;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626" name="Google Shape;3626;p52"/>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30" name="Shape 3630"/>
        <p:cNvGrpSpPr/>
        <p:nvPr/>
      </p:nvGrpSpPr>
      <p:grpSpPr>
        <a:xfrm>
          <a:off x="0" y="0"/>
          <a:ext cx="0" cy="0"/>
          <a:chOff x="0" y="0"/>
          <a:chExt cx="0" cy="0"/>
        </a:xfrm>
      </p:grpSpPr>
      <p:sp>
        <p:nvSpPr>
          <p:cNvPr id="3631" name="Google Shape;3631;p53"/>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3632" name="Google Shape;3632;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36" name="Shape 3636"/>
        <p:cNvGrpSpPr/>
        <p:nvPr/>
      </p:nvGrpSpPr>
      <p:grpSpPr>
        <a:xfrm>
          <a:off x="0" y="0"/>
          <a:ext cx="0" cy="0"/>
          <a:chOff x="0" y="0"/>
          <a:chExt cx="0" cy="0"/>
        </a:xfrm>
      </p:grpSpPr>
      <p:sp>
        <p:nvSpPr>
          <p:cNvPr id="3637" name="Google Shape;3637;p54"/>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Source Code Pro</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https://fonts.google.com/specimen/Source+Code+Pro</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Spline Sans</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https://fonts.google.com/specimen/Spline+Sans</a:t>
            </a:r>
            <a:r>
              <a:rPr lang="en" sz="1100">
                <a:solidFill>
                  <a:schemeClr val="lt1"/>
                </a:solidFill>
              </a:rPr>
              <a:t>)</a:t>
            </a:r>
            <a:endParaRPr sz="1100">
              <a:solidFill>
                <a:schemeClr val="lt1"/>
              </a:solidFill>
            </a:endParaRPr>
          </a:p>
        </p:txBody>
      </p:sp>
      <p:sp>
        <p:nvSpPr>
          <p:cNvPr id="3638" name="Google Shape;3638;p54"/>
          <p:cNvSpPr/>
          <p:nvPr/>
        </p:nvSpPr>
        <p:spPr>
          <a:xfrm>
            <a:off x="2583563" y="2947800"/>
            <a:ext cx="791400" cy="754200"/>
          </a:xfrm>
          <a:prstGeom prst="roundRect">
            <a:avLst>
              <a:gd fmla="val 16667" name="adj"/>
            </a:avLst>
          </a:prstGeom>
          <a:solidFill>
            <a:srgbClr val="251F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3645382" y="2947800"/>
            <a:ext cx="791400" cy="754200"/>
          </a:xfrm>
          <a:prstGeom prst="roundRect">
            <a:avLst>
              <a:gd fmla="val 16667" name="adj"/>
            </a:avLst>
          </a:prstGeom>
          <a:solidFill>
            <a:srgbClr val="F1F0E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4707202" y="2947800"/>
            <a:ext cx="791400" cy="754200"/>
          </a:xfrm>
          <a:prstGeom prst="roundRect">
            <a:avLst>
              <a:gd fmla="val 16667" name="adj"/>
            </a:avLst>
          </a:prstGeom>
          <a:solidFill>
            <a:srgbClr val="ECC03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txBox="1"/>
          <p:nvPr/>
        </p:nvSpPr>
        <p:spPr>
          <a:xfrm>
            <a:off x="25835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#251f50</a:t>
            </a:r>
            <a:endParaRPr sz="1000">
              <a:solidFill>
                <a:srgbClr val="FFFFFF"/>
              </a:solidFill>
            </a:endParaRPr>
          </a:p>
        </p:txBody>
      </p:sp>
      <p:sp>
        <p:nvSpPr>
          <p:cNvPr id="3642" name="Google Shape;3642;p54"/>
          <p:cNvSpPr txBox="1"/>
          <p:nvPr/>
        </p:nvSpPr>
        <p:spPr>
          <a:xfrm>
            <a:off x="36453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#f1f0ee</a:t>
            </a:r>
            <a:endParaRPr sz="1000">
              <a:solidFill>
                <a:schemeClr val="dk1"/>
              </a:solidFill>
            </a:endParaRPr>
          </a:p>
        </p:txBody>
      </p:sp>
      <p:sp>
        <p:nvSpPr>
          <p:cNvPr id="3643" name="Google Shape;3643;p54"/>
          <p:cNvSpPr txBox="1"/>
          <p:nvPr/>
        </p:nvSpPr>
        <p:spPr>
          <a:xfrm>
            <a:off x="47072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#ecc039</a:t>
            </a:r>
            <a:endParaRPr sz="1000">
              <a:solidFill>
                <a:schemeClr val="dk1"/>
              </a:solidFill>
            </a:endParaRPr>
          </a:p>
        </p:txBody>
      </p:sp>
      <p:sp>
        <p:nvSpPr>
          <p:cNvPr id="3644" name="Google Shape;3644;p54"/>
          <p:cNvSpPr/>
          <p:nvPr/>
        </p:nvSpPr>
        <p:spPr>
          <a:xfrm>
            <a:off x="5769038" y="2947800"/>
            <a:ext cx="791400" cy="754200"/>
          </a:xfrm>
          <a:prstGeom prst="roundRect">
            <a:avLst>
              <a:gd fmla="val 16667" name="adj"/>
            </a:avLst>
          </a:prstGeom>
          <a:solidFill>
            <a:srgbClr val="FFE39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txBox="1"/>
          <p:nvPr/>
        </p:nvSpPr>
        <p:spPr>
          <a:xfrm>
            <a:off x="57690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#ffe393</a:t>
            </a:r>
            <a:endParaRPr sz="1000">
              <a:solidFill>
                <a:schemeClr val="dk1"/>
              </a:solidFill>
            </a:endParaRPr>
          </a:p>
        </p:txBody>
      </p:sp>
      <p:sp>
        <p:nvSpPr>
          <p:cNvPr id="3646" name="Google Shape;3646;p54"/>
          <p:cNvSpPr/>
          <p:nvPr/>
        </p:nvSpPr>
        <p:spPr>
          <a:xfrm>
            <a:off x="4176295" y="3878900"/>
            <a:ext cx="791400" cy="754200"/>
          </a:xfrm>
          <a:prstGeom prst="roundRect">
            <a:avLst>
              <a:gd fmla="val 16667" name="adj"/>
            </a:avLst>
          </a:prstGeom>
          <a:solidFill>
            <a:srgbClr val="6860A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5238114" y="3878900"/>
            <a:ext cx="791400" cy="754200"/>
          </a:xfrm>
          <a:prstGeom prst="roundRect">
            <a:avLst>
              <a:gd fmla="val 16667" name="adj"/>
            </a:avLst>
          </a:prstGeom>
          <a:solidFill>
            <a:srgbClr val="9D95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#6860a2</a:t>
            </a:r>
            <a:endParaRPr sz="1000">
              <a:solidFill>
                <a:srgbClr val="FFFFFF"/>
              </a:solidFill>
            </a:endParaRPr>
          </a:p>
        </p:txBody>
      </p:sp>
      <p:sp>
        <p:nvSpPr>
          <p:cNvPr id="3649" name="Google Shape;3649;p54"/>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#9d95d6</a:t>
            </a:r>
            <a:endParaRPr sz="1000">
              <a:solidFill>
                <a:schemeClr val="dk1"/>
              </a:solidFill>
            </a:endParaRPr>
          </a:p>
        </p:txBody>
      </p:sp>
      <p:sp>
        <p:nvSpPr>
          <p:cNvPr id="3650" name="Google Shape;3650;p54"/>
          <p:cNvSpPr/>
          <p:nvPr/>
        </p:nvSpPr>
        <p:spPr>
          <a:xfrm>
            <a:off x="3114475" y="3878900"/>
            <a:ext cx="791400" cy="754200"/>
          </a:xfrm>
          <a:prstGeom prst="roundRect">
            <a:avLst>
              <a:gd fmla="val 16667" name="adj"/>
            </a:avLst>
          </a:prstGeom>
          <a:solidFill>
            <a:srgbClr val="C9922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#c99228</a:t>
            </a:r>
            <a:endParaRPr sz="1000">
              <a:solidFill>
                <a:srgbClr val="FFFFFF"/>
              </a:solidFill>
            </a:endParaRPr>
          </a:p>
        </p:txBody>
      </p:sp>
      <p:sp>
        <p:nvSpPr>
          <p:cNvPr id="3652" name="Google Shape;3652;p5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56" name="Shape 3656"/>
        <p:cNvGrpSpPr/>
        <p:nvPr/>
      </p:nvGrpSpPr>
      <p:grpSpPr>
        <a:xfrm>
          <a:off x="0" y="0"/>
          <a:ext cx="0" cy="0"/>
          <a:chOff x="0" y="0"/>
          <a:chExt cx="0" cy="0"/>
        </a:xfrm>
      </p:grpSpPr>
      <p:sp>
        <p:nvSpPr>
          <p:cNvPr id="3657" name="Google Shape;3657;p55"/>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658" name="Google Shape;3658;p5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3659" name="Google Shape;3659;p55"/>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3660" name="Google Shape;3660;p55">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661" name="Google Shape;3661;p55">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662" name="Google Shape;3662;p55">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663" name="Google Shape;3663;p55">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664" name="Google Shape;3664;p55"/>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665" name="Google Shape;3665;p55"/>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3666" name="Google Shape;3666;p55"/>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3667" name="Google Shape;3667;p55"/>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668" name="Google Shape;3668;p55">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72" name="Shape 3672"/>
        <p:cNvGrpSpPr/>
        <p:nvPr/>
      </p:nvGrpSpPr>
      <p:grpSpPr>
        <a:xfrm>
          <a:off x="0" y="0"/>
          <a:ext cx="0" cy="0"/>
          <a:chOff x="0" y="0"/>
          <a:chExt cx="0" cy="0"/>
        </a:xfrm>
      </p:grpSpPr>
      <p:sp>
        <p:nvSpPr>
          <p:cNvPr id="3673" name="Google Shape;3673;p56"/>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3674" name="Google Shape;3674;p56"/>
          <p:cNvGrpSpPr/>
          <p:nvPr/>
        </p:nvGrpSpPr>
        <p:grpSpPr>
          <a:xfrm>
            <a:off x="5117640" y="3085736"/>
            <a:ext cx="474294" cy="551291"/>
            <a:chOff x="4727025" y="1332775"/>
            <a:chExt cx="59900" cy="69625"/>
          </a:xfrm>
        </p:grpSpPr>
        <p:sp>
          <p:nvSpPr>
            <p:cNvPr id="3675" name="Google Shape;3675;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7" name="Google Shape;3677;p56"/>
          <p:cNvGrpSpPr/>
          <p:nvPr/>
        </p:nvGrpSpPr>
        <p:grpSpPr>
          <a:xfrm>
            <a:off x="5731296" y="2314340"/>
            <a:ext cx="555653" cy="557031"/>
            <a:chOff x="4820425" y="1329900"/>
            <a:chExt cx="70175" cy="70350"/>
          </a:xfrm>
        </p:grpSpPr>
        <p:sp>
          <p:nvSpPr>
            <p:cNvPr id="3678" name="Google Shape;3678;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56"/>
          <p:cNvGrpSpPr/>
          <p:nvPr/>
        </p:nvGrpSpPr>
        <p:grpSpPr>
          <a:xfrm>
            <a:off x="6357664" y="2318845"/>
            <a:ext cx="582574" cy="533871"/>
            <a:chOff x="4903200" y="1331525"/>
            <a:chExt cx="73575" cy="67425"/>
          </a:xfrm>
        </p:grpSpPr>
        <p:sp>
          <p:nvSpPr>
            <p:cNvPr id="3683" name="Google Shape;3683;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5" name="Google Shape;3685;p56"/>
          <p:cNvGrpSpPr/>
          <p:nvPr/>
        </p:nvGrpSpPr>
        <p:grpSpPr>
          <a:xfrm>
            <a:off x="5717142" y="3078709"/>
            <a:ext cx="583960" cy="565345"/>
            <a:chOff x="4815575" y="1416800"/>
            <a:chExt cx="73750" cy="71400"/>
          </a:xfrm>
        </p:grpSpPr>
        <p:sp>
          <p:nvSpPr>
            <p:cNvPr id="3686" name="Google Shape;3686;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9" name="Google Shape;3689;p56"/>
          <p:cNvGrpSpPr/>
          <p:nvPr/>
        </p:nvGrpSpPr>
        <p:grpSpPr>
          <a:xfrm>
            <a:off x="6351924" y="3108896"/>
            <a:ext cx="589898" cy="504970"/>
            <a:chOff x="4902475" y="1418875"/>
            <a:chExt cx="74500" cy="63775"/>
          </a:xfrm>
        </p:grpSpPr>
        <p:sp>
          <p:nvSpPr>
            <p:cNvPr id="3690" name="Google Shape;3690;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2" name="Google Shape;3692;p56"/>
          <p:cNvGrpSpPr/>
          <p:nvPr/>
        </p:nvGrpSpPr>
        <p:grpSpPr>
          <a:xfrm>
            <a:off x="5727139" y="3826000"/>
            <a:ext cx="563967" cy="567127"/>
            <a:chOff x="4818100" y="1507675"/>
            <a:chExt cx="71225" cy="71625"/>
          </a:xfrm>
        </p:grpSpPr>
        <p:sp>
          <p:nvSpPr>
            <p:cNvPr id="3693" name="Google Shape;3693;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7" name="Google Shape;3697;p56"/>
          <p:cNvGrpSpPr/>
          <p:nvPr/>
        </p:nvGrpSpPr>
        <p:grpSpPr>
          <a:xfrm>
            <a:off x="5040636" y="3829461"/>
            <a:ext cx="628301" cy="588505"/>
            <a:chOff x="4721450" y="1509475"/>
            <a:chExt cx="79350" cy="74325"/>
          </a:xfrm>
        </p:grpSpPr>
        <p:sp>
          <p:nvSpPr>
            <p:cNvPr id="3698" name="Google Shape;3698;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56"/>
          <p:cNvGrpSpPr/>
          <p:nvPr/>
        </p:nvGrpSpPr>
        <p:grpSpPr>
          <a:xfrm>
            <a:off x="6386170" y="3814027"/>
            <a:ext cx="557038" cy="562772"/>
            <a:chOff x="4906800" y="1507500"/>
            <a:chExt cx="70350" cy="71075"/>
          </a:xfrm>
        </p:grpSpPr>
        <p:sp>
          <p:nvSpPr>
            <p:cNvPr id="3703" name="Google Shape;3703;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8" name="Google Shape;3708;p56"/>
          <p:cNvGrpSpPr/>
          <p:nvPr/>
        </p:nvGrpSpPr>
        <p:grpSpPr>
          <a:xfrm>
            <a:off x="4423778" y="2340963"/>
            <a:ext cx="517934" cy="517934"/>
            <a:chOff x="3736598" y="2170606"/>
            <a:chExt cx="404889" cy="404889"/>
          </a:xfrm>
        </p:grpSpPr>
        <p:sp>
          <p:nvSpPr>
            <p:cNvPr id="3709" name="Google Shape;3709;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56"/>
          <p:cNvGrpSpPr/>
          <p:nvPr/>
        </p:nvGrpSpPr>
        <p:grpSpPr>
          <a:xfrm>
            <a:off x="3690839" y="2341061"/>
            <a:ext cx="586986" cy="517740"/>
            <a:chOff x="3161917" y="2170682"/>
            <a:chExt cx="458870" cy="404737"/>
          </a:xfrm>
        </p:grpSpPr>
        <p:sp>
          <p:nvSpPr>
            <p:cNvPr id="3714" name="Google Shape;3714;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56"/>
          <p:cNvGrpSpPr/>
          <p:nvPr/>
        </p:nvGrpSpPr>
        <p:grpSpPr>
          <a:xfrm>
            <a:off x="3713860" y="3102400"/>
            <a:ext cx="540943" cy="517963"/>
            <a:chOff x="3179914" y="2889488"/>
            <a:chExt cx="422876" cy="404911"/>
          </a:xfrm>
        </p:grpSpPr>
        <p:sp>
          <p:nvSpPr>
            <p:cNvPr id="3718" name="Google Shape;3718;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56"/>
          <p:cNvGrpSpPr/>
          <p:nvPr/>
        </p:nvGrpSpPr>
        <p:grpSpPr>
          <a:xfrm>
            <a:off x="4414654" y="3102358"/>
            <a:ext cx="536180" cy="518047"/>
            <a:chOff x="3729467" y="2889422"/>
            <a:chExt cx="419153" cy="404977"/>
          </a:xfrm>
        </p:grpSpPr>
        <p:sp>
          <p:nvSpPr>
            <p:cNvPr id="3725" name="Google Shape;3725;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56"/>
          <p:cNvGrpSpPr/>
          <p:nvPr/>
        </p:nvGrpSpPr>
        <p:grpSpPr>
          <a:xfrm>
            <a:off x="1951688" y="3445787"/>
            <a:ext cx="965351" cy="134611"/>
            <a:chOff x="4411970" y="2962952"/>
            <a:chExt cx="706544" cy="104212"/>
          </a:xfrm>
        </p:grpSpPr>
        <p:sp>
          <p:nvSpPr>
            <p:cNvPr id="3733" name="Google Shape;3733;p5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7" name="Google Shape;3737;p56"/>
          <p:cNvGrpSpPr/>
          <p:nvPr/>
        </p:nvGrpSpPr>
        <p:grpSpPr>
          <a:xfrm>
            <a:off x="1951688" y="3041077"/>
            <a:ext cx="960158" cy="289172"/>
            <a:chOff x="4411970" y="2726085"/>
            <a:chExt cx="643107" cy="193659"/>
          </a:xfrm>
        </p:grpSpPr>
        <p:sp>
          <p:nvSpPr>
            <p:cNvPr id="3738" name="Google Shape;3738;p5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56"/>
          <p:cNvGrpSpPr/>
          <p:nvPr/>
        </p:nvGrpSpPr>
        <p:grpSpPr>
          <a:xfrm>
            <a:off x="960185" y="3295400"/>
            <a:ext cx="811503" cy="252584"/>
            <a:chOff x="4411970" y="4340222"/>
            <a:chExt cx="779467" cy="242683"/>
          </a:xfrm>
        </p:grpSpPr>
        <p:sp>
          <p:nvSpPr>
            <p:cNvPr id="3742" name="Google Shape;3742;p5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56"/>
          <p:cNvGrpSpPr/>
          <p:nvPr/>
        </p:nvGrpSpPr>
        <p:grpSpPr>
          <a:xfrm>
            <a:off x="1951688" y="2709308"/>
            <a:ext cx="965160" cy="216230"/>
            <a:chOff x="4411970" y="2468674"/>
            <a:chExt cx="747317" cy="167425"/>
          </a:xfrm>
        </p:grpSpPr>
        <p:sp>
          <p:nvSpPr>
            <p:cNvPr id="3746" name="Google Shape;3746;p5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8" name="Google Shape;3748;p56"/>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9" name="Google Shape;3749;p56"/>
          <p:cNvGrpSpPr/>
          <p:nvPr/>
        </p:nvGrpSpPr>
        <p:grpSpPr>
          <a:xfrm>
            <a:off x="959254" y="2334687"/>
            <a:ext cx="1959041" cy="208784"/>
            <a:chOff x="6336019" y="3733725"/>
            <a:chExt cx="2566206" cy="351310"/>
          </a:xfrm>
        </p:grpSpPr>
        <p:sp>
          <p:nvSpPr>
            <p:cNvPr id="3750" name="Google Shape;3750;p5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56"/>
          <p:cNvGrpSpPr/>
          <p:nvPr/>
        </p:nvGrpSpPr>
        <p:grpSpPr>
          <a:xfrm>
            <a:off x="1951688" y="3950602"/>
            <a:ext cx="946551" cy="153200"/>
            <a:chOff x="4404545" y="3301592"/>
            <a:chExt cx="782403" cy="129272"/>
          </a:xfrm>
        </p:grpSpPr>
        <p:sp>
          <p:nvSpPr>
            <p:cNvPr id="3755" name="Google Shape;3755;p5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56"/>
          <p:cNvGrpSpPr/>
          <p:nvPr/>
        </p:nvGrpSpPr>
        <p:grpSpPr>
          <a:xfrm>
            <a:off x="1951688" y="3695937"/>
            <a:ext cx="962257" cy="139127"/>
            <a:chOff x="4411970" y="3131459"/>
            <a:chExt cx="710520" cy="117397"/>
          </a:xfrm>
        </p:grpSpPr>
        <p:sp>
          <p:nvSpPr>
            <p:cNvPr id="3758" name="Google Shape;3758;p5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760" name="Google Shape;3760;p56"/>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1" name="Google Shape;3761;p56"/>
          <p:cNvGrpSpPr/>
          <p:nvPr/>
        </p:nvGrpSpPr>
        <p:grpSpPr>
          <a:xfrm>
            <a:off x="951833" y="3621603"/>
            <a:ext cx="823838" cy="458988"/>
            <a:chOff x="4411970" y="1801825"/>
            <a:chExt cx="734586" cy="409262"/>
          </a:xfrm>
        </p:grpSpPr>
        <p:sp>
          <p:nvSpPr>
            <p:cNvPr id="3762" name="Google Shape;3762;p5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4" name="Google Shape;3764;p56"/>
          <p:cNvGrpSpPr/>
          <p:nvPr/>
        </p:nvGrpSpPr>
        <p:grpSpPr>
          <a:xfrm>
            <a:off x="3056804" y="2339173"/>
            <a:ext cx="521514" cy="521514"/>
            <a:chOff x="5681300" y="2527788"/>
            <a:chExt cx="805800" cy="805800"/>
          </a:xfrm>
        </p:grpSpPr>
        <p:sp>
          <p:nvSpPr>
            <p:cNvPr id="3765" name="Google Shape;3765;p5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 name="Google Shape;3767;p56"/>
          <p:cNvGrpSpPr/>
          <p:nvPr/>
        </p:nvGrpSpPr>
        <p:grpSpPr>
          <a:xfrm>
            <a:off x="3051044" y="3094865"/>
            <a:ext cx="533033" cy="533033"/>
            <a:chOff x="4049800" y="640400"/>
            <a:chExt cx="858900" cy="858900"/>
          </a:xfrm>
        </p:grpSpPr>
        <p:sp>
          <p:nvSpPr>
            <p:cNvPr id="3768" name="Google Shape;3768;p5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0" name="Google Shape;3770;p56"/>
          <p:cNvGrpSpPr/>
          <p:nvPr/>
        </p:nvGrpSpPr>
        <p:grpSpPr>
          <a:xfrm>
            <a:off x="2976527" y="3772543"/>
            <a:ext cx="682068" cy="682068"/>
            <a:chOff x="5080188" y="927900"/>
            <a:chExt cx="961200" cy="961200"/>
          </a:xfrm>
        </p:grpSpPr>
        <p:sp>
          <p:nvSpPr>
            <p:cNvPr id="3771" name="Google Shape;3771;p5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9" name="Google Shape;3779;p56"/>
          <p:cNvGrpSpPr/>
          <p:nvPr/>
        </p:nvGrpSpPr>
        <p:grpSpPr>
          <a:xfrm>
            <a:off x="4440026" y="3869234"/>
            <a:ext cx="505650" cy="504006"/>
            <a:chOff x="6039282" y="1042577"/>
            <a:chExt cx="734315" cy="731929"/>
          </a:xfrm>
        </p:grpSpPr>
        <p:sp>
          <p:nvSpPr>
            <p:cNvPr id="3780" name="Google Shape;3780;p5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 name="Google Shape;3801;p56"/>
          <p:cNvGrpSpPr/>
          <p:nvPr/>
        </p:nvGrpSpPr>
        <p:grpSpPr>
          <a:xfrm>
            <a:off x="5052628" y="2298862"/>
            <a:ext cx="567744" cy="602136"/>
            <a:chOff x="1825800" y="1651625"/>
            <a:chExt cx="539989" cy="571775"/>
          </a:xfrm>
        </p:grpSpPr>
        <p:sp>
          <p:nvSpPr>
            <p:cNvPr id="3802" name="Google Shape;3802;p5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56"/>
          <p:cNvGrpSpPr/>
          <p:nvPr/>
        </p:nvGrpSpPr>
        <p:grpSpPr>
          <a:xfrm>
            <a:off x="3727557" y="3855579"/>
            <a:ext cx="508123" cy="507955"/>
            <a:chOff x="1897577" y="2802432"/>
            <a:chExt cx="492176" cy="492014"/>
          </a:xfrm>
        </p:grpSpPr>
        <p:sp>
          <p:nvSpPr>
            <p:cNvPr id="3807" name="Google Shape;3807;p5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9" name="Google Shape;3819;p56"/>
          <p:cNvGrpSpPr/>
          <p:nvPr/>
        </p:nvGrpSpPr>
        <p:grpSpPr>
          <a:xfrm>
            <a:off x="959087" y="4169123"/>
            <a:ext cx="809227" cy="200842"/>
            <a:chOff x="2013045" y="4813233"/>
            <a:chExt cx="921986" cy="228854"/>
          </a:xfrm>
        </p:grpSpPr>
        <p:sp>
          <p:nvSpPr>
            <p:cNvPr id="3820" name="Google Shape;3820;p5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56"/>
          <p:cNvGrpSpPr/>
          <p:nvPr/>
        </p:nvGrpSpPr>
        <p:grpSpPr>
          <a:xfrm>
            <a:off x="967547" y="2656004"/>
            <a:ext cx="792421" cy="269941"/>
            <a:chOff x="1046767" y="4756633"/>
            <a:chExt cx="859646" cy="292841"/>
          </a:xfrm>
        </p:grpSpPr>
        <p:sp>
          <p:nvSpPr>
            <p:cNvPr id="3823" name="Google Shape;3823;p5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6" name="Google Shape;3826;p56"/>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0" name="Google Shape;3830;p56"/>
          <p:cNvGrpSpPr/>
          <p:nvPr/>
        </p:nvGrpSpPr>
        <p:grpSpPr>
          <a:xfrm>
            <a:off x="7103403" y="2550562"/>
            <a:ext cx="166473" cy="141497"/>
            <a:chOff x="4660325" y="1866850"/>
            <a:chExt cx="68350" cy="58100"/>
          </a:xfrm>
        </p:grpSpPr>
        <p:sp>
          <p:nvSpPr>
            <p:cNvPr id="3831" name="Google Shape;3831;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3" name="Google Shape;3833;p56"/>
          <p:cNvGrpSpPr/>
          <p:nvPr/>
        </p:nvGrpSpPr>
        <p:grpSpPr>
          <a:xfrm>
            <a:off x="7412747" y="2576286"/>
            <a:ext cx="162515" cy="90049"/>
            <a:chOff x="4791775" y="1877500"/>
            <a:chExt cx="66725" cy="36975"/>
          </a:xfrm>
        </p:grpSpPr>
        <p:sp>
          <p:nvSpPr>
            <p:cNvPr id="3834" name="Google Shape;3834;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6" name="Google Shape;3836;p56"/>
          <p:cNvGrpSpPr/>
          <p:nvPr/>
        </p:nvGrpSpPr>
        <p:grpSpPr>
          <a:xfrm>
            <a:off x="7734460" y="2576286"/>
            <a:ext cx="144979" cy="90049"/>
            <a:chOff x="4923925" y="1877500"/>
            <a:chExt cx="59525" cy="36975"/>
          </a:xfrm>
        </p:grpSpPr>
        <p:sp>
          <p:nvSpPr>
            <p:cNvPr id="3837" name="Google Shape;3837;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9" name="Google Shape;3839;p56"/>
          <p:cNvGrpSpPr/>
          <p:nvPr/>
        </p:nvGrpSpPr>
        <p:grpSpPr>
          <a:xfrm>
            <a:off x="8028952" y="2558477"/>
            <a:ext cx="141447" cy="125667"/>
            <a:chOff x="5058450" y="1870100"/>
            <a:chExt cx="58075" cy="51600"/>
          </a:xfrm>
        </p:grpSpPr>
        <p:sp>
          <p:nvSpPr>
            <p:cNvPr id="3840" name="Google Shape;3840;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2" name="Google Shape;3842;p56"/>
          <p:cNvGrpSpPr/>
          <p:nvPr/>
        </p:nvGrpSpPr>
        <p:grpSpPr>
          <a:xfrm>
            <a:off x="7443466" y="2980885"/>
            <a:ext cx="101077" cy="107645"/>
            <a:chOff x="4811425" y="2065025"/>
            <a:chExt cx="41500" cy="44200"/>
          </a:xfrm>
        </p:grpSpPr>
        <p:sp>
          <p:nvSpPr>
            <p:cNvPr id="3843" name="Google Shape;3843;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5" name="Google Shape;3845;p56"/>
          <p:cNvGrpSpPr/>
          <p:nvPr/>
        </p:nvGrpSpPr>
        <p:grpSpPr>
          <a:xfrm>
            <a:off x="7735904" y="2981098"/>
            <a:ext cx="120867" cy="107218"/>
            <a:chOff x="4929875" y="2065025"/>
            <a:chExt cx="49625" cy="44025"/>
          </a:xfrm>
        </p:grpSpPr>
        <p:sp>
          <p:nvSpPr>
            <p:cNvPr id="3846" name="Google Shape;3846;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8" name="Google Shape;3848;p56"/>
          <p:cNvGrpSpPr/>
          <p:nvPr/>
        </p:nvGrpSpPr>
        <p:grpSpPr>
          <a:xfrm>
            <a:off x="8064572" y="2984112"/>
            <a:ext cx="70206" cy="101191"/>
            <a:chOff x="5083925" y="2066350"/>
            <a:chExt cx="28825" cy="41550"/>
          </a:xfrm>
        </p:grpSpPr>
        <p:sp>
          <p:nvSpPr>
            <p:cNvPr id="3849" name="Google Shape;3849;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1" name="Google Shape;3851;p56"/>
          <p:cNvGrpSpPr/>
          <p:nvPr/>
        </p:nvGrpSpPr>
        <p:grpSpPr>
          <a:xfrm>
            <a:off x="7096126" y="2999759"/>
            <a:ext cx="181026" cy="69896"/>
            <a:chOff x="4659775" y="2072775"/>
            <a:chExt cx="74325" cy="28700"/>
          </a:xfrm>
        </p:grpSpPr>
        <p:sp>
          <p:nvSpPr>
            <p:cNvPr id="3852" name="Google Shape;3852;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56"/>
          <p:cNvGrpSpPr/>
          <p:nvPr/>
        </p:nvGrpSpPr>
        <p:grpSpPr>
          <a:xfrm>
            <a:off x="8015982" y="2790324"/>
            <a:ext cx="167387" cy="89197"/>
            <a:chOff x="4662475" y="1976500"/>
            <a:chExt cx="68725" cy="36625"/>
          </a:xfrm>
        </p:grpSpPr>
        <p:sp>
          <p:nvSpPr>
            <p:cNvPr id="3856" name="Google Shape;3856;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9" name="Google Shape;3859;p56"/>
          <p:cNvGrpSpPr/>
          <p:nvPr/>
        </p:nvGrpSpPr>
        <p:grpSpPr>
          <a:xfrm>
            <a:off x="7712887" y="2793764"/>
            <a:ext cx="166899" cy="82317"/>
            <a:chOff x="4920150" y="1977875"/>
            <a:chExt cx="68525" cy="33800"/>
          </a:xfrm>
        </p:grpSpPr>
        <p:sp>
          <p:nvSpPr>
            <p:cNvPr id="3860" name="Google Shape;3860;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3" name="Google Shape;3863;p56"/>
          <p:cNvGrpSpPr/>
          <p:nvPr/>
        </p:nvGrpSpPr>
        <p:grpSpPr>
          <a:xfrm>
            <a:off x="7124044" y="3197682"/>
            <a:ext cx="125190" cy="127859"/>
            <a:chOff x="4676550" y="2160575"/>
            <a:chExt cx="51400" cy="52500"/>
          </a:xfrm>
        </p:grpSpPr>
        <p:sp>
          <p:nvSpPr>
            <p:cNvPr id="3864" name="Google Shape;3864;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7" name="Google Shape;3867;p56"/>
          <p:cNvGrpSpPr/>
          <p:nvPr/>
        </p:nvGrpSpPr>
        <p:grpSpPr>
          <a:xfrm>
            <a:off x="7421302" y="3204714"/>
            <a:ext cx="145405" cy="113794"/>
            <a:chOff x="4768325" y="2163475"/>
            <a:chExt cx="59700" cy="46725"/>
          </a:xfrm>
        </p:grpSpPr>
        <p:sp>
          <p:nvSpPr>
            <p:cNvPr id="3868" name="Google Shape;3868;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0" name="Google Shape;3870;p56"/>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6" name="Google Shape;3876;p56"/>
          <p:cNvGrpSpPr/>
          <p:nvPr/>
        </p:nvGrpSpPr>
        <p:grpSpPr>
          <a:xfrm>
            <a:off x="7437621" y="3459808"/>
            <a:ext cx="112768" cy="106853"/>
            <a:chOff x="4768575" y="2253950"/>
            <a:chExt cx="46300" cy="43875"/>
          </a:xfrm>
        </p:grpSpPr>
        <p:sp>
          <p:nvSpPr>
            <p:cNvPr id="3877" name="Google Shape;3877;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9" name="Google Shape;3879;p56"/>
          <p:cNvGrpSpPr/>
          <p:nvPr/>
        </p:nvGrpSpPr>
        <p:grpSpPr>
          <a:xfrm>
            <a:off x="7737243" y="3948834"/>
            <a:ext cx="118187" cy="146246"/>
            <a:chOff x="4960900" y="2433225"/>
            <a:chExt cx="48525" cy="60050"/>
          </a:xfrm>
        </p:grpSpPr>
        <p:sp>
          <p:nvSpPr>
            <p:cNvPr id="3880" name="Google Shape;3880;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56"/>
          <p:cNvGrpSpPr/>
          <p:nvPr/>
        </p:nvGrpSpPr>
        <p:grpSpPr>
          <a:xfrm>
            <a:off x="7425808" y="4212895"/>
            <a:ext cx="136394" cy="143810"/>
            <a:chOff x="4854075" y="2527625"/>
            <a:chExt cx="56000" cy="59050"/>
          </a:xfrm>
        </p:grpSpPr>
        <p:sp>
          <p:nvSpPr>
            <p:cNvPr id="3883" name="Google Shape;3883;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5" name="Google Shape;3885;p56"/>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8" name="Google Shape;3888;p56"/>
          <p:cNvGrpSpPr/>
          <p:nvPr/>
        </p:nvGrpSpPr>
        <p:grpSpPr>
          <a:xfrm>
            <a:off x="8050020" y="3676639"/>
            <a:ext cx="99312" cy="160797"/>
            <a:chOff x="5059700" y="2334775"/>
            <a:chExt cx="40775" cy="66025"/>
          </a:xfrm>
        </p:grpSpPr>
        <p:sp>
          <p:nvSpPr>
            <p:cNvPr id="3889" name="Google Shape;3889;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8" name="Google Shape;3898;p56"/>
          <p:cNvGrpSpPr/>
          <p:nvPr/>
        </p:nvGrpSpPr>
        <p:grpSpPr>
          <a:xfrm>
            <a:off x="8007184" y="3941771"/>
            <a:ext cx="184984" cy="160371"/>
            <a:chOff x="5037700" y="2430325"/>
            <a:chExt cx="75950" cy="65850"/>
          </a:xfrm>
        </p:grpSpPr>
        <p:sp>
          <p:nvSpPr>
            <p:cNvPr id="3899" name="Google Shape;3899;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1" name="Google Shape;3901;p56"/>
          <p:cNvGrpSpPr/>
          <p:nvPr/>
        </p:nvGrpSpPr>
        <p:grpSpPr>
          <a:xfrm>
            <a:off x="7426689" y="3708223"/>
            <a:ext cx="173014" cy="97629"/>
            <a:chOff x="4756975" y="2341800"/>
            <a:chExt cx="91975" cy="51925"/>
          </a:xfrm>
        </p:grpSpPr>
        <p:sp>
          <p:nvSpPr>
            <p:cNvPr id="3902" name="Google Shape;3902;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56"/>
          <p:cNvGrpSpPr/>
          <p:nvPr/>
        </p:nvGrpSpPr>
        <p:grpSpPr>
          <a:xfrm>
            <a:off x="7693626" y="4196920"/>
            <a:ext cx="212497" cy="175761"/>
            <a:chOff x="4943575" y="2516350"/>
            <a:chExt cx="98675" cy="81700"/>
          </a:xfrm>
        </p:grpSpPr>
        <p:sp>
          <p:nvSpPr>
            <p:cNvPr id="3923" name="Google Shape;3923;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1" name="Google Shape;4001;p56"/>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9" name="Shape 4009"/>
        <p:cNvGrpSpPr/>
        <p:nvPr/>
      </p:nvGrpSpPr>
      <p:grpSpPr>
        <a:xfrm>
          <a:off x="0" y="0"/>
          <a:ext cx="0" cy="0"/>
          <a:chOff x="0" y="0"/>
          <a:chExt cx="0" cy="0"/>
        </a:xfrm>
      </p:grpSpPr>
      <p:grpSp>
        <p:nvGrpSpPr>
          <p:cNvPr id="4010" name="Google Shape;4010;p57"/>
          <p:cNvGrpSpPr/>
          <p:nvPr/>
        </p:nvGrpSpPr>
        <p:grpSpPr>
          <a:xfrm>
            <a:off x="6681268" y="3584496"/>
            <a:ext cx="560636" cy="516497"/>
            <a:chOff x="6652051" y="3714143"/>
            <a:chExt cx="560636" cy="516497"/>
          </a:xfrm>
        </p:grpSpPr>
        <p:grpSp>
          <p:nvGrpSpPr>
            <p:cNvPr id="4011" name="Google Shape;4011;p57"/>
            <p:cNvGrpSpPr/>
            <p:nvPr/>
          </p:nvGrpSpPr>
          <p:grpSpPr>
            <a:xfrm>
              <a:off x="6669657" y="3716715"/>
              <a:ext cx="466768" cy="464314"/>
              <a:chOff x="3139766" y="765669"/>
              <a:chExt cx="886380" cy="881888"/>
            </a:xfrm>
          </p:grpSpPr>
          <p:grpSp>
            <p:nvGrpSpPr>
              <p:cNvPr id="4012" name="Google Shape;4012;p57"/>
              <p:cNvGrpSpPr/>
              <p:nvPr/>
            </p:nvGrpSpPr>
            <p:grpSpPr>
              <a:xfrm>
                <a:off x="3139766" y="765669"/>
                <a:ext cx="886380" cy="881888"/>
                <a:chOff x="3139766" y="765669"/>
                <a:chExt cx="886380" cy="881888"/>
              </a:xfrm>
            </p:grpSpPr>
            <p:sp>
              <p:nvSpPr>
                <p:cNvPr id="4013" name="Google Shape;4013;p5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2" name="Google Shape;4022;p5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6" name="Google Shape;4026;p5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7" name="Google Shape;4027;p57"/>
          <p:cNvGrpSpPr/>
          <p:nvPr/>
        </p:nvGrpSpPr>
        <p:grpSpPr>
          <a:xfrm>
            <a:off x="7679978" y="3065079"/>
            <a:ext cx="104231" cy="320340"/>
            <a:chOff x="7564426" y="3224343"/>
            <a:chExt cx="119985" cy="368801"/>
          </a:xfrm>
        </p:grpSpPr>
        <p:sp>
          <p:nvSpPr>
            <p:cNvPr id="4028" name="Google Shape;4028;p5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0" name="Google Shape;4030;p57"/>
          <p:cNvGrpSpPr/>
          <p:nvPr/>
        </p:nvGrpSpPr>
        <p:grpSpPr>
          <a:xfrm>
            <a:off x="7379466" y="3059180"/>
            <a:ext cx="189489" cy="332132"/>
            <a:chOff x="8370831" y="3202002"/>
            <a:chExt cx="218129" cy="382376"/>
          </a:xfrm>
        </p:grpSpPr>
        <p:sp>
          <p:nvSpPr>
            <p:cNvPr id="4031" name="Google Shape;4031;p5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3" name="Google Shape;4033;p57"/>
          <p:cNvGrpSpPr/>
          <p:nvPr/>
        </p:nvGrpSpPr>
        <p:grpSpPr>
          <a:xfrm>
            <a:off x="8102855" y="3470312"/>
            <a:ext cx="309429" cy="267000"/>
            <a:chOff x="6742064" y="3750480"/>
            <a:chExt cx="399315" cy="344560"/>
          </a:xfrm>
        </p:grpSpPr>
        <p:sp>
          <p:nvSpPr>
            <p:cNvPr id="4034" name="Google Shape;4034;p5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6" name="Google Shape;4036;p57"/>
          <p:cNvGrpSpPr/>
          <p:nvPr/>
        </p:nvGrpSpPr>
        <p:grpSpPr>
          <a:xfrm>
            <a:off x="7641874" y="3821360"/>
            <a:ext cx="180437" cy="281608"/>
            <a:chOff x="7248525" y="3739696"/>
            <a:chExt cx="230531" cy="359790"/>
          </a:xfrm>
        </p:grpSpPr>
        <p:sp>
          <p:nvSpPr>
            <p:cNvPr id="4037" name="Google Shape;4037;p5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9" name="Google Shape;4039;p57"/>
          <p:cNvGrpSpPr/>
          <p:nvPr/>
        </p:nvGrpSpPr>
        <p:grpSpPr>
          <a:xfrm>
            <a:off x="7887794" y="3464584"/>
            <a:ext cx="162896" cy="278710"/>
            <a:chOff x="7601242" y="3729267"/>
            <a:chExt cx="222566" cy="380803"/>
          </a:xfrm>
        </p:grpSpPr>
        <p:sp>
          <p:nvSpPr>
            <p:cNvPr id="4040" name="Google Shape;4040;p5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2" name="Google Shape;4042;p57"/>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3" name="Google Shape;4043;p57"/>
          <p:cNvGrpSpPr/>
          <p:nvPr/>
        </p:nvGrpSpPr>
        <p:grpSpPr>
          <a:xfrm>
            <a:off x="7377439" y="3465724"/>
            <a:ext cx="193543" cy="275990"/>
            <a:chOff x="8304647" y="3738687"/>
            <a:chExt cx="225076" cy="320956"/>
          </a:xfrm>
        </p:grpSpPr>
        <p:sp>
          <p:nvSpPr>
            <p:cNvPr id="4044" name="Google Shape;4044;p5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57"/>
          <p:cNvGrpSpPr/>
          <p:nvPr/>
        </p:nvGrpSpPr>
        <p:grpSpPr>
          <a:xfrm>
            <a:off x="7649932" y="3465724"/>
            <a:ext cx="178492" cy="275990"/>
            <a:chOff x="8615101" y="3738687"/>
            <a:chExt cx="207573" cy="320956"/>
          </a:xfrm>
        </p:grpSpPr>
        <p:sp>
          <p:nvSpPr>
            <p:cNvPr id="4048" name="Google Shape;4048;p5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1" name="Google Shape;4051;p57"/>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2" name="Google Shape;4052;p57"/>
          <p:cNvGrpSpPr/>
          <p:nvPr/>
        </p:nvGrpSpPr>
        <p:grpSpPr>
          <a:xfrm>
            <a:off x="7875463" y="3868385"/>
            <a:ext cx="187557" cy="187557"/>
            <a:chOff x="8565775" y="671075"/>
            <a:chExt cx="441000" cy="441000"/>
          </a:xfrm>
        </p:grpSpPr>
        <p:sp>
          <p:nvSpPr>
            <p:cNvPr id="4053" name="Google Shape;4053;p5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5" name="Google Shape;4055;p57"/>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7"/>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7" name="Google Shape;4057;p57"/>
          <p:cNvGrpSpPr/>
          <p:nvPr/>
        </p:nvGrpSpPr>
        <p:grpSpPr>
          <a:xfrm>
            <a:off x="6029935" y="2940910"/>
            <a:ext cx="587865" cy="517731"/>
            <a:chOff x="6000718" y="3070557"/>
            <a:chExt cx="587865" cy="517731"/>
          </a:xfrm>
        </p:grpSpPr>
        <p:sp>
          <p:nvSpPr>
            <p:cNvPr id="4058" name="Google Shape;4058;p5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57"/>
          <p:cNvGrpSpPr/>
          <p:nvPr/>
        </p:nvGrpSpPr>
        <p:grpSpPr>
          <a:xfrm>
            <a:off x="6044740" y="3584570"/>
            <a:ext cx="557665" cy="516387"/>
            <a:chOff x="6015523" y="3714217"/>
            <a:chExt cx="557665" cy="516387"/>
          </a:xfrm>
        </p:grpSpPr>
        <p:grpSp>
          <p:nvGrpSpPr>
            <p:cNvPr id="4069" name="Google Shape;4069;p57"/>
            <p:cNvGrpSpPr/>
            <p:nvPr/>
          </p:nvGrpSpPr>
          <p:grpSpPr>
            <a:xfrm>
              <a:off x="6036094" y="3716980"/>
              <a:ext cx="529822" cy="510480"/>
              <a:chOff x="3148311" y="-545634"/>
              <a:chExt cx="1006118" cy="969572"/>
            </a:xfrm>
          </p:grpSpPr>
          <p:sp>
            <p:nvSpPr>
              <p:cNvPr id="4070" name="Google Shape;4070;p5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0" name="Google Shape;4080;p5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1" name="Google Shape;4081;p57"/>
          <p:cNvGrpSpPr/>
          <p:nvPr/>
        </p:nvGrpSpPr>
        <p:grpSpPr>
          <a:xfrm>
            <a:off x="6673522" y="2943981"/>
            <a:ext cx="576302" cy="511871"/>
            <a:chOff x="6644304" y="3073628"/>
            <a:chExt cx="576302" cy="511871"/>
          </a:xfrm>
        </p:grpSpPr>
        <p:grpSp>
          <p:nvGrpSpPr>
            <p:cNvPr id="4082" name="Google Shape;4082;p57"/>
            <p:cNvGrpSpPr/>
            <p:nvPr/>
          </p:nvGrpSpPr>
          <p:grpSpPr>
            <a:xfrm>
              <a:off x="6712169" y="3073651"/>
              <a:ext cx="481611" cy="506713"/>
              <a:chOff x="1833536" y="-546641"/>
              <a:chExt cx="914567" cy="962419"/>
            </a:xfrm>
          </p:grpSpPr>
          <p:grpSp>
            <p:nvGrpSpPr>
              <p:cNvPr id="4083" name="Google Shape;4083;p57"/>
              <p:cNvGrpSpPr/>
              <p:nvPr/>
            </p:nvGrpSpPr>
            <p:grpSpPr>
              <a:xfrm>
                <a:off x="1833536" y="-524249"/>
                <a:ext cx="914567" cy="940027"/>
                <a:chOff x="1833536" y="-524249"/>
                <a:chExt cx="914567" cy="940027"/>
              </a:xfrm>
            </p:grpSpPr>
            <p:sp>
              <p:nvSpPr>
                <p:cNvPr id="4084" name="Google Shape;4084;p5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9" name="Google Shape;4089;p5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3" name="Google Shape;4093;p5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4" name="Google Shape;4094;p57"/>
          <p:cNvGrpSpPr/>
          <p:nvPr/>
        </p:nvGrpSpPr>
        <p:grpSpPr>
          <a:xfrm>
            <a:off x="752796" y="2869970"/>
            <a:ext cx="2622876" cy="1333540"/>
            <a:chOff x="238125" y="1038125"/>
            <a:chExt cx="7146800" cy="3633625"/>
          </a:xfrm>
        </p:grpSpPr>
        <p:sp>
          <p:nvSpPr>
            <p:cNvPr id="4095" name="Google Shape;4095;p5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57"/>
          <p:cNvGrpSpPr/>
          <p:nvPr/>
        </p:nvGrpSpPr>
        <p:grpSpPr>
          <a:xfrm>
            <a:off x="5938558" y="1033351"/>
            <a:ext cx="2435960" cy="1297725"/>
            <a:chOff x="233350" y="949250"/>
            <a:chExt cx="7137300" cy="3802300"/>
          </a:xfrm>
        </p:grpSpPr>
        <p:sp>
          <p:nvSpPr>
            <p:cNvPr id="5668" name="Google Shape;5668;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57"/>
          <p:cNvGrpSpPr/>
          <p:nvPr/>
        </p:nvGrpSpPr>
        <p:grpSpPr>
          <a:xfrm>
            <a:off x="731715" y="995041"/>
            <a:ext cx="2665073" cy="1317140"/>
            <a:chOff x="793334" y="1192826"/>
            <a:chExt cx="2665073" cy="1317140"/>
          </a:xfrm>
        </p:grpSpPr>
        <p:sp>
          <p:nvSpPr>
            <p:cNvPr id="5720" name="Google Shape;5720;p5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57"/>
          <p:cNvGrpSpPr/>
          <p:nvPr/>
        </p:nvGrpSpPr>
        <p:grpSpPr>
          <a:xfrm>
            <a:off x="3450485" y="919691"/>
            <a:ext cx="2310381" cy="1488888"/>
            <a:chOff x="229225" y="549050"/>
            <a:chExt cx="7161750" cy="4615275"/>
          </a:xfrm>
        </p:grpSpPr>
        <p:sp>
          <p:nvSpPr>
            <p:cNvPr id="9688" name="Google Shape;9688;p5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57"/>
          <p:cNvGrpSpPr/>
          <p:nvPr/>
        </p:nvGrpSpPr>
        <p:grpSpPr>
          <a:xfrm>
            <a:off x="3548403" y="2849588"/>
            <a:ext cx="2310282" cy="1374222"/>
            <a:chOff x="238125" y="732525"/>
            <a:chExt cx="7130500" cy="4241425"/>
          </a:xfrm>
        </p:grpSpPr>
        <p:sp>
          <p:nvSpPr>
            <p:cNvPr id="9806" name="Google Shape;9806;p5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3" name="Shape 9923"/>
        <p:cNvGrpSpPr/>
        <p:nvPr/>
      </p:nvGrpSpPr>
      <p:grpSpPr>
        <a:xfrm>
          <a:off x="0" y="0"/>
          <a:ext cx="0" cy="0"/>
          <a:chOff x="0" y="0"/>
          <a:chExt cx="0" cy="0"/>
        </a:xfrm>
      </p:grpSpPr>
      <p:grpSp>
        <p:nvGrpSpPr>
          <p:cNvPr id="9924" name="Google Shape;9924;p58"/>
          <p:cNvGrpSpPr/>
          <p:nvPr/>
        </p:nvGrpSpPr>
        <p:grpSpPr>
          <a:xfrm>
            <a:off x="2100560" y="3398663"/>
            <a:ext cx="1102891" cy="760337"/>
            <a:chOff x="4967783" y="2151471"/>
            <a:chExt cx="3920692" cy="2702940"/>
          </a:xfrm>
        </p:grpSpPr>
        <p:grpSp>
          <p:nvGrpSpPr>
            <p:cNvPr id="9925" name="Google Shape;9925;p58"/>
            <p:cNvGrpSpPr/>
            <p:nvPr/>
          </p:nvGrpSpPr>
          <p:grpSpPr>
            <a:xfrm>
              <a:off x="5045709" y="2252109"/>
              <a:ext cx="3761071" cy="2501708"/>
              <a:chOff x="2691784" y="1805334"/>
              <a:chExt cx="3761071" cy="2501708"/>
            </a:xfrm>
          </p:grpSpPr>
          <p:sp>
            <p:nvSpPr>
              <p:cNvPr id="9926" name="Google Shape;9926;p5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58"/>
            <p:cNvGrpSpPr/>
            <p:nvPr/>
          </p:nvGrpSpPr>
          <p:grpSpPr>
            <a:xfrm>
              <a:off x="4967783" y="2151471"/>
              <a:ext cx="3920692" cy="2702940"/>
              <a:chOff x="2613858" y="1704696"/>
              <a:chExt cx="3920692" cy="2702940"/>
            </a:xfrm>
          </p:grpSpPr>
          <p:sp>
            <p:nvSpPr>
              <p:cNvPr id="9934" name="Google Shape;9934;p5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9" name="Google Shape;9939;p58"/>
          <p:cNvGrpSpPr/>
          <p:nvPr/>
        </p:nvGrpSpPr>
        <p:grpSpPr>
          <a:xfrm>
            <a:off x="3504468" y="1286940"/>
            <a:ext cx="1561911" cy="708580"/>
            <a:chOff x="3530532" y="1496185"/>
            <a:chExt cx="1561911" cy="708580"/>
          </a:xfrm>
        </p:grpSpPr>
        <p:grpSp>
          <p:nvGrpSpPr>
            <p:cNvPr id="9940" name="Google Shape;9940;p58"/>
            <p:cNvGrpSpPr/>
            <p:nvPr/>
          </p:nvGrpSpPr>
          <p:grpSpPr>
            <a:xfrm>
              <a:off x="3720318" y="1857562"/>
              <a:ext cx="1372125" cy="54"/>
              <a:chOff x="3720318" y="1857562"/>
              <a:chExt cx="1372125" cy="54"/>
            </a:xfrm>
          </p:grpSpPr>
          <p:cxnSp>
            <p:nvCxnSpPr>
              <p:cNvPr id="9941" name="Google Shape;9941;p58"/>
              <p:cNvCxnSpPr>
                <a:endCxn id="994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943" name="Google Shape;9943;p5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944" name="Google Shape;9944;p5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945" name="Google Shape;9945;p58"/>
              <p:cNvCxnSpPr>
                <a:stCxn id="994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946" name="Google Shape;9946;p58"/>
            <p:cNvGrpSpPr/>
            <p:nvPr/>
          </p:nvGrpSpPr>
          <p:grpSpPr>
            <a:xfrm>
              <a:off x="3567462" y="1496185"/>
              <a:ext cx="286500" cy="272914"/>
              <a:chOff x="3567462" y="1496185"/>
              <a:chExt cx="286500" cy="272914"/>
            </a:xfrm>
          </p:grpSpPr>
          <p:cxnSp>
            <p:nvCxnSpPr>
              <p:cNvPr id="9947" name="Google Shape;9947;p5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948" name="Google Shape;9948;p5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9" name="Google Shape;9949;p5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1" name="Google Shape;9951;p58"/>
            <p:cNvGrpSpPr/>
            <p:nvPr/>
          </p:nvGrpSpPr>
          <p:grpSpPr>
            <a:xfrm>
              <a:off x="3929014" y="1960574"/>
              <a:ext cx="286500" cy="242342"/>
              <a:chOff x="3929014" y="1960574"/>
              <a:chExt cx="286500" cy="242342"/>
            </a:xfrm>
          </p:grpSpPr>
          <p:cxnSp>
            <p:nvCxnSpPr>
              <p:cNvPr id="9952" name="Google Shape;9952;p5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953" name="Google Shape;9953;p5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58"/>
            <p:cNvGrpSpPr/>
            <p:nvPr/>
          </p:nvGrpSpPr>
          <p:grpSpPr>
            <a:xfrm>
              <a:off x="4290828" y="1496185"/>
              <a:ext cx="286500" cy="272914"/>
              <a:chOff x="4290828" y="1496185"/>
              <a:chExt cx="286500" cy="272914"/>
            </a:xfrm>
          </p:grpSpPr>
          <p:cxnSp>
            <p:nvCxnSpPr>
              <p:cNvPr id="9955" name="Google Shape;9955;p5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956" name="Google Shape;9956;p5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7" name="Google Shape;9957;p5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8" name="Google Shape;9958;p58"/>
            <p:cNvGrpSpPr/>
            <p:nvPr/>
          </p:nvGrpSpPr>
          <p:grpSpPr>
            <a:xfrm>
              <a:off x="4657726" y="1959674"/>
              <a:ext cx="286500" cy="245092"/>
              <a:chOff x="4657726" y="1959674"/>
              <a:chExt cx="286500" cy="245092"/>
            </a:xfrm>
          </p:grpSpPr>
          <p:cxnSp>
            <p:nvCxnSpPr>
              <p:cNvPr id="9959" name="Google Shape;9959;p5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960" name="Google Shape;9960;p5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1" name="Google Shape;9961;p58"/>
          <p:cNvGrpSpPr/>
          <p:nvPr/>
        </p:nvGrpSpPr>
        <p:grpSpPr>
          <a:xfrm>
            <a:off x="3486488" y="2149036"/>
            <a:ext cx="1597032" cy="378649"/>
            <a:chOff x="3512551" y="2358282"/>
            <a:chExt cx="1597032" cy="378649"/>
          </a:xfrm>
        </p:grpSpPr>
        <p:grpSp>
          <p:nvGrpSpPr>
            <p:cNvPr id="9962" name="Google Shape;9962;p58"/>
            <p:cNvGrpSpPr/>
            <p:nvPr/>
          </p:nvGrpSpPr>
          <p:grpSpPr>
            <a:xfrm>
              <a:off x="3738198" y="2553002"/>
              <a:ext cx="1145834" cy="117"/>
              <a:chOff x="3738198" y="2553002"/>
              <a:chExt cx="1145834" cy="117"/>
            </a:xfrm>
          </p:grpSpPr>
          <p:cxnSp>
            <p:nvCxnSpPr>
              <p:cNvPr id="9963" name="Google Shape;9963;p5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964" name="Google Shape;9964;p5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965" name="Google Shape;9965;p58"/>
              <p:cNvCxnSpPr>
                <a:stCxn id="9966" idx="6"/>
                <a:endCxn id="996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968" name="Google Shape;9968;p58"/>
            <p:cNvGrpSpPr/>
            <p:nvPr/>
          </p:nvGrpSpPr>
          <p:grpSpPr>
            <a:xfrm>
              <a:off x="3969644" y="2440153"/>
              <a:ext cx="225900" cy="296779"/>
              <a:chOff x="3969644" y="2440153"/>
              <a:chExt cx="225900" cy="296779"/>
            </a:xfrm>
          </p:grpSpPr>
          <p:cxnSp>
            <p:nvCxnSpPr>
              <p:cNvPr id="9969" name="Google Shape;9969;p5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967" name="Google Shape;9967;p5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58"/>
            <p:cNvGrpSpPr/>
            <p:nvPr/>
          </p:nvGrpSpPr>
          <p:grpSpPr>
            <a:xfrm>
              <a:off x="4426818" y="2358282"/>
              <a:ext cx="225600" cy="307471"/>
              <a:chOff x="4426818" y="2358282"/>
              <a:chExt cx="225600" cy="307471"/>
            </a:xfrm>
          </p:grpSpPr>
          <p:cxnSp>
            <p:nvCxnSpPr>
              <p:cNvPr id="9972" name="Google Shape;9972;p58"/>
              <p:cNvCxnSpPr>
                <a:stCxn id="997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974" name="Google Shape;9974;p5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58"/>
            <p:cNvGrpSpPr/>
            <p:nvPr/>
          </p:nvGrpSpPr>
          <p:grpSpPr>
            <a:xfrm>
              <a:off x="4883984" y="2440153"/>
              <a:ext cx="225600" cy="296479"/>
              <a:chOff x="4883984" y="2440153"/>
              <a:chExt cx="225600" cy="296479"/>
            </a:xfrm>
          </p:grpSpPr>
          <p:cxnSp>
            <p:nvCxnSpPr>
              <p:cNvPr id="9976" name="Google Shape;9976;p5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977" name="Google Shape;9977;p5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58"/>
            <p:cNvGrpSpPr/>
            <p:nvPr/>
          </p:nvGrpSpPr>
          <p:grpSpPr>
            <a:xfrm>
              <a:off x="3512551" y="2358356"/>
              <a:ext cx="225647" cy="307629"/>
              <a:chOff x="2182679" y="2005014"/>
              <a:chExt cx="792300" cy="1080158"/>
            </a:xfrm>
          </p:grpSpPr>
          <p:cxnSp>
            <p:nvCxnSpPr>
              <p:cNvPr id="9980" name="Google Shape;9980;p58"/>
              <p:cNvCxnSpPr>
                <a:stCxn id="998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966" name="Google Shape;9966;p5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82" name="Google Shape;9982;p58"/>
          <p:cNvGrpSpPr/>
          <p:nvPr/>
        </p:nvGrpSpPr>
        <p:grpSpPr>
          <a:xfrm>
            <a:off x="6846570" y="972834"/>
            <a:ext cx="1559809" cy="722610"/>
            <a:chOff x="634175" y="2986275"/>
            <a:chExt cx="3147949" cy="1458344"/>
          </a:xfrm>
        </p:grpSpPr>
        <p:cxnSp>
          <p:nvCxnSpPr>
            <p:cNvPr id="9983" name="Google Shape;9983;p58"/>
            <p:cNvCxnSpPr>
              <a:stCxn id="9984" idx="4"/>
              <a:endCxn id="998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986" name="Google Shape;9986;p58"/>
            <p:cNvCxnSpPr>
              <a:stCxn id="9985" idx="0"/>
              <a:endCxn id="998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988" name="Google Shape;9988;p58"/>
            <p:cNvCxnSpPr>
              <a:stCxn id="9987" idx="4"/>
              <a:endCxn id="998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990" name="Google Shape;9990;p58"/>
            <p:cNvCxnSpPr>
              <a:stCxn id="9989" idx="0"/>
              <a:endCxn id="999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991" name="Google Shape;9991;p5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987" name="Google Shape;9987;p5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984" name="Google Shape;9984;p5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989" name="Google Shape;9989;p5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985" name="Google Shape;9985;p5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992" name="Google Shape;9992;p58"/>
          <p:cNvGrpSpPr/>
          <p:nvPr/>
        </p:nvGrpSpPr>
        <p:grpSpPr>
          <a:xfrm>
            <a:off x="3500360" y="2682741"/>
            <a:ext cx="1570719" cy="294123"/>
            <a:chOff x="998425" y="1182125"/>
            <a:chExt cx="1065400" cy="199500"/>
          </a:xfrm>
        </p:grpSpPr>
        <p:sp>
          <p:nvSpPr>
            <p:cNvPr id="9993" name="Google Shape;9993;p5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58"/>
          <p:cNvGrpSpPr/>
          <p:nvPr/>
        </p:nvGrpSpPr>
        <p:grpSpPr>
          <a:xfrm>
            <a:off x="6843616" y="1800228"/>
            <a:ext cx="1565716" cy="366729"/>
            <a:chOff x="1247650" y="2075423"/>
            <a:chExt cx="6648477" cy="1557238"/>
          </a:xfrm>
        </p:grpSpPr>
        <p:sp>
          <p:nvSpPr>
            <p:cNvPr id="9999" name="Google Shape;9999;p5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58"/>
          <p:cNvGrpSpPr/>
          <p:nvPr/>
        </p:nvGrpSpPr>
        <p:grpSpPr>
          <a:xfrm>
            <a:off x="6827928" y="2949043"/>
            <a:ext cx="1597061" cy="663440"/>
            <a:chOff x="6796238" y="3158297"/>
            <a:chExt cx="1630319" cy="677257"/>
          </a:xfrm>
        </p:grpSpPr>
        <p:cxnSp>
          <p:nvCxnSpPr>
            <p:cNvPr id="10006" name="Google Shape;10006;p5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007" name="Google Shape;10007;p5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008" name="Google Shape;10008;p5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0009" name="Google Shape;10009;p5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0010" name="Google Shape;10010;p58"/>
            <p:cNvGrpSpPr/>
            <p:nvPr/>
          </p:nvGrpSpPr>
          <p:grpSpPr>
            <a:xfrm>
              <a:off x="6796238" y="3311904"/>
              <a:ext cx="1630319" cy="377697"/>
              <a:chOff x="6796238" y="3311904"/>
              <a:chExt cx="1630319" cy="377697"/>
            </a:xfrm>
          </p:grpSpPr>
          <p:sp>
            <p:nvSpPr>
              <p:cNvPr id="10011" name="Google Shape;10011;p5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14" name="Google Shape;10014;p58"/>
          <p:cNvGrpSpPr/>
          <p:nvPr/>
        </p:nvGrpSpPr>
        <p:grpSpPr>
          <a:xfrm>
            <a:off x="5349066" y="970435"/>
            <a:ext cx="1368606" cy="1593805"/>
            <a:chOff x="1839112" y="2209163"/>
            <a:chExt cx="1918159" cy="2233784"/>
          </a:xfrm>
        </p:grpSpPr>
        <p:sp>
          <p:nvSpPr>
            <p:cNvPr id="10015" name="Google Shape;10015;p5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18" name="Google Shape;10018;p58"/>
            <p:cNvCxnSpPr>
              <a:stCxn id="10015" idx="6"/>
              <a:endCxn id="1001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019" name="Google Shape;10019;p58"/>
            <p:cNvCxnSpPr>
              <a:stCxn id="10016" idx="4"/>
              <a:endCxn id="1002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0021" name="Google Shape;10021;p58"/>
            <p:cNvCxnSpPr>
              <a:stCxn id="10020" idx="6"/>
              <a:endCxn id="1001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022" name="Google Shape;10022;p58"/>
            <p:cNvCxnSpPr>
              <a:stCxn id="10017" idx="4"/>
              <a:endCxn id="1002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0020" name="Google Shape;10020;p5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5" name="Google Shape;10025;p58"/>
            <p:cNvCxnSpPr>
              <a:endCxn id="1002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0026" name="Google Shape;10026;p58"/>
          <p:cNvGrpSpPr/>
          <p:nvPr/>
        </p:nvGrpSpPr>
        <p:grpSpPr>
          <a:xfrm>
            <a:off x="3481439" y="976671"/>
            <a:ext cx="1637968" cy="154942"/>
            <a:chOff x="238125" y="2506075"/>
            <a:chExt cx="7115411" cy="673075"/>
          </a:xfrm>
        </p:grpSpPr>
        <p:sp>
          <p:nvSpPr>
            <p:cNvPr id="10027" name="Google Shape;10027;p5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58"/>
          <p:cNvGrpSpPr/>
          <p:nvPr/>
        </p:nvGrpSpPr>
        <p:grpSpPr>
          <a:xfrm>
            <a:off x="720124" y="1298269"/>
            <a:ext cx="2476762" cy="91743"/>
            <a:chOff x="1464850" y="436376"/>
            <a:chExt cx="6001362" cy="222300"/>
          </a:xfrm>
        </p:grpSpPr>
        <p:sp>
          <p:nvSpPr>
            <p:cNvPr id="10033" name="Google Shape;10033;p5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8" name="Google Shape;10038;p5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039" name="Google Shape;10039;p5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040" name="Google Shape;10040;p5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041" name="Google Shape;10041;p5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0042" name="Google Shape;10042;p58"/>
          <p:cNvGrpSpPr/>
          <p:nvPr/>
        </p:nvGrpSpPr>
        <p:grpSpPr>
          <a:xfrm>
            <a:off x="706391" y="2533734"/>
            <a:ext cx="1452710" cy="651923"/>
            <a:chOff x="803162" y="2667727"/>
            <a:chExt cx="1411906" cy="633611"/>
          </a:xfrm>
        </p:grpSpPr>
        <p:cxnSp>
          <p:nvCxnSpPr>
            <p:cNvPr id="10043" name="Google Shape;10043;p58"/>
            <p:cNvCxnSpPr>
              <a:stCxn id="10044" idx="2"/>
              <a:endCxn id="1004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46" name="Google Shape;10046;p58"/>
            <p:cNvCxnSpPr>
              <a:stCxn id="10047" idx="0"/>
              <a:endCxn id="1004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48" name="Google Shape;10048;p58"/>
            <p:cNvCxnSpPr>
              <a:stCxn id="10047" idx="2"/>
              <a:endCxn id="1004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50" name="Google Shape;10050;p58"/>
            <p:cNvCxnSpPr>
              <a:stCxn id="10051" idx="0"/>
              <a:endCxn id="1004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52" name="Google Shape;10052;p58"/>
            <p:cNvCxnSpPr>
              <a:stCxn id="10045" idx="2"/>
              <a:endCxn id="1005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54" name="Google Shape;10054;p58"/>
            <p:cNvCxnSpPr>
              <a:stCxn id="10055" idx="0"/>
              <a:endCxn id="1004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0051" name="Google Shape;10051;p5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49" name="Google Shape;10049;p5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55" name="Google Shape;10055;p5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53" name="Google Shape;10053;p5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45" name="Google Shape;10045;p5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47" name="Google Shape;10047;p5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44" name="Google Shape;10044;p5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0056" name="Google Shape;10056;p58"/>
          <p:cNvGrpSpPr/>
          <p:nvPr/>
        </p:nvGrpSpPr>
        <p:grpSpPr>
          <a:xfrm>
            <a:off x="706393" y="969273"/>
            <a:ext cx="2518541" cy="209309"/>
            <a:chOff x="803163" y="1111966"/>
            <a:chExt cx="2447800" cy="203430"/>
          </a:xfrm>
        </p:grpSpPr>
        <p:grpSp>
          <p:nvGrpSpPr>
            <p:cNvPr id="10057" name="Google Shape;10057;p58"/>
            <p:cNvGrpSpPr/>
            <p:nvPr/>
          </p:nvGrpSpPr>
          <p:grpSpPr>
            <a:xfrm>
              <a:off x="1958180" y="1111966"/>
              <a:ext cx="588019" cy="121396"/>
              <a:chOff x="4808316" y="2800065"/>
              <a:chExt cx="1999386" cy="412910"/>
            </a:xfrm>
          </p:grpSpPr>
          <p:sp>
            <p:nvSpPr>
              <p:cNvPr id="10058" name="Google Shape;10058;p5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9" name="Google Shape;10059;p58"/>
              <p:cNvGrpSpPr/>
              <p:nvPr/>
            </p:nvGrpSpPr>
            <p:grpSpPr>
              <a:xfrm>
                <a:off x="4808316" y="2800065"/>
                <a:ext cx="92400" cy="411825"/>
                <a:chOff x="845575" y="2563700"/>
                <a:chExt cx="92400" cy="411825"/>
              </a:xfrm>
            </p:grpSpPr>
            <p:cxnSp>
              <p:nvCxnSpPr>
                <p:cNvPr id="10060" name="Google Shape;10060;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61" name="Google Shape;10061;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062" name="Google Shape;10062;p5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0063" name="Google Shape;10063;p5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4" name="Google Shape;10064;p58"/>
            <p:cNvGrpSpPr/>
            <p:nvPr/>
          </p:nvGrpSpPr>
          <p:grpSpPr>
            <a:xfrm>
              <a:off x="803163" y="1111974"/>
              <a:ext cx="591158" cy="121545"/>
              <a:chOff x="803163" y="1111974"/>
              <a:chExt cx="591158" cy="121545"/>
            </a:xfrm>
          </p:grpSpPr>
          <p:grpSp>
            <p:nvGrpSpPr>
              <p:cNvPr id="10065" name="Google Shape;10065;p58"/>
              <p:cNvGrpSpPr/>
              <p:nvPr/>
            </p:nvGrpSpPr>
            <p:grpSpPr>
              <a:xfrm>
                <a:off x="803163" y="1111974"/>
                <a:ext cx="27175" cy="121077"/>
                <a:chOff x="845575" y="2563700"/>
                <a:chExt cx="92400" cy="411825"/>
              </a:xfrm>
            </p:grpSpPr>
            <p:cxnSp>
              <p:nvCxnSpPr>
                <p:cNvPr id="10066" name="Google Shape;10066;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67" name="Google Shape;10067;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8" name="Google Shape;10068;p5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58"/>
            <p:cNvGrpSpPr/>
            <p:nvPr/>
          </p:nvGrpSpPr>
          <p:grpSpPr>
            <a:xfrm>
              <a:off x="1381910" y="1194219"/>
              <a:ext cx="588341" cy="121177"/>
              <a:chOff x="1381910" y="1194219"/>
              <a:chExt cx="588341" cy="121177"/>
            </a:xfrm>
          </p:grpSpPr>
          <p:grpSp>
            <p:nvGrpSpPr>
              <p:cNvPr id="10070" name="Google Shape;10070;p58"/>
              <p:cNvGrpSpPr/>
              <p:nvPr/>
            </p:nvGrpSpPr>
            <p:grpSpPr>
              <a:xfrm rot="10800000">
                <a:off x="1381910" y="1194319"/>
                <a:ext cx="27175" cy="121077"/>
                <a:chOff x="2070100" y="2563700"/>
                <a:chExt cx="92400" cy="411825"/>
              </a:xfrm>
            </p:grpSpPr>
            <p:cxnSp>
              <p:nvCxnSpPr>
                <p:cNvPr id="10071" name="Google Shape;10071;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72" name="Google Shape;10072;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3" name="Google Shape;10073;p5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58"/>
            <p:cNvGrpSpPr/>
            <p:nvPr/>
          </p:nvGrpSpPr>
          <p:grpSpPr>
            <a:xfrm>
              <a:off x="2532079" y="1194219"/>
              <a:ext cx="704927" cy="121177"/>
              <a:chOff x="2532079" y="1194219"/>
              <a:chExt cx="704927" cy="121177"/>
            </a:xfrm>
          </p:grpSpPr>
          <p:grpSp>
            <p:nvGrpSpPr>
              <p:cNvPr id="10075" name="Google Shape;10075;p58"/>
              <p:cNvGrpSpPr/>
              <p:nvPr/>
            </p:nvGrpSpPr>
            <p:grpSpPr>
              <a:xfrm rot="10800000">
                <a:off x="2532079" y="1194319"/>
                <a:ext cx="27175" cy="121077"/>
                <a:chOff x="2070100" y="2563700"/>
                <a:chExt cx="92400" cy="411825"/>
              </a:xfrm>
            </p:grpSpPr>
            <p:cxnSp>
              <p:nvCxnSpPr>
                <p:cNvPr id="10076" name="Google Shape;10076;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77" name="Google Shape;10077;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8" name="Google Shape;10078;p5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9" name="Google Shape;10079;p58"/>
          <p:cNvGrpSpPr/>
          <p:nvPr/>
        </p:nvGrpSpPr>
        <p:grpSpPr>
          <a:xfrm>
            <a:off x="3499403" y="3665904"/>
            <a:ext cx="1567778" cy="491677"/>
            <a:chOff x="5194708" y="3484366"/>
            <a:chExt cx="3148148" cy="987304"/>
          </a:xfrm>
        </p:grpSpPr>
        <p:grpSp>
          <p:nvGrpSpPr>
            <p:cNvPr id="10080" name="Google Shape;10080;p58"/>
            <p:cNvGrpSpPr/>
            <p:nvPr/>
          </p:nvGrpSpPr>
          <p:grpSpPr>
            <a:xfrm>
              <a:off x="7531521" y="3484366"/>
              <a:ext cx="811335" cy="987304"/>
              <a:chOff x="3379425" y="1617275"/>
              <a:chExt cx="1090650" cy="1327200"/>
            </a:xfrm>
          </p:grpSpPr>
          <p:sp>
            <p:nvSpPr>
              <p:cNvPr id="10081" name="Google Shape;10081;p5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58"/>
            <p:cNvGrpSpPr/>
            <p:nvPr/>
          </p:nvGrpSpPr>
          <p:grpSpPr>
            <a:xfrm>
              <a:off x="6752546" y="3484366"/>
              <a:ext cx="811428" cy="987304"/>
              <a:chOff x="2332275" y="1617275"/>
              <a:chExt cx="1090775" cy="1327200"/>
            </a:xfrm>
          </p:grpSpPr>
          <p:sp>
            <p:nvSpPr>
              <p:cNvPr id="10085" name="Google Shape;10085;p5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58"/>
            <p:cNvGrpSpPr/>
            <p:nvPr/>
          </p:nvGrpSpPr>
          <p:grpSpPr>
            <a:xfrm>
              <a:off x="5973664" y="3484366"/>
              <a:ext cx="811335" cy="987304"/>
              <a:chOff x="1285250" y="1617275"/>
              <a:chExt cx="1090650" cy="1327200"/>
            </a:xfrm>
          </p:grpSpPr>
          <p:sp>
            <p:nvSpPr>
              <p:cNvPr id="10089" name="Google Shape;10089;p5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58"/>
            <p:cNvGrpSpPr/>
            <p:nvPr/>
          </p:nvGrpSpPr>
          <p:grpSpPr>
            <a:xfrm>
              <a:off x="5194708" y="3484366"/>
              <a:ext cx="811409" cy="987304"/>
              <a:chOff x="238125" y="1617275"/>
              <a:chExt cx="1090750" cy="1327200"/>
            </a:xfrm>
          </p:grpSpPr>
          <p:sp>
            <p:nvSpPr>
              <p:cNvPr id="10093" name="Google Shape;10093;p5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6" name="Google Shape;10096;p58"/>
          <p:cNvGrpSpPr/>
          <p:nvPr/>
        </p:nvGrpSpPr>
        <p:grpSpPr>
          <a:xfrm>
            <a:off x="3460012" y="3146315"/>
            <a:ext cx="1616964" cy="346256"/>
            <a:chOff x="1808063" y="4294338"/>
            <a:chExt cx="3370782" cy="721817"/>
          </a:xfrm>
        </p:grpSpPr>
        <p:sp>
          <p:nvSpPr>
            <p:cNvPr id="10097" name="Google Shape;10097;p5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58"/>
          <p:cNvGrpSpPr/>
          <p:nvPr/>
        </p:nvGrpSpPr>
        <p:grpSpPr>
          <a:xfrm>
            <a:off x="738224" y="3432344"/>
            <a:ext cx="1295882" cy="646587"/>
            <a:chOff x="834100" y="3642869"/>
            <a:chExt cx="1259483" cy="628426"/>
          </a:xfrm>
        </p:grpSpPr>
        <p:sp>
          <p:nvSpPr>
            <p:cNvPr id="10108" name="Google Shape;10108;p5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3" name="Google Shape;10133;p58"/>
            <p:cNvGrpSpPr/>
            <p:nvPr/>
          </p:nvGrpSpPr>
          <p:grpSpPr>
            <a:xfrm>
              <a:off x="1360364" y="3847835"/>
              <a:ext cx="208119" cy="224359"/>
              <a:chOff x="1360769" y="3847100"/>
              <a:chExt cx="208119" cy="224359"/>
            </a:xfrm>
          </p:grpSpPr>
          <p:sp>
            <p:nvSpPr>
              <p:cNvPr id="10134" name="Google Shape;10134;p5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4" name="Google Shape;10154;p5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58"/>
          <p:cNvGrpSpPr/>
          <p:nvPr/>
        </p:nvGrpSpPr>
        <p:grpSpPr>
          <a:xfrm rot="5400000">
            <a:off x="5951337" y="3228841"/>
            <a:ext cx="164064" cy="1414916"/>
            <a:chOff x="4428249" y="1369375"/>
            <a:chExt cx="36905" cy="429569"/>
          </a:xfrm>
        </p:grpSpPr>
        <p:sp>
          <p:nvSpPr>
            <p:cNvPr id="10169" name="Google Shape;10169;p5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58"/>
          <p:cNvGrpSpPr/>
          <p:nvPr/>
        </p:nvGrpSpPr>
        <p:grpSpPr>
          <a:xfrm flipH="1" rot="10800000">
            <a:off x="5323766" y="2817385"/>
            <a:ext cx="1419207" cy="24808"/>
            <a:chOff x="219558" y="4738465"/>
            <a:chExt cx="5852400" cy="102300"/>
          </a:xfrm>
        </p:grpSpPr>
        <p:cxnSp>
          <p:nvCxnSpPr>
            <p:cNvPr id="10202" name="Google Shape;10202;p5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0203" name="Google Shape;10203;p5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58"/>
          <p:cNvGrpSpPr/>
          <p:nvPr/>
        </p:nvGrpSpPr>
        <p:grpSpPr>
          <a:xfrm>
            <a:off x="5335084" y="3190448"/>
            <a:ext cx="1396570" cy="385016"/>
            <a:chOff x="5286284" y="2966544"/>
            <a:chExt cx="1396570" cy="385016"/>
          </a:xfrm>
        </p:grpSpPr>
        <p:cxnSp>
          <p:nvCxnSpPr>
            <p:cNvPr id="10209" name="Google Shape;10209;p5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0210" name="Google Shape;10210;p5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0211" name="Google Shape;10211;p58"/>
            <p:cNvGrpSpPr/>
            <p:nvPr/>
          </p:nvGrpSpPr>
          <p:grpSpPr>
            <a:xfrm>
              <a:off x="5287688" y="3173364"/>
              <a:ext cx="1395166" cy="74100"/>
              <a:chOff x="5287688" y="3173364"/>
              <a:chExt cx="1395166" cy="74100"/>
            </a:xfrm>
          </p:grpSpPr>
          <p:cxnSp>
            <p:nvCxnSpPr>
              <p:cNvPr id="10212" name="Google Shape;10212;p5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0213" name="Google Shape;10213;p5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0214" name="Google Shape;10214;p5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215" name="Google Shape;10215;p5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216" name="Google Shape;10216;p5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217" name="Google Shape;10217;p5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218" name="Google Shape;10218;p5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219" name="Google Shape;10219;p5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0220" name="Google Shape;10220;p5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0221" name="Google Shape;10221;p58"/>
          <p:cNvGrpSpPr/>
          <p:nvPr/>
        </p:nvGrpSpPr>
        <p:grpSpPr>
          <a:xfrm>
            <a:off x="2021150" y="1609224"/>
            <a:ext cx="1182276" cy="662027"/>
            <a:chOff x="2029517" y="1732295"/>
            <a:chExt cx="1149068" cy="643432"/>
          </a:xfrm>
        </p:grpSpPr>
        <p:grpSp>
          <p:nvGrpSpPr>
            <p:cNvPr id="10222" name="Google Shape;10222;p58"/>
            <p:cNvGrpSpPr/>
            <p:nvPr/>
          </p:nvGrpSpPr>
          <p:grpSpPr>
            <a:xfrm>
              <a:off x="2708660" y="1746937"/>
              <a:ext cx="455427" cy="244429"/>
              <a:chOff x="2700693" y="1746937"/>
              <a:chExt cx="455427" cy="244429"/>
            </a:xfrm>
          </p:grpSpPr>
          <p:grpSp>
            <p:nvGrpSpPr>
              <p:cNvPr id="10223" name="Google Shape;10223;p58"/>
              <p:cNvGrpSpPr/>
              <p:nvPr/>
            </p:nvGrpSpPr>
            <p:grpSpPr>
              <a:xfrm>
                <a:off x="2905682" y="1782817"/>
                <a:ext cx="250438" cy="208549"/>
                <a:chOff x="2905682" y="1782817"/>
                <a:chExt cx="250438" cy="208549"/>
              </a:xfrm>
            </p:grpSpPr>
            <p:cxnSp>
              <p:nvCxnSpPr>
                <p:cNvPr id="10224" name="Google Shape;10224;p5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225" name="Google Shape;10225;p5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58"/>
              <p:cNvGrpSpPr/>
              <p:nvPr/>
            </p:nvGrpSpPr>
            <p:grpSpPr>
              <a:xfrm>
                <a:off x="2700693" y="1746937"/>
                <a:ext cx="449967" cy="72374"/>
                <a:chOff x="2700693" y="1746937"/>
                <a:chExt cx="449967" cy="72374"/>
              </a:xfrm>
            </p:grpSpPr>
            <p:cxnSp>
              <p:nvCxnSpPr>
                <p:cNvPr id="10227" name="Google Shape;10227;p5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228" name="Google Shape;10228;p5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9" name="Google Shape;10229;p58"/>
            <p:cNvGrpSpPr/>
            <p:nvPr/>
          </p:nvGrpSpPr>
          <p:grpSpPr>
            <a:xfrm>
              <a:off x="2029517" y="1732295"/>
              <a:ext cx="1149068" cy="643432"/>
              <a:chOff x="2029517" y="1732295"/>
              <a:chExt cx="1149068" cy="643432"/>
            </a:xfrm>
          </p:grpSpPr>
          <p:grpSp>
            <p:nvGrpSpPr>
              <p:cNvPr id="10230" name="Google Shape;10230;p58"/>
              <p:cNvGrpSpPr/>
              <p:nvPr/>
            </p:nvGrpSpPr>
            <p:grpSpPr>
              <a:xfrm>
                <a:off x="2703618" y="2103152"/>
                <a:ext cx="474966" cy="260017"/>
                <a:chOff x="2703618" y="2103152"/>
                <a:chExt cx="474966" cy="260017"/>
              </a:xfrm>
            </p:grpSpPr>
            <p:grpSp>
              <p:nvGrpSpPr>
                <p:cNvPr id="10231" name="Google Shape;10231;p58"/>
                <p:cNvGrpSpPr/>
                <p:nvPr/>
              </p:nvGrpSpPr>
              <p:grpSpPr>
                <a:xfrm>
                  <a:off x="2703618" y="2290640"/>
                  <a:ext cx="450291" cy="72529"/>
                  <a:chOff x="2703618" y="2290640"/>
                  <a:chExt cx="450291" cy="72529"/>
                </a:xfrm>
              </p:grpSpPr>
              <p:cxnSp>
                <p:nvCxnSpPr>
                  <p:cNvPr id="10232" name="Google Shape;10232;p5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233" name="Google Shape;10233;p5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58"/>
                <p:cNvGrpSpPr/>
                <p:nvPr/>
              </p:nvGrpSpPr>
              <p:grpSpPr>
                <a:xfrm>
                  <a:off x="2908607" y="2103152"/>
                  <a:ext cx="269977" cy="223538"/>
                  <a:chOff x="2908607" y="2103152"/>
                  <a:chExt cx="269977" cy="223538"/>
                </a:xfrm>
              </p:grpSpPr>
              <p:cxnSp>
                <p:nvCxnSpPr>
                  <p:cNvPr id="10235" name="Google Shape;10235;p5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236" name="Google Shape;10236;p5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7" name="Google Shape;10237;p58"/>
              <p:cNvGrpSpPr/>
              <p:nvPr/>
            </p:nvGrpSpPr>
            <p:grpSpPr>
              <a:xfrm>
                <a:off x="2029517" y="1732295"/>
                <a:ext cx="685827" cy="643432"/>
                <a:chOff x="2029517" y="1732295"/>
                <a:chExt cx="685827" cy="643432"/>
              </a:xfrm>
            </p:grpSpPr>
            <p:sp>
              <p:nvSpPr>
                <p:cNvPr id="10238" name="Google Shape;10238;p5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9" name="Google Shape;10239;p58"/>
                <p:cNvGrpSpPr/>
                <p:nvPr/>
              </p:nvGrpSpPr>
              <p:grpSpPr>
                <a:xfrm>
                  <a:off x="2158948" y="1732295"/>
                  <a:ext cx="556396" cy="333108"/>
                  <a:chOff x="2158948" y="1732295"/>
                  <a:chExt cx="556396" cy="333108"/>
                </a:xfrm>
              </p:grpSpPr>
              <p:cxnSp>
                <p:nvCxnSpPr>
                  <p:cNvPr id="10240" name="Google Shape;10240;p5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241" name="Google Shape;10241;p5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58"/>
                <p:cNvGrpSpPr/>
                <p:nvPr/>
              </p:nvGrpSpPr>
              <p:grpSpPr>
                <a:xfrm>
                  <a:off x="2159908" y="2065057"/>
                  <a:ext cx="550884" cy="310670"/>
                  <a:chOff x="2159908" y="2065057"/>
                  <a:chExt cx="550884" cy="310670"/>
                </a:xfrm>
              </p:grpSpPr>
              <p:cxnSp>
                <p:nvCxnSpPr>
                  <p:cNvPr id="10243" name="Google Shape;10243;p5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244" name="Google Shape;10244;p5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245" name="Google Shape;10245;p58"/>
          <p:cNvGrpSpPr/>
          <p:nvPr/>
        </p:nvGrpSpPr>
        <p:grpSpPr>
          <a:xfrm>
            <a:off x="706399" y="1556837"/>
            <a:ext cx="962651" cy="810058"/>
            <a:chOff x="844912" y="1681380"/>
            <a:chExt cx="935611" cy="787305"/>
          </a:xfrm>
        </p:grpSpPr>
        <p:grpSp>
          <p:nvGrpSpPr>
            <p:cNvPr id="10246" name="Google Shape;10246;p58"/>
            <p:cNvGrpSpPr/>
            <p:nvPr/>
          </p:nvGrpSpPr>
          <p:grpSpPr>
            <a:xfrm>
              <a:off x="844912" y="1819635"/>
              <a:ext cx="329836" cy="510016"/>
              <a:chOff x="844912" y="1819635"/>
              <a:chExt cx="329836" cy="510016"/>
            </a:xfrm>
          </p:grpSpPr>
          <p:sp>
            <p:nvSpPr>
              <p:cNvPr id="10247" name="Google Shape;10247;p5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58"/>
            <p:cNvGrpSpPr/>
            <p:nvPr/>
          </p:nvGrpSpPr>
          <p:grpSpPr>
            <a:xfrm>
              <a:off x="1284601" y="2158168"/>
              <a:ext cx="495923" cy="310517"/>
              <a:chOff x="1284601" y="2158168"/>
              <a:chExt cx="495923" cy="310517"/>
            </a:xfrm>
          </p:grpSpPr>
          <p:sp>
            <p:nvSpPr>
              <p:cNvPr id="10254" name="Google Shape;10254;p5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5" name="Google Shape;10255;p58"/>
              <p:cNvGrpSpPr/>
              <p:nvPr/>
            </p:nvGrpSpPr>
            <p:grpSpPr>
              <a:xfrm>
                <a:off x="1507666" y="2158168"/>
                <a:ext cx="272858" cy="310517"/>
                <a:chOff x="1507666" y="2158168"/>
                <a:chExt cx="272858" cy="310517"/>
              </a:xfrm>
            </p:grpSpPr>
            <p:grpSp>
              <p:nvGrpSpPr>
                <p:cNvPr id="10256" name="Google Shape;10256;p58"/>
                <p:cNvGrpSpPr/>
                <p:nvPr/>
              </p:nvGrpSpPr>
              <p:grpSpPr>
                <a:xfrm>
                  <a:off x="1507666" y="2176104"/>
                  <a:ext cx="166395" cy="273149"/>
                  <a:chOff x="1507666" y="2176104"/>
                  <a:chExt cx="166395" cy="273149"/>
                </a:xfrm>
              </p:grpSpPr>
              <p:sp>
                <p:nvSpPr>
                  <p:cNvPr id="10257" name="Google Shape;10257;p5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4" name="Google Shape;10264;p5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66" name="Google Shape;10266;p58"/>
            <p:cNvGrpSpPr/>
            <p:nvPr/>
          </p:nvGrpSpPr>
          <p:grpSpPr>
            <a:xfrm>
              <a:off x="1284601" y="1681380"/>
              <a:ext cx="495923" cy="310517"/>
              <a:chOff x="1284601" y="1681380"/>
              <a:chExt cx="495923" cy="310517"/>
            </a:xfrm>
          </p:grpSpPr>
          <p:sp>
            <p:nvSpPr>
              <p:cNvPr id="10267" name="Google Shape;10267;p5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8" name="Google Shape;10268;p58"/>
              <p:cNvGrpSpPr/>
              <p:nvPr/>
            </p:nvGrpSpPr>
            <p:grpSpPr>
              <a:xfrm>
                <a:off x="1507666" y="1681380"/>
                <a:ext cx="272858" cy="310517"/>
                <a:chOff x="1507666" y="1681380"/>
                <a:chExt cx="272858" cy="310517"/>
              </a:xfrm>
            </p:grpSpPr>
            <p:grpSp>
              <p:nvGrpSpPr>
                <p:cNvPr id="10269" name="Google Shape;10269;p58"/>
                <p:cNvGrpSpPr/>
                <p:nvPr/>
              </p:nvGrpSpPr>
              <p:grpSpPr>
                <a:xfrm>
                  <a:off x="1507666" y="1700120"/>
                  <a:ext cx="166395" cy="272984"/>
                  <a:chOff x="1507666" y="1700120"/>
                  <a:chExt cx="166395" cy="272984"/>
                </a:xfrm>
              </p:grpSpPr>
              <p:sp>
                <p:nvSpPr>
                  <p:cNvPr id="10270" name="Google Shape;10270;p5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7" name="Google Shape;10277;p5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79" name="Google Shape;10279;p58"/>
          <p:cNvGrpSpPr/>
          <p:nvPr/>
        </p:nvGrpSpPr>
        <p:grpSpPr>
          <a:xfrm>
            <a:off x="6815339" y="2324267"/>
            <a:ext cx="1622269" cy="552443"/>
            <a:chOff x="6894650" y="2574740"/>
            <a:chExt cx="1445100" cy="492111"/>
          </a:xfrm>
        </p:grpSpPr>
        <p:sp>
          <p:nvSpPr>
            <p:cNvPr id="10280" name="Google Shape;10280;p5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5" name="Google Shape;10285;p5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0286" name="Google Shape;10286;p58"/>
          <p:cNvGrpSpPr/>
          <p:nvPr/>
        </p:nvGrpSpPr>
        <p:grpSpPr>
          <a:xfrm>
            <a:off x="6834882" y="3698522"/>
            <a:ext cx="1583206" cy="475705"/>
            <a:chOff x="6953919" y="3907920"/>
            <a:chExt cx="1377300" cy="475705"/>
          </a:xfrm>
        </p:grpSpPr>
        <p:cxnSp>
          <p:nvCxnSpPr>
            <p:cNvPr id="10287" name="Google Shape;10287;p5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288" name="Google Shape;10288;p5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0289" name="Google Shape;10289;p5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290" name="Google Shape;10290;p5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0291" name="Google Shape;10291;p5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0292" name="Google Shape;10292;p58"/>
          <p:cNvGrpSpPr/>
          <p:nvPr/>
        </p:nvGrpSpPr>
        <p:grpSpPr>
          <a:xfrm>
            <a:off x="2338470" y="2459668"/>
            <a:ext cx="836286" cy="824529"/>
            <a:chOff x="2389399" y="2595741"/>
            <a:chExt cx="812796" cy="801369"/>
          </a:xfrm>
        </p:grpSpPr>
        <p:grpSp>
          <p:nvGrpSpPr>
            <p:cNvPr id="10293" name="Google Shape;10293;p58"/>
            <p:cNvGrpSpPr/>
            <p:nvPr/>
          </p:nvGrpSpPr>
          <p:grpSpPr>
            <a:xfrm>
              <a:off x="2492145" y="2881565"/>
              <a:ext cx="607300" cy="229751"/>
              <a:chOff x="2492145" y="2881565"/>
              <a:chExt cx="607300" cy="229751"/>
            </a:xfrm>
          </p:grpSpPr>
          <p:sp>
            <p:nvSpPr>
              <p:cNvPr id="10294" name="Google Shape;10294;p5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58"/>
            <p:cNvGrpSpPr/>
            <p:nvPr/>
          </p:nvGrpSpPr>
          <p:grpSpPr>
            <a:xfrm>
              <a:off x="2389399" y="2595741"/>
              <a:ext cx="812796" cy="296825"/>
              <a:chOff x="2389399" y="2595741"/>
              <a:chExt cx="812796" cy="296825"/>
            </a:xfrm>
          </p:grpSpPr>
          <p:grpSp>
            <p:nvGrpSpPr>
              <p:cNvPr id="10298" name="Google Shape;10298;p58"/>
              <p:cNvGrpSpPr/>
              <p:nvPr/>
            </p:nvGrpSpPr>
            <p:grpSpPr>
              <a:xfrm>
                <a:off x="2389399" y="2595741"/>
                <a:ext cx="363638" cy="296825"/>
                <a:chOff x="2389399" y="2595741"/>
                <a:chExt cx="363638" cy="296825"/>
              </a:xfrm>
            </p:grpSpPr>
            <p:grpSp>
              <p:nvGrpSpPr>
                <p:cNvPr id="10299" name="Google Shape;10299;p58"/>
                <p:cNvGrpSpPr/>
                <p:nvPr/>
              </p:nvGrpSpPr>
              <p:grpSpPr>
                <a:xfrm>
                  <a:off x="2493852" y="2794333"/>
                  <a:ext cx="259185" cy="98232"/>
                  <a:chOff x="2493852" y="2794333"/>
                  <a:chExt cx="259185" cy="98232"/>
                </a:xfrm>
              </p:grpSpPr>
              <p:sp>
                <p:nvSpPr>
                  <p:cNvPr id="10300" name="Google Shape;10300;p5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58"/>
                <p:cNvGrpSpPr/>
                <p:nvPr/>
              </p:nvGrpSpPr>
              <p:grpSpPr>
                <a:xfrm>
                  <a:off x="2389399" y="2595741"/>
                  <a:ext cx="224343" cy="182054"/>
                  <a:chOff x="2389399" y="2595741"/>
                  <a:chExt cx="224343" cy="182054"/>
                </a:xfrm>
              </p:grpSpPr>
              <p:sp>
                <p:nvSpPr>
                  <p:cNvPr id="10304" name="Google Shape;10304;p5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06" name="Google Shape;10306;p58"/>
              <p:cNvGrpSpPr/>
              <p:nvPr/>
            </p:nvGrpSpPr>
            <p:grpSpPr>
              <a:xfrm>
                <a:off x="2683630" y="2595741"/>
                <a:ext cx="224334" cy="296825"/>
                <a:chOff x="2683630" y="2595741"/>
                <a:chExt cx="224334" cy="296825"/>
              </a:xfrm>
            </p:grpSpPr>
            <p:grpSp>
              <p:nvGrpSpPr>
                <p:cNvPr id="10307" name="Google Shape;10307;p58"/>
                <p:cNvGrpSpPr/>
                <p:nvPr/>
              </p:nvGrpSpPr>
              <p:grpSpPr>
                <a:xfrm>
                  <a:off x="2788083" y="2794333"/>
                  <a:ext cx="15356" cy="98232"/>
                  <a:chOff x="2788083" y="2794333"/>
                  <a:chExt cx="15356" cy="98232"/>
                </a:xfrm>
              </p:grpSpPr>
              <p:sp>
                <p:nvSpPr>
                  <p:cNvPr id="10308" name="Google Shape;10308;p5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58"/>
                <p:cNvGrpSpPr/>
                <p:nvPr/>
              </p:nvGrpSpPr>
              <p:grpSpPr>
                <a:xfrm>
                  <a:off x="2683630" y="2595741"/>
                  <a:ext cx="224334" cy="182054"/>
                  <a:chOff x="2683630" y="2595741"/>
                  <a:chExt cx="224334" cy="182054"/>
                </a:xfrm>
              </p:grpSpPr>
              <p:sp>
                <p:nvSpPr>
                  <p:cNvPr id="10312" name="Google Shape;10312;p5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14" name="Google Shape;10314;p58"/>
              <p:cNvGrpSpPr/>
              <p:nvPr/>
            </p:nvGrpSpPr>
            <p:grpSpPr>
              <a:xfrm>
                <a:off x="2838475" y="2595741"/>
                <a:ext cx="363719" cy="296825"/>
                <a:chOff x="2838475" y="2595741"/>
                <a:chExt cx="363719" cy="296825"/>
              </a:xfrm>
            </p:grpSpPr>
            <p:grpSp>
              <p:nvGrpSpPr>
                <p:cNvPr id="10315" name="Google Shape;10315;p58"/>
                <p:cNvGrpSpPr/>
                <p:nvPr/>
              </p:nvGrpSpPr>
              <p:grpSpPr>
                <a:xfrm>
                  <a:off x="2838475" y="2794333"/>
                  <a:ext cx="259185" cy="98232"/>
                  <a:chOff x="2838475" y="2794333"/>
                  <a:chExt cx="259185" cy="98232"/>
                </a:xfrm>
              </p:grpSpPr>
              <p:sp>
                <p:nvSpPr>
                  <p:cNvPr id="10316" name="Google Shape;10316;p5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58"/>
                <p:cNvGrpSpPr/>
                <p:nvPr/>
              </p:nvGrpSpPr>
              <p:grpSpPr>
                <a:xfrm>
                  <a:off x="2977852" y="2595741"/>
                  <a:ext cx="224343" cy="182054"/>
                  <a:chOff x="2977852" y="2595741"/>
                  <a:chExt cx="224343" cy="182054"/>
                </a:xfrm>
              </p:grpSpPr>
              <p:sp>
                <p:nvSpPr>
                  <p:cNvPr id="10320" name="Google Shape;10320;p5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322" name="Google Shape;10322;p58"/>
            <p:cNvGrpSpPr/>
            <p:nvPr/>
          </p:nvGrpSpPr>
          <p:grpSpPr>
            <a:xfrm>
              <a:off x="2389399" y="3100241"/>
              <a:ext cx="812796" cy="296869"/>
              <a:chOff x="2389399" y="3100241"/>
              <a:chExt cx="812796" cy="296869"/>
            </a:xfrm>
          </p:grpSpPr>
          <p:grpSp>
            <p:nvGrpSpPr>
              <p:cNvPr id="10323" name="Google Shape;10323;p58"/>
              <p:cNvGrpSpPr/>
              <p:nvPr/>
            </p:nvGrpSpPr>
            <p:grpSpPr>
              <a:xfrm>
                <a:off x="2683630" y="3100241"/>
                <a:ext cx="224334" cy="296869"/>
                <a:chOff x="2683630" y="3100241"/>
                <a:chExt cx="224334" cy="296869"/>
              </a:xfrm>
            </p:grpSpPr>
            <p:grpSp>
              <p:nvGrpSpPr>
                <p:cNvPr id="10324" name="Google Shape;10324;p58"/>
                <p:cNvGrpSpPr/>
                <p:nvPr/>
              </p:nvGrpSpPr>
              <p:grpSpPr>
                <a:xfrm>
                  <a:off x="2788083" y="3100241"/>
                  <a:ext cx="15356" cy="98237"/>
                  <a:chOff x="2788083" y="3100241"/>
                  <a:chExt cx="15356" cy="98237"/>
                </a:xfrm>
              </p:grpSpPr>
              <p:sp>
                <p:nvSpPr>
                  <p:cNvPr id="10325" name="Google Shape;10325;p5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58"/>
                <p:cNvGrpSpPr/>
                <p:nvPr/>
              </p:nvGrpSpPr>
              <p:grpSpPr>
                <a:xfrm>
                  <a:off x="2683630" y="3215065"/>
                  <a:ext cx="224334" cy="182045"/>
                  <a:chOff x="2683630" y="3215065"/>
                  <a:chExt cx="224334" cy="182045"/>
                </a:xfrm>
              </p:grpSpPr>
              <p:sp>
                <p:nvSpPr>
                  <p:cNvPr id="10329" name="Google Shape;10329;p5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31" name="Google Shape;10331;p58"/>
              <p:cNvGrpSpPr/>
              <p:nvPr/>
            </p:nvGrpSpPr>
            <p:grpSpPr>
              <a:xfrm>
                <a:off x="2389399" y="3100241"/>
                <a:ext cx="363638" cy="296869"/>
                <a:chOff x="2389399" y="3100241"/>
                <a:chExt cx="363638" cy="296869"/>
              </a:xfrm>
            </p:grpSpPr>
            <p:grpSp>
              <p:nvGrpSpPr>
                <p:cNvPr id="10332" name="Google Shape;10332;p58"/>
                <p:cNvGrpSpPr/>
                <p:nvPr/>
              </p:nvGrpSpPr>
              <p:grpSpPr>
                <a:xfrm>
                  <a:off x="2493852" y="3100241"/>
                  <a:ext cx="259185" cy="98237"/>
                  <a:chOff x="2493852" y="3100241"/>
                  <a:chExt cx="259185" cy="98237"/>
                </a:xfrm>
              </p:grpSpPr>
              <p:sp>
                <p:nvSpPr>
                  <p:cNvPr id="10333" name="Google Shape;10333;p5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58"/>
                <p:cNvGrpSpPr/>
                <p:nvPr/>
              </p:nvGrpSpPr>
              <p:grpSpPr>
                <a:xfrm>
                  <a:off x="2389399" y="3215065"/>
                  <a:ext cx="224343" cy="182045"/>
                  <a:chOff x="2389399" y="3215065"/>
                  <a:chExt cx="224343" cy="182045"/>
                </a:xfrm>
              </p:grpSpPr>
              <p:sp>
                <p:nvSpPr>
                  <p:cNvPr id="10337" name="Google Shape;10337;p5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39" name="Google Shape;10339;p58"/>
              <p:cNvGrpSpPr/>
              <p:nvPr/>
            </p:nvGrpSpPr>
            <p:grpSpPr>
              <a:xfrm>
                <a:off x="2838475" y="3100241"/>
                <a:ext cx="363719" cy="296869"/>
                <a:chOff x="2838475" y="3100241"/>
                <a:chExt cx="363719" cy="296869"/>
              </a:xfrm>
            </p:grpSpPr>
            <p:grpSp>
              <p:nvGrpSpPr>
                <p:cNvPr id="10340" name="Google Shape;10340;p58"/>
                <p:cNvGrpSpPr/>
                <p:nvPr/>
              </p:nvGrpSpPr>
              <p:grpSpPr>
                <a:xfrm>
                  <a:off x="2838475" y="3100241"/>
                  <a:ext cx="259185" cy="98237"/>
                  <a:chOff x="2838475" y="3100241"/>
                  <a:chExt cx="259185" cy="98237"/>
                </a:xfrm>
              </p:grpSpPr>
              <p:sp>
                <p:nvSpPr>
                  <p:cNvPr id="10341" name="Google Shape;10341;p5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58"/>
                <p:cNvGrpSpPr/>
                <p:nvPr/>
              </p:nvGrpSpPr>
              <p:grpSpPr>
                <a:xfrm>
                  <a:off x="2977852" y="3215065"/>
                  <a:ext cx="224343" cy="182045"/>
                  <a:chOff x="2977852" y="3215065"/>
                  <a:chExt cx="224343" cy="182045"/>
                </a:xfrm>
              </p:grpSpPr>
              <p:sp>
                <p:nvSpPr>
                  <p:cNvPr id="10345" name="Google Shape;10345;p5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0" name="Shape 10350"/>
        <p:cNvGrpSpPr/>
        <p:nvPr/>
      </p:nvGrpSpPr>
      <p:grpSpPr>
        <a:xfrm>
          <a:off x="0" y="0"/>
          <a:ext cx="0" cy="0"/>
          <a:chOff x="0" y="0"/>
          <a:chExt cx="0" cy="0"/>
        </a:xfrm>
      </p:grpSpPr>
      <p:grpSp>
        <p:nvGrpSpPr>
          <p:cNvPr id="10351" name="Google Shape;10351;p59"/>
          <p:cNvGrpSpPr/>
          <p:nvPr/>
        </p:nvGrpSpPr>
        <p:grpSpPr>
          <a:xfrm>
            <a:off x="702088" y="3155922"/>
            <a:ext cx="2390414" cy="1024800"/>
            <a:chOff x="728925" y="3296613"/>
            <a:chExt cx="2390414" cy="1024800"/>
          </a:xfrm>
        </p:grpSpPr>
        <p:grpSp>
          <p:nvGrpSpPr>
            <p:cNvPr id="10352" name="Google Shape;10352;p59"/>
            <p:cNvGrpSpPr/>
            <p:nvPr/>
          </p:nvGrpSpPr>
          <p:grpSpPr>
            <a:xfrm>
              <a:off x="728925" y="3619800"/>
              <a:ext cx="2390414" cy="500893"/>
              <a:chOff x="728925" y="3619800"/>
              <a:chExt cx="2390414" cy="500893"/>
            </a:xfrm>
          </p:grpSpPr>
          <p:sp>
            <p:nvSpPr>
              <p:cNvPr id="10353" name="Google Shape;10353;p5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54" name="Google Shape;10354;p5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355" name="Google Shape;10355;p59"/>
            <p:cNvGrpSpPr/>
            <p:nvPr/>
          </p:nvGrpSpPr>
          <p:grpSpPr>
            <a:xfrm>
              <a:off x="1348050" y="3296613"/>
              <a:ext cx="1706152" cy="1024800"/>
              <a:chOff x="1348050" y="3296613"/>
              <a:chExt cx="1706152" cy="1024800"/>
            </a:xfrm>
          </p:grpSpPr>
          <p:sp>
            <p:nvSpPr>
              <p:cNvPr id="10356" name="Google Shape;10356;p5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57" name="Google Shape;10357;p5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58" name="Google Shape;10358;p5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59" name="Google Shape;10359;p5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60" name="Google Shape;10360;p5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361" name="Google Shape;10361;p59"/>
            <p:cNvGrpSpPr/>
            <p:nvPr/>
          </p:nvGrpSpPr>
          <p:grpSpPr>
            <a:xfrm>
              <a:off x="1455707" y="3654858"/>
              <a:ext cx="1491150" cy="417657"/>
              <a:chOff x="1455707" y="3654858"/>
              <a:chExt cx="1491150" cy="417657"/>
            </a:xfrm>
          </p:grpSpPr>
          <p:sp>
            <p:nvSpPr>
              <p:cNvPr id="10362" name="Google Shape;10362;p5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382" name="Google Shape;10382;p59"/>
          <p:cNvGraphicFramePr/>
          <p:nvPr/>
        </p:nvGraphicFramePr>
        <p:xfrm>
          <a:off x="5937787" y="2153834"/>
          <a:ext cx="3000000" cy="3000000"/>
        </p:xfrm>
        <a:graphic>
          <a:graphicData uri="http://schemas.openxmlformats.org/drawingml/2006/table">
            <a:tbl>
              <a:tblPr>
                <a:noFill/>
                <a:tableStyleId>{3995B425-9068-444C-9E04-3A0A5D86270C}</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10"/>
                      </a:srgbClr>
                    </a:solidFill>
                  </a:tcPr>
                </a:tc>
              </a:tr>
            </a:tbl>
          </a:graphicData>
        </a:graphic>
      </p:graphicFrame>
      <p:grpSp>
        <p:nvGrpSpPr>
          <p:cNvPr id="10383" name="Google Shape;10383;p59"/>
          <p:cNvGrpSpPr/>
          <p:nvPr/>
        </p:nvGrpSpPr>
        <p:grpSpPr>
          <a:xfrm>
            <a:off x="710464" y="981599"/>
            <a:ext cx="2396505" cy="976502"/>
            <a:chOff x="749309" y="1112739"/>
            <a:chExt cx="2371603" cy="976502"/>
          </a:xfrm>
        </p:grpSpPr>
        <p:grpSp>
          <p:nvGrpSpPr>
            <p:cNvPr id="10384" name="Google Shape;10384;p59"/>
            <p:cNvGrpSpPr/>
            <p:nvPr/>
          </p:nvGrpSpPr>
          <p:grpSpPr>
            <a:xfrm>
              <a:off x="1092126" y="1112739"/>
              <a:ext cx="2028786" cy="975464"/>
              <a:chOff x="1092126" y="1112739"/>
              <a:chExt cx="2028786" cy="975464"/>
            </a:xfrm>
          </p:grpSpPr>
          <p:sp>
            <p:nvSpPr>
              <p:cNvPr id="10385" name="Google Shape;10385;p5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59"/>
            <p:cNvGrpSpPr/>
            <p:nvPr/>
          </p:nvGrpSpPr>
          <p:grpSpPr>
            <a:xfrm>
              <a:off x="749309" y="1112739"/>
              <a:ext cx="314700" cy="975464"/>
              <a:chOff x="749309" y="1112739"/>
              <a:chExt cx="314700" cy="975464"/>
            </a:xfrm>
          </p:grpSpPr>
          <p:sp>
            <p:nvSpPr>
              <p:cNvPr id="10410" name="Google Shape;10410;p5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4" name="Google Shape;10414;p5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418" name="Google Shape;10418;p59"/>
          <p:cNvGraphicFramePr/>
          <p:nvPr/>
        </p:nvGraphicFramePr>
        <p:xfrm>
          <a:off x="5937812" y="981584"/>
          <a:ext cx="3000000" cy="3000000"/>
        </p:xfrm>
        <a:graphic>
          <a:graphicData uri="http://schemas.openxmlformats.org/drawingml/2006/table">
            <a:tbl>
              <a:tblPr>
                <a:noFill/>
                <a:tableStyleId>{3995B425-9068-444C-9E04-3A0A5D86270C}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0419" name="Google Shape;10419;p59"/>
          <p:cNvGraphicFramePr/>
          <p:nvPr/>
        </p:nvGraphicFramePr>
        <p:xfrm>
          <a:off x="3358675" y="2153834"/>
          <a:ext cx="3000000" cy="3000000"/>
        </p:xfrm>
        <a:graphic>
          <a:graphicData uri="http://schemas.openxmlformats.org/drawingml/2006/table">
            <a:tbl>
              <a:tblPr>
                <a:noFill/>
                <a:tableStyleId>{3995B425-9068-444C-9E04-3A0A5D86270C}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0420" name="Google Shape;10420;p59"/>
          <p:cNvGrpSpPr/>
          <p:nvPr/>
        </p:nvGrpSpPr>
        <p:grpSpPr>
          <a:xfrm>
            <a:off x="3360661" y="3144795"/>
            <a:ext cx="2363377" cy="1047062"/>
            <a:chOff x="3358399" y="3285485"/>
            <a:chExt cx="2363377" cy="1047062"/>
          </a:xfrm>
        </p:grpSpPr>
        <p:grpSp>
          <p:nvGrpSpPr>
            <p:cNvPr id="10421" name="Google Shape;10421;p59"/>
            <p:cNvGrpSpPr/>
            <p:nvPr/>
          </p:nvGrpSpPr>
          <p:grpSpPr>
            <a:xfrm>
              <a:off x="3358412" y="3285485"/>
              <a:ext cx="2363244" cy="139500"/>
              <a:chOff x="3358412" y="3285485"/>
              <a:chExt cx="2363244" cy="139500"/>
            </a:xfrm>
          </p:grpSpPr>
          <p:sp>
            <p:nvSpPr>
              <p:cNvPr id="10422" name="Google Shape;10422;p5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59"/>
            <p:cNvGrpSpPr/>
            <p:nvPr/>
          </p:nvGrpSpPr>
          <p:grpSpPr>
            <a:xfrm>
              <a:off x="3358412" y="3466996"/>
              <a:ext cx="2363244" cy="139500"/>
              <a:chOff x="3358412" y="3466996"/>
              <a:chExt cx="2363244" cy="139500"/>
            </a:xfrm>
          </p:grpSpPr>
          <p:sp>
            <p:nvSpPr>
              <p:cNvPr id="10428" name="Google Shape;10428;p5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59"/>
            <p:cNvGrpSpPr/>
            <p:nvPr/>
          </p:nvGrpSpPr>
          <p:grpSpPr>
            <a:xfrm>
              <a:off x="3358412" y="3648507"/>
              <a:ext cx="2363244" cy="139500"/>
              <a:chOff x="3358412" y="3648507"/>
              <a:chExt cx="2363244" cy="139500"/>
            </a:xfrm>
          </p:grpSpPr>
          <p:sp>
            <p:nvSpPr>
              <p:cNvPr id="10434" name="Google Shape;10434;p5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59"/>
            <p:cNvGrpSpPr/>
            <p:nvPr/>
          </p:nvGrpSpPr>
          <p:grpSpPr>
            <a:xfrm>
              <a:off x="3358412" y="3830018"/>
              <a:ext cx="2363244" cy="139500"/>
              <a:chOff x="3358412" y="3830018"/>
              <a:chExt cx="2363244" cy="139500"/>
            </a:xfrm>
          </p:grpSpPr>
          <p:sp>
            <p:nvSpPr>
              <p:cNvPr id="10440" name="Google Shape;10440;p5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59"/>
            <p:cNvGrpSpPr/>
            <p:nvPr/>
          </p:nvGrpSpPr>
          <p:grpSpPr>
            <a:xfrm>
              <a:off x="3358399" y="4011514"/>
              <a:ext cx="2363377" cy="139537"/>
              <a:chOff x="3294800" y="4134603"/>
              <a:chExt cx="2638876" cy="152400"/>
            </a:xfrm>
          </p:grpSpPr>
          <p:sp>
            <p:nvSpPr>
              <p:cNvPr id="10446" name="Google Shape;10446;p5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59"/>
            <p:cNvGrpSpPr/>
            <p:nvPr/>
          </p:nvGrpSpPr>
          <p:grpSpPr>
            <a:xfrm>
              <a:off x="3358399" y="4193010"/>
              <a:ext cx="2363377" cy="139537"/>
              <a:chOff x="3294800" y="4134603"/>
              <a:chExt cx="2638876" cy="152400"/>
            </a:xfrm>
          </p:grpSpPr>
          <p:sp>
            <p:nvSpPr>
              <p:cNvPr id="10452" name="Google Shape;10452;p5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457" name="Google Shape;10457;p59"/>
          <p:cNvGraphicFramePr/>
          <p:nvPr/>
        </p:nvGraphicFramePr>
        <p:xfrm>
          <a:off x="711463" y="2153834"/>
          <a:ext cx="3000000" cy="3000000"/>
        </p:xfrm>
        <a:graphic>
          <a:graphicData uri="http://schemas.openxmlformats.org/drawingml/2006/table">
            <a:tbl>
              <a:tblPr>
                <a:noFill/>
                <a:tableStyleId>{3995B425-9068-444C-9E04-3A0A5D86270C}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458" name="Google Shape;10458;p59"/>
          <p:cNvGrpSpPr/>
          <p:nvPr/>
        </p:nvGrpSpPr>
        <p:grpSpPr>
          <a:xfrm>
            <a:off x="4161132" y="2557649"/>
            <a:ext cx="1302095" cy="60959"/>
            <a:chOff x="3558802" y="4011427"/>
            <a:chExt cx="1866000" cy="111300"/>
          </a:xfrm>
        </p:grpSpPr>
        <p:sp>
          <p:nvSpPr>
            <p:cNvPr id="10459" name="Google Shape;10459;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59"/>
          <p:cNvGrpSpPr/>
          <p:nvPr/>
        </p:nvGrpSpPr>
        <p:grpSpPr>
          <a:xfrm>
            <a:off x="4706620" y="2839808"/>
            <a:ext cx="914340" cy="60959"/>
            <a:chOff x="3558802" y="4011427"/>
            <a:chExt cx="1866000" cy="111300"/>
          </a:xfrm>
        </p:grpSpPr>
        <p:sp>
          <p:nvSpPr>
            <p:cNvPr id="10462" name="Google Shape;10462;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59"/>
          <p:cNvGrpSpPr/>
          <p:nvPr/>
        </p:nvGrpSpPr>
        <p:grpSpPr>
          <a:xfrm>
            <a:off x="5871419" y="3167606"/>
            <a:ext cx="2522867" cy="1001454"/>
            <a:chOff x="1904318" y="789980"/>
            <a:chExt cx="1489472" cy="606868"/>
          </a:xfrm>
        </p:grpSpPr>
        <p:cxnSp>
          <p:nvCxnSpPr>
            <p:cNvPr id="10465" name="Google Shape;10465;p5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466" name="Google Shape;10466;p5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467" name="Google Shape;10467;p5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468" name="Google Shape;10468;p59"/>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0469" name="Google Shape;10469;p59"/>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0470" name="Google Shape;10470;p59"/>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0471" name="Google Shape;10471;p59"/>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0472" name="Google Shape;10472;p5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9"/>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0479" name="Google Shape;10479;p59"/>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0480" name="Google Shape;10480;p59"/>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0481" name="Google Shape;10481;p5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59"/>
          <p:cNvGrpSpPr/>
          <p:nvPr/>
        </p:nvGrpSpPr>
        <p:grpSpPr>
          <a:xfrm>
            <a:off x="3355824" y="951642"/>
            <a:ext cx="2363393" cy="1005865"/>
            <a:chOff x="3292400" y="1193188"/>
            <a:chExt cx="2615240" cy="1131075"/>
          </a:xfrm>
        </p:grpSpPr>
        <p:sp>
          <p:nvSpPr>
            <p:cNvPr id="10483" name="Google Shape;10483;p5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484" name="Google Shape;10484;p5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485" name="Google Shape;10485;p5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0486" name="Google Shape;10486;p5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0487" name="Google Shape;10487;p5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0488" name="Google Shape;10488;p5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0489" name="Google Shape;10489;p5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0490" name="Google Shape;10490;p5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0491" name="Google Shape;10491;p5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0492" name="Google Shape;10492;p5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0493" name="Google Shape;10493;p5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494" name="Google Shape;10494;p5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0495" name="Google Shape;10495;p5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496" name="Google Shape;10496;p5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0497" name="Google Shape;10497;p59"/>
            <p:cNvGrpSpPr/>
            <p:nvPr/>
          </p:nvGrpSpPr>
          <p:grpSpPr>
            <a:xfrm>
              <a:off x="3748438" y="1378608"/>
              <a:ext cx="2159202" cy="903971"/>
              <a:chOff x="1683525" y="2179850"/>
              <a:chExt cx="4519050" cy="2134525"/>
            </a:xfrm>
          </p:grpSpPr>
          <p:sp>
            <p:nvSpPr>
              <p:cNvPr id="10498" name="Google Shape;10498;p5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499" name="Google Shape;10499;p5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0" name="Google Shape;10500;p5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1" name="Google Shape;10501;p5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2" name="Google Shape;10502;p5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3" name="Google Shape;10503;p5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4" name="Google Shape;10504;p5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5" name="Google Shape;10505;p5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6" name="Google Shape;10506;p5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7" name="Google Shape;10507;p5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8" name="Google Shape;10508;p5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509" name="Google Shape;10509;p5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3" name="Shape 10513"/>
        <p:cNvGrpSpPr/>
        <p:nvPr/>
      </p:nvGrpSpPr>
      <p:grpSpPr>
        <a:xfrm>
          <a:off x="0" y="0"/>
          <a:ext cx="0" cy="0"/>
          <a:chOff x="0" y="0"/>
          <a:chExt cx="0" cy="0"/>
        </a:xfrm>
      </p:grpSpPr>
      <p:grpSp>
        <p:nvGrpSpPr>
          <p:cNvPr id="10514" name="Google Shape;10514;p60"/>
          <p:cNvGrpSpPr/>
          <p:nvPr/>
        </p:nvGrpSpPr>
        <p:grpSpPr>
          <a:xfrm>
            <a:off x="4796690" y="970936"/>
            <a:ext cx="745431" cy="718863"/>
            <a:chOff x="4249973" y="1201875"/>
            <a:chExt cx="1958568" cy="1888762"/>
          </a:xfrm>
        </p:grpSpPr>
        <p:sp>
          <p:nvSpPr>
            <p:cNvPr id="10515" name="Google Shape;10515;p6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6" name="Google Shape;10516;p60"/>
            <p:cNvGrpSpPr/>
            <p:nvPr/>
          </p:nvGrpSpPr>
          <p:grpSpPr>
            <a:xfrm>
              <a:off x="5853086" y="1789142"/>
              <a:ext cx="355454" cy="1048099"/>
              <a:chOff x="5576108" y="2016725"/>
              <a:chExt cx="565200" cy="1666560"/>
            </a:xfrm>
          </p:grpSpPr>
          <p:sp>
            <p:nvSpPr>
              <p:cNvPr id="10517" name="Google Shape;10517;p6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518" name="Google Shape;10518;p6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60"/>
            <p:cNvGrpSpPr/>
            <p:nvPr/>
          </p:nvGrpSpPr>
          <p:grpSpPr>
            <a:xfrm>
              <a:off x="4869455" y="2691676"/>
              <a:ext cx="1013897" cy="398961"/>
              <a:chOff x="4012057" y="3451825"/>
              <a:chExt cx="1612175" cy="634379"/>
            </a:xfrm>
          </p:grpSpPr>
          <p:sp>
            <p:nvSpPr>
              <p:cNvPr id="10520" name="Google Shape;10520;p6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521" name="Google Shape;10521;p6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60"/>
            <p:cNvGrpSpPr/>
            <p:nvPr/>
          </p:nvGrpSpPr>
          <p:grpSpPr>
            <a:xfrm>
              <a:off x="4276937" y="2155961"/>
              <a:ext cx="651965" cy="891358"/>
              <a:chOff x="3069908" y="2599997"/>
              <a:chExt cx="1036675" cy="1417328"/>
            </a:xfrm>
          </p:grpSpPr>
          <p:sp>
            <p:nvSpPr>
              <p:cNvPr id="10523" name="Google Shape;10523;p6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524" name="Google Shape;10524;p6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60"/>
            <p:cNvGrpSpPr/>
            <p:nvPr/>
          </p:nvGrpSpPr>
          <p:grpSpPr>
            <a:xfrm>
              <a:off x="5054918" y="1201875"/>
              <a:ext cx="999548" cy="602711"/>
              <a:chOff x="4306958" y="1082925"/>
              <a:chExt cx="1589359" cy="958358"/>
            </a:xfrm>
          </p:grpSpPr>
          <p:sp>
            <p:nvSpPr>
              <p:cNvPr id="10526" name="Google Shape;10526;p6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527" name="Google Shape;10527;p6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60"/>
            <p:cNvGrpSpPr/>
            <p:nvPr/>
          </p:nvGrpSpPr>
          <p:grpSpPr>
            <a:xfrm>
              <a:off x="4249973" y="1303451"/>
              <a:ext cx="799317" cy="841334"/>
              <a:chOff x="3027033" y="1244439"/>
              <a:chExt cx="1270977" cy="1337786"/>
            </a:xfrm>
          </p:grpSpPr>
          <p:sp>
            <p:nvSpPr>
              <p:cNvPr id="10529" name="Google Shape;10529;p6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530" name="Google Shape;10530;p6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31" name="Google Shape;10531;p60"/>
          <p:cNvGrpSpPr/>
          <p:nvPr/>
        </p:nvGrpSpPr>
        <p:grpSpPr>
          <a:xfrm>
            <a:off x="713063" y="1849386"/>
            <a:ext cx="761767" cy="729896"/>
            <a:chOff x="2657744" y="2337745"/>
            <a:chExt cx="832987" cy="798137"/>
          </a:xfrm>
        </p:grpSpPr>
        <p:sp>
          <p:nvSpPr>
            <p:cNvPr id="10532" name="Google Shape;10532;p6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60"/>
          <p:cNvGrpSpPr/>
          <p:nvPr/>
        </p:nvGrpSpPr>
        <p:grpSpPr>
          <a:xfrm>
            <a:off x="3224027" y="1852592"/>
            <a:ext cx="685569" cy="723586"/>
            <a:chOff x="3398134" y="2057755"/>
            <a:chExt cx="704087" cy="743130"/>
          </a:xfrm>
        </p:grpSpPr>
        <p:grpSp>
          <p:nvGrpSpPr>
            <p:cNvPr id="10539" name="Google Shape;10539;p60"/>
            <p:cNvGrpSpPr/>
            <p:nvPr/>
          </p:nvGrpSpPr>
          <p:grpSpPr>
            <a:xfrm>
              <a:off x="3398134" y="2290183"/>
              <a:ext cx="315300" cy="219900"/>
              <a:chOff x="3398134" y="2290183"/>
              <a:chExt cx="315300" cy="219900"/>
            </a:xfrm>
          </p:grpSpPr>
          <p:sp>
            <p:nvSpPr>
              <p:cNvPr id="10540" name="Google Shape;10540;p6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541" name="Google Shape;10541;p60"/>
              <p:cNvCxnSpPr>
                <a:stCxn id="1054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542" name="Google Shape;10542;p60"/>
            <p:cNvGrpSpPr/>
            <p:nvPr/>
          </p:nvGrpSpPr>
          <p:grpSpPr>
            <a:xfrm>
              <a:off x="3547823" y="2467358"/>
              <a:ext cx="219900" cy="333527"/>
              <a:chOff x="3547823" y="2467358"/>
              <a:chExt cx="219900" cy="333527"/>
            </a:xfrm>
          </p:grpSpPr>
          <p:sp>
            <p:nvSpPr>
              <p:cNvPr id="10543" name="Google Shape;10543;p6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544" name="Google Shape;10544;p6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545" name="Google Shape;10545;p60"/>
            <p:cNvGrpSpPr/>
            <p:nvPr/>
          </p:nvGrpSpPr>
          <p:grpSpPr>
            <a:xfrm>
              <a:off x="3734138" y="2467358"/>
              <a:ext cx="219900" cy="333527"/>
              <a:chOff x="3734138" y="2467358"/>
              <a:chExt cx="219900" cy="333527"/>
            </a:xfrm>
          </p:grpSpPr>
          <p:sp>
            <p:nvSpPr>
              <p:cNvPr id="10546" name="Google Shape;10546;p6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547" name="Google Shape;10547;p6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548" name="Google Shape;10548;p60"/>
            <p:cNvGrpSpPr/>
            <p:nvPr/>
          </p:nvGrpSpPr>
          <p:grpSpPr>
            <a:xfrm>
              <a:off x="3787560" y="2288011"/>
              <a:ext cx="314661" cy="219900"/>
              <a:chOff x="3787560" y="2288011"/>
              <a:chExt cx="314661" cy="219900"/>
            </a:xfrm>
          </p:grpSpPr>
          <p:sp>
            <p:nvSpPr>
              <p:cNvPr id="10549" name="Google Shape;10549;p6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550" name="Google Shape;10550;p6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551" name="Google Shape;10551;p60"/>
            <p:cNvGrpSpPr/>
            <p:nvPr/>
          </p:nvGrpSpPr>
          <p:grpSpPr>
            <a:xfrm>
              <a:off x="3637290" y="2057755"/>
              <a:ext cx="219900" cy="335499"/>
              <a:chOff x="3637290" y="2057755"/>
              <a:chExt cx="219900" cy="335499"/>
            </a:xfrm>
          </p:grpSpPr>
          <p:sp>
            <p:nvSpPr>
              <p:cNvPr id="10552" name="Google Shape;10552;p6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553" name="Google Shape;10553;p6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554" name="Google Shape;10554;p60"/>
          <p:cNvGrpSpPr/>
          <p:nvPr/>
        </p:nvGrpSpPr>
        <p:grpSpPr>
          <a:xfrm>
            <a:off x="4899249" y="1859288"/>
            <a:ext cx="710153" cy="710153"/>
            <a:chOff x="5007123" y="2079403"/>
            <a:chExt cx="687600" cy="687600"/>
          </a:xfrm>
        </p:grpSpPr>
        <p:sp>
          <p:nvSpPr>
            <p:cNvPr id="10555" name="Google Shape;10555;p6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60"/>
          <p:cNvGrpSpPr/>
          <p:nvPr/>
        </p:nvGrpSpPr>
        <p:grpSpPr>
          <a:xfrm>
            <a:off x="5708687" y="1853794"/>
            <a:ext cx="720998" cy="721183"/>
            <a:chOff x="5797446" y="2063053"/>
            <a:chExt cx="698100" cy="698280"/>
          </a:xfrm>
        </p:grpSpPr>
        <p:sp>
          <p:nvSpPr>
            <p:cNvPr id="10560" name="Google Shape;10560;p6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60"/>
          <p:cNvGrpSpPr/>
          <p:nvPr/>
        </p:nvGrpSpPr>
        <p:grpSpPr>
          <a:xfrm>
            <a:off x="8153834" y="3499399"/>
            <a:ext cx="280585" cy="673164"/>
            <a:chOff x="8075075" y="3754290"/>
            <a:chExt cx="255612" cy="613194"/>
          </a:xfrm>
        </p:grpSpPr>
        <p:grpSp>
          <p:nvGrpSpPr>
            <p:cNvPr id="10565" name="Google Shape;10565;p60"/>
            <p:cNvGrpSpPr/>
            <p:nvPr/>
          </p:nvGrpSpPr>
          <p:grpSpPr>
            <a:xfrm>
              <a:off x="8075075" y="3754290"/>
              <a:ext cx="255612" cy="613194"/>
              <a:chOff x="8075075" y="3754290"/>
              <a:chExt cx="255612" cy="613194"/>
            </a:xfrm>
          </p:grpSpPr>
          <p:sp>
            <p:nvSpPr>
              <p:cNvPr id="10566" name="Google Shape;10566;p6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8" name="Google Shape;10568;p6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60"/>
          <p:cNvGrpSpPr/>
          <p:nvPr/>
        </p:nvGrpSpPr>
        <p:grpSpPr>
          <a:xfrm>
            <a:off x="5270892" y="3488196"/>
            <a:ext cx="470352" cy="683745"/>
            <a:chOff x="1697726" y="3244179"/>
            <a:chExt cx="788124" cy="1146069"/>
          </a:xfrm>
        </p:grpSpPr>
        <p:sp>
          <p:nvSpPr>
            <p:cNvPr id="10570" name="Google Shape;10570;p6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2" name="Google Shape;10572;p60"/>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3" name="Google Shape;10573;p60"/>
          <p:cNvGrpSpPr/>
          <p:nvPr/>
        </p:nvGrpSpPr>
        <p:grpSpPr>
          <a:xfrm>
            <a:off x="5892043" y="3499398"/>
            <a:ext cx="293891" cy="293845"/>
            <a:chOff x="6134814" y="3754290"/>
            <a:chExt cx="293891" cy="293845"/>
          </a:xfrm>
        </p:grpSpPr>
        <p:sp>
          <p:nvSpPr>
            <p:cNvPr id="10574" name="Google Shape;10574;p6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60"/>
          <p:cNvGrpSpPr/>
          <p:nvPr/>
        </p:nvGrpSpPr>
        <p:grpSpPr>
          <a:xfrm>
            <a:off x="5892043" y="3878069"/>
            <a:ext cx="293891" cy="293891"/>
            <a:chOff x="6134814" y="4086186"/>
            <a:chExt cx="293891" cy="293891"/>
          </a:xfrm>
        </p:grpSpPr>
        <p:sp>
          <p:nvSpPr>
            <p:cNvPr id="10577" name="Google Shape;10577;p6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9" name="Google Shape;10579;p60"/>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0"/>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1" name="Google Shape;10581;p60"/>
          <p:cNvGrpSpPr/>
          <p:nvPr/>
        </p:nvGrpSpPr>
        <p:grpSpPr>
          <a:xfrm>
            <a:off x="7817018" y="2706762"/>
            <a:ext cx="622883" cy="621944"/>
            <a:chOff x="1187048" y="238125"/>
            <a:chExt cx="5256397" cy="5248476"/>
          </a:xfrm>
        </p:grpSpPr>
        <p:sp>
          <p:nvSpPr>
            <p:cNvPr id="10582" name="Google Shape;10582;p6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60"/>
          <p:cNvGrpSpPr/>
          <p:nvPr/>
        </p:nvGrpSpPr>
        <p:grpSpPr>
          <a:xfrm>
            <a:off x="2274123" y="2716370"/>
            <a:ext cx="1310987" cy="612407"/>
            <a:chOff x="238125" y="1188750"/>
            <a:chExt cx="7140450" cy="3335550"/>
          </a:xfrm>
        </p:grpSpPr>
        <p:sp>
          <p:nvSpPr>
            <p:cNvPr id="10587" name="Google Shape;10587;p6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60"/>
          <p:cNvGrpSpPr/>
          <p:nvPr/>
        </p:nvGrpSpPr>
        <p:grpSpPr>
          <a:xfrm>
            <a:off x="6599995" y="2706925"/>
            <a:ext cx="1110299" cy="621702"/>
            <a:chOff x="238125" y="1335475"/>
            <a:chExt cx="5418735" cy="3034175"/>
          </a:xfrm>
        </p:grpSpPr>
        <p:sp>
          <p:nvSpPr>
            <p:cNvPr id="10593" name="Google Shape;10593;p6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60"/>
          <p:cNvGrpSpPr/>
          <p:nvPr/>
        </p:nvGrpSpPr>
        <p:grpSpPr>
          <a:xfrm>
            <a:off x="5417655" y="2703822"/>
            <a:ext cx="1074451" cy="627181"/>
            <a:chOff x="5359127" y="2910889"/>
            <a:chExt cx="1097723" cy="640831"/>
          </a:xfrm>
        </p:grpSpPr>
        <p:grpSp>
          <p:nvGrpSpPr>
            <p:cNvPr id="10597" name="Google Shape;10597;p60"/>
            <p:cNvGrpSpPr/>
            <p:nvPr/>
          </p:nvGrpSpPr>
          <p:grpSpPr>
            <a:xfrm>
              <a:off x="5929791" y="3263088"/>
              <a:ext cx="527060" cy="287097"/>
              <a:chOff x="5929791" y="3263088"/>
              <a:chExt cx="527060" cy="287097"/>
            </a:xfrm>
          </p:grpSpPr>
          <p:sp>
            <p:nvSpPr>
              <p:cNvPr id="10598" name="Google Shape;10598;p6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599" name="Google Shape;10599;p6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600" name="Google Shape;10600;p60"/>
            <p:cNvGrpSpPr/>
            <p:nvPr/>
          </p:nvGrpSpPr>
          <p:grpSpPr>
            <a:xfrm>
              <a:off x="5359127" y="3263089"/>
              <a:ext cx="526428" cy="288631"/>
              <a:chOff x="5359127" y="3263089"/>
              <a:chExt cx="526428" cy="288631"/>
            </a:xfrm>
          </p:grpSpPr>
          <p:sp>
            <p:nvSpPr>
              <p:cNvPr id="10601" name="Google Shape;10601;p6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602" name="Google Shape;10602;p6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603" name="Google Shape;10603;p60"/>
            <p:cNvGrpSpPr/>
            <p:nvPr/>
          </p:nvGrpSpPr>
          <p:grpSpPr>
            <a:xfrm>
              <a:off x="5551525" y="2910889"/>
              <a:ext cx="520901" cy="610283"/>
              <a:chOff x="5551525" y="2910889"/>
              <a:chExt cx="520901" cy="610283"/>
            </a:xfrm>
          </p:grpSpPr>
          <p:sp>
            <p:nvSpPr>
              <p:cNvPr id="10604" name="Google Shape;10604;p6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605" name="Google Shape;10605;p6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606" name="Google Shape;10606;p60"/>
            <p:cNvGrpSpPr/>
            <p:nvPr/>
          </p:nvGrpSpPr>
          <p:grpSpPr>
            <a:xfrm>
              <a:off x="5743962" y="2919100"/>
              <a:ext cx="623674" cy="284502"/>
              <a:chOff x="5743962" y="2919100"/>
              <a:chExt cx="623674" cy="284502"/>
            </a:xfrm>
          </p:grpSpPr>
          <p:sp>
            <p:nvSpPr>
              <p:cNvPr id="10607" name="Google Shape;10607;p6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608" name="Google Shape;10608;p6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609" name="Google Shape;10609;p60"/>
          <p:cNvGrpSpPr/>
          <p:nvPr/>
        </p:nvGrpSpPr>
        <p:grpSpPr>
          <a:xfrm>
            <a:off x="7568868" y="1854534"/>
            <a:ext cx="874976" cy="719600"/>
            <a:chOff x="7608988" y="2093194"/>
            <a:chExt cx="817276" cy="672147"/>
          </a:xfrm>
        </p:grpSpPr>
        <p:cxnSp>
          <p:nvCxnSpPr>
            <p:cNvPr id="10610" name="Google Shape;10610;p6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611" name="Google Shape;10611;p6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612" name="Google Shape;10612;p6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613" name="Google Shape;10613;p6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614" name="Google Shape;10614;p6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615" name="Google Shape;10615;p6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616" name="Google Shape;10616;p60"/>
            <p:cNvGrpSpPr/>
            <p:nvPr/>
          </p:nvGrpSpPr>
          <p:grpSpPr>
            <a:xfrm>
              <a:off x="7721175" y="2093194"/>
              <a:ext cx="599587" cy="623846"/>
              <a:chOff x="7721175" y="2093194"/>
              <a:chExt cx="599587" cy="623846"/>
            </a:xfrm>
          </p:grpSpPr>
          <p:grpSp>
            <p:nvGrpSpPr>
              <p:cNvPr id="10617" name="Google Shape;10617;p60"/>
              <p:cNvGrpSpPr/>
              <p:nvPr/>
            </p:nvGrpSpPr>
            <p:grpSpPr>
              <a:xfrm>
                <a:off x="7721175" y="2093194"/>
                <a:ext cx="291605" cy="623846"/>
                <a:chOff x="9405575" y="2061418"/>
                <a:chExt cx="291605" cy="623846"/>
              </a:xfrm>
            </p:grpSpPr>
            <p:sp>
              <p:nvSpPr>
                <p:cNvPr id="10618" name="Google Shape;10618;p6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60"/>
              <p:cNvGrpSpPr/>
              <p:nvPr/>
            </p:nvGrpSpPr>
            <p:grpSpPr>
              <a:xfrm flipH="1">
                <a:off x="8029157" y="2093194"/>
                <a:ext cx="291605" cy="623846"/>
                <a:chOff x="9405575" y="2061418"/>
                <a:chExt cx="291605" cy="623846"/>
              </a:xfrm>
            </p:grpSpPr>
            <p:sp>
              <p:nvSpPr>
                <p:cNvPr id="10626" name="Google Shape;10626;p6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33" name="Google Shape;10633;p60"/>
          <p:cNvGrpSpPr/>
          <p:nvPr/>
        </p:nvGrpSpPr>
        <p:grpSpPr>
          <a:xfrm>
            <a:off x="4013304" y="970936"/>
            <a:ext cx="712557" cy="785901"/>
            <a:chOff x="4206459" y="1191441"/>
            <a:chExt cx="712557" cy="785901"/>
          </a:xfrm>
        </p:grpSpPr>
        <p:sp>
          <p:nvSpPr>
            <p:cNvPr id="10634" name="Google Shape;10634;p6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8" name="Google Shape;10638;p60"/>
            <p:cNvGrpSpPr/>
            <p:nvPr/>
          </p:nvGrpSpPr>
          <p:grpSpPr>
            <a:xfrm>
              <a:off x="4644280" y="1290523"/>
              <a:ext cx="143716" cy="29463"/>
              <a:chOff x="4644280" y="1290523"/>
              <a:chExt cx="143716" cy="29463"/>
            </a:xfrm>
          </p:grpSpPr>
          <p:sp>
            <p:nvSpPr>
              <p:cNvPr id="10639" name="Google Shape;10639;p6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60"/>
            <p:cNvGrpSpPr/>
            <p:nvPr/>
          </p:nvGrpSpPr>
          <p:grpSpPr>
            <a:xfrm>
              <a:off x="4356567" y="1191441"/>
              <a:ext cx="143690" cy="29488"/>
              <a:chOff x="4356567" y="1191441"/>
              <a:chExt cx="143690" cy="29488"/>
            </a:xfrm>
          </p:grpSpPr>
          <p:sp>
            <p:nvSpPr>
              <p:cNvPr id="10644" name="Google Shape;10644;p6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60"/>
            <p:cNvGrpSpPr/>
            <p:nvPr/>
          </p:nvGrpSpPr>
          <p:grpSpPr>
            <a:xfrm>
              <a:off x="4339009" y="1863727"/>
              <a:ext cx="143703" cy="29476"/>
              <a:chOff x="4339009" y="1863727"/>
              <a:chExt cx="143703" cy="29476"/>
            </a:xfrm>
          </p:grpSpPr>
          <p:sp>
            <p:nvSpPr>
              <p:cNvPr id="10649" name="Google Shape;10649;p6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60"/>
            <p:cNvGrpSpPr/>
            <p:nvPr/>
          </p:nvGrpSpPr>
          <p:grpSpPr>
            <a:xfrm>
              <a:off x="4206459" y="1607315"/>
              <a:ext cx="29539" cy="142899"/>
              <a:chOff x="4206459" y="1607315"/>
              <a:chExt cx="29539" cy="142899"/>
            </a:xfrm>
          </p:grpSpPr>
          <p:sp>
            <p:nvSpPr>
              <p:cNvPr id="10654" name="Google Shape;10654;p6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8" name="Google Shape;10658;p6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2" name="Google Shape;10662;p60"/>
            <p:cNvGrpSpPr/>
            <p:nvPr/>
          </p:nvGrpSpPr>
          <p:grpSpPr>
            <a:xfrm>
              <a:off x="4889463" y="1423737"/>
              <a:ext cx="29552" cy="142899"/>
              <a:chOff x="4889463" y="1423737"/>
              <a:chExt cx="29552" cy="142899"/>
            </a:xfrm>
          </p:grpSpPr>
          <p:sp>
            <p:nvSpPr>
              <p:cNvPr id="10663" name="Google Shape;10663;p6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60"/>
            <p:cNvGrpSpPr/>
            <p:nvPr/>
          </p:nvGrpSpPr>
          <p:grpSpPr>
            <a:xfrm>
              <a:off x="4771663" y="1876896"/>
              <a:ext cx="108651" cy="100447"/>
              <a:chOff x="4771663" y="1876896"/>
              <a:chExt cx="108651" cy="100447"/>
            </a:xfrm>
          </p:grpSpPr>
          <p:sp>
            <p:nvSpPr>
              <p:cNvPr id="10668" name="Google Shape;10668;p6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2" name="Google Shape;10672;p60"/>
          <p:cNvGrpSpPr/>
          <p:nvPr/>
        </p:nvGrpSpPr>
        <p:grpSpPr>
          <a:xfrm>
            <a:off x="4008780" y="1854159"/>
            <a:ext cx="791287" cy="720350"/>
            <a:chOff x="267375" y="1071875"/>
            <a:chExt cx="470500" cy="428550"/>
          </a:xfrm>
        </p:grpSpPr>
        <p:sp>
          <p:nvSpPr>
            <p:cNvPr id="10673" name="Google Shape;10673;p6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60"/>
          <p:cNvGrpSpPr/>
          <p:nvPr/>
        </p:nvGrpSpPr>
        <p:grpSpPr>
          <a:xfrm>
            <a:off x="709275" y="3498789"/>
            <a:ext cx="1408444" cy="673166"/>
            <a:chOff x="712664" y="3693287"/>
            <a:chExt cx="1460738" cy="698160"/>
          </a:xfrm>
        </p:grpSpPr>
        <p:grpSp>
          <p:nvGrpSpPr>
            <p:cNvPr id="10682" name="Google Shape;10682;p60"/>
            <p:cNvGrpSpPr/>
            <p:nvPr/>
          </p:nvGrpSpPr>
          <p:grpSpPr>
            <a:xfrm>
              <a:off x="1380079" y="4133090"/>
              <a:ext cx="234048" cy="258099"/>
              <a:chOff x="1380079" y="4133090"/>
              <a:chExt cx="234048" cy="258099"/>
            </a:xfrm>
          </p:grpSpPr>
          <p:sp>
            <p:nvSpPr>
              <p:cNvPr id="10683" name="Google Shape;10683;p6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60"/>
            <p:cNvGrpSpPr/>
            <p:nvPr/>
          </p:nvGrpSpPr>
          <p:grpSpPr>
            <a:xfrm>
              <a:off x="884610" y="3864082"/>
              <a:ext cx="1118566" cy="527275"/>
              <a:chOff x="890961" y="3865463"/>
              <a:chExt cx="1115221" cy="525698"/>
            </a:xfrm>
          </p:grpSpPr>
          <p:sp>
            <p:nvSpPr>
              <p:cNvPr id="10687" name="Google Shape;10687;p6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60"/>
            <p:cNvGrpSpPr/>
            <p:nvPr/>
          </p:nvGrpSpPr>
          <p:grpSpPr>
            <a:xfrm>
              <a:off x="712664" y="3693287"/>
              <a:ext cx="1460738" cy="698160"/>
              <a:chOff x="712664" y="3693025"/>
              <a:chExt cx="1460738" cy="698160"/>
            </a:xfrm>
          </p:grpSpPr>
          <p:sp>
            <p:nvSpPr>
              <p:cNvPr id="10691" name="Google Shape;10691;p6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97" name="Google Shape;10697;p60"/>
          <p:cNvGrpSpPr/>
          <p:nvPr/>
        </p:nvGrpSpPr>
        <p:grpSpPr>
          <a:xfrm>
            <a:off x="3146990" y="970936"/>
            <a:ext cx="795485" cy="738831"/>
            <a:chOff x="3348603" y="1236445"/>
            <a:chExt cx="749256" cy="695894"/>
          </a:xfrm>
        </p:grpSpPr>
        <p:grpSp>
          <p:nvGrpSpPr>
            <p:cNvPr id="10698" name="Google Shape;10698;p60"/>
            <p:cNvGrpSpPr/>
            <p:nvPr/>
          </p:nvGrpSpPr>
          <p:grpSpPr>
            <a:xfrm>
              <a:off x="3583779" y="1236445"/>
              <a:ext cx="293795" cy="285811"/>
              <a:chOff x="3750225" y="1774000"/>
              <a:chExt cx="149575" cy="145525"/>
            </a:xfrm>
          </p:grpSpPr>
          <p:sp>
            <p:nvSpPr>
              <p:cNvPr id="10699" name="Google Shape;10699;p6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60"/>
            <p:cNvGrpSpPr/>
            <p:nvPr/>
          </p:nvGrpSpPr>
          <p:grpSpPr>
            <a:xfrm>
              <a:off x="3775534" y="1462599"/>
              <a:ext cx="322325" cy="285958"/>
              <a:chOff x="3847850" y="1889150"/>
              <a:chExt cx="164100" cy="145600"/>
            </a:xfrm>
          </p:grpSpPr>
          <p:sp>
            <p:nvSpPr>
              <p:cNvPr id="10702" name="Google Shape;10702;p6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60"/>
            <p:cNvGrpSpPr/>
            <p:nvPr/>
          </p:nvGrpSpPr>
          <p:grpSpPr>
            <a:xfrm>
              <a:off x="3545329" y="1646528"/>
              <a:ext cx="293746" cy="285811"/>
              <a:chOff x="3730650" y="1982800"/>
              <a:chExt cx="149550" cy="145525"/>
            </a:xfrm>
          </p:grpSpPr>
          <p:sp>
            <p:nvSpPr>
              <p:cNvPr id="10705" name="Google Shape;10705;p6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60"/>
            <p:cNvGrpSpPr/>
            <p:nvPr/>
          </p:nvGrpSpPr>
          <p:grpSpPr>
            <a:xfrm>
              <a:off x="3348603" y="1415046"/>
              <a:ext cx="294384" cy="284387"/>
              <a:chOff x="3630494" y="1864938"/>
              <a:chExt cx="149875" cy="144800"/>
            </a:xfrm>
          </p:grpSpPr>
          <p:sp>
            <p:nvSpPr>
              <p:cNvPr id="10708" name="Google Shape;10708;p6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10" name="Google Shape;10710;p60"/>
          <p:cNvGrpSpPr/>
          <p:nvPr/>
        </p:nvGrpSpPr>
        <p:grpSpPr>
          <a:xfrm>
            <a:off x="2268517" y="3493832"/>
            <a:ext cx="1324924" cy="678083"/>
            <a:chOff x="2413923" y="3711366"/>
            <a:chExt cx="1374117" cy="703260"/>
          </a:xfrm>
        </p:grpSpPr>
        <p:grpSp>
          <p:nvGrpSpPr>
            <p:cNvPr id="10711" name="Google Shape;10711;p60"/>
            <p:cNvGrpSpPr/>
            <p:nvPr/>
          </p:nvGrpSpPr>
          <p:grpSpPr>
            <a:xfrm>
              <a:off x="2413923" y="3711366"/>
              <a:ext cx="1374117" cy="703260"/>
              <a:chOff x="2413923" y="3711366"/>
              <a:chExt cx="1374117" cy="703260"/>
            </a:xfrm>
          </p:grpSpPr>
          <p:sp>
            <p:nvSpPr>
              <p:cNvPr id="10712" name="Google Shape;10712;p6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3" name="Google Shape;10713;p60"/>
              <p:cNvGrpSpPr/>
              <p:nvPr/>
            </p:nvGrpSpPr>
            <p:grpSpPr>
              <a:xfrm>
                <a:off x="2600284" y="3808654"/>
                <a:ext cx="234506" cy="138009"/>
                <a:chOff x="2600284" y="3808654"/>
                <a:chExt cx="234506" cy="138009"/>
              </a:xfrm>
            </p:grpSpPr>
            <p:sp>
              <p:nvSpPr>
                <p:cNvPr id="10714" name="Google Shape;10714;p6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5" name="Google Shape;10715;p6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716" name="Google Shape;10716;p60"/>
              <p:cNvGrpSpPr/>
              <p:nvPr/>
            </p:nvGrpSpPr>
            <p:grpSpPr>
              <a:xfrm>
                <a:off x="3359659" y="3805664"/>
                <a:ext cx="232294" cy="141000"/>
                <a:chOff x="3359659" y="3805664"/>
                <a:chExt cx="232294" cy="141000"/>
              </a:xfrm>
            </p:grpSpPr>
            <p:sp>
              <p:nvSpPr>
                <p:cNvPr id="10717" name="Google Shape;10717;p6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8" name="Google Shape;10718;p6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719" name="Google Shape;10719;p60"/>
              <p:cNvGrpSpPr/>
              <p:nvPr/>
            </p:nvGrpSpPr>
            <p:grpSpPr>
              <a:xfrm>
                <a:off x="3067316" y="3711366"/>
                <a:ext cx="66900" cy="166809"/>
                <a:chOff x="3067316" y="3711366"/>
                <a:chExt cx="66900" cy="166809"/>
              </a:xfrm>
            </p:grpSpPr>
            <p:sp>
              <p:nvSpPr>
                <p:cNvPr id="10720" name="Google Shape;10720;p6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21" name="Google Shape;10721;p6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722" name="Google Shape;10722;p60"/>
              <p:cNvGrpSpPr/>
              <p:nvPr/>
            </p:nvGrpSpPr>
            <p:grpSpPr>
              <a:xfrm>
                <a:off x="2413923" y="4058666"/>
                <a:ext cx="224119" cy="66900"/>
                <a:chOff x="2413923" y="4058666"/>
                <a:chExt cx="224119" cy="66900"/>
              </a:xfrm>
            </p:grpSpPr>
            <p:sp>
              <p:nvSpPr>
                <p:cNvPr id="10723" name="Google Shape;10723;p6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24" name="Google Shape;10724;p6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725" name="Google Shape;10725;p60"/>
              <p:cNvGrpSpPr/>
              <p:nvPr/>
            </p:nvGrpSpPr>
            <p:grpSpPr>
              <a:xfrm>
                <a:off x="3564643" y="4058666"/>
                <a:ext cx="223397" cy="66900"/>
                <a:chOff x="3564643" y="4058666"/>
                <a:chExt cx="223397" cy="66900"/>
              </a:xfrm>
            </p:grpSpPr>
            <p:sp>
              <p:nvSpPr>
                <p:cNvPr id="10726" name="Google Shape;10726;p6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27" name="Google Shape;10727;p6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728" name="Google Shape;10728;p60"/>
            <p:cNvGrpSpPr/>
            <p:nvPr/>
          </p:nvGrpSpPr>
          <p:grpSpPr>
            <a:xfrm>
              <a:off x="2633353" y="3965763"/>
              <a:ext cx="933975" cy="445687"/>
              <a:chOff x="2633353" y="3965763"/>
              <a:chExt cx="933975" cy="445687"/>
            </a:xfrm>
          </p:grpSpPr>
          <p:sp>
            <p:nvSpPr>
              <p:cNvPr id="10729" name="Google Shape;10729;p6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31" name="Google Shape;10731;p60"/>
          <p:cNvGrpSpPr/>
          <p:nvPr/>
        </p:nvGrpSpPr>
        <p:grpSpPr>
          <a:xfrm>
            <a:off x="6392789" y="1044380"/>
            <a:ext cx="1131087" cy="587383"/>
            <a:chOff x="238125" y="999450"/>
            <a:chExt cx="7140700" cy="3708225"/>
          </a:xfrm>
        </p:grpSpPr>
        <p:sp>
          <p:nvSpPr>
            <p:cNvPr id="10732" name="Google Shape;10732;p6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60"/>
          <p:cNvGrpSpPr/>
          <p:nvPr/>
        </p:nvGrpSpPr>
        <p:grpSpPr>
          <a:xfrm>
            <a:off x="3744240" y="3493874"/>
            <a:ext cx="1375854" cy="678131"/>
            <a:chOff x="3913765" y="3641905"/>
            <a:chExt cx="1522805" cy="750560"/>
          </a:xfrm>
        </p:grpSpPr>
        <p:grpSp>
          <p:nvGrpSpPr>
            <p:cNvPr id="10742" name="Google Shape;10742;p60"/>
            <p:cNvGrpSpPr/>
            <p:nvPr/>
          </p:nvGrpSpPr>
          <p:grpSpPr>
            <a:xfrm>
              <a:off x="3913765" y="3997002"/>
              <a:ext cx="1522805" cy="395463"/>
              <a:chOff x="3913765" y="3997002"/>
              <a:chExt cx="1522805" cy="395463"/>
            </a:xfrm>
          </p:grpSpPr>
          <p:grpSp>
            <p:nvGrpSpPr>
              <p:cNvPr id="10743" name="Google Shape;10743;p60"/>
              <p:cNvGrpSpPr/>
              <p:nvPr/>
            </p:nvGrpSpPr>
            <p:grpSpPr>
              <a:xfrm>
                <a:off x="3913765" y="4138659"/>
                <a:ext cx="507602" cy="253806"/>
                <a:chOff x="3913765" y="4138659"/>
                <a:chExt cx="507602" cy="253806"/>
              </a:xfrm>
            </p:grpSpPr>
            <p:sp>
              <p:nvSpPr>
                <p:cNvPr id="10744" name="Google Shape;10744;p6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746" name="Google Shape;10746;p60"/>
              <p:cNvGrpSpPr/>
              <p:nvPr/>
            </p:nvGrpSpPr>
            <p:grpSpPr>
              <a:xfrm>
                <a:off x="4421361" y="3997002"/>
                <a:ext cx="507618" cy="395463"/>
                <a:chOff x="4421361" y="3997002"/>
                <a:chExt cx="507618" cy="395463"/>
              </a:xfrm>
            </p:grpSpPr>
            <p:sp>
              <p:nvSpPr>
                <p:cNvPr id="10747" name="Google Shape;10747;p6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60"/>
              <p:cNvGrpSpPr/>
              <p:nvPr/>
            </p:nvGrpSpPr>
            <p:grpSpPr>
              <a:xfrm>
                <a:off x="4928973" y="4189418"/>
                <a:ext cx="507596" cy="203047"/>
                <a:chOff x="4928973" y="4189418"/>
                <a:chExt cx="507596" cy="203047"/>
              </a:xfrm>
            </p:grpSpPr>
            <p:sp>
              <p:nvSpPr>
                <p:cNvPr id="10750" name="Google Shape;10750;p6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52" name="Google Shape;10752;p60"/>
            <p:cNvGrpSpPr/>
            <p:nvPr/>
          </p:nvGrpSpPr>
          <p:grpSpPr>
            <a:xfrm>
              <a:off x="4482186" y="3641905"/>
              <a:ext cx="397605" cy="349784"/>
              <a:chOff x="2906375" y="1159725"/>
              <a:chExt cx="1860575" cy="1636800"/>
            </a:xfrm>
          </p:grpSpPr>
          <p:sp>
            <p:nvSpPr>
              <p:cNvPr id="10753" name="Google Shape;10753;p6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57" name="Google Shape;10757;p60"/>
          <p:cNvGrpSpPr/>
          <p:nvPr/>
        </p:nvGrpSpPr>
        <p:grpSpPr>
          <a:xfrm>
            <a:off x="6528949" y="1853801"/>
            <a:ext cx="940737" cy="721067"/>
            <a:chOff x="6599718" y="2068734"/>
            <a:chExt cx="940737" cy="721067"/>
          </a:xfrm>
        </p:grpSpPr>
        <p:sp>
          <p:nvSpPr>
            <p:cNvPr id="10758" name="Google Shape;10758;p6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4" name="Google Shape;10764;p60"/>
            <p:cNvGrpSpPr/>
            <p:nvPr/>
          </p:nvGrpSpPr>
          <p:grpSpPr>
            <a:xfrm>
              <a:off x="6836957" y="2068734"/>
              <a:ext cx="461892" cy="721067"/>
              <a:chOff x="6836957" y="2068734"/>
              <a:chExt cx="461892" cy="721067"/>
            </a:xfrm>
          </p:grpSpPr>
          <p:sp>
            <p:nvSpPr>
              <p:cNvPr id="10765" name="Google Shape;10765;p6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1" name="Google Shape;10771;p60"/>
              <p:cNvGrpSpPr/>
              <p:nvPr/>
            </p:nvGrpSpPr>
            <p:grpSpPr>
              <a:xfrm>
                <a:off x="6836957" y="2068734"/>
                <a:ext cx="461892" cy="721067"/>
                <a:chOff x="6836957" y="2068734"/>
                <a:chExt cx="461892" cy="721067"/>
              </a:xfrm>
            </p:grpSpPr>
            <p:sp>
              <p:nvSpPr>
                <p:cNvPr id="10772" name="Google Shape;10772;p6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79" name="Google Shape;10779;p60"/>
          <p:cNvGrpSpPr/>
          <p:nvPr/>
        </p:nvGrpSpPr>
        <p:grpSpPr>
          <a:xfrm>
            <a:off x="2412267" y="1858147"/>
            <a:ext cx="712577" cy="712374"/>
            <a:chOff x="2559249" y="2069323"/>
            <a:chExt cx="685566" cy="685634"/>
          </a:xfrm>
        </p:grpSpPr>
        <p:sp>
          <p:nvSpPr>
            <p:cNvPr id="10780" name="Google Shape;10780;p6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60"/>
          <p:cNvGrpSpPr/>
          <p:nvPr/>
        </p:nvGrpSpPr>
        <p:grpSpPr>
          <a:xfrm>
            <a:off x="7594705" y="970936"/>
            <a:ext cx="845645" cy="711911"/>
            <a:chOff x="951975" y="315800"/>
            <a:chExt cx="5860325" cy="4933550"/>
          </a:xfrm>
        </p:grpSpPr>
        <p:sp>
          <p:nvSpPr>
            <p:cNvPr id="10794" name="Google Shape;10794;p6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60"/>
          <p:cNvGrpSpPr/>
          <p:nvPr/>
        </p:nvGrpSpPr>
        <p:grpSpPr>
          <a:xfrm>
            <a:off x="3691834" y="2707045"/>
            <a:ext cx="1617932" cy="621724"/>
            <a:chOff x="3862800" y="3038525"/>
            <a:chExt cx="1329006" cy="510698"/>
          </a:xfrm>
        </p:grpSpPr>
        <p:sp>
          <p:nvSpPr>
            <p:cNvPr id="10803" name="Google Shape;10803;p6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5" name="Google Shape;10805;p60"/>
            <p:cNvGrpSpPr/>
            <p:nvPr/>
          </p:nvGrpSpPr>
          <p:grpSpPr>
            <a:xfrm>
              <a:off x="3967075" y="3040337"/>
              <a:ext cx="1019927" cy="402126"/>
              <a:chOff x="3967075" y="3040337"/>
              <a:chExt cx="1019927" cy="402126"/>
            </a:xfrm>
          </p:grpSpPr>
          <p:sp>
            <p:nvSpPr>
              <p:cNvPr id="10806" name="Google Shape;10806;p6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60"/>
            <p:cNvGrpSpPr/>
            <p:nvPr/>
          </p:nvGrpSpPr>
          <p:grpSpPr>
            <a:xfrm>
              <a:off x="4186700" y="3040337"/>
              <a:ext cx="390475" cy="183289"/>
              <a:chOff x="4186700" y="3040337"/>
              <a:chExt cx="390475" cy="183289"/>
            </a:xfrm>
          </p:grpSpPr>
          <p:sp>
            <p:nvSpPr>
              <p:cNvPr id="10809" name="Google Shape;10809;p6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60"/>
            <p:cNvGrpSpPr/>
            <p:nvPr/>
          </p:nvGrpSpPr>
          <p:grpSpPr>
            <a:xfrm>
              <a:off x="4073727" y="3040337"/>
              <a:ext cx="697794" cy="296263"/>
              <a:chOff x="4073727" y="3040337"/>
              <a:chExt cx="697794" cy="296263"/>
            </a:xfrm>
          </p:grpSpPr>
          <p:sp>
            <p:nvSpPr>
              <p:cNvPr id="10812" name="Google Shape;10812;p6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60"/>
            <p:cNvGrpSpPr/>
            <p:nvPr/>
          </p:nvGrpSpPr>
          <p:grpSpPr>
            <a:xfrm>
              <a:off x="3862800" y="3038525"/>
              <a:ext cx="1329006" cy="510698"/>
              <a:chOff x="3862800" y="3038525"/>
              <a:chExt cx="1329006" cy="510698"/>
            </a:xfrm>
          </p:grpSpPr>
          <p:sp>
            <p:nvSpPr>
              <p:cNvPr id="10815" name="Google Shape;10815;p6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17" name="Google Shape;10817;p60"/>
          <p:cNvGrpSpPr/>
          <p:nvPr/>
        </p:nvGrpSpPr>
        <p:grpSpPr>
          <a:xfrm>
            <a:off x="700156" y="970936"/>
            <a:ext cx="883205" cy="775176"/>
            <a:chOff x="649648" y="271400"/>
            <a:chExt cx="6215377" cy="5455143"/>
          </a:xfrm>
        </p:grpSpPr>
        <p:sp>
          <p:nvSpPr>
            <p:cNvPr id="10818" name="Google Shape;10818;p6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60"/>
          <p:cNvGrpSpPr/>
          <p:nvPr/>
        </p:nvGrpSpPr>
        <p:grpSpPr>
          <a:xfrm>
            <a:off x="2308457" y="970936"/>
            <a:ext cx="767704" cy="815489"/>
            <a:chOff x="2499700" y="1135950"/>
            <a:chExt cx="732402" cy="777990"/>
          </a:xfrm>
        </p:grpSpPr>
        <p:grpSp>
          <p:nvGrpSpPr>
            <p:cNvPr id="10831" name="Google Shape;10831;p60"/>
            <p:cNvGrpSpPr/>
            <p:nvPr/>
          </p:nvGrpSpPr>
          <p:grpSpPr>
            <a:xfrm>
              <a:off x="2499700" y="1135950"/>
              <a:ext cx="732402" cy="694705"/>
              <a:chOff x="2499700" y="1135950"/>
              <a:chExt cx="732402" cy="694705"/>
            </a:xfrm>
          </p:grpSpPr>
          <p:sp>
            <p:nvSpPr>
              <p:cNvPr id="10832" name="Google Shape;10832;p6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60"/>
            <p:cNvGrpSpPr/>
            <p:nvPr/>
          </p:nvGrpSpPr>
          <p:grpSpPr>
            <a:xfrm>
              <a:off x="2517909" y="1188726"/>
              <a:ext cx="702702" cy="725214"/>
              <a:chOff x="2517909" y="1188726"/>
              <a:chExt cx="702702" cy="725214"/>
            </a:xfrm>
          </p:grpSpPr>
          <p:sp>
            <p:nvSpPr>
              <p:cNvPr id="10860" name="Google Shape;10860;p6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65" name="Google Shape;10865;p60"/>
          <p:cNvGrpSpPr/>
          <p:nvPr/>
        </p:nvGrpSpPr>
        <p:grpSpPr>
          <a:xfrm>
            <a:off x="1654189" y="970936"/>
            <a:ext cx="583439" cy="870229"/>
            <a:chOff x="1716825" y="1121550"/>
            <a:chExt cx="622800" cy="928938"/>
          </a:xfrm>
        </p:grpSpPr>
        <p:grpSp>
          <p:nvGrpSpPr>
            <p:cNvPr id="10866" name="Google Shape;10866;p60"/>
            <p:cNvGrpSpPr/>
            <p:nvPr/>
          </p:nvGrpSpPr>
          <p:grpSpPr>
            <a:xfrm>
              <a:off x="1716825" y="1121550"/>
              <a:ext cx="622800" cy="928938"/>
              <a:chOff x="1716825" y="1121550"/>
              <a:chExt cx="622800" cy="928938"/>
            </a:xfrm>
          </p:grpSpPr>
          <p:cxnSp>
            <p:nvCxnSpPr>
              <p:cNvPr id="10867" name="Google Shape;10867;p6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868" name="Google Shape;10868;p6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60"/>
            <p:cNvGrpSpPr/>
            <p:nvPr/>
          </p:nvGrpSpPr>
          <p:grpSpPr>
            <a:xfrm>
              <a:off x="1768050" y="1172775"/>
              <a:ext cx="520200" cy="832000"/>
              <a:chOff x="1768050" y="1172775"/>
              <a:chExt cx="520200" cy="832000"/>
            </a:xfrm>
          </p:grpSpPr>
          <p:cxnSp>
            <p:nvCxnSpPr>
              <p:cNvPr id="10870" name="Google Shape;10870;p6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871" name="Google Shape;10871;p6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60"/>
            <p:cNvGrpSpPr/>
            <p:nvPr/>
          </p:nvGrpSpPr>
          <p:grpSpPr>
            <a:xfrm>
              <a:off x="1820100" y="1225475"/>
              <a:ext cx="416400" cy="729575"/>
              <a:chOff x="1820100" y="1225475"/>
              <a:chExt cx="416400" cy="729575"/>
            </a:xfrm>
          </p:grpSpPr>
          <p:cxnSp>
            <p:nvCxnSpPr>
              <p:cNvPr id="10873" name="Google Shape;10873;p6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874" name="Google Shape;10874;p6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60"/>
            <p:cNvGrpSpPr/>
            <p:nvPr/>
          </p:nvGrpSpPr>
          <p:grpSpPr>
            <a:xfrm>
              <a:off x="1874250" y="1278825"/>
              <a:ext cx="308100" cy="605275"/>
              <a:chOff x="1874250" y="1278825"/>
              <a:chExt cx="308100" cy="605275"/>
            </a:xfrm>
          </p:grpSpPr>
          <p:cxnSp>
            <p:nvCxnSpPr>
              <p:cNvPr id="10876" name="Google Shape;10876;p6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877" name="Google Shape;10877;p6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8" name="Google Shape;10878;p6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60"/>
          <p:cNvGrpSpPr/>
          <p:nvPr/>
        </p:nvGrpSpPr>
        <p:grpSpPr>
          <a:xfrm>
            <a:off x="1574012" y="1857258"/>
            <a:ext cx="739072" cy="714152"/>
            <a:chOff x="4334725" y="1355875"/>
            <a:chExt cx="3106650" cy="3001900"/>
          </a:xfrm>
        </p:grpSpPr>
        <p:grpSp>
          <p:nvGrpSpPr>
            <p:cNvPr id="10880" name="Google Shape;10880;p60"/>
            <p:cNvGrpSpPr/>
            <p:nvPr/>
          </p:nvGrpSpPr>
          <p:grpSpPr>
            <a:xfrm>
              <a:off x="4516050" y="1724875"/>
              <a:ext cx="2693725" cy="2632900"/>
              <a:chOff x="4516050" y="1724875"/>
              <a:chExt cx="2693725" cy="2632900"/>
            </a:xfrm>
          </p:grpSpPr>
          <p:sp>
            <p:nvSpPr>
              <p:cNvPr id="10881" name="Google Shape;10881;p6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60"/>
            <p:cNvGrpSpPr/>
            <p:nvPr/>
          </p:nvGrpSpPr>
          <p:grpSpPr>
            <a:xfrm>
              <a:off x="4334725" y="1355875"/>
              <a:ext cx="3106650" cy="2709650"/>
              <a:chOff x="4334725" y="1355875"/>
              <a:chExt cx="3106650" cy="2709650"/>
            </a:xfrm>
          </p:grpSpPr>
          <p:sp>
            <p:nvSpPr>
              <p:cNvPr id="10885" name="Google Shape;10885;p6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88" name="Google Shape;10888;p60"/>
          <p:cNvGrpSpPr/>
          <p:nvPr/>
        </p:nvGrpSpPr>
        <p:grpSpPr>
          <a:xfrm>
            <a:off x="7690961" y="3488029"/>
            <a:ext cx="312074" cy="684173"/>
            <a:chOff x="7645573" y="3754300"/>
            <a:chExt cx="293855" cy="644170"/>
          </a:xfrm>
        </p:grpSpPr>
        <p:sp>
          <p:nvSpPr>
            <p:cNvPr id="10889" name="Google Shape;10889;p6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60"/>
          <p:cNvGrpSpPr/>
          <p:nvPr/>
        </p:nvGrpSpPr>
        <p:grpSpPr>
          <a:xfrm>
            <a:off x="5612949" y="970936"/>
            <a:ext cx="709011" cy="739359"/>
            <a:chOff x="5830645" y="1256617"/>
            <a:chExt cx="530340" cy="553040"/>
          </a:xfrm>
        </p:grpSpPr>
        <p:grpSp>
          <p:nvGrpSpPr>
            <p:cNvPr id="10892" name="Google Shape;10892;p60"/>
            <p:cNvGrpSpPr/>
            <p:nvPr/>
          </p:nvGrpSpPr>
          <p:grpSpPr>
            <a:xfrm>
              <a:off x="5830645" y="1256617"/>
              <a:ext cx="259743" cy="269909"/>
              <a:chOff x="5830645" y="1256617"/>
              <a:chExt cx="259743" cy="269909"/>
            </a:xfrm>
          </p:grpSpPr>
          <p:sp>
            <p:nvSpPr>
              <p:cNvPr id="10893" name="Google Shape;10893;p6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60"/>
            <p:cNvGrpSpPr/>
            <p:nvPr/>
          </p:nvGrpSpPr>
          <p:grpSpPr>
            <a:xfrm>
              <a:off x="6101293" y="1256617"/>
              <a:ext cx="259692" cy="269909"/>
              <a:chOff x="6101293" y="1256617"/>
              <a:chExt cx="259692" cy="269909"/>
            </a:xfrm>
          </p:grpSpPr>
          <p:sp>
            <p:nvSpPr>
              <p:cNvPr id="10896" name="Google Shape;10896;p6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60"/>
            <p:cNvGrpSpPr/>
            <p:nvPr/>
          </p:nvGrpSpPr>
          <p:grpSpPr>
            <a:xfrm>
              <a:off x="5830645" y="1539749"/>
              <a:ext cx="259692" cy="269909"/>
              <a:chOff x="5830645" y="1539749"/>
              <a:chExt cx="259692" cy="269909"/>
            </a:xfrm>
          </p:grpSpPr>
          <p:sp>
            <p:nvSpPr>
              <p:cNvPr id="10899" name="Google Shape;10899;p6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60"/>
            <p:cNvGrpSpPr/>
            <p:nvPr/>
          </p:nvGrpSpPr>
          <p:grpSpPr>
            <a:xfrm>
              <a:off x="6101293" y="1539749"/>
              <a:ext cx="259692" cy="269909"/>
              <a:chOff x="6101293" y="1539749"/>
              <a:chExt cx="259692" cy="269909"/>
            </a:xfrm>
          </p:grpSpPr>
          <p:sp>
            <p:nvSpPr>
              <p:cNvPr id="10902" name="Google Shape;10902;p6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4" name="Google Shape;10904;p6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60"/>
          <p:cNvGrpSpPr/>
          <p:nvPr/>
        </p:nvGrpSpPr>
        <p:grpSpPr>
          <a:xfrm>
            <a:off x="714444" y="2707052"/>
            <a:ext cx="1452955" cy="621360"/>
            <a:chOff x="732422" y="2990152"/>
            <a:chExt cx="1337773" cy="572102"/>
          </a:xfrm>
        </p:grpSpPr>
        <p:sp>
          <p:nvSpPr>
            <p:cNvPr id="10906" name="Google Shape;10906;p6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15" name="Shape 10915"/>
        <p:cNvGrpSpPr/>
        <p:nvPr/>
      </p:nvGrpSpPr>
      <p:grpSpPr>
        <a:xfrm>
          <a:off x="0" y="0"/>
          <a:ext cx="0" cy="0"/>
          <a:chOff x="0" y="0"/>
          <a:chExt cx="0" cy="0"/>
        </a:xfrm>
      </p:grpSpPr>
      <p:grpSp>
        <p:nvGrpSpPr>
          <p:cNvPr id="10916" name="Google Shape;10916;p61"/>
          <p:cNvGrpSpPr/>
          <p:nvPr/>
        </p:nvGrpSpPr>
        <p:grpSpPr>
          <a:xfrm>
            <a:off x="708579" y="965872"/>
            <a:ext cx="1636117" cy="1526144"/>
            <a:chOff x="729238" y="1179665"/>
            <a:chExt cx="1636117" cy="1526144"/>
          </a:xfrm>
        </p:grpSpPr>
        <p:grpSp>
          <p:nvGrpSpPr>
            <p:cNvPr id="10917" name="Google Shape;10917;p61"/>
            <p:cNvGrpSpPr/>
            <p:nvPr/>
          </p:nvGrpSpPr>
          <p:grpSpPr>
            <a:xfrm>
              <a:off x="729238" y="1179665"/>
              <a:ext cx="80700" cy="1526144"/>
              <a:chOff x="729238" y="1179665"/>
              <a:chExt cx="80700" cy="1526144"/>
            </a:xfrm>
          </p:grpSpPr>
          <p:sp>
            <p:nvSpPr>
              <p:cNvPr id="10918" name="Google Shape;10918;p6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61"/>
            <p:cNvGrpSpPr/>
            <p:nvPr/>
          </p:nvGrpSpPr>
          <p:grpSpPr>
            <a:xfrm>
              <a:off x="903098" y="1179665"/>
              <a:ext cx="80700" cy="1526144"/>
              <a:chOff x="903098" y="1179665"/>
              <a:chExt cx="80700" cy="1526144"/>
            </a:xfrm>
          </p:grpSpPr>
          <p:sp>
            <p:nvSpPr>
              <p:cNvPr id="10929" name="Google Shape;10929;p6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61"/>
            <p:cNvGrpSpPr/>
            <p:nvPr/>
          </p:nvGrpSpPr>
          <p:grpSpPr>
            <a:xfrm>
              <a:off x="1076958" y="1179665"/>
              <a:ext cx="80700" cy="1526144"/>
              <a:chOff x="1076958" y="1179665"/>
              <a:chExt cx="80700" cy="1526144"/>
            </a:xfrm>
          </p:grpSpPr>
          <p:sp>
            <p:nvSpPr>
              <p:cNvPr id="10940" name="Google Shape;10940;p6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61"/>
            <p:cNvGrpSpPr/>
            <p:nvPr/>
          </p:nvGrpSpPr>
          <p:grpSpPr>
            <a:xfrm>
              <a:off x="1247707" y="1179665"/>
              <a:ext cx="80700" cy="1526144"/>
              <a:chOff x="1247707" y="1179665"/>
              <a:chExt cx="80700" cy="1526144"/>
            </a:xfrm>
          </p:grpSpPr>
          <p:sp>
            <p:nvSpPr>
              <p:cNvPr id="10951" name="Google Shape;10951;p6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61"/>
            <p:cNvGrpSpPr/>
            <p:nvPr/>
          </p:nvGrpSpPr>
          <p:grpSpPr>
            <a:xfrm>
              <a:off x="1421567" y="1179665"/>
              <a:ext cx="80700" cy="1526144"/>
              <a:chOff x="1421567" y="1179665"/>
              <a:chExt cx="80700" cy="1526144"/>
            </a:xfrm>
          </p:grpSpPr>
          <p:sp>
            <p:nvSpPr>
              <p:cNvPr id="10962" name="Google Shape;10962;p6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1"/>
            <p:cNvGrpSpPr/>
            <p:nvPr/>
          </p:nvGrpSpPr>
          <p:grpSpPr>
            <a:xfrm>
              <a:off x="1592327" y="1179665"/>
              <a:ext cx="80700" cy="1526144"/>
              <a:chOff x="1592327" y="1179665"/>
              <a:chExt cx="80700" cy="1526144"/>
            </a:xfrm>
          </p:grpSpPr>
          <p:sp>
            <p:nvSpPr>
              <p:cNvPr id="10973" name="Google Shape;10973;p6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61"/>
            <p:cNvGrpSpPr/>
            <p:nvPr/>
          </p:nvGrpSpPr>
          <p:grpSpPr>
            <a:xfrm>
              <a:off x="1766187" y="1179665"/>
              <a:ext cx="80700" cy="1526144"/>
              <a:chOff x="1766187" y="1179665"/>
              <a:chExt cx="80700" cy="1526144"/>
            </a:xfrm>
          </p:grpSpPr>
          <p:sp>
            <p:nvSpPr>
              <p:cNvPr id="10984" name="Google Shape;10984;p6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61"/>
            <p:cNvGrpSpPr/>
            <p:nvPr/>
          </p:nvGrpSpPr>
          <p:grpSpPr>
            <a:xfrm>
              <a:off x="1936935" y="1179665"/>
              <a:ext cx="80700" cy="1526144"/>
              <a:chOff x="1936935" y="1179665"/>
              <a:chExt cx="80700" cy="1526144"/>
            </a:xfrm>
          </p:grpSpPr>
          <p:sp>
            <p:nvSpPr>
              <p:cNvPr id="10995" name="Google Shape;10995;p6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61"/>
            <p:cNvGrpSpPr/>
            <p:nvPr/>
          </p:nvGrpSpPr>
          <p:grpSpPr>
            <a:xfrm>
              <a:off x="2110795" y="1179665"/>
              <a:ext cx="80700" cy="1526144"/>
              <a:chOff x="2110795" y="1179665"/>
              <a:chExt cx="80700" cy="1526144"/>
            </a:xfrm>
          </p:grpSpPr>
          <p:sp>
            <p:nvSpPr>
              <p:cNvPr id="11006" name="Google Shape;11006;p6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61"/>
            <p:cNvGrpSpPr/>
            <p:nvPr/>
          </p:nvGrpSpPr>
          <p:grpSpPr>
            <a:xfrm>
              <a:off x="2284655" y="1179665"/>
              <a:ext cx="80700" cy="1526144"/>
              <a:chOff x="2284655" y="1179665"/>
              <a:chExt cx="80700" cy="1526144"/>
            </a:xfrm>
          </p:grpSpPr>
          <p:sp>
            <p:nvSpPr>
              <p:cNvPr id="11017" name="Google Shape;11017;p6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27" name="Google Shape;11027;p61"/>
          <p:cNvGrpSpPr/>
          <p:nvPr/>
        </p:nvGrpSpPr>
        <p:grpSpPr>
          <a:xfrm>
            <a:off x="2603245" y="985011"/>
            <a:ext cx="1364248" cy="1102133"/>
            <a:chOff x="2623904" y="1198803"/>
            <a:chExt cx="1364248" cy="1102133"/>
          </a:xfrm>
        </p:grpSpPr>
        <p:grpSp>
          <p:nvGrpSpPr>
            <p:cNvPr id="11028" name="Google Shape;11028;p61"/>
            <p:cNvGrpSpPr/>
            <p:nvPr/>
          </p:nvGrpSpPr>
          <p:grpSpPr>
            <a:xfrm>
              <a:off x="2623907" y="1198803"/>
              <a:ext cx="1364245" cy="273000"/>
              <a:chOff x="2623907" y="1198803"/>
              <a:chExt cx="1364245" cy="273000"/>
            </a:xfrm>
          </p:grpSpPr>
          <p:sp>
            <p:nvSpPr>
              <p:cNvPr id="11029" name="Google Shape;11029;p6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61"/>
            <p:cNvGrpSpPr/>
            <p:nvPr/>
          </p:nvGrpSpPr>
          <p:grpSpPr>
            <a:xfrm>
              <a:off x="2623904" y="1476964"/>
              <a:ext cx="1364245" cy="273000"/>
              <a:chOff x="2623904" y="1476964"/>
              <a:chExt cx="1364245" cy="273000"/>
            </a:xfrm>
          </p:grpSpPr>
          <p:sp>
            <p:nvSpPr>
              <p:cNvPr id="11035" name="Google Shape;11035;p6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61"/>
            <p:cNvGrpSpPr/>
            <p:nvPr/>
          </p:nvGrpSpPr>
          <p:grpSpPr>
            <a:xfrm>
              <a:off x="2623907" y="1749775"/>
              <a:ext cx="1364245" cy="273000"/>
              <a:chOff x="2623907" y="1749775"/>
              <a:chExt cx="1364245" cy="273000"/>
            </a:xfrm>
          </p:grpSpPr>
          <p:sp>
            <p:nvSpPr>
              <p:cNvPr id="11041" name="Google Shape;11041;p6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61"/>
            <p:cNvGrpSpPr/>
            <p:nvPr/>
          </p:nvGrpSpPr>
          <p:grpSpPr>
            <a:xfrm>
              <a:off x="2623904" y="2027936"/>
              <a:ext cx="1364245" cy="273000"/>
              <a:chOff x="2623904" y="2027936"/>
              <a:chExt cx="1364245" cy="273000"/>
            </a:xfrm>
          </p:grpSpPr>
          <p:sp>
            <p:nvSpPr>
              <p:cNvPr id="11047" name="Google Shape;11047;p6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52" name="Google Shape;11052;p61"/>
          <p:cNvGrpSpPr/>
          <p:nvPr/>
        </p:nvGrpSpPr>
        <p:grpSpPr>
          <a:xfrm>
            <a:off x="2592706" y="2444193"/>
            <a:ext cx="1387541" cy="159124"/>
            <a:chOff x="3200660" y="2180272"/>
            <a:chExt cx="2563824" cy="378237"/>
          </a:xfrm>
        </p:grpSpPr>
        <p:sp>
          <p:nvSpPr>
            <p:cNvPr id="11053" name="Google Shape;11053;p6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61"/>
          <p:cNvGrpSpPr/>
          <p:nvPr/>
        </p:nvGrpSpPr>
        <p:grpSpPr>
          <a:xfrm>
            <a:off x="2589231" y="2722018"/>
            <a:ext cx="1390502" cy="159625"/>
            <a:chOff x="3530150" y="2790075"/>
            <a:chExt cx="1962600" cy="225300"/>
          </a:xfrm>
        </p:grpSpPr>
        <p:sp>
          <p:nvSpPr>
            <p:cNvPr id="11072" name="Google Shape;11072;p6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61"/>
          <p:cNvGrpSpPr/>
          <p:nvPr/>
        </p:nvGrpSpPr>
        <p:grpSpPr>
          <a:xfrm>
            <a:off x="2589884" y="3000344"/>
            <a:ext cx="1411629" cy="153761"/>
            <a:chOff x="3558802" y="4011427"/>
            <a:chExt cx="1866000" cy="111300"/>
          </a:xfrm>
        </p:grpSpPr>
        <p:sp>
          <p:nvSpPr>
            <p:cNvPr id="11075" name="Google Shape;11075;p6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1"/>
          <p:cNvGrpSpPr/>
          <p:nvPr/>
        </p:nvGrpSpPr>
        <p:grpSpPr>
          <a:xfrm>
            <a:off x="2589576" y="2205744"/>
            <a:ext cx="1383503" cy="119749"/>
            <a:chOff x="3465975" y="2270276"/>
            <a:chExt cx="1986364" cy="171929"/>
          </a:xfrm>
        </p:grpSpPr>
        <p:sp>
          <p:nvSpPr>
            <p:cNvPr id="11078" name="Google Shape;11078;p6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61"/>
          <p:cNvGrpSpPr/>
          <p:nvPr/>
        </p:nvGrpSpPr>
        <p:grpSpPr>
          <a:xfrm>
            <a:off x="2600584" y="3569394"/>
            <a:ext cx="1369531" cy="195460"/>
            <a:chOff x="723300" y="4253549"/>
            <a:chExt cx="2276482" cy="324900"/>
          </a:xfrm>
        </p:grpSpPr>
        <p:sp>
          <p:nvSpPr>
            <p:cNvPr id="11087" name="Google Shape;11087;p6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61"/>
          <p:cNvGrpSpPr/>
          <p:nvPr/>
        </p:nvGrpSpPr>
        <p:grpSpPr>
          <a:xfrm>
            <a:off x="2590145" y="3270574"/>
            <a:ext cx="1389066" cy="180119"/>
            <a:chOff x="705948" y="3788465"/>
            <a:chExt cx="2308953" cy="299400"/>
          </a:xfrm>
        </p:grpSpPr>
        <p:sp>
          <p:nvSpPr>
            <p:cNvPr id="11093" name="Google Shape;11093;p6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61"/>
          <p:cNvGrpSpPr/>
          <p:nvPr/>
        </p:nvGrpSpPr>
        <p:grpSpPr>
          <a:xfrm>
            <a:off x="2638082" y="3883554"/>
            <a:ext cx="1304609" cy="294074"/>
            <a:chOff x="2658741" y="4097347"/>
            <a:chExt cx="1304609" cy="294074"/>
          </a:xfrm>
        </p:grpSpPr>
        <p:grpSp>
          <p:nvGrpSpPr>
            <p:cNvPr id="11099" name="Google Shape;11099;p61"/>
            <p:cNvGrpSpPr/>
            <p:nvPr/>
          </p:nvGrpSpPr>
          <p:grpSpPr>
            <a:xfrm>
              <a:off x="2658741" y="4097347"/>
              <a:ext cx="118572" cy="294074"/>
              <a:chOff x="3343310" y="4475555"/>
              <a:chExt cx="127717" cy="316753"/>
            </a:xfrm>
          </p:grpSpPr>
          <p:sp>
            <p:nvSpPr>
              <p:cNvPr id="11100" name="Google Shape;11100;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61"/>
            <p:cNvGrpSpPr/>
            <p:nvPr/>
          </p:nvGrpSpPr>
          <p:grpSpPr>
            <a:xfrm>
              <a:off x="3815519" y="4098388"/>
              <a:ext cx="147831" cy="291991"/>
              <a:chOff x="3527539" y="4476677"/>
              <a:chExt cx="159232" cy="314510"/>
            </a:xfrm>
          </p:grpSpPr>
          <p:sp>
            <p:nvSpPr>
              <p:cNvPr id="11103" name="Google Shape;11103;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61"/>
            <p:cNvGrpSpPr/>
            <p:nvPr/>
          </p:nvGrpSpPr>
          <p:grpSpPr>
            <a:xfrm>
              <a:off x="3511696" y="4098388"/>
              <a:ext cx="147831" cy="291991"/>
              <a:chOff x="3527539" y="4476677"/>
              <a:chExt cx="159232" cy="314510"/>
            </a:xfrm>
          </p:grpSpPr>
          <p:sp>
            <p:nvSpPr>
              <p:cNvPr id="11106" name="Google Shape;11106;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61"/>
            <p:cNvGrpSpPr/>
            <p:nvPr/>
          </p:nvGrpSpPr>
          <p:grpSpPr>
            <a:xfrm>
              <a:off x="3207874" y="4098388"/>
              <a:ext cx="147831" cy="291991"/>
              <a:chOff x="3527539" y="4476677"/>
              <a:chExt cx="159232" cy="314510"/>
            </a:xfrm>
          </p:grpSpPr>
          <p:sp>
            <p:nvSpPr>
              <p:cNvPr id="11109" name="Google Shape;11109;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61"/>
            <p:cNvGrpSpPr/>
            <p:nvPr/>
          </p:nvGrpSpPr>
          <p:grpSpPr>
            <a:xfrm>
              <a:off x="2933305" y="4097347"/>
              <a:ext cx="118572" cy="294074"/>
              <a:chOff x="3343310" y="4475555"/>
              <a:chExt cx="127717" cy="316753"/>
            </a:xfrm>
          </p:grpSpPr>
          <p:sp>
            <p:nvSpPr>
              <p:cNvPr id="11112" name="Google Shape;11112;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14" name="Google Shape;11114;p61"/>
          <p:cNvGrpSpPr/>
          <p:nvPr/>
        </p:nvGrpSpPr>
        <p:grpSpPr>
          <a:xfrm>
            <a:off x="4256912" y="1866676"/>
            <a:ext cx="1433821" cy="191501"/>
            <a:chOff x="4273350" y="2080469"/>
            <a:chExt cx="1433821" cy="191501"/>
          </a:xfrm>
        </p:grpSpPr>
        <p:grpSp>
          <p:nvGrpSpPr>
            <p:cNvPr id="11115" name="Google Shape;11115;p61"/>
            <p:cNvGrpSpPr/>
            <p:nvPr/>
          </p:nvGrpSpPr>
          <p:grpSpPr>
            <a:xfrm>
              <a:off x="4273350" y="2080469"/>
              <a:ext cx="1433821" cy="0"/>
              <a:chOff x="5224975" y="2962250"/>
              <a:chExt cx="1544400" cy="0"/>
            </a:xfrm>
          </p:grpSpPr>
          <p:cxnSp>
            <p:nvCxnSpPr>
              <p:cNvPr id="11116" name="Google Shape;11116;p6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117" name="Google Shape;11117;p6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1118" name="Google Shape;11118;p61"/>
            <p:cNvGrpSpPr/>
            <p:nvPr/>
          </p:nvGrpSpPr>
          <p:grpSpPr>
            <a:xfrm>
              <a:off x="4273350" y="2271969"/>
              <a:ext cx="1433821" cy="0"/>
              <a:chOff x="5224975" y="2962250"/>
              <a:chExt cx="1544400" cy="0"/>
            </a:xfrm>
          </p:grpSpPr>
          <p:cxnSp>
            <p:nvCxnSpPr>
              <p:cNvPr id="11119" name="Google Shape;11119;p6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120" name="Google Shape;11120;p6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1121" name="Google Shape;11121;p61"/>
          <p:cNvGrpSpPr/>
          <p:nvPr/>
        </p:nvGrpSpPr>
        <p:grpSpPr>
          <a:xfrm>
            <a:off x="4258467" y="969244"/>
            <a:ext cx="1430711" cy="743389"/>
            <a:chOff x="5159450" y="1919950"/>
            <a:chExt cx="1541050" cy="862500"/>
          </a:xfrm>
        </p:grpSpPr>
        <p:sp>
          <p:nvSpPr>
            <p:cNvPr id="11122" name="Google Shape;11122;p6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123" name="Google Shape;11123;p61"/>
            <p:cNvGrpSpPr/>
            <p:nvPr/>
          </p:nvGrpSpPr>
          <p:grpSpPr>
            <a:xfrm>
              <a:off x="5159450" y="1919950"/>
              <a:ext cx="1541050" cy="862500"/>
              <a:chOff x="5159450" y="1919950"/>
              <a:chExt cx="1541050" cy="862500"/>
            </a:xfrm>
          </p:grpSpPr>
          <p:cxnSp>
            <p:nvCxnSpPr>
              <p:cNvPr id="11124" name="Google Shape;11124;p6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125" name="Google Shape;11125;p6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126" name="Google Shape;11126;p61"/>
          <p:cNvGrpSpPr/>
          <p:nvPr/>
        </p:nvGrpSpPr>
        <p:grpSpPr>
          <a:xfrm>
            <a:off x="4248581" y="2192571"/>
            <a:ext cx="1450484" cy="1052087"/>
            <a:chOff x="5230575" y="1554475"/>
            <a:chExt cx="2137150" cy="1550150"/>
          </a:xfrm>
        </p:grpSpPr>
        <p:sp>
          <p:nvSpPr>
            <p:cNvPr id="11127" name="Google Shape;11127;p6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61"/>
          <p:cNvGrpSpPr/>
          <p:nvPr/>
        </p:nvGrpSpPr>
        <p:grpSpPr>
          <a:xfrm rot="10800000">
            <a:off x="4265131" y="3284761"/>
            <a:ext cx="1417383" cy="887946"/>
            <a:chOff x="5645403" y="2920021"/>
            <a:chExt cx="2650800" cy="2180614"/>
          </a:xfrm>
        </p:grpSpPr>
        <p:sp>
          <p:nvSpPr>
            <p:cNvPr id="11141" name="Google Shape;11141;p6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42" name="Google Shape;11142;p61"/>
            <p:cNvCxnSpPr>
              <a:stCxn id="1114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1143" name="Google Shape;11143;p6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44" name="Google Shape;11144;p61"/>
            <p:cNvCxnSpPr>
              <a:endCxn id="11143"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1145" name="Google Shape;11145;p6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46" name="Google Shape;11146;p61"/>
            <p:cNvCxnSpPr>
              <a:stCxn id="11145"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1147" name="Google Shape;11147;p6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48" name="Google Shape;11148;p61"/>
            <p:cNvCxnSpPr>
              <a:endCxn id="1114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1149" name="Google Shape;11149;p61"/>
          <p:cNvGrpSpPr/>
          <p:nvPr/>
        </p:nvGrpSpPr>
        <p:grpSpPr>
          <a:xfrm>
            <a:off x="7365491" y="2188116"/>
            <a:ext cx="1071743" cy="1021579"/>
            <a:chOff x="7189833" y="2022667"/>
            <a:chExt cx="1251159" cy="1192597"/>
          </a:xfrm>
        </p:grpSpPr>
        <p:sp>
          <p:nvSpPr>
            <p:cNvPr id="11150" name="Google Shape;11150;p6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61"/>
          <p:cNvGrpSpPr/>
          <p:nvPr/>
        </p:nvGrpSpPr>
        <p:grpSpPr>
          <a:xfrm>
            <a:off x="706762" y="2614523"/>
            <a:ext cx="1695374" cy="1560837"/>
            <a:chOff x="727421" y="2828315"/>
            <a:chExt cx="1695374" cy="1560837"/>
          </a:xfrm>
        </p:grpSpPr>
        <p:grpSp>
          <p:nvGrpSpPr>
            <p:cNvPr id="11155" name="Google Shape;11155;p61"/>
            <p:cNvGrpSpPr/>
            <p:nvPr/>
          </p:nvGrpSpPr>
          <p:grpSpPr>
            <a:xfrm>
              <a:off x="819108" y="2882501"/>
              <a:ext cx="103104" cy="1426186"/>
              <a:chOff x="4674013" y="3100904"/>
              <a:chExt cx="122758" cy="1698043"/>
            </a:xfrm>
          </p:grpSpPr>
          <p:sp>
            <p:nvSpPr>
              <p:cNvPr id="11156" name="Google Shape;11156;p6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61"/>
            <p:cNvGrpSpPr/>
            <p:nvPr/>
          </p:nvGrpSpPr>
          <p:grpSpPr>
            <a:xfrm>
              <a:off x="1062475" y="2882501"/>
              <a:ext cx="103104" cy="1426186"/>
              <a:chOff x="4940438" y="3100904"/>
              <a:chExt cx="122758" cy="1698043"/>
            </a:xfrm>
          </p:grpSpPr>
          <p:sp>
            <p:nvSpPr>
              <p:cNvPr id="11164" name="Google Shape;11164;p6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61"/>
            <p:cNvGrpSpPr/>
            <p:nvPr/>
          </p:nvGrpSpPr>
          <p:grpSpPr>
            <a:xfrm>
              <a:off x="1299324" y="2882501"/>
              <a:ext cx="103104" cy="1426186"/>
              <a:chOff x="5206863" y="3100904"/>
              <a:chExt cx="122758" cy="1698043"/>
            </a:xfrm>
          </p:grpSpPr>
          <p:sp>
            <p:nvSpPr>
              <p:cNvPr id="11172" name="Google Shape;11172;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61"/>
            <p:cNvGrpSpPr/>
            <p:nvPr/>
          </p:nvGrpSpPr>
          <p:grpSpPr>
            <a:xfrm>
              <a:off x="1786057" y="2882501"/>
              <a:ext cx="103104" cy="1426186"/>
              <a:chOff x="6006138" y="3143629"/>
              <a:chExt cx="122758" cy="1698043"/>
            </a:xfrm>
          </p:grpSpPr>
          <p:sp>
            <p:nvSpPr>
              <p:cNvPr id="11180" name="Google Shape;11180;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61"/>
            <p:cNvGrpSpPr/>
            <p:nvPr/>
          </p:nvGrpSpPr>
          <p:grpSpPr>
            <a:xfrm>
              <a:off x="2029422" y="2882501"/>
              <a:ext cx="103104" cy="1426186"/>
              <a:chOff x="6805413" y="3100904"/>
              <a:chExt cx="122758" cy="1698043"/>
            </a:xfrm>
          </p:grpSpPr>
          <p:sp>
            <p:nvSpPr>
              <p:cNvPr id="11188" name="Google Shape;11188;p6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61"/>
            <p:cNvGrpSpPr/>
            <p:nvPr/>
          </p:nvGrpSpPr>
          <p:grpSpPr>
            <a:xfrm>
              <a:off x="727421" y="2828315"/>
              <a:ext cx="1695374" cy="1560837"/>
              <a:chOff x="734799" y="2782450"/>
              <a:chExt cx="1571100" cy="1577400"/>
            </a:xfrm>
          </p:grpSpPr>
          <p:cxnSp>
            <p:nvCxnSpPr>
              <p:cNvPr id="11196" name="Google Shape;11196;p6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197" name="Google Shape;11197;p6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198" name="Google Shape;11198;p61"/>
            <p:cNvGrpSpPr/>
            <p:nvPr/>
          </p:nvGrpSpPr>
          <p:grpSpPr>
            <a:xfrm>
              <a:off x="2272795" y="2882501"/>
              <a:ext cx="103104" cy="1426186"/>
              <a:chOff x="5206863" y="3100904"/>
              <a:chExt cx="122758" cy="1698043"/>
            </a:xfrm>
          </p:grpSpPr>
          <p:sp>
            <p:nvSpPr>
              <p:cNvPr id="11199" name="Google Shape;11199;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61"/>
            <p:cNvGrpSpPr/>
            <p:nvPr/>
          </p:nvGrpSpPr>
          <p:grpSpPr>
            <a:xfrm>
              <a:off x="1542694" y="2882501"/>
              <a:ext cx="103104" cy="1426186"/>
              <a:chOff x="6006138" y="3143629"/>
              <a:chExt cx="122758" cy="1698043"/>
            </a:xfrm>
          </p:grpSpPr>
          <p:sp>
            <p:nvSpPr>
              <p:cNvPr id="11207" name="Google Shape;11207;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14" name="Google Shape;11214;p61"/>
          <p:cNvGrpSpPr/>
          <p:nvPr/>
        </p:nvGrpSpPr>
        <p:grpSpPr>
          <a:xfrm>
            <a:off x="5915341" y="2192094"/>
            <a:ext cx="1248543" cy="1025319"/>
            <a:chOff x="5183758" y="1210600"/>
            <a:chExt cx="3605380" cy="2960783"/>
          </a:xfrm>
        </p:grpSpPr>
        <p:sp>
          <p:nvSpPr>
            <p:cNvPr id="11215" name="Google Shape;11215;p6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19" name="Google Shape;11219;p6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1220" name="Google Shape;11220;p6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1221" name="Google Shape;11221;p6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1222" name="Google Shape;11222;p6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1223" name="Google Shape;11223;p6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61"/>
          <p:cNvGrpSpPr/>
          <p:nvPr/>
        </p:nvGrpSpPr>
        <p:grpSpPr>
          <a:xfrm>
            <a:off x="5772403" y="3330411"/>
            <a:ext cx="2664831" cy="843440"/>
            <a:chOff x="5916567" y="1099697"/>
            <a:chExt cx="2556683" cy="809211"/>
          </a:xfrm>
        </p:grpSpPr>
        <p:sp>
          <p:nvSpPr>
            <p:cNvPr id="11225" name="Google Shape;11225;p6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61"/>
          <p:cNvGrpSpPr/>
          <p:nvPr/>
        </p:nvGrpSpPr>
        <p:grpSpPr>
          <a:xfrm>
            <a:off x="5879943" y="979270"/>
            <a:ext cx="1299851" cy="1023338"/>
            <a:chOff x="5900602" y="1193063"/>
            <a:chExt cx="1299851" cy="1023338"/>
          </a:xfrm>
        </p:grpSpPr>
        <p:grpSp>
          <p:nvGrpSpPr>
            <p:cNvPr id="11234" name="Google Shape;11234;p61"/>
            <p:cNvGrpSpPr/>
            <p:nvPr/>
          </p:nvGrpSpPr>
          <p:grpSpPr>
            <a:xfrm>
              <a:off x="6743564" y="1193063"/>
              <a:ext cx="456889" cy="700379"/>
              <a:chOff x="6743564" y="1193063"/>
              <a:chExt cx="456889" cy="700379"/>
            </a:xfrm>
          </p:grpSpPr>
          <p:grpSp>
            <p:nvGrpSpPr>
              <p:cNvPr id="11235" name="Google Shape;11235;p61"/>
              <p:cNvGrpSpPr/>
              <p:nvPr/>
            </p:nvGrpSpPr>
            <p:grpSpPr>
              <a:xfrm>
                <a:off x="6743564" y="1690731"/>
                <a:ext cx="214402" cy="202710"/>
                <a:chOff x="6743564" y="1690731"/>
                <a:chExt cx="214402" cy="202710"/>
              </a:xfrm>
            </p:grpSpPr>
            <p:sp>
              <p:nvSpPr>
                <p:cNvPr id="11236" name="Google Shape;11236;p6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61"/>
              <p:cNvGrpSpPr/>
              <p:nvPr/>
            </p:nvGrpSpPr>
            <p:grpSpPr>
              <a:xfrm>
                <a:off x="6915505" y="1193063"/>
                <a:ext cx="284947" cy="589637"/>
                <a:chOff x="6915505" y="1193063"/>
                <a:chExt cx="284947" cy="589637"/>
              </a:xfrm>
            </p:grpSpPr>
            <p:sp>
              <p:nvSpPr>
                <p:cNvPr id="11239" name="Google Shape;11239;p6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0" name="Google Shape;11240;p6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1241" name="Google Shape;11241;p61"/>
            <p:cNvGrpSpPr/>
            <p:nvPr/>
          </p:nvGrpSpPr>
          <p:grpSpPr>
            <a:xfrm>
              <a:off x="6520337" y="1193063"/>
              <a:ext cx="341815" cy="801589"/>
              <a:chOff x="6520337" y="1193063"/>
              <a:chExt cx="341815" cy="801589"/>
            </a:xfrm>
          </p:grpSpPr>
          <p:grpSp>
            <p:nvGrpSpPr>
              <p:cNvPr id="11242" name="Google Shape;11242;p61"/>
              <p:cNvGrpSpPr/>
              <p:nvPr/>
            </p:nvGrpSpPr>
            <p:grpSpPr>
              <a:xfrm>
                <a:off x="6520337" y="1589527"/>
                <a:ext cx="213950" cy="405125"/>
                <a:chOff x="6520337" y="1589527"/>
                <a:chExt cx="213950" cy="405125"/>
              </a:xfrm>
            </p:grpSpPr>
            <p:sp>
              <p:nvSpPr>
                <p:cNvPr id="11243" name="Google Shape;11243;p6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61"/>
              <p:cNvGrpSpPr/>
              <p:nvPr/>
            </p:nvGrpSpPr>
            <p:grpSpPr>
              <a:xfrm>
                <a:off x="6577204" y="1193063"/>
                <a:ext cx="284947" cy="453562"/>
                <a:chOff x="6577204" y="1193063"/>
                <a:chExt cx="284947" cy="453562"/>
              </a:xfrm>
            </p:grpSpPr>
            <p:sp>
              <p:nvSpPr>
                <p:cNvPr id="11246" name="Google Shape;11246;p6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7" name="Google Shape;11247;p6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248" name="Google Shape;11248;p61"/>
            <p:cNvGrpSpPr/>
            <p:nvPr/>
          </p:nvGrpSpPr>
          <p:grpSpPr>
            <a:xfrm>
              <a:off x="6238903" y="1193063"/>
              <a:ext cx="300475" cy="901782"/>
              <a:chOff x="6238903" y="1193063"/>
              <a:chExt cx="300475" cy="901782"/>
            </a:xfrm>
          </p:grpSpPr>
          <p:grpSp>
            <p:nvGrpSpPr>
              <p:cNvPr id="11249" name="Google Shape;11249;p61"/>
              <p:cNvGrpSpPr/>
              <p:nvPr/>
            </p:nvGrpSpPr>
            <p:grpSpPr>
              <a:xfrm>
                <a:off x="6290865" y="1489315"/>
                <a:ext cx="248514" cy="605530"/>
                <a:chOff x="6290865" y="1489315"/>
                <a:chExt cx="248514" cy="605530"/>
              </a:xfrm>
            </p:grpSpPr>
            <p:sp>
              <p:nvSpPr>
                <p:cNvPr id="11250" name="Google Shape;11250;p6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61"/>
              <p:cNvGrpSpPr/>
              <p:nvPr/>
            </p:nvGrpSpPr>
            <p:grpSpPr>
              <a:xfrm>
                <a:off x="6238903" y="1193063"/>
                <a:ext cx="284947" cy="327512"/>
                <a:chOff x="6238903" y="1193063"/>
                <a:chExt cx="284947" cy="327512"/>
              </a:xfrm>
            </p:grpSpPr>
            <p:sp>
              <p:nvSpPr>
                <p:cNvPr id="11253" name="Google Shape;11253;p6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54" name="Google Shape;11254;p6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255" name="Google Shape;11255;p61"/>
            <p:cNvGrpSpPr/>
            <p:nvPr/>
          </p:nvGrpSpPr>
          <p:grpSpPr>
            <a:xfrm>
              <a:off x="5900602" y="1193063"/>
              <a:ext cx="444345" cy="1023338"/>
              <a:chOff x="5900602" y="1193063"/>
              <a:chExt cx="444345" cy="1023338"/>
            </a:xfrm>
          </p:grpSpPr>
          <p:grpSp>
            <p:nvGrpSpPr>
              <p:cNvPr id="11256" name="Google Shape;11256;p61"/>
              <p:cNvGrpSpPr/>
              <p:nvPr/>
            </p:nvGrpSpPr>
            <p:grpSpPr>
              <a:xfrm>
                <a:off x="6046501" y="1367785"/>
                <a:ext cx="298446" cy="848616"/>
                <a:chOff x="6046501" y="1367785"/>
                <a:chExt cx="298446" cy="848616"/>
              </a:xfrm>
            </p:grpSpPr>
            <p:sp>
              <p:nvSpPr>
                <p:cNvPr id="11257" name="Google Shape;11257;p6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61"/>
              <p:cNvGrpSpPr/>
              <p:nvPr/>
            </p:nvGrpSpPr>
            <p:grpSpPr>
              <a:xfrm>
                <a:off x="5900602" y="1193063"/>
                <a:ext cx="284947" cy="182312"/>
                <a:chOff x="5900602" y="1193063"/>
                <a:chExt cx="284947" cy="182312"/>
              </a:xfrm>
            </p:grpSpPr>
            <p:sp>
              <p:nvSpPr>
                <p:cNvPr id="11260" name="Google Shape;11260;p6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61" name="Google Shape;11261;p6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1262" name="Google Shape;11262;p61"/>
          <p:cNvGrpSpPr/>
          <p:nvPr/>
        </p:nvGrpSpPr>
        <p:grpSpPr>
          <a:xfrm>
            <a:off x="7217825" y="979415"/>
            <a:ext cx="1219413" cy="1051365"/>
            <a:chOff x="7287122" y="1165658"/>
            <a:chExt cx="1219413" cy="1051365"/>
          </a:xfrm>
        </p:grpSpPr>
        <p:grpSp>
          <p:nvGrpSpPr>
            <p:cNvPr id="11263" name="Google Shape;11263;p61"/>
            <p:cNvGrpSpPr/>
            <p:nvPr/>
          </p:nvGrpSpPr>
          <p:grpSpPr>
            <a:xfrm>
              <a:off x="7287122" y="1969723"/>
              <a:ext cx="1219413" cy="247300"/>
              <a:chOff x="7287122" y="1969723"/>
              <a:chExt cx="1219413" cy="247300"/>
            </a:xfrm>
          </p:grpSpPr>
          <p:sp>
            <p:nvSpPr>
              <p:cNvPr id="11264" name="Google Shape;11264;p6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5" name="Google Shape;11265;p61"/>
              <p:cNvGrpSpPr/>
              <p:nvPr/>
            </p:nvGrpSpPr>
            <p:grpSpPr>
              <a:xfrm>
                <a:off x="7287122" y="2063892"/>
                <a:ext cx="1151753" cy="73428"/>
                <a:chOff x="7287122" y="2063892"/>
                <a:chExt cx="1151753" cy="73428"/>
              </a:xfrm>
            </p:grpSpPr>
            <p:sp>
              <p:nvSpPr>
                <p:cNvPr id="11266" name="Google Shape;11266;p6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67" name="Google Shape;11267;p6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268" name="Google Shape;11268;p61"/>
            <p:cNvGrpSpPr/>
            <p:nvPr/>
          </p:nvGrpSpPr>
          <p:grpSpPr>
            <a:xfrm>
              <a:off x="7287122" y="1712201"/>
              <a:ext cx="1219403" cy="246767"/>
              <a:chOff x="7287122" y="1712201"/>
              <a:chExt cx="1219403" cy="246767"/>
            </a:xfrm>
          </p:grpSpPr>
          <p:sp>
            <p:nvSpPr>
              <p:cNvPr id="11269" name="Google Shape;11269;p6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0" name="Google Shape;11270;p61"/>
              <p:cNvGrpSpPr/>
              <p:nvPr/>
            </p:nvGrpSpPr>
            <p:grpSpPr>
              <a:xfrm>
                <a:off x="7287122" y="1842861"/>
                <a:ext cx="1005303" cy="73419"/>
                <a:chOff x="7287122" y="1842861"/>
                <a:chExt cx="1005303" cy="73419"/>
              </a:xfrm>
            </p:grpSpPr>
            <p:sp>
              <p:nvSpPr>
                <p:cNvPr id="11271" name="Google Shape;11271;p6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72" name="Google Shape;11272;p6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273" name="Google Shape;11273;p61"/>
            <p:cNvGrpSpPr/>
            <p:nvPr/>
          </p:nvGrpSpPr>
          <p:grpSpPr>
            <a:xfrm>
              <a:off x="7287122" y="1447520"/>
              <a:ext cx="1219403" cy="286667"/>
              <a:chOff x="7287122" y="1447520"/>
              <a:chExt cx="1219403" cy="286667"/>
            </a:xfrm>
          </p:grpSpPr>
          <p:sp>
            <p:nvSpPr>
              <p:cNvPr id="11274" name="Google Shape;11274;p6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5" name="Google Shape;11275;p61"/>
              <p:cNvGrpSpPr/>
              <p:nvPr/>
            </p:nvGrpSpPr>
            <p:grpSpPr>
              <a:xfrm>
                <a:off x="7287122" y="1581977"/>
                <a:ext cx="852803" cy="73428"/>
                <a:chOff x="7287122" y="1581977"/>
                <a:chExt cx="852803" cy="73428"/>
              </a:xfrm>
            </p:grpSpPr>
            <p:sp>
              <p:nvSpPr>
                <p:cNvPr id="11276" name="Google Shape;11276;p6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77" name="Google Shape;11277;p6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278" name="Google Shape;11278;p61"/>
            <p:cNvGrpSpPr/>
            <p:nvPr/>
          </p:nvGrpSpPr>
          <p:grpSpPr>
            <a:xfrm>
              <a:off x="7287122" y="1165658"/>
              <a:ext cx="1219403" cy="344253"/>
              <a:chOff x="7287122" y="1165658"/>
              <a:chExt cx="1219403" cy="344253"/>
            </a:xfrm>
          </p:grpSpPr>
          <p:sp>
            <p:nvSpPr>
              <p:cNvPr id="11279" name="Google Shape;11279;p6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0" name="Google Shape;11280;p61"/>
              <p:cNvGrpSpPr/>
              <p:nvPr/>
            </p:nvGrpSpPr>
            <p:grpSpPr>
              <a:xfrm>
                <a:off x="7287122" y="1341025"/>
                <a:ext cx="695703" cy="73419"/>
                <a:chOff x="7287122" y="1341025"/>
                <a:chExt cx="695703" cy="73419"/>
              </a:xfrm>
            </p:grpSpPr>
            <p:sp>
              <p:nvSpPr>
                <p:cNvPr id="11281" name="Google Shape;11281;p6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82" name="Google Shape;11282;p6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86" name="Shape 11286"/>
        <p:cNvGrpSpPr/>
        <p:nvPr/>
      </p:nvGrpSpPr>
      <p:grpSpPr>
        <a:xfrm>
          <a:off x="0" y="0"/>
          <a:ext cx="0" cy="0"/>
          <a:chOff x="0" y="0"/>
          <a:chExt cx="0" cy="0"/>
        </a:xfrm>
      </p:grpSpPr>
      <p:grpSp>
        <p:nvGrpSpPr>
          <p:cNvPr id="11287" name="Google Shape;11287;p62"/>
          <p:cNvGrpSpPr/>
          <p:nvPr/>
        </p:nvGrpSpPr>
        <p:grpSpPr>
          <a:xfrm>
            <a:off x="846551" y="2273217"/>
            <a:ext cx="415546" cy="355053"/>
            <a:chOff x="866243" y="2291587"/>
            <a:chExt cx="415546" cy="355053"/>
          </a:xfrm>
        </p:grpSpPr>
        <p:sp>
          <p:nvSpPr>
            <p:cNvPr id="11288" name="Google Shape;11288;p6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3" name="Google Shape;11293;p62"/>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4" name="Google Shape;11294;p62"/>
          <p:cNvGrpSpPr/>
          <p:nvPr/>
        </p:nvGrpSpPr>
        <p:grpSpPr>
          <a:xfrm>
            <a:off x="1938828" y="2284205"/>
            <a:ext cx="359213" cy="327807"/>
            <a:chOff x="1958520" y="2302574"/>
            <a:chExt cx="359213" cy="327807"/>
          </a:xfrm>
        </p:grpSpPr>
        <p:sp>
          <p:nvSpPr>
            <p:cNvPr id="11295" name="Google Shape;11295;p6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62"/>
          <p:cNvGrpSpPr/>
          <p:nvPr/>
        </p:nvGrpSpPr>
        <p:grpSpPr>
          <a:xfrm>
            <a:off x="2560190" y="2269057"/>
            <a:ext cx="207582" cy="359594"/>
            <a:chOff x="2656082" y="2287427"/>
            <a:chExt cx="207582" cy="359594"/>
          </a:xfrm>
        </p:grpSpPr>
        <p:sp>
          <p:nvSpPr>
            <p:cNvPr id="11299" name="Google Shape;11299;p6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62"/>
          <p:cNvGrpSpPr/>
          <p:nvPr/>
        </p:nvGrpSpPr>
        <p:grpSpPr>
          <a:xfrm>
            <a:off x="3029961" y="2303099"/>
            <a:ext cx="362991" cy="290018"/>
            <a:chOff x="3049653" y="2321468"/>
            <a:chExt cx="362991" cy="290018"/>
          </a:xfrm>
        </p:grpSpPr>
        <p:sp>
          <p:nvSpPr>
            <p:cNvPr id="11304" name="Google Shape;11304;p6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62"/>
          <p:cNvGrpSpPr/>
          <p:nvPr/>
        </p:nvGrpSpPr>
        <p:grpSpPr>
          <a:xfrm>
            <a:off x="3544551" y="2271534"/>
            <a:ext cx="422342" cy="355243"/>
            <a:chOff x="3564243" y="2289904"/>
            <a:chExt cx="422342" cy="355243"/>
          </a:xfrm>
        </p:grpSpPr>
        <p:sp>
          <p:nvSpPr>
            <p:cNvPr id="11309" name="Google Shape;11309;p6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4" name="Google Shape;11314;p62"/>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5" name="Google Shape;11315;p62"/>
          <p:cNvGrpSpPr/>
          <p:nvPr/>
        </p:nvGrpSpPr>
        <p:grpSpPr>
          <a:xfrm>
            <a:off x="4668202" y="2271344"/>
            <a:ext cx="359594" cy="353909"/>
            <a:chOff x="4687894" y="2289713"/>
            <a:chExt cx="359594" cy="353909"/>
          </a:xfrm>
        </p:grpSpPr>
        <p:sp>
          <p:nvSpPr>
            <p:cNvPr id="11316" name="Google Shape;11316;p6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9" name="Google Shape;11319;p62"/>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0" name="Google Shape;11320;p62"/>
          <p:cNvGrpSpPr/>
          <p:nvPr/>
        </p:nvGrpSpPr>
        <p:grpSpPr>
          <a:xfrm>
            <a:off x="6352932" y="2289857"/>
            <a:ext cx="263567" cy="317614"/>
            <a:chOff x="6421399" y="2308227"/>
            <a:chExt cx="263567" cy="317614"/>
          </a:xfrm>
        </p:grpSpPr>
        <p:sp>
          <p:nvSpPr>
            <p:cNvPr id="11321" name="Google Shape;11321;p6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62"/>
          <p:cNvGrpSpPr/>
          <p:nvPr/>
        </p:nvGrpSpPr>
        <p:grpSpPr>
          <a:xfrm>
            <a:off x="6850501" y="2277250"/>
            <a:ext cx="360356" cy="343462"/>
            <a:chOff x="6870193" y="2295620"/>
            <a:chExt cx="360356" cy="343462"/>
          </a:xfrm>
        </p:grpSpPr>
        <p:sp>
          <p:nvSpPr>
            <p:cNvPr id="11326" name="Google Shape;11326;p6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62"/>
          <p:cNvGrpSpPr/>
          <p:nvPr/>
        </p:nvGrpSpPr>
        <p:grpSpPr>
          <a:xfrm>
            <a:off x="7421773" y="2284490"/>
            <a:ext cx="342192" cy="327140"/>
            <a:chOff x="7441465" y="2302860"/>
            <a:chExt cx="342192" cy="327140"/>
          </a:xfrm>
        </p:grpSpPr>
        <p:sp>
          <p:nvSpPr>
            <p:cNvPr id="11329" name="Google Shape;11329;p6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62"/>
          <p:cNvGrpSpPr/>
          <p:nvPr/>
        </p:nvGrpSpPr>
        <p:grpSpPr>
          <a:xfrm>
            <a:off x="7969991" y="2331837"/>
            <a:ext cx="332761" cy="234066"/>
            <a:chOff x="7989683" y="2350207"/>
            <a:chExt cx="332761" cy="234066"/>
          </a:xfrm>
        </p:grpSpPr>
        <p:sp>
          <p:nvSpPr>
            <p:cNvPr id="11332" name="Google Shape;11332;p6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62"/>
          <p:cNvGrpSpPr/>
          <p:nvPr/>
        </p:nvGrpSpPr>
        <p:grpSpPr>
          <a:xfrm>
            <a:off x="5803602" y="2291381"/>
            <a:ext cx="315327" cy="314978"/>
            <a:chOff x="5823294" y="2309751"/>
            <a:chExt cx="315327" cy="314978"/>
          </a:xfrm>
        </p:grpSpPr>
        <p:sp>
          <p:nvSpPr>
            <p:cNvPr id="11339" name="Google Shape;11339;p6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62"/>
          <p:cNvGrpSpPr/>
          <p:nvPr/>
        </p:nvGrpSpPr>
        <p:grpSpPr>
          <a:xfrm>
            <a:off x="2477583" y="2725790"/>
            <a:ext cx="370930" cy="370549"/>
            <a:chOff x="2497275" y="2744159"/>
            <a:chExt cx="370930" cy="370549"/>
          </a:xfrm>
        </p:grpSpPr>
        <p:sp>
          <p:nvSpPr>
            <p:cNvPr id="11357" name="Google Shape;11357;p6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62"/>
          <p:cNvGrpSpPr/>
          <p:nvPr/>
        </p:nvGrpSpPr>
        <p:grpSpPr>
          <a:xfrm>
            <a:off x="841248" y="2728108"/>
            <a:ext cx="371883" cy="365691"/>
            <a:chOff x="860940" y="2746477"/>
            <a:chExt cx="371883" cy="365691"/>
          </a:xfrm>
        </p:grpSpPr>
        <p:sp>
          <p:nvSpPr>
            <p:cNvPr id="11364" name="Google Shape;11364;p6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62"/>
          <p:cNvGrpSpPr/>
          <p:nvPr/>
        </p:nvGrpSpPr>
        <p:grpSpPr>
          <a:xfrm>
            <a:off x="1431144" y="2747889"/>
            <a:ext cx="283985" cy="341080"/>
            <a:chOff x="1493849" y="2775533"/>
            <a:chExt cx="283985" cy="341080"/>
          </a:xfrm>
        </p:grpSpPr>
        <p:sp>
          <p:nvSpPr>
            <p:cNvPr id="11370" name="Google Shape;11370;p6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62"/>
          <p:cNvGrpSpPr/>
          <p:nvPr/>
        </p:nvGrpSpPr>
        <p:grpSpPr>
          <a:xfrm>
            <a:off x="1933144" y="2756052"/>
            <a:ext cx="372835" cy="342573"/>
            <a:chOff x="1952836" y="2774422"/>
            <a:chExt cx="372835" cy="342573"/>
          </a:xfrm>
        </p:grpSpPr>
        <p:sp>
          <p:nvSpPr>
            <p:cNvPr id="11373" name="Google Shape;11373;p6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62"/>
          <p:cNvGrpSpPr/>
          <p:nvPr/>
        </p:nvGrpSpPr>
        <p:grpSpPr>
          <a:xfrm>
            <a:off x="3060224" y="2726107"/>
            <a:ext cx="332729" cy="372518"/>
            <a:chOff x="3079916" y="2744477"/>
            <a:chExt cx="332729" cy="372518"/>
          </a:xfrm>
        </p:grpSpPr>
        <p:sp>
          <p:nvSpPr>
            <p:cNvPr id="11377" name="Google Shape;11377;p6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62"/>
          <p:cNvGrpSpPr/>
          <p:nvPr/>
        </p:nvGrpSpPr>
        <p:grpSpPr>
          <a:xfrm>
            <a:off x="3600884" y="2727155"/>
            <a:ext cx="336889" cy="355592"/>
            <a:chOff x="3620576" y="2745525"/>
            <a:chExt cx="336889" cy="355592"/>
          </a:xfrm>
        </p:grpSpPr>
        <p:sp>
          <p:nvSpPr>
            <p:cNvPr id="11381" name="Google Shape;11381;p6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62"/>
          <p:cNvGrpSpPr/>
          <p:nvPr/>
        </p:nvGrpSpPr>
        <p:grpSpPr>
          <a:xfrm>
            <a:off x="4107123" y="2742334"/>
            <a:ext cx="380393" cy="363118"/>
            <a:chOff x="4126815" y="2760704"/>
            <a:chExt cx="380393" cy="363118"/>
          </a:xfrm>
        </p:grpSpPr>
        <p:sp>
          <p:nvSpPr>
            <p:cNvPr id="11384" name="Google Shape;11384;p6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62"/>
          <p:cNvGrpSpPr/>
          <p:nvPr/>
        </p:nvGrpSpPr>
        <p:grpSpPr>
          <a:xfrm>
            <a:off x="4656294" y="2727314"/>
            <a:ext cx="381346" cy="368644"/>
            <a:chOff x="4675986" y="2745684"/>
            <a:chExt cx="381346" cy="368644"/>
          </a:xfrm>
        </p:grpSpPr>
        <p:sp>
          <p:nvSpPr>
            <p:cNvPr id="11389" name="Google Shape;11389;p6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62"/>
          <p:cNvGrpSpPr/>
          <p:nvPr/>
        </p:nvGrpSpPr>
        <p:grpSpPr>
          <a:xfrm>
            <a:off x="5200924" y="2772692"/>
            <a:ext cx="373185" cy="302466"/>
            <a:chOff x="5220616" y="2791061"/>
            <a:chExt cx="373185" cy="302466"/>
          </a:xfrm>
        </p:grpSpPr>
        <p:sp>
          <p:nvSpPr>
            <p:cNvPr id="11392" name="Google Shape;11392;p6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62"/>
          <p:cNvGrpSpPr/>
          <p:nvPr/>
        </p:nvGrpSpPr>
        <p:grpSpPr>
          <a:xfrm>
            <a:off x="5768969" y="2754147"/>
            <a:ext cx="284366" cy="344097"/>
            <a:chOff x="5864861" y="2772517"/>
            <a:chExt cx="284366" cy="344097"/>
          </a:xfrm>
        </p:grpSpPr>
        <p:sp>
          <p:nvSpPr>
            <p:cNvPr id="11411" name="Google Shape;11411;p6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7" name="Google Shape;11417;p62"/>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8" name="Google Shape;11418;p62"/>
          <p:cNvGrpSpPr/>
          <p:nvPr/>
        </p:nvGrpSpPr>
        <p:grpSpPr>
          <a:xfrm>
            <a:off x="6954467" y="2771168"/>
            <a:ext cx="255247" cy="327458"/>
            <a:chOff x="6974158" y="2789537"/>
            <a:chExt cx="255247" cy="327458"/>
          </a:xfrm>
        </p:grpSpPr>
        <p:sp>
          <p:nvSpPr>
            <p:cNvPr id="11419" name="Google Shape;11419;p6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62"/>
          <p:cNvGrpSpPr/>
          <p:nvPr/>
        </p:nvGrpSpPr>
        <p:grpSpPr>
          <a:xfrm>
            <a:off x="7511005" y="2771930"/>
            <a:ext cx="244291" cy="326314"/>
            <a:chOff x="7530697" y="2790299"/>
            <a:chExt cx="244291" cy="326314"/>
          </a:xfrm>
        </p:grpSpPr>
        <p:sp>
          <p:nvSpPr>
            <p:cNvPr id="11426" name="Google Shape;11426;p6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62"/>
          <p:cNvGrpSpPr/>
          <p:nvPr/>
        </p:nvGrpSpPr>
        <p:grpSpPr>
          <a:xfrm>
            <a:off x="7968499" y="2813878"/>
            <a:ext cx="332348" cy="283985"/>
            <a:chOff x="7988191" y="2832248"/>
            <a:chExt cx="332348" cy="283985"/>
          </a:xfrm>
        </p:grpSpPr>
        <p:sp>
          <p:nvSpPr>
            <p:cNvPr id="11433" name="Google Shape;11433;p6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6" name="Google Shape;11436;p62"/>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7" name="Google Shape;11437;p62"/>
          <p:cNvGrpSpPr/>
          <p:nvPr/>
        </p:nvGrpSpPr>
        <p:grpSpPr>
          <a:xfrm>
            <a:off x="3568748" y="3239998"/>
            <a:ext cx="364484" cy="262423"/>
            <a:chOff x="3588440" y="3258368"/>
            <a:chExt cx="364484" cy="262423"/>
          </a:xfrm>
        </p:grpSpPr>
        <p:sp>
          <p:nvSpPr>
            <p:cNvPr id="11438" name="Google Shape;11438;p6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4" name="Google Shape;11444;p62"/>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5" name="Google Shape;11445;p62"/>
          <p:cNvGrpSpPr/>
          <p:nvPr/>
        </p:nvGrpSpPr>
        <p:grpSpPr>
          <a:xfrm>
            <a:off x="5746125" y="3209355"/>
            <a:ext cx="364865" cy="324822"/>
            <a:chOff x="5765817" y="3227724"/>
            <a:chExt cx="364865" cy="324822"/>
          </a:xfrm>
        </p:grpSpPr>
        <p:sp>
          <p:nvSpPr>
            <p:cNvPr id="11446" name="Google Shape;11446;p6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62"/>
          <p:cNvGrpSpPr/>
          <p:nvPr/>
        </p:nvGrpSpPr>
        <p:grpSpPr>
          <a:xfrm>
            <a:off x="6208891" y="3219294"/>
            <a:ext cx="446539" cy="303895"/>
            <a:chOff x="6228583" y="3237664"/>
            <a:chExt cx="446539" cy="303895"/>
          </a:xfrm>
        </p:grpSpPr>
        <p:sp>
          <p:nvSpPr>
            <p:cNvPr id="11450" name="Google Shape;11450;p6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62"/>
          <p:cNvGrpSpPr/>
          <p:nvPr/>
        </p:nvGrpSpPr>
        <p:grpSpPr>
          <a:xfrm>
            <a:off x="846170" y="3188936"/>
            <a:ext cx="364484" cy="364897"/>
            <a:chOff x="865862" y="3207306"/>
            <a:chExt cx="364484" cy="364897"/>
          </a:xfrm>
        </p:grpSpPr>
        <p:sp>
          <p:nvSpPr>
            <p:cNvPr id="11468" name="Google Shape;11468;p6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62"/>
          <p:cNvGrpSpPr/>
          <p:nvPr/>
        </p:nvGrpSpPr>
        <p:grpSpPr>
          <a:xfrm>
            <a:off x="1384925" y="3208593"/>
            <a:ext cx="370168" cy="325965"/>
            <a:chOff x="1404617" y="3226962"/>
            <a:chExt cx="370168" cy="325965"/>
          </a:xfrm>
        </p:grpSpPr>
        <p:sp>
          <p:nvSpPr>
            <p:cNvPr id="11483" name="Google Shape;11483;p6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62"/>
          <p:cNvGrpSpPr/>
          <p:nvPr/>
        </p:nvGrpSpPr>
        <p:grpSpPr>
          <a:xfrm>
            <a:off x="1933711" y="3197724"/>
            <a:ext cx="366389" cy="354481"/>
            <a:chOff x="1954741" y="3212419"/>
            <a:chExt cx="366389" cy="354481"/>
          </a:xfrm>
        </p:grpSpPr>
        <p:sp>
          <p:nvSpPr>
            <p:cNvPr id="11493" name="Google Shape;11493;p6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62"/>
          <p:cNvGrpSpPr/>
          <p:nvPr/>
        </p:nvGrpSpPr>
        <p:grpSpPr>
          <a:xfrm>
            <a:off x="3023547" y="3197256"/>
            <a:ext cx="366008" cy="348670"/>
            <a:chOff x="3043239" y="3215626"/>
            <a:chExt cx="366008" cy="348670"/>
          </a:xfrm>
        </p:grpSpPr>
        <p:sp>
          <p:nvSpPr>
            <p:cNvPr id="11501" name="Google Shape;11501;p6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62"/>
          <p:cNvGrpSpPr/>
          <p:nvPr/>
        </p:nvGrpSpPr>
        <p:grpSpPr>
          <a:xfrm>
            <a:off x="4198641" y="3166613"/>
            <a:ext cx="209107" cy="383442"/>
            <a:chOff x="4218333" y="3184982"/>
            <a:chExt cx="209107" cy="383442"/>
          </a:xfrm>
        </p:grpSpPr>
        <p:sp>
          <p:nvSpPr>
            <p:cNvPr id="11504" name="Google Shape;11504;p6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6" name="Google Shape;11506;p62"/>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7" name="Google Shape;11507;p62"/>
          <p:cNvGrpSpPr/>
          <p:nvPr/>
        </p:nvGrpSpPr>
        <p:grpSpPr>
          <a:xfrm>
            <a:off x="6876953" y="3197637"/>
            <a:ext cx="322917" cy="347876"/>
            <a:chOff x="6896644" y="3216007"/>
            <a:chExt cx="322917" cy="347876"/>
          </a:xfrm>
        </p:grpSpPr>
        <p:sp>
          <p:nvSpPr>
            <p:cNvPr id="11508" name="Google Shape;11508;p6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62"/>
          <p:cNvGrpSpPr/>
          <p:nvPr/>
        </p:nvGrpSpPr>
        <p:grpSpPr>
          <a:xfrm>
            <a:off x="7409674" y="3204814"/>
            <a:ext cx="334634" cy="333904"/>
            <a:chOff x="7429366" y="3223183"/>
            <a:chExt cx="334634" cy="333904"/>
          </a:xfrm>
        </p:grpSpPr>
        <p:sp>
          <p:nvSpPr>
            <p:cNvPr id="11516" name="Google Shape;11516;p6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8" name="Google Shape;11518;p62"/>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9" name="Google Shape;11519;p62"/>
          <p:cNvGrpSpPr/>
          <p:nvPr/>
        </p:nvGrpSpPr>
        <p:grpSpPr>
          <a:xfrm>
            <a:off x="5196764" y="3707114"/>
            <a:ext cx="356196" cy="265631"/>
            <a:chOff x="5216456" y="3725484"/>
            <a:chExt cx="356196" cy="265631"/>
          </a:xfrm>
        </p:grpSpPr>
        <p:sp>
          <p:nvSpPr>
            <p:cNvPr id="11520" name="Google Shape;11520;p6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62"/>
          <p:cNvGrpSpPr/>
          <p:nvPr/>
        </p:nvGrpSpPr>
        <p:grpSpPr>
          <a:xfrm>
            <a:off x="6829701" y="3715625"/>
            <a:ext cx="355053" cy="248038"/>
            <a:chOff x="6849393" y="3733994"/>
            <a:chExt cx="355053" cy="248038"/>
          </a:xfrm>
        </p:grpSpPr>
        <p:sp>
          <p:nvSpPr>
            <p:cNvPr id="11523" name="Google Shape;11523;p6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62"/>
          <p:cNvGrpSpPr/>
          <p:nvPr/>
        </p:nvGrpSpPr>
        <p:grpSpPr>
          <a:xfrm>
            <a:off x="7899305" y="3696318"/>
            <a:ext cx="392111" cy="280206"/>
            <a:chOff x="7918997" y="3714687"/>
            <a:chExt cx="392111" cy="280206"/>
          </a:xfrm>
        </p:grpSpPr>
        <p:sp>
          <p:nvSpPr>
            <p:cNvPr id="11529" name="Google Shape;11529;p6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4" name="Google Shape;11534;p62"/>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5" name="Google Shape;11535;p62"/>
          <p:cNvGrpSpPr/>
          <p:nvPr/>
        </p:nvGrpSpPr>
        <p:grpSpPr>
          <a:xfrm>
            <a:off x="1389085" y="3662594"/>
            <a:ext cx="357720" cy="355148"/>
            <a:chOff x="1408777" y="3680964"/>
            <a:chExt cx="357720" cy="355148"/>
          </a:xfrm>
        </p:grpSpPr>
        <p:sp>
          <p:nvSpPr>
            <p:cNvPr id="11536" name="Google Shape;11536;p6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62"/>
          <p:cNvGrpSpPr/>
          <p:nvPr/>
        </p:nvGrpSpPr>
        <p:grpSpPr>
          <a:xfrm>
            <a:off x="1933144" y="3662594"/>
            <a:ext cx="357720" cy="355148"/>
            <a:chOff x="1952836" y="3680964"/>
            <a:chExt cx="357720" cy="355148"/>
          </a:xfrm>
        </p:grpSpPr>
        <p:sp>
          <p:nvSpPr>
            <p:cNvPr id="11542" name="Google Shape;11542;p6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62"/>
          <p:cNvGrpSpPr/>
          <p:nvPr/>
        </p:nvGrpSpPr>
        <p:grpSpPr>
          <a:xfrm>
            <a:off x="2477202" y="3662594"/>
            <a:ext cx="357720" cy="355148"/>
            <a:chOff x="2496894" y="3680964"/>
            <a:chExt cx="357720" cy="355148"/>
          </a:xfrm>
        </p:grpSpPr>
        <p:sp>
          <p:nvSpPr>
            <p:cNvPr id="11548" name="Google Shape;11548;p6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62"/>
          <p:cNvGrpSpPr/>
          <p:nvPr/>
        </p:nvGrpSpPr>
        <p:grpSpPr>
          <a:xfrm>
            <a:off x="3021292" y="3662689"/>
            <a:ext cx="356164" cy="355815"/>
            <a:chOff x="3040984" y="3681059"/>
            <a:chExt cx="356164" cy="355815"/>
          </a:xfrm>
        </p:grpSpPr>
        <p:sp>
          <p:nvSpPr>
            <p:cNvPr id="11554" name="Google Shape;11554;p6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62"/>
          <p:cNvGrpSpPr/>
          <p:nvPr/>
        </p:nvGrpSpPr>
        <p:grpSpPr>
          <a:xfrm>
            <a:off x="3564589" y="3680821"/>
            <a:ext cx="358069" cy="317995"/>
            <a:chOff x="3584280" y="3699191"/>
            <a:chExt cx="358069" cy="317995"/>
          </a:xfrm>
        </p:grpSpPr>
        <p:sp>
          <p:nvSpPr>
            <p:cNvPr id="11558" name="Google Shape;11558;p6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62"/>
          <p:cNvGrpSpPr/>
          <p:nvPr/>
        </p:nvGrpSpPr>
        <p:grpSpPr>
          <a:xfrm>
            <a:off x="4109790" y="3662689"/>
            <a:ext cx="355402" cy="354291"/>
            <a:chOff x="4129482" y="3681059"/>
            <a:chExt cx="355402" cy="354291"/>
          </a:xfrm>
        </p:grpSpPr>
        <p:sp>
          <p:nvSpPr>
            <p:cNvPr id="11563" name="Google Shape;11563;p6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62"/>
          <p:cNvGrpSpPr/>
          <p:nvPr/>
        </p:nvGrpSpPr>
        <p:grpSpPr>
          <a:xfrm>
            <a:off x="4653849" y="3661927"/>
            <a:ext cx="355434" cy="355815"/>
            <a:chOff x="4673540" y="3680297"/>
            <a:chExt cx="355434" cy="355815"/>
          </a:xfrm>
        </p:grpSpPr>
        <p:sp>
          <p:nvSpPr>
            <p:cNvPr id="11568" name="Google Shape;11568;p6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62"/>
          <p:cNvGrpSpPr/>
          <p:nvPr/>
        </p:nvGrpSpPr>
        <p:grpSpPr>
          <a:xfrm>
            <a:off x="5759716" y="3680821"/>
            <a:ext cx="317645" cy="318757"/>
            <a:chOff x="5779408" y="3699191"/>
            <a:chExt cx="317645" cy="318757"/>
          </a:xfrm>
        </p:grpSpPr>
        <p:sp>
          <p:nvSpPr>
            <p:cNvPr id="11572" name="Google Shape;11572;p6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4" name="Google Shape;11574;p62"/>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5" name="Google Shape;11575;p62"/>
          <p:cNvGrpSpPr/>
          <p:nvPr/>
        </p:nvGrpSpPr>
        <p:grpSpPr>
          <a:xfrm>
            <a:off x="7370743" y="3662499"/>
            <a:ext cx="372073" cy="355243"/>
            <a:chOff x="7390435" y="3680868"/>
            <a:chExt cx="372073" cy="355243"/>
          </a:xfrm>
        </p:grpSpPr>
        <p:sp>
          <p:nvSpPr>
            <p:cNvPr id="11576" name="Google Shape;11576;p6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62"/>
          <p:cNvGrpSpPr/>
          <p:nvPr/>
        </p:nvGrpSpPr>
        <p:grpSpPr>
          <a:xfrm>
            <a:off x="1392301" y="4119346"/>
            <a:ext cx="374709" cy="374010"/>
            <a:chOff x="1421638" y="4125629"/>
            <a:chExt cx="374709" cy="374010"/>
          </a:xfrm>
        </p:grpSpPr>
        <p:sp>
          <p:nvSpPr>
            <p:cNvPr id="11583" name="Google Shape;11583;p6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62"/>
          <p:cNvGrpSpPr/>
          <p:nvPr/>
        </p:nvGrpSpPr>
        <p:grpSpPr>
          <a:xfrm>
            <a:off x="1943917" y="4135255"/>
            <a:ext cx="357720" cy="342192"/>
            <a:chOff x="1973254" y="4156304"/>
            <a:chExt cx="357720" cy="342192"/>
          </a:xfrm>
        </p:grpSpPr>
        <p:sp>
          <p:nvSpPr>
            <p:cNvPr id="11586" name="Google Shape;11586;p6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62"/>
          <p:cNvGrpSpPr/>
          <p:nvPr/>
        </p:nvGrpSpPr>
        <p:grpSpPr>
          <a:xfrm>
            <a:off x="2494422" y="4136192"/>
            <a:ext cx="341049" cy="340318"/>
            <a:chOff x="2523759" y="4135505"/>
            <a:chExt cx="341049" cy="340318"/>
          </a:xfrm>
        </p:grpSpPr>
        <p:sp>
          <p:nvSpPr>
            <p:cNvPr id="11593" name="Google Shape;11593;p6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62"/>
          <p:cNvGrpSpPr/>
          <p:nvPr/>
        </p:nvGrpSpPr>
        <p:grpSpPr>
          <a:xfrm>
            <a:off x="3011266" y="4131175"/>
            <a:ext cx="392079" cy="350353"/>
            <a:chOff x="3040603" y="4130360"/>
            <a:chExt cx="392079" cy="350353"/>
          </a:xfrm>
        </p:grpSpPr>
        <p:sp>
          <p:nvSpPr>
            <p:cNvPr id="11596" name="Google Shape;11596;p6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62"/>
          <p:cNvGrpSpPr/>
          <p:nvPr/>
        </p:nvGrpSpPr>
        <p:grpSpPr>
          <a:xfrm>
            <a:off x="3632807" y="4136192"/>
            <a:ext cx="232955" cy="340318"/>
            <a:chOff x="3662144" y="4135505"/>
            <a:chExt cx="232955" cy="340318"/>
          </a:xfrm>
        </p:grpSpPr>
        <p:sp>
          <p:nvSpPr>
            <p:cNvPr id="11607" name="Google Shape;11607;p6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62"/>
          <p:cNvGrpSpPr/>
          <p:nvPr/>
        </p:nvGrpSpPr>
        <p:grpSpPr>
          <a:xfrm>
            <a:off x="4119801" y="4122029"/>
            <a:ext cx="344065" cy="368644"/>
            <a:chOff x="4149138" y="4121151"/>
            <a:chExt cx="344065" cy="368644"/>
          </a:xfrm>
        </p:grpSpPr>
        <p:sp>
          <p:nvSpPr>
            <p:cNvPr id="11612" name="Google Shape;11612;p6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4" name="Google Shape;11624;p62"/>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5" name="Google Shape;11625;p62"/>
          <p:cNvGrpSpPr/>
          <p:nvPr/>
        </p:nvGrpSpPr>
        <p:grpSpPr>
          <a:xfrm>
            <a:off x="5176925" y="4174949"/>
            <a:ext cx="397763" cy="262804"/>
            <a:chOff x="5206262" y="4174817"/>
            <a:chExt cx="397763" cy="262804"/>
          </a:xfrm>
        </p:grpSpPr>
        <p:sp>
          <p:nvSpPr>
            <p:cNvPr id="11626" name="Google Shape;11626;p6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62"/>
          <p:cNvGrpSpPr/>
          <p:nvPr/>
        </p:nvGrpSpPr>
        <p:grpSpPr>
          <a:xfrm>
            <a:off x="5698279" y="4161342"/>
            <a:ext cx="440505" cy="290018"/>
            <a:chOff x="5727616" y="4204699"/>
            <a:chExt cx="440505" cy="290018"/>
          </a:xfrm>
        </p:grpSpPr>
        <p:sp>
          <p:nvSpPr>
            <p:cNvPr id="11634" name="Google Shape;11634;p6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62"/>
          <p:cNvGrpSpPr/>
          <p:nvPr/>
        </p:nvGrpSpPr>
        <p:grpSpPr>
          <a:xfrm>
            <a:off x="6380726" y="4124093"/>
            <a:ext cx="159950" cy="364516"/>
            <a:chOff x="6410063" y="4135124"/>
            <a:chExt cx="159950" cy="364516"/>
          </a:xfrm>
        </p:grpSpPr>
        <p:sp>
          <p:nvSpPr>
            <p:cNvPr id="11643" name="Google Shape;11643;p6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62"/>
          <p:cNvGrpSpPr/>
          <p:nvPr/>
        </p:nvGrpSpPr>
        <p:grpSpPr>
          <a:xfrm>
            <a:off x="6641065" y="4124284"/>
            <a:ext cx="214378" cy="364135"/>
            <a:chOff x="6924652" y="4135505"/>
            <a:chExt cx="214378" cy="364135"/>
          </a:xfrm>
        </p:grpSpPr>
        <p:sp>
          <p:nvSpPr>
            <p:cNvPr id="11648" name="Google Shape;11648;p6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2" name="Google Shape;11652;p62"/>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1653" name="Google Shape;11653;p6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1654" name="Google Shape;11654;p62"/>
          <p:cNvGrpSpPr/>
          <p:nvPr/>
        </p:nvGrpSpPr>
        <p:grpSpPr>
          <a:xfrm>
            <a:off x="841240" y="4119220"/>
            <a:ext cx="374177" cy="374263"/>
            <a:chOff x="775325" y="4143525"/>
            <a:chExt cx="468776" cy="468884"/>
          </a:xfrm>
        </p:grpSpPr>
        <p:sp>
          <p:nvSpPr>
            <p:cNvPr id="11655" name="Google Shape;11655;p62"/>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2"/>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2"/>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2"/>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62"/>
          <p:cNvGrpSpPr/>
          <p:nvPr/>
        </p:nvGrpSpPr>
        <p:grpSpPr>
          <a:xfrm>
            <a:off x="7015917" y="4114633"/>
            <a:ext cx="219464" cy="383437"/>
            <a:chOff x="1426400" y="1814750"/>
            <a:chExt cx="407850" cy="712575"/>
          </a:xfrm>
        </p:grpSpPr>
        <p:sp>
          <p:nvSpPr>
            <p:cNvPr id="11660" name="Google Shape;11660;p62"/>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2"/>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2"/>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62"/>
          <p:cNvGrpSpPr/>
          <p:nvPr/>
        </p:nvGrpSpPr>
        <p:grpSpPr>
          <a:xfrm>
            <a:off x="7391519" y="4149408"/>
            <a:ext cx="313833" cy="313887"/>
            <a:chOff x="1910075" y="2021700"/>
            <a:chExt cx="583225" cy="583325"/>
          </a:xfrm>
        </p:grpSpPr>
        <p:sp>
          <p:nvSpPr>
            <p:cNvPr id="11664" name="Google Shape;11664;p62"/>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2"/>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2"/>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62"/>
          <p:cNvGrpSpPr/>
          <p:nvPr/>
        </p:nvGrpSpPr>
        <p:grpSpPr>
          <a:xfrm>
            <a:off x="7861486" y="4189187"/>
            <a:ext cx="441255" cy="234329"/>
            <a:chOff x="2749275" y="2099575"/>
            <a:chExt cx="820025" cy="435475"/>
          </a:xfrm>
        </p:grpSpPr>
        <p:sp>
          <p:nvSpPr>
            <p:cNvPr id="11668" name="Google Shape;11668;p62"/>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2"/>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2"/>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2"/>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75" name="Shape 11675"/>
        <p:cNvGrpSpPr/>
        <p:nvPr/>
      </p:nvGrpSpPr>
      <p:grpSpPr>
        <a:xfrm>
          <a:off x="0" y="0"/>
          <a:ext cx="0" cy="0"/>
          <a:chOff x="0" y="0"/>
          <a:chExt cx="0" cy="0"/>
        </a:xfrm>
      </p:grpSpPr>
      <p:grpSp>
        <p:nvGrpSpPr>
          <p:cNvPr id="11676" name="Google Shape;11676;p63"/>
          <p:cNvGrpSpPr/>
          <p:nvPr/>
        </p:nvGrpSpPr>
        <p:grpSpPr>
          <a:xfrm>
            <a:off x="1989449" y="4101269"/>
            <a:ext cx="374774" cy="346073"/>
            <a:chOff x="1989449" y="4282269"/>
            <a:chExt cx="374774" cy="346073"/>
          </a:xfrm>
        </p:grpSpPr>
        <p:sp>
          <p:nvSpPr>
            <p:cNvPr id="11677" name="Google Shape;11677;p6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63"/>
          <p:cNvGrpSpPr/>
          <p:nvPr/>
        </p:nvGrpSpPr>
        <p:grpSpPr>
          <a:xfrm>
            <a:off x="2487439" y="4099740"/>
            <a:ext cx="198775" cy="348972"/>
            <a:chOff x="2487439" y="4280740"/>
            <a:chExt cx="198775" cy="348972"/>
          </a:xfrm>
        </p:grpSpPr>
        <p:sp>
          <p:nvSpPr>
            <p:cNvPr id="11683" name="Google Shape;11683;p6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63"/>
          <p:cNvGrpSpPr/>
          <p:nvPr/>
        </p:nvGrpSpPr>
        <p:grpSpPr>
          <a:xfrm>
            <a:off x="2810958" y="4092923"/>
            <a:ext cx="353145" cy="361873"/>
            <a:chOff x="2810958" y="4273923"/>
            <a:chExt cx="353145" cy="361873"/>
          </a:xfrm>
        </p:grpSpPr>
        <p:sp>
          <p:nvSpPr>
            <p:cNvPr id="11688" name="Google Shape;11688;p6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63"/>
          <p:cNvGrpSpPr/>
          <p:nvPr/>
        </p:nvGrpSpPr>
        <p:grpSpPr>
          <a:xfrm>
            <a:off x="6275635" y="4101651"/>
            <a:ext cx="209383" cy="366778"/>
            <a:chOff x="6275635" y="4282651"/>
            <a:chExt cx="209383" cy="366778"/>
          </a:xfrm>
        </p:grpSpPr>
        <p:sp>
          <p:nvSpPr>
            <p:cNvPr id="11696" name="Google Shape;11696;p6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63"/>
          <p:cNvGrpSpPr/>
          <p:nvPr/>
        </p:nvGrpSpPr>
        <p:grpSpPr>
          <a:xfrm>
            <a:off x="6701186" y="4102033"/>
            <a:ext cx="280292" cy="366396"/>
            <a:chOff x="6701186" y="4283033"/>
            <a:chExt cx="280292" cy="366396"/>
          </a:xfrm>
        </p:grpSpPr>
        <p:sp>
          <p:nvSpPr>
            <p:cNvPr id="11699" name="Google Shape;11699;p6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1" name="Google Shape;11701;p63"/>
          <p:cNvGrpSpPr/>
          <p:nvPr/>
        </p:nvGrpSpPr>
        <p:grpSpPr>
          <a:xfrm>
            <a:off x="2609571" y="3643958"/>
            <a:ext cx="373627" cy="347347"/>
            <a:chOff x="2609571" y="3824958"/>
            <a:chExt cx="373627" cy="347347"/>
          </a:xfrm>
        </p:grpSpPr>
        <p:sp>
          <p:nvSpPr>
            <p:cNvPr id="11702" name="Google Shape;11702;p6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4" name="Google Shape;11704;p63"/>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5" name="Google Shape;11705;p63"/>
          <p:cNvGrpSpPr/>
          <p:nvPr/>
        </p:nvGrpSpPr>
        <p:grpSpPr>
          <a:xfrm>
            <a:off x="916127" y="3626056"/>
            <a:ext cx="221902" cy="380795"/>
            <a:chOff x="916127" y="3807056"/>
            <a:chExt cx="221902" cy="380795"/>
          </a:xfrm>
        </p:grpSpPr>
        <p:sp>
          <p:nvSpPr>
            <p:cNvPr id="11706" name="Google Shape;11706;p6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0" name="Google Shape;11710;p63"/>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3"/>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2" name="Google Shape;11712;p63"/>
          <p:cNvGrpSpPr/>
          <p:nvPr/>
        </p:nvGrpSpPr>
        <p:grpSpPr>
          <a:xfrm>
            <a:off x="3513010" y="3635134"/>
            <a:ext cx="362223" cy="361108"/>
            <a:chOff x="3513010" y="3816134"/>
            <a:chExt cx="362223" cy="361108"/>
          </a:xfrm>
        </p:grpSpPr>
        <p:sp>
          <p:nvSpPr>
            <p:cNvPr id="11713" name="Google Shape;11713;p6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63"/>
          <p:cNvGrpSpPr/>
          <p:nvPr/>
        </p:nvGrpSpPr>
        <p:grpSpPr>
          <a:xfrm>
            <a:off x="3950316" y="3639307"/>
            <a:ext cx="369805" cy="353782"/>
            <a:chOff x="3950316" y="3820307"/>
            <a:chExt cx="369805" cy="353782"/>
          </a:xfrm>
        </p:grpSpPr>
        <p:sp>
          <p:nvSpPr>
            <p:cNvPr id="11718" name="Google Shape;11718;p6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63"/>
          <p:cNvGrpSpPr/>
          <p:nvPr/>
        </p:nvGrpSpPr>
        <p:grpSpPr>
          <a:xfrm>
            <a:off x="1761909" y="3630961"/>
            <a:ext cx="307974" cy="371716"/>
            <a:chOff x="1761909" y="3811961"/>
            <a:chExt cx="307974" cy="371716"/>
          </a:xfrm>
        </p:grpSpPr>
        <p:sp>
          <p:nvSpPr>
            <p:cNvPr id="11723" name="Google Shape;11723;p6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63"/>
          <p:cNvGrpSpPr/>
          <p:nvPr/>
        </p:nvGrpSpPr>
        <p:grpSpPr>
          <a:xfrm>
            <a:off x="5373342" y="3627935"/>
            <a:ext cx="231395" cy="353145"/>
            <a:chOff x="5373342" y="3808935"/>
            <a:chExt cx="231395" cy="353145"/>
          </a:xfrm>
        </p:grpSpPr>
        <p:sp>
          <p:nvSpPr>
            <p:cNvPr id="11734" name="Google Shape;11734;p6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3" name="Google Shape;11743;p63"/>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4" name="Google Shape;11744;p63"/>
          <p:cNvGrpSpPr/>
          <p:nvPr/>
        </p:nvGrpSpPr>
        <p:grpSpPr>
          <a:xfrm>
            <a:off x="5833775" y="3628445"/>
            <a:ext cx="235185" cy="352253"/>
            <a:chOff x="5833775" y="3809445"/>
            <a:chExt cx="235185" cy="352253"/>
          </a:xfrm>
        </p:grpSpPr>
        <p:sp>
          <p:nvSpPr>
            <p:cNvPr id="11745" name="Google Shape;11745;p6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63"/>
          <p:cNvGrpSpPr/>
          <p:nvPr/>
        </p:nvGrpSpPr>
        <p:grpSpPr>
          <a:xfrm>
            <a:off x="4942472" y="3628318"/>
            <a:ext cx="238976" cy="352762"/>
            <a:chOff x="4942472" y="3809318"/>
            <a:chExt cx="238976" cy="352762"/>
          </a:xfrm>
        </p:grpSpPr>
        <p:sp>
          <p:nvSpPr>
            <p:cNvPr id="11749" name="Google Shape;11749;p6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63"/>
          <p:cNvGrpSpPr/>
          <p:nvPr/>
        </p:nvGrpSpPr>
        <p:grpSpPr>
          <a:xfrm>
            <a:off x="6266525" y="3626788"/>
            <a:ext cx="260223" cy="353527"/>
            <a:chOff x="6266525" y="3807788"/>
            <a:chExt cx="260223" cy="353527"/>
          </a:xfrm>
        </p:grpSpPr>
        <p:sp>
          <p:nvSpPr>
            <p:cNvPr id="11757" name="Google Shape;11757;p6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1" name="Google Shape;11761;p63"/>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2" name="Google Shape;11762;p63"/>
          <p:cNvGrpSpPr/>
          <p:nvPr/>
        </p:nvGrpSpPr>
        <p:grpSpPr>
          <a:xfrm>
            <a:off x="7184363" y="3628604"/>
            <a:ext cx="202184" cy="352762"/>
            <a:chOff x="7184363" y="3809604"/>
            <a:chExt cx="202184" cy="352762"/>
          </a:xfrm>
        </p:grpSpPr>
        <p:sp>
          <p:nvSpPr>
            <p:cNvPr id="11763" name="Google Shape;11763;p6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63"/>
          <p:cNvGrpSpPr/>
          <p:nvPr/>
        </p:nvGrpSpPr>
        <p:grpSpPr>
          <a:xfrm>
            <a:off x="7571624" y="3627935"/>
            <a:ext cx="292047" cy="352762"/>
            <a:chOff x="7571624" y="3808935"/>
            <a:chExt cx="292047" cy="352762"/>
          </a:xfrm>
        </p:grpSpPr>
        <p:sp>
          <p:nvSpPr>
            <p:cNvPr id="11766" name="Google Shape;11766;p6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63"/>
          <p:cNvGrpSpPr/>
          <p:nvPr/>
        </p:nvGrpSpPr>
        <p:grpSpPr>
          <a:xfrm>
            <a:off x="2174559" y="3175116"/>
            <a:ext cx="364135" cy="359930"/>
            <a:chOff x="2174559" y="3356116"/>
            <a:chExt cx="364135" cy="359930"/>
          </a:xfrm>
        </p:grpSpPr>
        <p:sp>
          <p:nvSpPr>
            <p:cNvPr id="11773" name="Google Shape;11773;p6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63"/>
          <p:cNvGrpSpPr/>
          <p:nvPr/>
        </p:nvGrpSpPr>
        <p:grpSpPr>
          <a:xfrm>
            <a:off x="1731934" y="3174639"/>
            <a:ext cx="368371" cy="361554"/>
            <a:chOff x="1731934" y="3355639"/>
            <a:chExt cx="368371" cy="361554"/>
          </a:xfrm>
        </p:grpSpPr>
        <p:sp>
          <p:nvSpPr>
            <p:cNvPr id="11776" name="Google Shape;11776;p6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63"/>
          <p:cNvGrpSpPr/>
          <p:nvPr/>
        </p:nvGrpSpPr>
        <p:grpSpPr>
          <a:xfrm>
            <a:off x="3990517" y="3173173"/>
            <a:ext cx="279559" cy="363402"/>
            <a:chOff x="3990517" y="3354173"/>
            <a:chExt cx="279559" cy="363402"/>
          </a:xfrm>
        </p:grpSpPr>
        <p:sp>
          <p:nvSpPr>
            <p:cNvPr id="11779" name="Google Shape;11779;p6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63"/>
          <p:cNvGrpSpPr/>
          <p:nvPr/>
        </p:nvGrpSpPr>
        <p:grpSpPr>
          <a:xfrm>
            <a:off x="3497847" y="3236374"/>
            <a:ext cx="379680" cy="237606"/>
            <a:chOff x="3497847" y="3417374"/>
            <a:chExt cx="379680" cy="237606"/>
          </a:xfrm>
        </p:grpSpPr>
        <p:sp>
          <p:nvSpPr>
            <p:cNvPr id="11783" name="Google Shape;11783;p6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63"/>
          <p:cNvGrpSpPr/>
          <p:nvPr/>
        </p:nvGrpSpPr>
        <p:grpSpPr>
          <a:xfrm>
            <a:off x="2612597" y="3186075"/>
            <a:ext cx="376271" cy="337982"/>
            <a:chOff x="2612597" y="3367075"/>
            <a:chExt cx="376271" cy="337982"/>
          </a:xfrm>
        </p:grpSpPr>
        <p:sp>
          <p:nvSpPr>
            <p:cNvPr id="11788" name="Google Shape;11788;p6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63"/>
          <p:cNvGrpSpPr/>
          <p:nvPr/>
        </p:nvGrpSpPr>
        <p:grpSpPr>
          <a:xfrm>
            <a:off x="3071914" y="3183431"/>
            <a:ext cx="343652" cy="342505"/>
            <a:chOff x="3071914" y="3364431"/>
            <a:chExt cx="343652" cy="342505"/>
          </a:xfrm>
        </p:grpSpPr>
        <p:sp>
          <p:nvSpPr>
            <p:cNvPr id="11791" name="Google Shape;11791;p6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63"/>
          <p:cNvGrpSpPr/>
          <p:nvPr/>
        </p:nvGrpSpPr>
        <p:grpSpPr>
          <a:xfrm>
            <a:off x="897141" y="3178875"/>
            <a:ext cx="257962" cy="352762"/>
            <a:chOff x="897141" y="3359875"/>
            <a:chExt cx="257962" cy="352762"/>
          </a:xfrm>
        </p:grpSpPr>
        <p:sp>
          <p:nvSpPr>
            <p:cNvPr id="11797" name="Google Shape;11797;p6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63"/>
          <p:cNvGrpSpPr/>
          <p:nvPr/>
        </p:nvGrpSpPr>
        <p:grpSpPr>
          <a:xfrm>
            <a:off x="1333682" y="3163330"/>
            <a:ext cx="271213" cy="383088"/>
            <a:chOff x="1333682" y="3344330"/>
            <a:chExt cx="271213" cy="383088"/>
          </a:xfrm>
        </p:grpSpPr>
        <p:sp>
          <p:nvSpPr>
            <p:cNvPr id="11806" name="Google Shape;11806;p6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63"/>
          <p:cNvGrpSpPr/>
          <p:nvPr/>
        </p:nvGrpSpPr>
        <p:grpSpPr>
          <a:xfrm>
            <a:off x="6664394" y="3165974"/>
            <a:ext cx="353113" cy="351998"/>
            <a:chOff x="6664394" y="3346974"/>
            <a:chExt cx="353113" cy="351998"/>
          </a:xfrm>
        </p:grpSpPr>
        <p:sp>
          <p:nvSpPr>
            <p:cNvPr id="11818" name="Google Shape;11818;p6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63"/>
          <p:cNvGrpSpPr/>
          <p:nvPr/>
        </p:nvGrpSpPr>
        <p:grpSpPr>
          <a:xfrm>
            <a:off x="849741" y="1778307"/>
            <a:ext cx="399398" cy="375443"/>
            <a:chOff x="849741" y="1959307"/>
            <a:chExt cx="399398" cy="375443"/>
          </a:xfrm>
        </p:grpSpPr>
        <p:sp>
          <p:nvSpPr>
            <p:cNvPr id="11824" name="Google Shape;11824;p6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63"/>
          <p:cNvGrpSpPr/>
          <p:nvPr/>
        </p:nvGrpSpPr>
        <p:grpSpPr>
          <a:xfrm>
            <a:off x="1284212" y="1782766"/>
            <a:ext cx="379489" cy="366046"/>
            <a:chOff x="1284212" y="1963766"/>
            <a:chExt cx="379489" cy="366046"/>
          </a:xfrm>
        </p:grpSpPr>
        <p:sp>
          <p:nvSpPr>
            <p:cNvPr id="11827" name="Google Shape;11827;p6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63"/>
          <p:cNvGrpSpPr/>
          <p:nvPr/>
        </p:nvGrpSpPr>
        <p:grpSpPr>
          <a:xfrm>
            <a:off x="3037766" y="1788564"/>
            <a:ext cx="370219" cy="354928"/>
            <a:chOff x="3037766" y="1969564"/>
            <a:chExt cx="370219" cy="354928"/>
          </a:xfrm>
        </p:grpSpPr>
        <p:sp>
          <p:nvSpPr>
            <p:cNvPr id="11830" name="Google Shape;11830;p6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63"/>
          <p:cNvGrpSpPr/>
          <p:nvPr/>
        </p:nvGrpSpPr>
        <p:grpSpPr>
          <a:xfrm>
            <a:off x="3982553" y="1790730"/>
            <a:ext cx="304566" cy="350501"/>
            <a:chOff x="3982553" y="1971730"/>
            <a:chExt cx="304566" cy="350501"/>
          </a:xfrm>
        </p:grpSpPr>
        <p:sp>
          <p:nvSpPr>
            <p:cNvPr id="11835" name="Google Shape;11835;p6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63"/>
          <p:cNvGrpSpPr/>
          <p:nvPr/>
        </p:nvGrpSpPr>
        <p:grpSpPr>
          <a:xfrm>
            <a:off x="2567841" y="1813124"/>
            <a:ext cx="399812" cy="306477"/>
            <a:chOff x="2567841" y="1994124"/>
            <a:chExt cx="399812" cy="306477"/>
          </a:xfrm>
        </p:grpSpPr>
        <p:sp>
          <p:nvSpPr>
            <p:cNvPr id="11838" name="Google Shape;11838;p6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63"/>
          <p:cNvGrpSpPr/>
          <p:nvPr/>
        </p:nvGrpSpPr>
        <p:grpSpPr>
          <a:xfrm>
            <a:off x="2212084" y="1779358"/>
            <a:ext cx="324698" cy="372863"/>
            <a:chOff x="2212084" y="1960358"/>
            <a:chExt cx="324698" cy="372863"/>
          </a:xfrm>
        </p:grpSpPr>
        <p:sp>
          <p:nvSpPr>
            <p:cNvPr id="11842" name="Google Shape;11842;p6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63"/>
          <p:cNvGrpSpPr/>
          <p:nvPr/>
        </p:nvGrpSpPr>
        <p:grpSpPr>
          <a:xfrm>
            <a:off x="1805901" y="1779358"/>
            <a:ext cx="284847" cy="373627"/>
            <a:chOff x="1805901" y="1960358"/>
            <a:chExt cx="284847" cy="373627"/>
          </a:xfrm>
        </p:grpSpPr>
        <p:sp>
          <p:nvSpPr>
            <p:cNvPr id="11846" name="Google Shape;11846;p6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8" name="Google Shape;11848;p63"/>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3"/>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3"/>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1" name="Google Shape;11851;p63"/>
          <p:cNvGrpSpPr/>
          <p:nvPr/>
        </p:nvGrpSpPr>
        <p:grpSpPr>
          <a:xfrm>
            <a:off x="6656812" y="1848388"/>
            <a:ext cx="368690" cy="245793"/>
            <a:chOff x="6656812" y="2029388"/>
            <a:chExt cx="368690" cy="245793"/>
          </a:xfrm>
        </p:grpSpPr>
        <p:sp>
          <p:nvSpPr>
            <p:cNvPr id="11852" name="Google Shape;11852;p6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63"/>
          <p:cNvGrpSpPr/>
          <p:nvPr/>
        </p:nvGrpSpPr>
        <p:grpSpPr>
          <a:xfrm>
            <a:off x="4869651" y="1831218"/>
            <a:ext cx="376654" cy="281566"/>
            <a:chOff x="4869651" y="2012218"/>
            <a:chExt cx="376654" cy="281566"/>
          </a:xfrm>
        </p:grpSpPr>
        <p:sp>
          <p:nvSpPr>
            <p:cNvPr id="11863" name="Google Shape;11863;p6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63"/>
          <p:cNvGrpSpPr/>
          <p:nvPr/>
        </p:nvGrpSpPr>
        <p:grpSpPr>
          <a:xfrm>
            <a:off x="5306224" y="1831313"/>
            <a:ext cx="367925" cy="281694"/>
            <a:chOff x="5306224" y="2012313"/>
            <a:chExt cx="367925" cy="281694"/>
          </a:xfrm>
        </p:grpSpPr>
        <p:sp>
          <p:nvSpPr>
            <p:cNvPr id="11868" name="Google Shape;11868;p6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63"/>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1" name="Google Shape;11871;p63"/>
          <p:cNvGrpSpPr/>
          <p:nvPr/>
        </p:nvGrpSpPr>
        <p:grpSpPr>
          <a:xfrm>
            <a:off x="6195998" y="1802102"/>
            <a:ext cx="368308" cy="338746"/>
            <a:chOff x="6195998" y="1983102"/>
            <a:chExt cx="368308" cy="338746"/>
          </a:xfrm>
        </p:grpSpPr>
        <p:sp>
          <p:nvSpPr>
            <p:cNvPr id="11872" name="Google Shape;11872;p6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63"/>
          <p:cNvGrpSpPr/>
          <p:nvPr/>
        </p:nvGrpSpPr>
        <p:grpSpPr>
          <a:xfrm>
            <a:off x="7542031" y="1830835"/>
            <a:ext cx="369072" cy="280037"/>
            <a:chOff x="7542031" y="2011835"/>
            <a:chExt cx="369072" cy="280037"/>
          </a:xfrm>
        </p:grpSpPr>
        <p:sp>
          <p:nvSpPr>
            <p:cNvPr id="11876" name="Google Shape;11876;p6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63"/>
          <p:cNvGrpSpPr/>
          <p:nvPr/>
        </p:nvGrpSpPr>
        <p:grpSpPr>
          <a:xfrm>
            <a:off x="8010427" y="3167503"/>
            <a:ext cx="278795" cy="351615"/>
            <a:chOff x="8010427" y="3348503"/>
            <a:chExt cx="278795" cy="351615"/>
          </a:xfrm>
        </p:grpSpPr>
        <p:sp>
          <p:nvSpPr>
            <p:cNvPr id="11886" name="Google Shape;11886;p6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0" name="Google Shape;11890;p63"/>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1" name="Google Shape;11891;p63"/>
          <p:cNvGrpSpPr/>
          <p:nvPr/>
        </p:nvGrpSpPr>
        <p:grpSpPr>
          <a:xfrm>
            <a:off x="7141900" y="3168204"/>
            <a:ext cx="281057" cy="351010"/>
            <a:chOff x="7141900" y="3349204"/>
            <a:chExt cx="281057" cy="351010"/>
          </a:xfrm>
        </p:grpSpPr>
        <p:sp>
          <p:nvSpPr>
            <p:cNvPr id="11892" name="Google Shape;11892;p6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63"/>
          <p:cNvGrpSpPr/>
          <p:nvPr/>
        </p:nvGrpSpPr>
        <p:grpSpPr>
          <a:xfrm>
            <a:off x="5314188" y="3169032"/>
            <a:ext cx="363752" cy="353113"/>
            <a:chOff x="5314188" y="3350032"/>
            <a:chExt cx="363752" cy="353113"/>
          </a:xfrm>
        </p:grpSpPr>
        <p:sp>
          <p:nvSpPr>
            <p:cNvPr id="11896" name="Google Shape;11896;p6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63"/>
          <p:cNvGrpSpPr/>
          <p:nvPr/>
        </p:nvGrpSpPr>
        <p:grpSpPr>
          <a:xfrm>
            <a:off x="5829984" y="3169032"/>
            <a:ext cx="220755" cy="352348"/>
            <a:chOff x="5829984" y="3350032"/>
            <a:chExt cx="220755" cy="352348"/>
          </a:xfrm>
        </p:grpSpPr>
        <p:sp>
          <p:nvSpPr>
            <p:cNvPr id="11899" name="Google Shape;11899;p6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63"/>
          <p:cNvGrpSpPr/>
          <p:nvPr/>
        </p:nvGrpSpPr>
        <p:grpSpPr>
          <a:xfrm>
            <a:off x="4882170" y="3168841"/>
            <a:ext cx="358464" cy="352316"/>
            <a:chOff x="4882170" y="3349841"/>
            <a:chExt cx="358464" cy="352316"/>
          </a:xfrm>
        </p:grpSpPr>
        <p:sp>
          <p:nvSpPr>
            <p:cNvPr id="11904" name="Google Shape;11904;p6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6" name="Google Shape;11906;p63"/>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3"/>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8" name="Google Shape;11908;p63"/>
          <p:cNvGrpSpPr/>
          <p:nvPr/>
        </p:nvGrpSpPr>
        <p:grpSpPr>
          <a:xfrm>
            <a:off x="3044965" y="2254220"/>
            <a:ext cx="400194" cy="324316"/>
            <a:chOff x="3044965" y="2435220"/>
            <a:chExt cx="400194" cy="324316"/>
          </a:xfrm>
        </p:grpSpPr>
        <p:sp>
          <p:nvSpPr>
            <p:cNvPr id="11909" name="Google Shape;11909;p6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63"/>
          <p:cNvGrpSpPr/>
          <p:nvPr/>
        </p:nvGrpSpPr>
        <p:grpSpPr>
          <a:xfrm>
            <a:off x="6203579" y="3167981"/>
            <a:ext cx="351615" cy="350373"/>
            <a:chOff x="6203579" y="3348981"/>
            <a:chExt cx="351615" cy="350373"/>
          </a:xfrm>
        </p:grpSpPr>
        <p:sp>
          <p:nvSpPr>
            <p:cNvPr id="11913" name="Google Shape;11913;p6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63"/>
          <p:cNvGrpSpPr/>
          <p:nvPr/>
        </p:nvGrpSpPr>
        <p:grpSpPr>
          <a:xfrm>
            <a:off x="4878379" y="2292892"/>
            <a:ext cx="367161" cy="287523"/>
            <a:chOff x="4878379" y="2473892"/>
            <a:chExt cx="367161" cy="287523"/>
          </a:xfrm>
        </p:grpSpPr>
        <p:sp>
          <p:nvSpPr>
            <p:cNvPr id="11919" name="Google Shape;11919;p6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63"/>
          <p:cNvGrpSpPr/>
          <p:nvPr/>
        </p:nvGrpSpPr>
        <p:grpSpPr>
          <a:xfrm>
            <a:off x="1325719" y="2706689"/>
            <a:ext cx="290581" cy="372481"/>
            <a:chOff x="1325719" y="2887689"/>
            <a:chExt cx="290581" cy="372481"/>
          </a:xfrm>
        </p:grpSpPr>
        <p:sp>
          <p:nvSpPr>
            <p:cNvPr id="11925" name="Google Shape;11925;p6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7" name="Google Shape;11927;p63"/>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8" name="Google Shape;11928;p63"/>
          <p:cNvGrpSpPr/>
          <p:nvPr/>
        </p:nvGrpSpPr>
        <p:grpSpPr>
          <a:xfrm>
            <a:off x="3510335" y="2711499"/>
            <a:ext cx="360726" cy="361204"/>
            <a:chOff x="3510335" y="2892499"/>
            <a:chExt cx="360726" cy="361204"/>
          </a:xfrm>
        </p:grpSpPr>
        <p:sp>
          <p:nvSpPr>
            <p:cNvPr id="11929" name="Google Shape;11929;p6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63"/>
          <p:cNvGrpSpPr/>
          <p:nvPr/>
        </p:nvGrpSpPr>
        <p:grpSpPr>
          <a:xfrm>
            <a:off x="3086313" y="2696049"/>
            <a:ext cx="320143" cy="392581"/>
            <a:chOff x="3086313" y="2877049"/>
            <a:chExt cx="320143" cy="392581"/>
          </a:xfrm>
        </p:grpSpPr>
        <p:sp>
          <p:nvSpPr>
            <p:cNvPr id="11935" name="Google Shape;11935;p6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7" name="Google Shape;11947;p63"/>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8" name="Google Shape;11948;p63"/>
          <p:cNvGrpSpPr/>
          <p:nvPr/>
        </p:nvGrpSpPr>
        <p:grpSpPr>
          <a:xfrm>
            <a:off x="861113" y="2704746"/>
            <a:ext cx="333809" cy="373277"/>
            <a:chOff x="861113" y="2885746"/>
            <a:chExt cx="333809" cy="373277"/>
          </a:xfrm>
        </p:grpSpPr>
        <p:sp>
          <p:nvSpPr>
            <p:cNvPr id="11949" name="Google Shape;11949;p6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2" name="Google Shape;11952;p63"/>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3"/>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4" name="Google Shape;11954;p63"/>
          <p:cNvGrpSpPr/>
          <p:nvPr/>
        </p:nvGrpSpPr>
        <p:grpSpPr>
          <a:xfrm>
            <a:off x="1297654" y="1323481"/>
            <a:ext cx="349354" cy="362223"/>
            <a:chOff x="1297654" y="1504481"/>
            <a:chExt cx="349354" cy="362223"/>
          </a:xfrm>
        </p:grpSpPr>
        <p:sp>
          <p:nvSpPr>
            <p:cNvPr id="11955" name="Google Shape;11955;p6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8" name="Google Shape;11958;p63"/>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9" name="Google Shape;11959;p63"/>
          <p:cNvGrpSpPr/>
          <p:nvPr/>
        </p:nvGrpSpPr>
        <p:grpSpPr>
          <a:xfrm>
            <a:off x="852385" y="1329916"/>
            <a:ext cx="353145" cy="351998"/>
            <a:chOff x="852385" y="1510916"/>
            <a:chExt cx="353145" cy="351998"/>
          </a:xfrm>
        </p:grpSpPr>
        <p:sp>
          <p:nvSpPr>
            <p:cNvPr id="11960" name="Google Shape;11960;p6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63"/>
          <p:cNvGrpSpPr/>
          <p:nvPr/>
        </p:nvGrpSpPr>
        <p:grpSpPr>
          <a:xfrm>
            <a:off x="1745217" y="1334471"/>
            <a:ext cx="343269" cy="342505"/>
            <a:chOff x="1745217" y="1515471"/>
            <a:chExt cx="343269" cy="342505"/>
          </a:xfrm>
        </p:grpSpPr>
        <p:sp>
          <p:nvSpPr>
            <p:cNvPr id="11964" name="Google Shape;11964;p6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8" name="Google Shape;11968;p63"/>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9" name="Google Shape;11969;p63"/>
          <p:cNvGrpSpPr/>
          <p:nvPr/>
        </p:nvGrpSpPr>
        <p:grpSpPr>
          <a:xfrm>
            <a:off x="3042703" y="1348137"/>
            <a:ext cx="411535" cy="315587"/>
            <a:chOff x="3042703" y="1529137"/>
            <a:chExt cx="411535" cy="315587"/>
          </a:xfrm>
        </p:grpSpPr>
        <p:sp>
          <p:nvSpPr>
            <p:cNvPr id="11970" name="Google Shape;11970;p6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63"/>
          <p:cNvGrpSpPr/>
          <p:nvPr/>
        </p:nvGrpSpPr>
        <p:grpSpPr>
          <a:xfrm>
            <a:off x="2629289" y="1363682"/>
            <a:ext cx="350501" cy="284497"/>
            <a:chOff x="2629289" y="1544682"/>
            <a:chExt cx="350501" cy="284497"/>
          </a:xfrm>
        </p:grpSpPr>
        <p:sp>
          <p:nvSpPr>
            <p:cNvPr id="11981" name="Google Shape;11981;p6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63"/>
          <p:cNvGrpSpPr/>
          <p:nvPr/>
        </p:nvGrpSpPr>
        <p:grpSpPr>
          <a:xfrm>
            <a:off x="5305077" y="1321633"/>
            <a:ext cx="367893" cy="365218"/>
            <a:chOff x="5305077" y="1502633"/>
            <a:chExt cx="367893" cy="365218"/>
          </a:xfrm>
        </p:grpSpPr>
        <p:sp>
          <p:nvSpPr>
            <p:cNvPr id="11987" name="Google Shape;11987;p6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63"/>
          <p:cNvGrpSpPr/>
          <p:nvPr/>
        </p:nvGrpSpPr>
        <p:grpSpPr>
          <a:xfrm>
            <a:off x="7100170" y="1319117"/>
            <a:ext cx="368308" cy="367033"/>
            <a:chOff x="7100170" y="1500117"/>
            <a:chExt cx="368308" cy="367033"/>
          </a:xfrm>
        </p:grpSpPr>
        <p:sp>
          <p:nvSpPr>
            <p:cNvPr id="11990" name="Google Shape;11990;p6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3" name="Google Shape;12003;p63"/>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4" name="Google Shape;12004;p63"/>
          <p:cNvGrpSpPr/>
          <p:nvPr/>
        </p:nvGrpSpPr>
        <p:grpSpPr>
          <a:xfrm>
            <a:off x="6649231" y="1319021"/>
            <a:ext cx="390287" cy="367065"/>
            <a:chOff x="6649231" y="1500021"/>
            <a:chExt cx="390287" cy="367065"/>
          </a:xfrm>
        </p:grpSpPr>
        <p:sp>
          <p:nvSpPr>
            <p:cNvPr id="12005" name="Google Shape;12005;p6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63"/>
          <p:cNvGrpSpPr/>
          <p:nvPr/>
        </p:nvGrpSpPr>
        <p:grpSpPr>
          <a:xfrm>
            <a:off x="5746938" y="1362503"/>
            <a:ext cx="387261" cy="280356"/>
            <a:chOff x="5746938" y="1543503"/>
            <a:chExt cx="387261" cy="280356"/>
          </a:xfrm>
        </p:grpSpPr>
        <p:sp>
          <p:nvSpPr>
            <p:cNvPr id="12018" name="Google Shape;12018;p6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63"/>
          <p:cNvGrpSpPr/>
          <p:nvPr/>
        </p:nvGrpSpPr>
        <p:grpSpPr>
          <a:xfrm>
            <a:off x="6196730" y="1344346"/>
            <a:ext cx="369072" cy="317467"/>
            <a:chOff x="6196730" y="1525346"/>
            <a:chExt cx="369072" cy="317467"/>
          </a:xfrm>
        </p:grpSpPr>
        <p:sp>
          <p:nvSpPr>
            <p:cNvPr id="12021" name="Google Shape;12021;p6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4" name="Google Shape;12024;p63"/>
          <p:cNvGrpSpPr/>
          <p:nvPr/>
        </p:nvGrpSpPr>
        <p:grpSpPr>
          <a:xfrm>
            <a:off x="4940592" y="1319690"/>
            <a:ext cx="246558" cy="367161"/>
            <a:chOff x="4940592" y="1500690"/>
            <a:chExt cx="246558" cy="367161"/>
          </a:xfrm>
        </p:grpSpPr>
        <p:sp>
          <p:nvSpPr>
            <p:cNvPr id="12025" name="Google Shape;12025;p6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63"/>
          <p:cNvGrpSpPr/>
          <p:nvPr/>
        </p:nvGrpSpPr>
        <p:grpSpPr>
          <a:xfrm>
            <a:off x="7964906" y="1318894"/>
            <a:ext cx="380858" cy="367575"/>
            <a:chOff x="7964906" y="1499894"/>
            <a:chExt cx="380858" cy="367575"/>
          </a:xfrm>
        </p:grpSpPr>
        <p:sp>
          <p:nvSpPr>
            <p:cNvPr id="12030" name="Google Shape;12030;p6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3" name="Google Shape;12033;p63"/>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4" name="Google Shape;12034;p63"/>
          <p:cNvGrpSpPr/>
          <p:nvPr/>
        </p:nvGrpSpPr>
        <p:grpSpPr>
          <a:xfrm>
            <a:off x="8007400" y="2721278"/>
            <a:ext cx="285230" cy="355597"/>
            <a:chOff x="8007400" y="2902278"/>
            <a:chExt cx="285230" cy="355597"/>
          </a:xfrm>
        </p:grpSpPr>
        <p:sp>
          <p:nvSpPr>
            <p:cNvPr id="12035" name="Google Shape;12035;p6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63"/>
          <p:cNvGrpSpPr/>
          <p:nvPr/>
        </p:nvGrpSpPr>
        <p:grpSpPr>
          <a:xfrm>
            <a:off x="6219124" y="2721788"/>
            <a:ext cx="318231" cy="355470"/>
            <a:chOff x="6219124" y="2902788"/>
            <a:chExt cx="318231" cy="355470"/>
          </a:xfrm>
        </p:grpSpPr>
        <p:sp>
          <p:nvSpPr>
            <p:cNvPr id="12038" name="Google Shape;12038;p6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63"/>
          <p:cNvGrpSpPr/>
          <p:nvPr/>
        </p:nvGrpSpPr>
        <p:grpSpPr>
          <a:xfrm>
            <a:off x="4969421" y="2721852"/>
            <a:ext cx="185109" cy="355406"/>
            <a:chOff x="4969421" y="2902852"/>
            <a:chExt cx="185109" cy="355406"/>
          </a:xfrm>
        </p:grpSpPr>
        <p:sp>
          <p:nvSpPr>
            <p:cNvPr id="12042" name="Google Shape;12042;p6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8" name="Google Shape;12048;p63"/>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3"/>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0" name="Google Shape;12050;p63"/>
          <p:cNvGrpSpPr/>
          <p:nvPr/>
        </p:nvGrpSpPr>
        <p:grpSpPr>
          <a:xfrm>
            <a:off x="6685259" y="2721852"/>
            <a:ext cx="311414" cy="355406"/>
            <a:chOff x="6685259" y="2902852"/>
            <a:chExt cx="311414" cy="355406"/>
          </a:xfrm>
        </p:grpSpPr>
        <p:sp>
          <p:nvSpPr>
            <p:cNvPr id="12051" name="Google Shape;12051;p6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63"/>
          <p:cNvGrpSpPr/>
          <p:nvPr/>
        </p:nvGrpSpPr>
        <p:grpSpPr>
          <a:xfrm>
            <a:off x="5309250" y="2722170"/>
            <a:ext cx="359579" cy="355852"/>
            <a:chOff x="5309250" y="2903170"/>
            <a:chExt cx="359579" cy="355852"/>
          </a:xfrm>
        </p:grpSpPr>
        <p:sp>
          <p:nvSpPr>
            <p:cNvPr id="12055" name="Google Shape;12055;p6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63"/>
          <p:cNvGrpSpPr/>
          <p:nvPr/>
        </p:nvGrpSpPr>
        <p:grpSpPr>
          <a:xfrm>
            <a:off x="2199565" y="2240172"/>
            <a:ext cx="312179" cy="353431"/>
            <a:chOff x="2199565" y="2421172"/>
            <a:chExt cx="312179" cy="353431"/>
          </a:xfrm>
        </p:grpSpPr>
        <p:sp>
          <p:nvSpPr>
            <p:cNvPr id="12059" name="Google Shape;12059;p6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63"/>
          <p:cNvGrpSpPr/>
          <p:nvPr/>
        </p:nvGrpSpPr>
        <p:grpSpPr>
          <a:xfrm>
            <a:off x="1750887" y="2244727"/>
            <a:ext cx="320143" cy="343269"/>
            <a:chOff x="1750887" y="2425727"/>
            <a:chExt cx="320143" cy="343269"/>
          </a:xfrm>
        </p:grpSpPr>
        <p:sp>
          <p:nvSpPr>
            <p:cNvPr id="12062" name="Google Shape;12062;p6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63"/>
          <p:cNvGrpSpPr/>
          <p:nvPr/>
        </p:nvGrpSpPr>
        <p:grpSpPr>
          <a:xfrm>
            <a:off x="1298037" y="2244727"/>
            <a:ext cx="338364" cy="342887"/>
            <a:chOff x="1298037" y="2425727"/>
            <a:chExt cx="338364" cy="342887"/>
          </a:xfrm>
        </p:grpSpPr>
        <p:sp>
          <p:nvSpPr>
            <p:cNvPr id="12065" name="Google Shape;12065;p6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9" name="Google Shape;12069;p63"/>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0" name="Google Shape;12070;p63"/>
          <p:cNvGrpSpPr/>
          <p:nvPr/>
        </p:nvGrpSpPr>
        <p:grpSpPr>
          <a:xfrm>
            <a:off x="3974207" y="2248009"/>
            <a:ext cx="320143" cy="338491"/>
            <a:chOff x="3974207" y="2429009"/>
            <a:chExt cx="320143" cy="338491"/>
          </a:xfrm>
        </p:grpSpPr>
        <p:sp>
          <p:nvSpPr>
            <p:cNvPr id="12071" name="Google Shape;12071;p6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63"/>
          <p:cNvGrpSpPr/>
          <p:nvPr/>
        </p:nvGrpSpPr>
        <p:grpSpPr>
          <a:xfrm>
            <a:off x="2623237" y="2250047"/>
            <a:ext cx="355024" cy="332630"/>
            <a:chOff x="2623237" y="2431047"/>
            <a:chExt cx="355024" cy="332630"/>
          </a:xfrm>
        </p:grpSpPr>
        <p:sp>
          <p:nvSpPr>
            <p:cNvPr id="12074" name="Google Shape;12074;p6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63"/>
          <p:cNvGrpSpPr/>
          <p:nvPr/>
        </p:nvGrpSpPr>
        <p:grpSpPr>
          <a:xfrm>
            <a:off x="6657194" y="2253073"/>
            <a:ext cx="375507" cy="367925"/>
            <a:chOff x="6657194" y="2434073"/>
            <a:chExt cx="375507" cy="367925"/>
          </a:xfrm>
        </p:grpSpPr>
        <p:sp>
          <p:nvSpPr>
            <p:cNvPr id="12079" name="Google Shape;12079;p6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63"/>
          <p:cNvGrpSpPr/>
          <p:nvPr/>
        </p:nvGrpSpPr>
        <p:grpSpPr>
          <a:xfrm>
            <a:off x="7101317" y="2260655"/>
            <a:ext cx="367925" cy="352380"/>
            <a:chOff x="7101317" y="2441655"/>
            <a:chExt cx="367925" cy="352380"/>
          </a:xfrm>
        </p:grpSpPr>
        <p:sp>
          <p:nvSpPr>
            <p:cNvPr id="12083" name="Google Shape;12083;p6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63"/>
          <p:cNvGrpSpPr/>
          <p:nvPr/>
        </p:nvGrpSpPr>
        <p:grpSpPr>
          <a:xfrm>
            <a:off x="5756399" y="2253456"/>
            <a:ext cx="367925" cy="367161"/>
            <a:chOff x="5756399" y="2434456"/>
            <a:chExt cx="367925" cy="367161"/>
          </a:xfrm>
        </p:grpSpPr>
        <p:sp>
          <p:nvSpPr>
            <p:cNvPr id="12086" name="Google Shape;12086;p6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3" name="Google Shape;12093;p63"/>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3"/>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5" name="Google Shape;12095;p63"/>
          <p:cNvGrpSpPr/>
          <p:nvPr/>
        </p:nvGrpSpPr>
        <p:grpSpPr>
          <a:xfrm>
            <a:off x="7964906" y="2253073"/>
            <a:ext cx="373627" cy="367925"/>
            <a:chOff x="7964906" y="2434073"/>
            <a:chExt cx="373627" cy="367925"/>
          </a:xfrm>
        </p:grpSpPr>
        <p:sp>
          <p:nvSpPr>
            <p:cNvPr id="12096" name="Google Shape;12096;p6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63"/>
          <p:cNvGrpSpPr/>
          <p:nvPr/>
        </p:nvGrpSpPr>
        <p:grpSpPr>
          <a:xfrm>
            <a:off x="6194086" y="2256737"/>
            <a:ext cx="369837" cy="360471"/>
            <a:chOff x="6194086" y="2437737"/>
            <a:chExt cx="369837" cy="360471"/>
          </a:xfrm>
        </p:grpSpPr>
        <p:sp>
          <p:nvSpPr>
            <p:cNvPr id="12099" name="Google Shape;12099;p6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1" name="Google Shape;12101;p63"/>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2102" name="Google Shape;12102;p63"/>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06" name="Shape 12106"/>
        <p:cNvGrpSpPr/>
        <p:nvPr/>
      </p:nvGrpSpPr>
      <p:grpSpPr>
        <a:xfrm>
          <a:off x="0" y="0"/>
          <a:ext cx="0" cy="0"/>
          <a:chOff x="0" y="0"/>
          <a:chExt cx="0" cy="0"/>
        </a:xfrm>
      </p:grpSpPr>
      <p:grpSp>
        <p:nvGrpSpPr>
          <p:cNvPr id="12107" name="Google Shape;12107;p64"/>
          <p:cNvGrpSpPr/>
          <p:nvPr/>
        </p:nvGrpSpPr>
        <p:grpSpPr>
          <a:xfrm>
            <a:off x="3122257" y="1334344"/>
            <a:ext cx="294850" cy="349434"/>
            <a:chOff x="3122257" y="1508594"/>
            <a:chExt cx="294850" cy="349434"/>
          </a:xfrm>
        </p:grpSpPr>
        <p:sp>
          <p:nvSpPr>
            <p:cNvPr id="12108" name="Google Shape;12108;p6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64"/>
          <p:cNvGrpSpPr/>
          <p:nvPr/>
        </p:nvGrpSpPr>
        <p:grpSpPr>
          <a:xfrm>
            <a:off x="910723" y="1333962"/>
            <a:ext cx="251660" cy="350166"/>
            <a:chOff x="910723" y="1508212"/>
            <a:chExt cx="251660" cy="350166"/>
          </a:xfrm>
        </p:grpSpPr>
        <p:sp>
          <p:nvSpPr>
            <p:cNvPr id="12114" name="Google Shape;12114;p6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64"/>
          <p:cNvGrpSpPr/>
          <p:nvPr/>
        </p:nvGrpSpPr>
        <p:grpSpPr>
          <a:xfrm>
            <a:off x="1308631" y="1333580"/>
            <a:ext cx="350166" cy="350198"/>
            <a:chOff x="1308631" y="1507830"/>
            <a:chExt cx="350166" cy="350198"/>
          </a:xfrm>
        </p:grpSpPr>
        <p:sp>
          <p:nvSpPr>
            <p:cNvPr id="12132" name="Google Shape;12132;p6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64"/>
          <p:cNvGrpSpPr/>
          <p:nvPr/>
        </p:nvGrpSpPr>
        <p:grpSpPr>
          <a:xfrm>
            <a:off x="1756921" y="1335489"/>
            <a:ext cx="345997" cy="345997"/>
            <a:chOff x="1756921" y="1509739"/>
            <a:chExt cx="345997" cy="345997"/>
          </a:xfrm>
        </p:grpSpPr>
        <p:sp>
          <p:nvSpPr>
            <p:cNvPr id="12137" name="Google Shape;12137;p6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64"/>
          <p:cNvGrpSpPr/>
          <p:nvPr/>
        </p:nvGrpSpPr>
        <p:grpSpPr>
          <a:xfrm>
            <a:off x="2216956" y="1336253"/>
            <a:ext cx="318721" cy="345615"/>
            <a:chOff x="2216956" y="1510503"/>
            <a:chExt cx="318721" cy="345615"/>
          </a:xfrm>
        </p:grpSpPr>
        <p:sp>
          <p:nvSpPr>
            <p:cNvPr id="12155" name="Google Shape;12155;p6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64"/>
          <p:cNvGrpSpPr/>
          <p:nvPr/>
        </p:nvGrpSpPr>
        <p:grpSpPr>
          <a:xfrm>
            <a:off x="3988156" y="1394211"/>
            <a:ext cx="349052" cy="230049"/>
            <a:chOff x="3988156" y="1568461"/>
            <a:chExt cx="349052" cy="230049"/>
          </a:xfrm>
        </p:grpSpPr>
        <p:sp>
          <p:nvSpPr>
            <p:cNvPr id="12161" name="Google Shape;12161;p6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64"/>
          <p:cNvGrpSpPr/>
          <p:nvPr/>
        </p:nvGrpSpPr>
        <p:grpSpPr>
          <a:xfrm>
            <a:off x="2633037" y="1325623"/>
            <a:ext cx="379002" cy="366112"/>
            <a:chOff x="2633037" y="1499873"/>
            <a:chExt cx="379002" cy="366112"/>
          </a:xfrm>
        </p:grpSpPr>
        <p:sp>
          <p:nvSpPr>
            <p:cNvPr id="12169" name="Google Shape;12169;p6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64"/>
          <p:cNvGrpSpPr/>
          <p:nvPr/>
        </p:nvGrpSpPr>
        <p:grpSpPr>
          <a:xfrm>
            <a:off x="6675256" y="1341919"/>
            <a:ext cx="327823" cy="357009"/>
            <a:chOff x="6675256" y="1516169"/>
            <a:chExt cx="327823" cy="357009"/>
          </a:xfrm>
        </p:grpSpPr>
        <p:sp>
          <p:nvSpPr>
            <p:cNvPr id="12176" name="Google Shape;12176;p6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64"/>
          <p:cNvGrpSpPr/>
          <p:nvPr/>
        </p:nvGrpSpPr>
        <p:grpSpPr>
          <a:xfrm>
            <a:off x="8020159" y="1342301"/>
            <a:ext cx="300897" cy="356627"/>
            <a:chOff x="8020159" y="1516551"/>
            <a:chExt cx="300897" cy="356627"/>
          </a:xfrm>
        </p:grpSpPr>
        <p:sp>
          <p:nvSpPr>
            <p:cNvPr id="12186" name="Google Shape;12186;p6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64"/>
          <p:cNvGrpSpPr/>
          <p:nvPr/>
        </p:nvGrpSpPr>
        <p:grpSpPr>
          <a:xfrm>
            <a:off x="5377363" y="1341919"/>
            <a:ext cx="257357" cy="356627"/>
            <a:chOff x="5377363" y="1516169"/>
            <a:chExt cx="257357" cy="356627"/>
          </a:xfrm>
        </p:grpSpPr>
        <p:sp>
          <p:nvSpPr>
            <p:cNvPr id="12192" name="Google Shape;12192;p6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64"/>
          <p:cNvGrpSpPr/>
          <p:nvPr/>
        </p:nvGrpSpPr>
        <p:grpSpPr>
          <a:xfrm>
            <a:off x="4880567" y="1361620"/>
            <a:ext cx="356245" cy="317607"/>
            <a:chOff x="4880567" y="1535870"/>
            <a:chExt cx="356245" cy="317607"/>
          </a:xfrm>
        </p:grpSpPr>
        <p:sp>
          <p:nvSpPr>
            <p:cNvPr id="12210" name="Google Shape;12210;p6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64"/>
          <p:cNvGrpSpPr/>
          <p:nvPr/>
        </p:nvGrpSpPr>
        <p:grpSpPr>
          <a:xfrm>
            <a:off x="5771483" y="1341537"/>
            <a:ext cx="357359" cy="357391"/>
            <a:chOff x="5771483" y="1515787"/>
            <a:chExt cx="357359" cy="357391"/>
          </a:xfrm>
        </p:grpSpPr>
        <p:sp>
          <p:nvSpPr>
            <p:cNvPr id="12216" name="Google Shape;12216;p6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64"/>
          <p:cNvGrpSpPr/>
          <p:nvPr/>
        </p:nvGrpSpPr>
        <p:grpSpPr>
          <a:xfrm>
            <a:off x="7121669" y="1359360"/>
            <a:ext cx="321362" cy="321362"/>
            <a:chOff x="7121669" y="1533610"/>
            <a:chExt cx="321362" cy="321362"/>
          </a:xfrm>
        </p:grpSpPr>
        <p:sp>
          <p:nvSpPr>
            <p:cNvPr id="12221" name="Google Shape;12221;p6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64"/>
          <p:cNvGrpSpPr/>
          <p:nvPr/>
        </p:nvGrpSpPr>
        <p:grpSpPr>
          <a:xfrm>
            <a:off x="7562766" y="1340614"/>
            <a:ext cx="327059" cy="360192"/>
            <a:chOff x="7562766" y="1514864"/>
            <a:chExt cx="327059" cy="360192"/>
          </a:xfrm>
        </p:grpSpPr>
        <p:sp>
          <p:nvSpPr>
            <p:cNvPr id="12226" name="Google Shape;12226;p6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64"/>
          <p:cNvGrpSpPr/>
          <p:nvPr/>
        </p:nvGrpSpPr>
        <p:grpSpPr>
          <a:xfrm>
            <a:off x="6221229" y="1324423"/>
            <a:ext cx="361636" cy="362183"/>
            <a:chOff x="6259175" y="1559008"/>
            <a:chExt cx="271743" cy="272093"/>
          </a:xfrm>
        </p:grpSpPr>
        <p:sp>
          <p:nvSpPr>
            <p:cNvPr id="12231" name="Google Shape;12231;p6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64"/>
          <p:cNvGrpSpPr/>
          <p:nvPr/>
        </p:nvGrpSpPr>
        <p:grpSpPr>
          <a:xfrm>
            <a:off x="6671087" y="1835054"/>
            <a:ext cx="332757" cy="281833"/>
            <a:chOff x="6671087" y="2009304"/>
            <a:chExt cx="332757" cy="281833"/>
          </a:xfrm>
        </p:grpSpPr>
        <p:sp>
          <p:nvSpPr>
            <p:cNvPr id="12249" name="Google Shape;12249;p6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1" name="Google Shape;12251;p64"/>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2" name="Google Shape;12252;p64"/>
          <p:cNvGrpSpPr/>
          <p:nvPr/>
        </p:nvGrpSpPr>
        <p:grpSpPr>
          <a:xfrm>
            <a:off x="2201806" y="1802335"/>
            <a:ext cx="349784" cy="349434"/>
            <a:chOff x="2201806" y="1976585"/>
            <a:chExt cx="349784" cy="349434"/>
          </a:xfrm>
        </p:grpSpPr>
        <p:sp>
          <p:nvSpPr>
            <p:cNvPr id="12253" name="Google Shape;12253;p6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64"/>
          <p:cNvGrpSpPr/>
          <p:nvPr/>
        </p:nvGrpSpPr>
        <p:grpSpPr>
          <a:xfrm>
            <a:off x="3094217" y="1802335"/>
            <a:ext cx="350198" cy="350548"/>
            <a:chOff x="3094217" y="1976585"/>
            <a:chExt cx="350198" cy="350548"/>
          </a:xfrm>
        </p:grpSpPr>
        <p:sp>
          <p:nvSpPr>
            <p:cNvPr id="12258" name="Google Shape;12258;p6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1" name="Google Shape;12271;p64"/>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2" name="Google Shape;12272;p64"/>
          <p:cNvGrpSpPr/>
          <p:nvPr/>
        </p:nvGrpSpPr>
        <p:grpSpPr>
          <a:xfrm>
            <a:off x="3979435" y="1802335"/>
            <a:ext cx="345265" cy="349848"/>
            <a:chOff x="3979435" y="1976585"/>
            <a:chExt cx="345265" cy="349848"/>
          </a:xfrm>
        </p:grpSpPr>
        <p:sp>
          <p:nvSpPr>
            <p:cNvPr id="12273" name="Google Shape;12273;p6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64"/>
          <p:cNvGrpSpPr/>
          <p:nvPr/>
        </p:nvGrpSpPr>
        <p:grpSpPr>
          <a:xfrm>
            <a:off x="3541011" y="1334344"/>
            <a:ext cx="350166" cy="349434"/>
            <a:chOff x="3541011" y="1508594"/>
            <a:chExt cx="350166" cy="349434"/>
          </a:xfrm>
        </p:grpSpPr>
        <p:sp>
          <p:nvSpPr>
            <p:cNvPr id="12291" name="Google Shape;12291;p6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64"/>
          <p:cNvGrpSpPr/>
          <p:nvPr/>
        </p:nvGrpSpPr>
        <p:grpSpPr>
          <a:xfrm>
            <a:off x="3576626" y="1801571"/>
            <a:ext cx="284251" cy="351694"/>
            <a:chOff x="3576626" y="1975821"/>
            <a:chExt cx="284251" cy="351694"/>
          </a:xfrm>
        </p:grpSpPr>
        <p:sp>
          <p:nvSpPr>
            <p:cNvPr id="12305" name="Google Shape;12305;p6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4"/>
          <p:cNvGrpSpPr/>
          <p:nvPr/>
        </p:nvGrpSpPr>
        <p:grpSpPr>
          <a:xfrm>
            <a:off x="2722090" y="2715912"/>
            <a:ext cx="238770" cy="371841"/>
            <a:chOff x="2722090" y="2890162"/>
            <a:chExt cx="238770" cy="371841"/>
          </a:xfrm>
        </p:grpSpPr>
        <p:sp>
          <p:nvSpPr>
            <p:cNvPr id="12309" name="Google Shape;12309;p6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2" name="Google Shape;12312;p64"/>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3" name="Google Shape;12313;p64"/>
          <p:cNvGrpSpPr/>
          <p:nvPr/>
        </p:nvGrpSpPr>
        <p:grpSpPr>
          <a:xfrm>
            <a:off x="6216367" y="1795906"/>
            <a:ext cx="361147" cy="361147"/>
            <a:chOff x="6216367" y="1970156"/>
            <a:chExt cx="361147" cy="361147"/>
          </a:xfrm>
        </p:grpSpPr>
        <p:sp>
          <p:nvSpPr>
            <p:cNvPr id="12314" name="Google Shape;12314;p6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64"/>
          <p:cNvGrpSpPr/>
          <p:nvPr/>
        </p:nvGrpSpPr>
        <p:grpSpPr>
          <a:xfrm>
            <a:off x="1289311" y="2751972"/>
            <a:ext cx="408156" cy="299783"/>
            <a:chOff x="1289311" y="2926222"/>
            <a:chExt cx="408156" cy="299783"/>
          </a:xfrm>
        </p:grpSpPr>
        <p:sp>
          <p:nvSpPr>
            <p:cNvPr id="12319" name="Google Shape;12319;p6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64"/>
          <p:cNvGrpSpPr/>
          <p:nvPr/>
        </p:nvGrpSpPr>
        <p:grpSpPr>
          <a:xfrm>
            <a:off x="7978465" y="1795142"/>
            <a:ext cx="361147" cy="360797"/>
            <a:chOff x="7978465" y="1969392"/>
            <a:chExt cx="361147" cy="360797"/>
          </a:xfrm>
        </p:grpSpPr>
        <p:sp>
          <p:nvSpPr>
            <p:cNvPr id="12322" name="Google Shape;12322;p6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1" name="Google Shape;12331;p64"/>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2" name="Google Shape;12332;p64"/>
          <p:cNvGrpSpPr/>
          <p:nvPr/>
        </p:nvGrpSpPr>
        <p:grpSpPr>
          <a:xfrm>
            <a:off x="854261" y="2734563"/>
            <a:ext cx="377474" cy="335748"/>
            <a:chOff x="854261" y="2908813"/>
            <a:chExt cx="377474" cy="335748"/>
          </a:xfrm>
        </p:grpSpPr>
        <p:sp>
          <p:nvSpPr>
            <p:cNvPr id="12333" name="Google Shape;12333;p6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64"/>
          <p:cNvGrpSpPr/>
          <p:nvPr/>
        </p:nvGrpSpPr>
        <p:grpSpPr>
          <a:xfrm>
            <a:off x="1749728" y="2720527"/>
            <a:ext cx="386927" cy="363438"/>
            <a:chOff x="1749728" y="2894777"/>
            <a:chExt cx="386927" cy="363438"/>
          </a:xfrm>
        </p:grpSpPr>
        <p:sp>
          <p:nvSpPr>
            <p:cNvPr id="12339" name="Google Shape;12339;p6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64"/>
          <p:cNvGrpSpPr/>
          <p:nvPr/>
        </p:nvGrpSpPr>
        <p:grpSpPr>
          <a:xfrm>
            <a:off x="7098912" y="1795142"/>
            <a:ext cx="359651" cy="361560"/>
            <a:chOff x="7098912" y="1969392"/>
            <a:chExt cx="359651" cy="361560"/>
          </a:xfrm>
        </p:grpSpPr>
        <p:sp>
          <p:nvSpPr>
            <p:cNvPr id="12347" name="Google Shape;12347;p6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0" name="Google Shape;12360;p64"/>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1" name="Google Shape;12361;p64"/>
          <p:cNvGrpSpPr/>
          <p:nvPr/>
        </p:nvGrpSpPr>
        <p:grpSpPr>
          <a:xfrm>
            <a:off x="5352728" y="1815989"/>
            <a:ext cx="327091" cy="322508"/>
            <a:chOff x="5352728" y="1990239"/>
            <a:chExt cx="327091" cy="322508"/>
          </a:xfrm>
        </p:grpSpPr>
        <p:sp>
          <p:nvSpPr>
            <p:cNvPr id="12362" name="Google Shape;12362;p6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64"/>
          <p:cNvGrpSpPr/>
          <p:nvPr/>
        </p:nvGrpSpPr>
        <p:grpSpPr>
          <a:xfrm>
            <a:off x="7538896" y="1795906"/>
            <a:ext cx="361147" cy="361529"/>
            <a:chOff x="7538896" y="1970156"/>
            <a:chExt cx="361147" cy="361529"/>
          </a:xfrm>
        </p:grpSpPr>
        <p:sp>
          <p:nvSpPr>
            <p:cNvPr id="12366" name="Google Shape;12366;p6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64"/>
          <p:cNvGrpSpPr/>
          <p:nvPr/>
        </p:nvGrpSpPr>
        <p:grpSpPr>
          <a:xfrm>
            <a:off x="4896099" y="1796670"/>
            <a:ext cx="358155" cy="358123"/>
            <a:chOff x="4896099" y="1970920"/>
            <a:chExt cx="358155" cy="358123"/>
          </a:xfrm>
        </p:grpSpPr>
        <p:sp>
          <p:nvSpPr>
            <p:cNvPr id="12373" name="Google Shape;12373;p6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64"/>
          <p:cNvGrpSpPr/>
          <p:nvPr/>
        </p:nvGrpSpPr>
        <p:grpSpPr>
          <a:xfrm>
            <a:off x="4048787" y="2802769"/>
            <a:ext cx="283488" cy="198604"/>
            <a:chOff x="4048787" y="2977019"/>
            <a:chExt cx="283488" cy="198604"/>
          </a:xfrm>
        </p:grpSpPr>
        <p:sp>
          <p:nvSpPr>
            <p:cNvPr id="12377" name="Google Shape;12377;p6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64"/>
          <p:cNvGrpSpPr/>
          <p:nvPr/>
        </p:nvGrpSpPr>
        <p:grpSpPr>
          <a:xfrm>
            <a:off x="4054103" y="2255941"/>
            <a:ext cx="218687" cy="349052"/>
            <a:chOff x="4054103" y="2430191"/>
            <a:chExt cx="218687" cy="349052"/>
          </a:xfrm>
        </p:grpSpPr>
        <p:sp>
          <p:nvSpPr>
            <p:cNvPr id="12384" name="Google Shape;12384;p6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64"/>
          <p:cNvGrpSpPr/>
          <p:nvPr/>
        </p:nvGrpSpPr>
        <p:grpSpPr>
          <a:xfrm>
            <a:off x="2185128" y="2253299"/>
            <a:ext cx="382758" cy="356595"/>
            <a:chOff x="2185128" y="2427549"/>
            <a:chExt cx="382758" cy="356595"/>
          </a:xfrm>
        </p:grpSpPr>
        <p:sp>
          <p:nvSpPr>
            <p:cNvPr id="12387" name="Google Shape;12387;p6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64"/>
          <p:cNvGrpSpPr/>
          <p:nvPr/>
        </p:nvGrpSpPr>
        <p:grpSpPr>
          <a:xfrm>
            <a:off x="2656907" y="2265043"/>
            <a:ext cx="332757" cy="332343"/>
            <a:chOff x="2656907" y="2439293"/>
            <a:chExt cx="332757" cy="332343"/>
          </a:xfrm>
        </p:grpSpPr>
        <p:sp>
          <p:nvSpPr>
            <p:cNvPr id="12392" name="Google Shape;12392;p6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64"/>
          <p:cNvGrpSpPr/>
          <p:nvPr/>
        </p:nvGrpSpPr>
        <p:grpSpPr>
          <a:xfrm>
            <a:off x="1731523" y="2248366"/>
            <a:ext cx="399435" cy="365698"/>
            <a:chOff x="1731523" y="2422616"/>
            <a:chExt cx="399435" cy="365698"/>
          </a:xfrm>
        </p:grpSpPr>
        <p:sp>
          <p:nvSpPr>
            <p:cNvPr id="12400" name="Google Shape;12400;p6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64"/>
          <p:cNvGrpSpPr/>
          <p:nvPr/>
        </p:nvGrpSpPr>
        <p:grpSpPr>
          <a:xfrm>
            <a:off x="3097241" y="2259314"/>
            <a:ext cx="344883" cy="343387"/>
            <a:chOff x="3097241" y="2433564"/>
            <a:chExt cx="344883" cy="343387"/>
          </a:xfrm>
        </p:grpSpPr>
        <p:sp>
          <p:nvSpPr>
            <p:cNvPr id="12404" name="Google Shape;12404;p6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64"/>
          <p:cNvGrpSpPr/>
          <p:nvPr/>
        </p:nvGrpSpPr>
        <p:grpSpPr>
          <a:xfrm>
            <a:off x="1278299" y="2265043"/>
            <a:ext cx="410829" cy="332343"/>
            <a:chOff x="1278299" y="2439293"/>
            <a:chExt cx="410829" cy="332343"/>
          </a:xfrm>
        </p:grpSpPr>
        <p:sp>
          <p:nvSpPr>
            <p:cNvPr id="12414" name="Google Shape;12414;p6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64"/>
          <p:cNvGrpSpPr/>
          <p:nvPr/>
        </p:nvGrpSpPr>
        <p:grpSpPr>
          <a:xfrm>
            <a:off x="2661459" y="1840751"/>
            <a:ext cx="322508" cy="273494"/>
            <a:chOff x="2661459" y="2015001"/>
            <a:chExt cx="322508" cy="273494"/>
          </a:xfrm>
        </p:grpSpPr>
        <p:sp>
          <p:nvSpPr>
            <p:cNvPr id="12423" name="Google Shape;12423;p6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64"/>
          <p:cNvGrpSpPr/>
          <p:nvPr/>
        </p:nvGrpSpPr>
        <p:grpSpPr>
          <a:xfrm>
            <a:off x="870939" y="2265043"/>
            <a:ext cx="331993" cy="331993"/>
            <a:chOff x="870939" y="2439293"/>
            <a:chExt cx="331993" cy="331993"/>
          </a:xfrm>
        </p:grpSpPr>
        <p:sp>
          <p:nvSpPr>
            <p:cNvPr id="12426" name="Google Shape;12426;p6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64"/>
          <p:cNvGrpSpPr/>
          <p:nvPr/>
        </p:nvGrpSpPr>
        <p:grpSpPr>
          <a:xfrm>
            <a:off x="6644957" y="2282103"/>
            <a:ext cx="371395" cy="278904"/>
            <a:chOff x="6644957" y="2456353"/>
            <a:chExt cx="371395" cy="278904"/>
          </a:xfrm>
        </p:grpSpPr>
        <p:sp>
          <p:nvSpPr>
            <p:cNvPr id="12443" name="Google Shape;12443;p6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64"/>
          <p:cNvGrpSpPr/>
          <p:nvPr/>
        </p:nvGrpSpPr>
        <p:grpSpPr>
          <a:xfrm>
            <a:off x="5388757" y="2240409"/>
            <a:ext cx="260349" cy="362292"/>
            <a:chOff x="5388757" y="2414659"/>
            <a:chExt cx="260349" cy="362292"/>
          </a:xfrm>
        </p:grpSpPr>
        <p:sp>
          <p:nvSpPr>
            <p:cNvPr id="12449" name="Google Shape;12449;p6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64"/>
          <p:cNvGrpSpPr/>
          <p:nvPr/>
        </p:nvGrpSpPr>
        <p:grpSpPr>
          <a:xfrm>
            <a:off x="3567142" y="2731507"/>
            <a:ext cx="348288" cy="340331"/>
            <a:chOff x="3567142" y="2905757"/>
            <a:chExt cx="348288" cy="340331"/>
          </a:xfrm>
        </p:grpSpPr>
        <p:sp>
          <p:nvSpPr>
            <p:cNvPr id="12470" name="Google Shape;12470;p6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64"/>
          <p:cNvGrpSpPr/>
          <p:nvPr/>
        </p:nvGrpSpPr>
        <p:grpSpPr>
          <a:xfrm>
            <a:off x="870939" y="1801571"/>
            <a:ext cx="332375" cy="350071"/>
            <a:chOff x="870939" y="1975821"/>
            <a:chExt cx="332375" cy="350071"/>
          </a:xfrm>
        </p:grpSpPr>
        <p:sp>
          <p:nvSpPr>
            <p:cNvPr id="12476" name="Google Shape;12476;p6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64"/>
          <p:cNvGrpSpPr/>
          <p:nvPr/>
        </p:nvGrpSpPr>
        <p:grpSpPr>
          <a:xfrm>
            <a:off x="7967103" y="2240791"/>
            <a:ext cx="355863" cy="361911"/>
            <a:chOff x="7967103" y="2415041"/>
            <a:chExt cx="355863" cy="361911"/>
          </a:xfrm>
        </p:grpSpPr>
        <p:sp>
          <p:nvSpPr>
            <p:cNvPr id="12481" name="Google Shape;12481;p6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64"/>
          <p:cNvGrpSpPr/>
          <p:nvPr/>
        </p:nvGrpSpPr>
        <p:grpSpPr>
          <a:xfrm>
            <a:off x="7529411" y="2240409"/>
            <a:ext cx="355863" cy="362292"/>
            <a:chOff x="7529411" y="2414659"/>
            <a:chExt cx="355863" cy="362292"/>
          </a:xfrm>
        </p:grpSpPr>
        <p:sp>
          <p:nvSpPr>
            <p:cNvPr id="12493" name="Google Shape;12493;p6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64"/>
          <p:cNvGrpSpPr/>
          <p:nvPr/>
        </p:nvGrpSpPr>
        <p:grpSpPr>
          <a:xfrm>
            <a:off x="5733194" y="2257468"/>
            <a:ext cx="446826" cy="327059"/>
            <a:chOff x="5733194" y="2431718"/>
            <a:chExt cx="446826" cy="327059"/>
          </a:xfrm>
        </p:grpSpPr>
        <p:sp>
          <p:nvSpPr>
            <p:cNvPr id="12506" name="Google Shape;12506;p6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64"/>
          <p:cNvGrpSpPr/>
          <p:nvPr/>
        </p:nvGrpSpPr>
        <p:grpSpPr>
          <a:xfrm>
            <a:off x="4876780" y="2243814"/>
            <a:ext cx="407774" cy="356627"/>
            <a:chOff x="4876780" y="2418064"/>
            <a:chExt cx="407774" cy="356627"/>
          </a:xfrm>
        </p:grpSpPr>
        <p:sp>
          <p:nvSpPr>
            <p:cNvPr id="12510" name="Google Shape;12510;p6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64"/>
          <p:cNvGrpSpPr/>
          <p:nvPr/>
        </p:nvGrpSpPr>
        <p:grpSpPr>
          <a:xfrm>
            <a:off x="7070872" y="2236621"/>
            <a:ext cx="398321" cy="371013"/>
            <a:chOff x="7070872" y="2410871"/>
            <a:chExt cx="398321" cy="371013"/>
          </a:xfrm>
        </p:grpSpPr>
        <p:sp>
          <p:nvSpPr>
            <p:cNvPr id="12519" name="Google Shape;12519;p6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3" name="Google Shape;12523;p64"/>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4" name="Google Shape;12524;p64"/>
          <p:cNvGrpSpPr/>
          <p:nvPr/>
        </p:nvGrpSpPr>
        <p:grpSpPr>
          <a:xfrm>
            <a:off x="5318259" y="2807861"/>
            <a:ext cx="371013" cy="220787"/>
            <a:chOff x="5318259" y="2982111"/>
            <a:chExt cx="371013" cy="220787"/>
          </a:xfrm>
        </p:grpSpPr>
        <p:sp>
          <p:nvSpPr>
            <p:cNvPr id="12525" name="Google Shape;12525;p6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64"/>
          <p:cNvGrpSpPr/>
          <p:nvPr/>
        </p:nvGrpSpPr>
        <p:grpSpPr>
          <a:xfrm>
            <a:off x="7073928" y="2731507"/>
            <a:ext cx="371395" cy="371809"/>
            <a:chOff x="7073928" y="2905757"/>
            <a:chExt cx="371395" cy="371809"/>
          </a:xfrm>
        </p:grpSpPr>
        <p:sp>
          <p:nvSpPr>
            <p:cNvPr id="12534" name="Google Shape;12534;p6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64"/>
          <p:cNvGrpSpPr/>
          <p:nvPr/>
        </p:nvGrpSpPr>
        <p:grpSpPr>
          <a:xfrm>
            <a:off x="6188327" y="2781158"/>
            <a:ext cx="371395" cy="272857"/>
            <a:chOff x="6188327" y="2955408"/>
            <a:chExt cx="371395" cy="272857"/>
          </a:xfrm>
        </p:grpSpPr>
        <p:sp>
          <p:nvSpPr>
            <p:cNvPr id="12538" name="Google Shape;12538;p6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64"/>
          <p:cNvGrpSpPr/>
          <p:nvPr/>
        </p:nvGrpSpPr>
        <p:grpSpPr>
          <a:xfrm>
            <a:off x="7521454" y="2731889"/>
            <a:ext cx="359651" cy="371013"/>
            <a:chOff x="7521454" y="2906139"/>
            <a:chExt cx="359651" cy="371013"/>
          </a:xfrm>
        </p:grpSpPr>
        <p:sp>
          <p:nvSpPr>
            <p:cNvPr id="12541" name="Google Shape;12541;p6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64"/>
          <p:cNvGrpSpPr/>
          <p:nvPr/>
        </p:nvGrpSpPr>
        <p:grpSpPr>
          <a:xfrm>
            <a:off x="5782845" y="2732271"/>
            <a:ext cx="301661" cy="371013"/>
            <a:chOff x="5782845" y="2906521"/>
            <a:chExt cx="301661" cy="371013"/>
          </a:xfrm>
        </p:grpSpPr>
        <p:sp>
          <p:nvSpPr>
            <p:cNvPr id="12547" name="Google Shape;12547;p6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64"/>
          <p:cNvGrpSpPr/>
          <p:nvPr/>
        </p:nvGrpSpPr>
        <p:grpSpPr>
          <a:xfrm>
            <a:off x="3539102" y="2253299"/>
            <a:ext cx="355099" cy="355481"/>
            <a:chOff x="3539102" y="2427549"/>
            <a:chExt cx="355099" cy="355481"/>
          </a:xfrm>
        </p:grpSpPr>
        <p:sp>
          <p:nvSpPr>
            <p:cNvPr id="12551" name="Google Shape;12551;p6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64"/>
          <p:cNvGrpSpPr/>
          <p:nvPr/>
        </p:nvGrpSpPr>
        <p:grpSpPr>
          <a:xfrm>
            <a:off x="6630539" y="2743252"/>
            <a:ext cx="371777" cy="349434"/>
            <a:chOff x="6630539" y="2917502"/>
            <a:chExt cx="371777" cy="349434"/>
          </a:xfrm>
        </p:grpSpPr>
        <p:sp>
          <p:nvSpPr>
            <p:cNvPr id="12554" name="Google Shape;12554;p6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64"/>
          <p:cNvGrpSpPr/>
          <p:nvPr/>
        </p:nvGrpSpPr>
        <p:grpSpPr>
          <a:xfrm>
            <a:off x="2171474" y="3194979"/>
            <a:ext cx="408156" cy="343737"/>
            <a:chOff x="2171474" y="3369229"/>
            <a:chExt cx="408156" cy="343737"/>
          </a:xfrm>
        </p:grpSpPr>
        <p:sp>
          <p:nvSpPr>
            <p:cNvPr id="12562" name="Google Shape;12562;p6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64"/>
          <p:cNvGrpSpPr/>
          <p:nvPr/>
        </p:nvGrpSpPr>
        <p:grpSpPr>
          <a:xfrm>
            <a:off x="4891198" y="2750858"/>
            <a:ext cx="334634" cy="334634"/>
            <a:chOff x="4891198" y="2925108"/>
            <a:chExt cx="334634" cy="334634"/>
          </a:xfrm>
        </p:grpSpPr>
        <p:sp>
          <p:nvSpPr>
            <p:cNvPr id="12567" name="Google Shape;12567;p6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64"/>
          <p:cNvGrpSpPr/>
          <p:nvPr/>
        </p:nvGrpSpPr>
        <p:grpSpPr>
          <a:xfrm>
            <a:off x="7976174" y="2750858"/>
            <a:ext cx="334666" cy="334634"/>
            <a:chOff x="7976174" y="2925108"/>
            <a:chExt cx="334666" cy="334634"/>
          </a:xfrm>
        </p:grpSpPr>
        <p:sp>
          <p:nvSpPr>
            <p:cNvPr id="12576" name="Google Shape;12576;p6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64"/>
          <p:cNvGrpSpPr/>
          <p:nvPr/>
        </p:nvGrpSpPr>
        <p:grpSpPr>
          <a:xfrm>
            <a:off x="3091957" y="3199881"/>
            <a:ext cx="354717" cy="332757"/>
            <a:chOff x="3091957" y="3374131"/>
            <a:chExt cx="354717" cy="332757"/>
          </a:xfrm>
        </p:grpSpPr>
        <p:sp>
          <p:nvSpPr>
            <p:cNvPr id="12586" name="Google Shape;12586;p6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64"/>
          <p:cNvGrpSpPr/>
          <p:nvPr/>
        </p:nvGrpSpPr>
        <p:grpSpPr>
          <a:xfrm>
            <a:off x="3988156" y="3205960"/>
            <a:ext cx="353954" cy="318880"/>
            <a:chOff x="3988156" y="3380210"/>
            <a:chExt cx="353954" cy="318880"/>
          </a:xfrm>
        </p:grpSpPr>
        <p:sp>
          <p:nvSpPr>
            <p:cNvPr id="12593" name="Google Shape;12593;p6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8" name="Google Shape;12598;p64"/>
          <p:cNvGrpSpPr/>
          <p:nvPr/>
        </p:nvGrpSpPr>
        <p:grpSpPr>
          <a:xfrm>
            <a:off x="3541011" y="3193070"/>
            <a:ext cx="348257" cy="346188"/>
            <a:chOff x="3541011" y="3367320"/>
            <a:chExt cx="348257" cy="346188"/>
          </a:xfrm>
        </p:grpSpPr>
        <p:sp>
          <p:nvSpPr>
            <p:cNvPr id="12599" name="Google Shape;12599;p6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64"/>
          <p:cNvGrpSpPr/>
          <p:nvPr/>
        </p:nvGrpSpPr>
        <p:grpSpPr>
          <a:xfrm>
            <a:off x="1314678" y="3183967"/>
            <a:ext cx="334666" cy="365348"/>
            <a:chOff x="1314678" y="3358217"/>
            <a:chExt cx="334666" cy="365348"/>
          </a:xfrm>
        </p:grpSpPr>
        <p:sp>
          <p:nvSpPr>
            <p:cNvPr id="12604" name="Google Shape;12604;p6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64"/>
          <p:cNvGrpSpPr/>
          <p:nvPr/>
        </p:nvGrpSpPr>
        <p:grpSpPr>
          <a:xfrm>
            <a:off x="1748582" y="3198385"/>
            <a:ext cx="359269" cy="335780"/>
            <a:chOff x="1748582" y="3372635"/>
            <a:chExt cx="359269" cy="335780"/>
          </a:xfrm>
        </p:grpSpPr>
        <p:sp>
          <p:nvSpPr>
            <p:cNvPr id="12610" name="Google Shape;12610;p6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1" name="Google Shape;12611;p64"/>
            <p:cNvGrpSpPr/>
            <p:nvPr/>
          </p:nvGrpSpPr>
          <p:grpSpPr>
            <a:xfrm>
              <a:off x="1748582" y="3372635"/>
              <a:ext cx="333520" cy="335780"/>
              <a:chOff x="1748582" y="3372635"/>
              <a:chExt cx="333520" cy="335780"/>
            </a:xfrm>
          </p:grpSpPr>
          <p:sp>
            <p:nvSpPr>
              <p:cNvPr id="12612" name="Google Shape;12612;p6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15" name="Google Shape;12615;p64"/>
          <p:cNvGrpSpPr/>
          <p:nvPr/>
        </p:nvGrpSpPr>
        <p:grpSpPr>
          <a:xfrm>
            <a:off x="2640993" y="3183585"/>
            <a:ext cx="365348" cy="364966"/>
            <a:chOff x="2640993" y="3357835"/>
            <a:chExt cx="365348" cy="364966"/>
          </a:xfrm>
        </p:grpSpPr>
        <p:sp>
          <p:nvSpPr>
            <p:cNvPr id="12616" name="Google Shape;12616;p6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64"/>
          <p:cNvGrpSpPr/>
          <p:nvPr/>
        </p:nvGrpSpPr>
        <p:grpSpPr>
          <a:xfrm>
            <a:off x="4886264" y="3191924"/>
            <a:ext cx="350548" cy="350198"/>
            <a:chOff x="4886264" y="3366174"/>
            <a:chExt cx="350548" cy="350198"/>
          </a:xfrm>
        </p:grpSpPr>
        <p:sp>
          <p:nvSpPr>
            <p:cNvPr id="12627" name="Google Shape;12627;p6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64"/>
          <p:cNvGrpSpPr/>
          <p:nvPr/>
        </p:nvGrpSpPr>
        <p:grpSpPr>
          <a:xfrm>
            <a:off x="5331913" y="3239697"/>
            <a:ext cx="347143" cy="254684"/>
            <a:chOff x="5331913" y="3413947"/>
            <a:chExt cx="347143" cy="254684"/>
          </a:xfrm>
        </p:grpSpPr>
        <p:sp>
          <p:nvSpPr>
            <p:cNvPr id="12641" name="Google Shape;12641;p6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64"/>
          <p:cNvGrpSpPr/>
          <p:nvPr/>
        </p:nvGrpSpPr>
        <p:grpSpPr>
          <a:xfrm>
            <a:off x="5776798" y="3235528"/>
            <a:ext cx="346379" cy="264518"/>
            <a:chOff x="5776798" y="3409778"/>
            <a:chExt cx="346379" cy="264518"/>
          </a:xfrm>
        </p:grpSpPr>
        <p:sp>
          <p:nvSpPr>
            <p:cNvPr id="12648" name="Google Shape;12648;p6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64"/>
          <p:cNvGrpSpPr/>
          <p:nvPr/>
        </p:nvGrpSpPr>
        <p:grpSpPr>
          <a:xfrm>
            <a:off x="7108015" y="3222255"/>
            <a:ext cx="344883" cy="290299"/>
            <a:chOff x="7108015" y="3396505"/>
            <a:chExt cx="344883" cy="290299"/>
          </a:xfrm>
        </p:grpSpPr>
        <p:sp>
          <p:nvSpPr>
            <p:cNvPr id="12655" name="Google Shape;12655;p6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64"/>
          <p:cNvGrpSpPr/>
          <p:nvPr/>
        </p:nvGrpSpPr>
        <p:grpSpPr>
          <a:xfrm>
            <a:off x="7551754" y="3216558"/>
            <a:ext cx="344883" cy="301311"/>
            <a:chOff x="7551754" y="3390808"/>
            <a:chExt cx="344883" cy="301311"/>
          </a:xfrm>
        </p:grpSpPr>
        <p:sp>
          <p:nvSpPr>
            <p:cNvPr id="12660" name="Google Shape;12660;p6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64"/>
          <p:cNvGrpSpPr/>
          <p:nvPr/>
        </p:nvGrpSpPr>
        <p:grpSpPr>
          <a:xfrm>
            <a:off x="6707084" y="3213153"/>
            <a:ext cx="261145" cy="308504"/>
            <a:chOff x="6707084" y="3387403"/>
            <a:chExt cx="261145" cy="308504"/>
          </a:xfrm>
        </p:grpSpPr>
        <p:sp>
          <p:nvSpPr>
            <p:cNvPr id="12672" name="Google Shape;12672;p6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64"/>
          <p:cNvGrpSpPr/>
          <p:nvPr/>
        </p:nvGrpSpPr>
        <p:grpSpPr>
          <a:xfrm>
            <a:off x="848978" y="4123387"/>
            <a:ext cx="377824" cy="324418"/>
            <a:chOff x="848978" y="4297637"/>
            <a:chExt cx="377824" cy="324418"/>
          </a:xfrm>
        </p:grpSpPr>
        <p:sp>
          <p:nvSpPr>
            <p:cNvPr id="12677" name="Google Shape;12677;p6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64"/>
          <p:cNvGrpSpPr/>
          <p:nvPr/>
        </p:nvGrpSpPr>
        <p:grpSpPr>
          <a:xfrm>
            <a:off x="1754279" y="4112343"/>
            <a:ext cx="351439" cy="345965"/>
            <a:chOff x="1754279" y="4286593"/>
            <a:chExt cx="351439" cy="345965"/>
          </a:xfrm>
        </p:grpSpPr>
        <p:sp>
          <p:nvSpPr>
            <p:cNvPr id="12680" name="Google Shape;12680;p6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64"/>
          <p:cNvGrpSpPr/>
          <p:nvPr/>
        </p:nvGrpSpPr>
        <p:grpSpPr>
          <a:xfrm>
            <a:off x="3996113" y="4116926"/>
            <a:ext cx="336512" cy="335048"/>
            <a:chOff x="3996113" y="4291176"/>
            <a:chExt cx="336512" cy="335048"/>
          </a:xfrm>
        </p:grpSpPr>
        <p:sp>
          <p:nvSpPr>
            <p:cNvPr id="12686" name="Google Shape;12686;p6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9" name="Google Shape;12689;p64"/>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0" name="Google Shape;12690;p64"/>
          <p:cNvGrpSpPr/>
          <p:nvPr/>
        </p:nvGrpSpPr>
        <p:grpSpPr>
          <a:xfrm>
            <a:off x="2179081" y="4111261"/>
            <a:ext cx="397525" cy="348670"/>
            <a:chOff x="2179081" y="4285511"/>
            <a:chExt cx="397525" cy="348670"/>
          </a:xfrm>
        </p:grpSpPr>
        <p:sp>
          <p:nvSpPr>
            <p:cNvPr id="12691" name="Google Shape;12691;p6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64"/>
          <p:cNvGrpSpPr/>
          <p:nvPr/>
        </p:nvGrpSpPr>
        <p:grpSpPr>
          <a:xfrm>
            <a:off x="3584201" y="4120746"/>
            <a:ext cx="267574" cy="329415"/>
            <a:chOff x="3584201" y="4294996"/>
            <a:chExt cx="267574" cy="329415"/>
          </a:xfrm>
        </p:grpSpPr>
        <p:sp>
          <p:nvSpPr>
            <p:cNvPr id="12694" name="Google Shape;12694;p6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64"/>
          <p:cNvGrpSpPr/>
          <p:nvPr/>
        </p:nvGrpSpPr>
        <p:grpSpPr>
          <a:xfrm>
            <a:off x="3082855" y="4121478"/>
            <a:ext cx="375946" cy="327823"/>
            <a:chOff x="3082855" y="4295728"/>
            <a:chExt cx="375946" cy="327823"/>
          </a:xfrm>
        </p:grpSpPr>
        <p:sp>
          <p:nvSpPr>
            <p:cNvPr id="12699" name="Google Shape;12699;p6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64"/>
          <p:cNvGrpSpPr/>
          <p:nvPr/>
        </p:nvGrpSpPr>
        <p:grpSpPr>
          <a:xfrm>
            <a:off x="2749016" y="4116926"/>
            <a:ext cx="150831" cy="336926"/>
            <a:chOff x="2749016" y="4291176"/>
            <a:chExt cx="150831" cy="336926"/>
          </a:xfrm>
        </p:grpSpPr>
        <p:sp>
          <p:nvSpPr>
            <p:cNvPr id="12711" name="Google Shape;12711;p6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64"/>
          <p:cNvGrpSpPr/>
          <p:nvPr/>
        </p:nvGrpSpPr>
        <p:grpSpPr>
          <a:xfrm>
            <a:off x="7127716" y="4105182"/>
            <a:ext cx="248254" cy="361942"/>
            <a:chOff x="7127716" y="4279432"/>
            <a:chExt cx="248254" cy="361942"/>
          </a:xfrm>
        </p:grpSpPr>
        <p:sp>
          <p:nvSpPr>
            <p:cNvPr id="12716" name="Google Shape;12716;p6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64"/>
          <p:cNvGrpSpPr/>
          <p:nvPr/>
        </p:nvGrpSpPr>
        <p:grpSpPr>
          <a:xfrm>
            <a:off x="7565408" y="4105182"/>
            <a:ext cx="248255" cy="361942"/>
            <a:chOff x="7565408" y="4279432"/>
            <a:chExt cx="248255" cy="361942"/>
          </a:xfrm>
        </p:grpSpPr>
        <p:sp>
          <p:nvSpPr>
            <p:cNvPr id="12726" name="Google Shape;12726;p6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4" name="Google Shape;12734;p64"/>
          <p:cNvGrpSpPr/>
          <p:nvPr/>
        </p:nvGrpSpPr>
        <p:grpSpPr>
          <a:xfrm>
            <a:off x="6264109" y="4105182"/>
            <a:ext cx="225498" cy="361560"/>
            <a:chOff x="6264109" y="4279432"/>
            <a:chExt cx="225498" cy="361560"/>
          </a:xfrm>
        </p:grpSpPr>
        <p:sp>
          <p:nvSpPr>
            <p:cNvPr id="12735" name="Google Shape;12735;p6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64"/>
          <p:cNvGrpSpPr/>
          <p:nvPr/>
        </p:nvGrpSpPr>
        <p:grpSpPr>
          <a:xfrm>
            <a:off x="7929578" y="4110115"/>
            <a:ext cx="395266" cy="351312"/>
            <a:chOff x="7929578" y="4284365"/>
            <a:chExt cx="395266" cy="351312"/>
          </a:xfrm>
        </p:grpSpPr>
        <p:sp>
          <p:nvSpPr>
            <p:cNvPr id="12738" name="Google Shape;12738;p6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64"/>
          <p:cNvGrpSpPr/>
          <p:nvPr/>
        </p:nvGrpSpPr>
        <p:grpSpPr>
          <a:xfrm>
            <a:off x="6595502" y="4149527"/>
            <a:ext cx="426315" cy="332826"/>
            <a:chOff x="6639652" y="4323777"/>
            <a:chExt cx="426315" cy="332826"/>
          </a:xfrm>
        </p:grpSpPr>
        <p:sp>
          <p:nvSpPr>
            <p:cNvPr id="12743" name="Google Shape;12743;p6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64"/>
          <p:cNvGrpSpPr/>
          <p:nvPr/>
        </p:nvGrpSpPr>
        <p:grpSpPr>
          <a:xfrm>
            <a:off x="5357662" y="4123387"/>
            <a:ext cx="287275" cy="326296"/>
            <a:chOff x="5357662" y="4297637"/>
            <a:chExt cx="287275" cy="326296"/>
          </a:xfrm>
        </p:grpSpPr>
        <p:sp>
          <p:nvSpPr>
            <p:cNvPr id="12754" name="Google Shape;12754;p6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64"/>
          <p:cNvGrpSpPr/>
          <p:nvPr/>
        </p:nvGrpSpPr>
        <p:grpSpPr>
          <a:xfrm>
            <a:off x="5774124" y="4120300"/>
            <a:ext cx="331611" cy="331674"/>
            <a:chOff x="5774124" y="4294550"/>
            <a:chExt cx="331611" cy="331674"/>
          </a:xfrm>
        </p:grpSpPr>
        <p:sp>
          <p:nvSpPr>
            <p:cNvPr id="12760" name="Google Shape;12760;p6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64"/>
          <p:cNvGrpSpPr/>
          <p:nvPr/>
        </p:nvGrpSpPr>
        <p:grpSpPr>
          <a:xfrm>
            <a:off x="4890434" y="4113139"/>
            <a:ext cx="345997" cy="346029"/>
            <a:chOff x="4890434" y="4287389"/>
            <a:chExt cx="345997" cy="346029"/>
          </a:xfrm>
        </p:grpSpPr>
        <p:sp>
          <p:nvSpPr>
            <p:cNvPr id="12763" name="Google Shape;12763;p6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64"/>
          <p:cNvGrpSpPr/>
          <p:nvPr/>
        </p:nvGrpSpPr>
        <p:grpSpPr>
          <a:xfrm>
            <a:off x="2165809" y="3636809"/>
            <a:ext cx="422542" cy="342973"/>
            <a:chOff x="2165809" y="3811059"/>
            <a:chExt cx="422542" cy="342973"/>
          </a:xfrm>
        </p:grpSpPr>
        <p:sp>
          <p:nvSpPr>
            <p:cNvPr id="12771" name="Google Shape;12771;p6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9" name="Google Shape;12789;p64"/>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0" name="Google Shape;12790;p64"/>
          <p:cNvGrpSpPr/>
          <p:nvPr/>
        </p:nvGrpSpPr>
        <p:grpSpPr>
          <a:xfrm>
            <a:off x="903530" y="3631875"/>
            <a:ext cx="264550" cy="353222"/>
            <a:chOff x="903530" y="3806125"/>
            <a:chExt cx="264550" cy="353222"/>
          </a:xfrm>
        </p:grpSpPr>
        <p:sp>
          <p:nvSpPr>
            <p:cNvPr id="12791" name="Google Shape;12791;p6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64"/>
          <p:cNvGrpSpPr/>
          <p:nvPr/>
        </p:nvGrpSpPr>
        <p:grpSpPr>
          <a:xfrm>
            <a:off x="850092" y="3178684"/>
            <a:ext cx="369517" cy="375660"/>
            <a:chOff x="850092" y="3352934"/>
            <a:chExt cx="369517" cy="375660"/>
          </a:xfrm>
        </p:grpSpPr>
        <p:sp>
          <p:nvSpPr>
            <p:cNvPr id="12796" name="Google Shape;12796;p6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64"/>
          <p:cNvGrpSpPr/>
          <p:nvPr/>
        </p:nvGrpSpPr>
        <p:grpSpPr>
          <a:xfrm>
            <a:off x="2611458" y="3642124"/>
            <a:ext cx="426329" cy="332375"/>
            <a:chOff x="2611458" y="3816374"/>
            <a:chExt cx="426329" cy="332375"/>
          </a:xfrm>
        </p:grpSpPr>
        <p:sp>
          <p:nvSpPr>
            <p:cNvPr id="12802" name="Google Shape;12802;p6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2" name="Google Shape;12812;p64"/>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3" name="Google Shape;12813;p64"/>
          <p:cNvGrpSpPr/>
          <p:nvPr/>
        </p:nvGrpSpPr>
        <p:grpSpPr>
          <a:xfrm>
            <a:off x="4019984" y="3631143"/>
            <a:ext cx="293704" cy="353954"/>
            <a:chOff x="4019984" y="3805393"/>
            <a:chExt cx="293704" cy="353954"/>
          </a:xfrm>
        </p:grpSpPr>
        <p:sp>
          <p:nvSpPr>
            <p:cNvPr id="12814" name="Google Shape;12814;p6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6" name="Google Shape;12816;p64"/>
          <p:cNvGrpSpPr/>
          <p:nvPr/>
        </p:nvGrpSpPr>
        <p:grpSpPr>
          <a:xfrm>
            <a:off x="8006505" y="3215794"/>
            <a:ext cx="323654" cy="303189"/>
            <a:chOff x="8006505" y="3390044"/>
            <a:chExt cx="323654" cy="303189"/>
          </a:xfrm>
        </p:grpSpPr>
        <p:sp>
          <p:nvSpPr>
            <p:cNvPr id="12817" name="Google Shape;12817;p6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64"/>
          <p:cNvGrpSpPr/>
          <p:nvPr/>
        </p:nvGrpSpPr>
        <p:grpSpPr>
          <a:xfrm>
            <a:off x="1299146" y="3632257"/>
            <a:ext cx="367990" cy="351312"/>
            <a:chOff x="1299146" y="3806507"/>
            <a:chExt cx="367990" cy="351312"/>
          </a:xfrm>
        </p:grpSpPr>
        <p:sp>
          <p:nvSpPr>
            <p:cNvPr id="12824" name="Google Shape;12824;p6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6" name="Google Shape;12826;p64"/>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7" name="Google Shape;12827;p64"/>
          <p:cNvGrpSpPr/>
          <p:nvPr/>
        </p:nvGrpSpPr>
        <p:grpSpPr>
          <a:xfrm>
            <a:off x="7550258" y="3658420"/>
            <a:ext cx="371395" cy="301279"/>
            <a:chOff x="7550258" y="3832670"/>
            <a:chExt cx="371395" cy="301279"/>
          </a:xfrm>
        </p:grpSpPr>
        <p:sp>
          <p:nvSpPr>
            <p:cNvPr id="12828" name="Google Shape;12828;p6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6" name="Google Shape;12846;p64"/>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7" name="Google Shape;12847;p64"/>
          <p:cNvGrpSpPr/>
          <p:nvPr/>
        </p:nvGrpSpPr>
        <p:grpSpPr>
          <a:xfrm>
            <a:off x="6659725" y="3633785"/>
            <a:ext cx="367608" cy="350548"/>
            <a:chOff x="6659725" y="3808035"/>
            <a:chExt cx="367608" cy="350548"/>
          </a:xfrm>
        </p:grpSpPr>
        <p:sp>
          <p:nvSpPr>
            <p:cNvPr id="12848" name="Google Shape;12848;p6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0" name="Google Shape;12850;p64"/>
          <p:cNvGrpSpPr/>
          <p:nvPr/>
        </p:nvGrpSpPr>
        <p:grpSpPr>
          <a:xfrm>
            <a:off x="6219391" y="3642506"/>
            <a:ext cx="356627" cy="334252"/>
            <a:chOff x="6219391" y="3816756"/>
            <a:chExt cx="356627" cy="334252"/>
          </a:xfrm>
        </p:grpSpPr>
        <p:sp>
          <p:nvSpPr>
            <p:cNvPr id="12851" name="Google Shape;12851;p6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64"/>
          <p:cNvGrpSpPr/>
          <p:nvPr/>
        </p:nvGrpSpPr>
        <p:grpSpPr>
          <a:xfrm>
            <a:off x="5778676" y="3652722"/>
            <a:ext cx="349052" cy="313055"/>
            <a:chOff x="5778676" y="3826972"/>
            <a:chExt cx="349052" cy="313055"/>
          </a:xfrm>
        </p:grpSpPr>
        <p:sp>
          <p:nvSpPr>
            <p:cNvPr id="12856" name="Google Shape;12856;p6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64"/>
          <p:cNvGrpSpPr/>
          <p:nvPr/>
        </p:nvGrpSpPr>
        <p:grpSpPr>
          <a:xfrm>
            <a:off x="5355784" y="3660297"/>
            <a:ext cx="299019" cy="297905"/>
            <a:chOff x="5355784" y="3834547"/>
            <a:chExt cx="299019" cy="297905"/>
          </a:xfrm>
        </p:grpSpPr>
        <p:sp>
          <p:nvSpPr>
            <p:cNvPr id="12862" name="Google Shape;12862;p6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64"/>
          <p:cNvGrpSpPr/>
          <p:nvPr/>
        </p:nvGrpSpPr>
        <p:grpSpPr>
          <a:xfrm>
            <a:off x="8036455" y="3633021"/>
            <a:ext cx="292176" cy="353985"/>
            <a:chOff x="8036455" y="3807271"/>
            <a:chExt cx="292176" cy="353985"/>
          </a:xfrm>
        </p:grpSpPr>
        <p:sp>
          <p:nvSpPr>
            <p:cNvPr id="12867" name="Google Shape;12867;p6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9" name="Google Shape;12869;p6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870" name="Google Shape;12870;p6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2871" name="Google Shape;12871;p64"/>
          <p:cNvGrpSpPr/>
          <p:nvPr/>
        </p:nvGrpSpPr>
        <p:grpSpPr>
          <a:xfrm>
            <a:off x="4874902" y="3634549"/>
            <a:ext cx="345615" cy="350835"/>
            <a:chOff x="4874902" y="3808799"/>
            <a:chExt cx="345615" cy="350835"/>
          </a:xfrm>
        </p:grpSpPr>
        <p:sp>
          <p:nvSpPr>
            <p:cNvPr id="12872" name="Google Shape;12872;p6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9" name="Google Shape;12889;p64"/>
          <p:cNvGrpSpPr/>
          <p:nvPr/>
        </p:nvGrpSpPr>
        <p:grpSpPr>
          <a:xfrm>
            <a:off x="3095745" y="3631143"/>
            <a:ext cx="352840" cy="354717"/>
            <a:chOff x="3095745" y="3805393"/>
            <a:chExt cx="352840" cy="354717"/>
          </a:xfrm>
        </p:grpSpPr>
        <p:sp>
          <p:nvSpPr>
            <p:cNvPr id="12890" name="Google Shape;12890;p6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99" name="Shape 12899"/>
        <p:cNvGrpSpPr/>
        <p:nvPr/>
      </p:nvGrpSpPr>
      <p:grpSpPr>
        <a:xfrm>
          <a:off x="0" y="0"/>
          <a:ext cx="0" cy="0"/>
          <a:chOff x="0" y="0"/>
          <a:chExt cx="0" cy="0"/>
        </a:xfrm>
      </p:grpSpPr>
      <p:grpSp>
        <p:nvGrpSpPr>
          <p:cNvPr id="12900" name="Google Shape;12900;p65"/>
          <p:cNvGrpSpPr/>
          <p:nvPr/>
        </p:nvGrpSpPr>
        <p:grpSpPr>
          <a:xfrm>
            <a:off x="2733780" y="4039081"/>
            <a:ext cx="342144" cy="362704"/>
            <a:chOff x="2704005" y="4258781"/>
            <a:chExt cx="342144" cy="362704"/>
          </a:xfrm>
        </p:grpSpPr>
        <p:sp>
          <p:nvSpPr>
            <p:cNvPr id="12901" name="Google Shape;12901;p6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65"/>
          <p:cNvGrpSpPr/>
          <p:nvPr/>
        </p:nvGrpSpPr>
        <p:grpSpPr>
          <a:xfrm>
            <a:off x="2157462" y="4083096"/>
            <a:ext cx="347435" cy="363370"/>
            <a:chOff x="2157462" y="4258496"/>
            <a:chExt cx="347435" cy="363370"/>
          </a:xfrm>
        </p:grpSpPr>
        <p:sp>
          <p:nvSpPr>
            <p:cNvPr id="12909" name="Google Shape;12909;p6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65"/>
          <p:cNvGrpSpPr/>
          <p:nvPr/>
        </p:nvGrpSpPr>
        <p:grpSpPr>
          <a:xfrm>
            <a:off x="4010963" y="3588381"/>
            <a:ext cx="343665" cy="363211"/>
            <a:chOff x="4010963" y="3763781"/>
            <a:chExt cx="343665" cy="363211"/>
          </a:xfrm>
        </p:grpSpPr>
        <p:sp>
          <p:nvSpPr>
            <p:cNvPr id="12913" name="Google Shape;12913;p6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8" name="Google Shape;12918;p65"/>
          <p:cNvGrpSpPr/>
          <p:nvPr/>
        </p:nvGrpSpPr>
        <p:grpSpPr>
          <a:xfrm>
            <a:off x="2214042" y="3635109"/>
            <a:ext cx="368153" cy="311193"/>
            <a:chOff x="2214042" y="3810509"/>
            <a:chExt cx="368153" cy="311193"/>
          </a:xfrm>
        </p:grpSpPr>
        <p:sp>
          <p:nvSpPr>
            <p:cNvPr id="12919" name="Google Shape;12919;p6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65"/>
          <p:cNvGrpSpPr/>
          <p:nvPr/>
        </p:nvGrpSpPr>
        <p:grpSpPr>
          <a:xfrm>
            <a:off x="1797413" y="3606819"/>
            <a:ext cx="367805" cy="367773"/>
            <a:chOff x="1768938" y="3782219"/>
            <a:chExt cx="367805" cy="367773"/>
          </a:xfrm>
        </p:grpSpPr>
        <p:sp>
          <p:nvSpPr>
            <p:cNvPr id="12922" name="Google Shape;12922;p6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7" name="Google Shape;12927;p65"/>
          <p:cNvGrpSpPr/>
          <p:nvPr/>
        </p:nvGrpSpPr>
        <p:grpSpPr>
          <a:xfrm>
            <a:off x="2681385" y="3623039"/>
            <a:ext cx="325544" cy="327413"/>
            <a:chOff x="2681385" y="3798439"/>
            <a:chExt cx="325544" cy="327413"/>
          </a:xfrm>
        </p:grpSpPr>
        <p:sp>
          <p:nvSpPr>
            <p:cNvPr id="12928" name="Google Shape;12928;p6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65"/>
          <p:cNvGrpSpPr/>
          <p:nvPr/>
        </p:nvGrpSpPr>
        <p:grpSpPr>
          <a:xfrm>
            <a:off x="6243928" y="4088102"/>
            <a:ext cx="274254" cy="350824"/>
            <a:chOff x="6243928" y="4263502"/>
            <a:chExt cx="274254" cy="350824"/>
          </a:xfrm>
        </p:grpSpPr>
        <p:sp>
          <p:nvSpPr>
            <p:cNvPr id="12936" name="Google Shape;12936;p6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65"/>
          <p:cNvGrpSpPr/>
          <p:nvPr/>
        </p:nvGrpSpPr>
        <p:grpSpPr>
          <a:xfrm>
            <a:off x="3560600" y="3587938"/>
            <a:ext cx="352345" cy="363655"/>
            <a:chOff x="3560600" y="3763338"/>
            <a:chExt cx="352345" cy="363655"/>
          </a:xfrm>
        </p:grpSpPr>
        <p:sp>
          <p:nvSpPr>
            <p:cNvPr id="12945" name="Google Shape;12945;p6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65"/>
          <p:cNvGrpSpPr/>
          <p:nvPr/>
        </p:nvGrpSpPr>
        <p:grpSpPr>
          <a:xfrm>
            <a:off x="5790556" y="4085852"/>
            <a:ext cx="279513" cy="356083"/>
            <a:chOff x="5790556" y="4261252"/>
            <a:chExt cx="279513" cy="356083"/>
          </a:xfrm>
        </p:grpSpPr>
        <p:sp>
          <p:nvSpPr>
            <p:cNvPr id="12949" name="Google Shape;12949;p6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65"/>
          <p:cNvGrpSpPr/>
          <p:nvPr/>
        </p:nvGrpSpPr>
        <p:grpSpPr>
          <a:xfrm>
            <a:off x="5341333" y="4085852"/>
            <a:ext cx="278752" cy="356463"/>
            <a:chOff x="5341333" y="4261252"/>
            <a:chExt cx="278752" cy="356463"/>
          </a:xfrm>
        </p:grpSpPr>
        <p:sp>
          <p:nvSpPr>
            <p:cNvPr id="12957" name="Google Shape;12957;p6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4" name="Google Shape;12964;p65"/>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5" name="Google Shape;12965;p65"/>
          <p:cNvGrpSpPr/>
          <p:nvPr/>
        </p:nvGrpSpPr>
        <p:grpSpPr>
          <a:xfrm>
            <a:off x="3103646" y="3590676"/>
            <a:ext cx="360233" cy="362451"/>
            <a:chOff x="3107608" y="3763401"/>
            <a:chExt cx="360233" cy="362451"/>
          </a:xfrm>
        </p:grpSpPr>
        <p:sp>
          <p:nvSpPr>
            <p:cNvPr id="12966" name="Google Shape;12966;p6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65"/>
          <p:cNvGrpSpPr/>
          <p:nvPr/>
        </p:nvGrpSpPr>
        <p:grpSpPr>
          <a:xfrm>
            <a:off x="889343" y="3625827"/>
            <a:ext cx="351585" cy="339705"/>
            <a:chOff x="889343" y="3801227"/>
            <a:chExt cx="351585" cy="339705"/>
          </a:xfrm>
        </p:grpSpPr>
        <p:sp>
          <p:nvSpPr>
            <p:cNvPr id="12970" name="Google Shape;12970;p6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65"/>
          <p:cNvGrpSpPr/>
          <p:nvPr/>
        </p:nvGrpSpPr>
        <p:grpSpPr>
          <a:xfrm>
            <a:off x="4896609" y="4085472"/>
            <a:ext cx="278784" cy="355323"/>
            <a:chOff x="4896609" y="4260872"/>
            <a:chExt cx="278784" cy="355323"/>
          </a:xfrm>
        </p:grpSpPr>
        <p:sp>
          <p:nvSpPr>
            <p:cNvPr id="12976" name="Google Shape;12976;p6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65"/>
          <p:cNvGrpSpPr/>
          <p:nvPr/>
        </p:nvGrpSpPr>
        <p:grpSpPr>
          <a:xfrm>
            <a:off x="7598438" y="4090731"/>
            <a:ext cx="260283" cy="345914"/>
            <a:chOff x="7598438" y="4266131"/>
            <a:chExt cx="260283" cy="345914"/>
          </a:xfrm>
        </p:grpSpPr>
        <p:sp>
          <p:nvSpPr>
            <p:cNvPr id="12983" name="Google Shape;12983;p6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65"/>
          <p:cNvGrpSpPr/>
          <p:nvPr/>
        </p:nvGrpSpPr>
        <p:grpSpPr>
          <a:xfrm>
            <a:off x="1767069" y="3184746"/>
            <a:ext cx="286324" cy="348163"/>
            <a:chOff x="1767069" y="3360146"/>
            <a:chExt cx="286324" cy="348163"/>
          </a:xfrm>
        </p:grpSpPr>
        <p:sp>
          <p:nvSpPr>
            <p:cNvPr id="12991" name="Google Shape;12991;p6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65"/>
          <p:cNvGrpSpPr/>
          <p:nvPr/>
        </p:nvGrpSpPr>
        <p:grpSpPr>
          <a:xfrm>
            <a:off x="7149944" y="4090731"/>
            <a:ext cx="260283" cy="345914"/>
            <a:chOff x="7149944" y="4266131"/>
            <a:chExt cx="260283" cy="345914"/>
          </a:xfrm>
        </p:grpSpPr>
        <p:sp>
          <p:nvSpPr>
            <p:cNvPr id="12999" name="Google Shape;12999;p6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65"/>
          <p:cNvGrpSpPr/>
          <p:nvPr/>
        </p:nvGrpSpPr>
        <p:grpSpPr>
          <a:xfrm>
            <a:off x="6695051" y="4083951"/>
            <a:ext cx="270104" cy="360233"/>
            <a:chOff x="6695051" y="4259351"/>
            <a:chExt cx="270104" cy="360233"/>
          </a:xfrm>
        </p:grpSpPr>
        <p:sp>
          <p:nvSpPr>
            <p:cNvPr id="13006" name="Google Shape;13006;p6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65"/>
          <p:cNvGrpSpPr/>
          <p:nvPr/>
        </p:nvGrpSpPr>
        <p:grpSpPr>
          <a:xfrm>
            <a:off x="8047661" y="4082051"/>
            <a:ext cx="277263" cy="362514"/>
            <a:chOff x="8047661" y="4257451"/>
            <a:chExt cx="277263" cy="362514"/>
          </a:xfrm>
        </p:grpSpPr>
        <p:sp>
          <p:nvSpPr>
            <p:cNvPr id="13011" name="Google Shape;13011;p6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5" name="Google Shape;13015;p65"/>
          <p:cNvGrpSpPr/>
          <p:nvPr/>
        </p:nvGrpSpPr>
        <p:grpSpPr>
          <a:xfrm>
            <a:off x="6248078" y="3609068"/>
            <a:ext cx="277263" cy="356115"/>
            <a:chOff x="6248078" y="3784468"/>
            <a:chExt cx="277263" cy="356115"/>
          </a:xfrm>
        </p:grpSpPr>
        <p:sp>
          <p:nvSpPr>
            <p:cNvPr id="13016" name="Google Shape;13016;p6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65"/>
          <p:cNvGrpSpPr/>
          <p:nvPr/>
        </p:nvGrpSpPr>
        <p:grpSpPr>
          <a:xfrm>
            <a:off x="5800725" y="3610589"/>
            <a:ext cx="277644" cy="354594"/>
            <a:chOff x="5800725" y="3785989"/>
            <a:chExt cx="277644" cy="354594"/>
          </a:xfrm>
        </p:grpSpPr>
        <p:sp>
          <p:nvSpPr>
            <p:cNvPr id="13022" name="Google Shape;13022;p6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9" name="Google Shape;13029;p65"/>
          <p:cNvGrpSpPr/>
          <p:nvPr/>
        </p:nvGrpSpPr>
        <p:grpSpPr>
          <a:xfrm>
            <a:off x="2206122" y="3185348"/>
            <a:ext cx="308183" cy="347561"/>
            <a:chOff x="2206122" y="3360748"/>
            <a:chExt cx="308183" cy="347561"/>
          </a:xfrm>
        </p:grpSpPr>
        <p:sp>
          <p:nvSpPr>
            <p:cNvPr id="13030" name="Google Shape;13030;p6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65"/>
          <p:cNvGrpSpPr/>
          <p:nvPr/>
        </p:nvGrpSpPr>
        <p:grpSpPr>
          <a:xfrm>
            <a:off x="5353403" y="3610209"/>
            <a:ext cx="277992" cy="354974"/>
            <a:chOff x="5353403" y="3785609"/>
            <a:chExt cx="277992" cy="354974"/>
          </a:xfrm>
        </p:grpSpPr>
        <p:sp>
          <p:nvSpPr>
            <p:cNvPr id="13036" name="Google Shape;13036;p6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65"/>
          <p:cNvGrpSpPr/>
          <p:nvPr/>
        </p:nvGrpSpPr>
        <p:grpSpPr>
          <a:xfrm>
            <a:off x="4896229" y="3610589"/>
            <a:ext cx="278784" cy="354594"/>
            <a:chOff x="4896229" y="3785989"/>
            <a:chExt cx="278784" cy="354594"/>
          </a:xfrm>
        </p:grpSpPr>
        <p:sp>
          <p:nvSpPr>
            <p:cNvPr id="13043" name="Google Shape;13043;p6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65"/>
          <p:cNvGrpSpPr/>
          <p:nvPr/>
        </p:nvGrpSpPr>
        <p:grpSpPr>
          <a:xfrm>
            <a:off x="7592387" y="3612458"/>
            <a:ext cx="273874" cy="351204"/>
            <a:chOff x="7592387" y="3787858"/>
            <a:chExt cx="273874" cy="351204"/>
          </a:xfrm>
        </p:grpSpPr>
        <p:sp>
          <p:nvSpPr>
            <p:cNvPr id="13050" name="Google Shape;13050;p6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4" name="Google Shape;13054;p65"/>
          <p:cNvGrpSpPr/>
          <p:nvPr/>
        </p:nvGrpSpPr>
        <p:grpSpPr>
          <a:xfrm>
            <a:off x="7145794" y="3612458"/>
            <a:ext cx="274254" cy="350444"/>
            <a:chOff x="7145794" y="3787858"/>
            <a:chExt cx="274254" cy="350444"/>
          </a:xfrm>
        </p:grpSpPr>
        <p:sp>
          <p:nvSpPr>
            <p:cNvPr id="13055" name="Google Shape;13055;p6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65"/>
          <p:cNvGrpSpPr/>
          <p:nvPr/>
        </p:nvGrpSpPr>
        <p:grpSpPr>
          <a:xfrm>
            <a:off x="8054060" y="3611698"/>
            <a:ext cx="266334" cy="353834"/>
            <a:chOff x="8054060" y="3787098"/>
            <a:chExt cx="266334" cy="353834"/>
          </a:xfrm>
        </p:grpSpPr>
        <p:sp>
          <p:nvSpPr>
            <p:cNvPr id="13062" name="Google Shape;13062;p6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65"/>
          <p:cNvGrpSpPr/>
          <p:nvPr/>
        </p:nvGrpSpPr>
        <p:grpSpPr>
          <a:xfrm>
            <a:off x="6702211" y="3607199"/>
            <a:ext cx="270104" cy="361754"/>
            <a:chOff x="6702211" y="3782599"/>
            <a:chExt cx="270104" cy="361754"/>
          </a:xfrm>
        </p:grpSpPr>
        <p:sp>
          <p:nvSpPr>
            <p:cNvPr id="13067" name="Google Shape;13067;p6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65"/>
          <p:cNvGrpSpPr/>
          <p:nvPr/>
        </p:nvGrpSpPr>
        <p:grpSpPr>
          <a:xfrm>
            <a:off x="3516886" y="3263327"/>
            <a:ext cx="391854" cy="269922"/>
            <a:chOff x="3516850" y="3406526"/>
            <a:chExt cx="369674" cy="254644"/>
          </a:xfrm>
        </p:grpSpPr>
        <p:sp>
          <p:nvSpPr>
            <p:cNvPr id="13073" name="Google Shape;13073;p6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65"/>
          <p:cNvGrpSpPr/>
          <p:nvPr/>
        </p:nvGrpSpPr>
        <p:grpSpPr>
          <a:xfrm>
            <a:off x="1310655" y="3185127"/>
            <a:ext cx="306314" cy="347403"/>
            <a:chOff x="1310655" y="3360527"/>
            <a:chExt cx="306314" cy="347403"/>
          </a:xfrm>
        </p:grpSpPr>
        <p:sp>
          <p:nvSpPr>
            <p:cNvPr id="13078" name="Google Shape;13078;p6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65"/>
          <p:cNvGrpSpPr/>
          <p:nvPr/>
        </p:nvGrpSpPr>
        <p:grpSpPr>
          <a:xfrm>
            <a:off x="3119678" y="3184746"/>
            <a:ext cx="269343" cy="348543"/>
            <a:chOff x="3119678" y="3360146"/>
            <a:chExt cx="269343" cy="348543"/>
          </a:xfrm>
        </p:grpSpPr>
        <p:sp>
          <p:nvSpPr>
            <p:cNvPr id="13084" name="Google Shape;13084;p6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65"/>
          <p:cNvGrpSpPr/>
          <p:nvPr/>
        </p:nvGrpSpPr>
        <p:grpSpPr>
          <a:xfrm>
            <a:off x="3967213" y="3181547"/>
            <a:ext cx="368185" cy="354753"/>
            <a:chOff x="3967213" y="3356947"/>
            <a:chExt cx="368185" cy="354753"/>
          </a:xfrm>
        </p:grpSpPr>
        <p:sp>
          <p:nvSpPr>
            <p:cNvPr id="13092" name="Google Shape;13092;p6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65"/>
          <p:cNvGrpSpPr/>
          <p:nvPr/>
        </p:nvGrpSpPr>
        <p:grpSpPr>
          <a:xfrm>
            <a:off x="871254" y="3184746"/>
            <a:ext cx="285183" cy="347023"/>
            <a:chOff x="871254" y="3360146"/>
            <a:chExt cx="285183" cy="347023"/>
          </a:xfrm>
        </p:grpSpPr>
        <p:sp>
          <p:nvSpPr>
            <p:cNvPr id="13098" name="Google Shape;13098;p6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65"/>
          <p:cNvGrpSpPr/>
          <p:nvPr/>
        </p:nvGrpSpPr>
        <p:grpSpPr>
          <a:xfrm>
            <a:off x="2665165" y="3184746"/>
            <a:ext cx="281794" cy="349684"/>
            <a:chOff x="2665165" y="3360146"/>
            <a:chExt cx="281794" cy="349684"/>
          </a:xfrm>
        </p:grpSpPr>
        <p:sp>
          <p:nvSpPr>
            <p:cNvPr id="13103" name="Google Shape;13103;p6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8" name="Google Shape;13108;p65"/>
          <p:cNvGrpSpPr/>
          <p:nvPr/>
        </p:nvGrpSpPr>
        <p:grpSpPr>
          <a:xfrm>
            <a:off x="7156344" y="3172296"/>
            <a:ext cx="264465" cy="353074"/>
            <a:chOff x="7156344" y="3347696"/>
            <a:chExt cx="264465" cy="353074"/>
          </a:xfrm>
        </p:grpSpPr>
        <p:sp>
          <p:nvSpPr>
            <p:cNvPr id="13109" name="Google Shape;13109;p6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4" name="Google Shape;13114;p65"/>
          <p:cNvGrpSpPr/>
          <p:nvPr/>
        </p:nvGrpSpPr>
        <p:grpSpPr>
          <a:xfrm>
            <a:off x="6703732" y="3171536"/>
            <a:ext cx="264813" cy="352693"/>
            <a:chOff x="6703732" y="3346936"/>
            <a:chExt cx="264813" cy="352693"/>
          </a:xfrm>
        </p:grpSpPr>
        <p:sp>
          <p:nvSpPr>
            <p:cNvPr id="13115" name="Google Shape;13115;p6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65"/>
          <p:cNvGrpSpPr/>
          <p:nvPr/>
        </p:nvGrpSpPr>
        <p:grpSpPr>
          <a:xfrm>
            <a:off x="6252228" y="3171536"/>
            <a:ext cx="265193" cy="352693"/>
            <a:chOff x="6252228" y="3346936"/>
            <a:chExt cx="265193" cy="352693"/>
          </a:xfrm>
        </p:grpSpPr>
        <p:sp>
          <p:nvSpPr>
            <p:cNvPr id="13121" name="Google Shape;13121;p6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65"/>
          <p:cNvGrpSpPr/>
          <p:nvPr/>
        </p:nvGrpSpPr>
        <p:grpSpPr>
          <a:xfrm>
            <a:off x="5801105" y="3172296"/>
            <a:ext cx="264813" cy="351933"/>
            <a:chOff x="5801105" y="3347696"/>
            <a:chExt cx="264813" cy="351933"/>
          </a:xfrm>
        </p:grpSpPr>
        <p:sp>
          <p:nvSpPr>
            <p:cNvPr id="13125" name="Google Shape;13125;p6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65"/>
          <p:cNvGrpSpPr/>
          <p:nvPr/>
        </p:nvGrpSpPr>
        <p:grpSpPr>
          <a:xfrm>
            <a:off x="5349253" y="3171536"/>
            <a:ext cx="265922" cy="352693"/>
            <a:chOff x="5349253" y="3346936"/>
            <a:chExt cx="265922" cy="352693"/>
          </a:xfrm>
        </p:grpSpPr>
        <p:sp>
          <p:nvSpPr>
            <p:cNvPr id="13130" name="Google Shape;13130;p6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6" name="Google Shape;13136;p65"/>
          <p:cNvGrpSpPr/>
          <p:nvPr/>
        </p:nvGrpSpPr>
        <p:grpSpPr>
          <a:xfrm>
            <a:off x="4907159" y="3171536"/>
            <a:ext cx="264845" cy="354214"/>
            <a:chOff x="4907159" y="3346936"/>
            <a:chExt cx="264845" cy="354214"/>
          </a:xfrm>
        </p:grpSpPr>
        <p:sp>
          <p:nvSpPr>
            <p:cNvPr id="13137" name="Google Shape;13137;p6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65"/>
          <p:cNvGrpSpPr/>
          <p:nvPr/>
        </p:nvGrpSpPr>
        <p:grpSpPr>
          <a:xfrm>
            <a:off x="8048421" y="3159086"/>
            <a:ext cx="276503" cy="369674"/>
            <a:chOff x="8048421" y="3334486"/>
            <a:chExt cx="276503" cy="369674"/>
          </a:xfrm>
        </p:grpSpPr>
        <p:sp>
          <p:nvSpPr>
            <p:cNvPr id="13140" name="Google Shape;13140;p6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6" name="Google Shape;13146;p65"/>
          <p:cNvGrpSpPr/>
          <p:nvPr/>
        </p:nvGrpSpPr>
        <p:grpSpPr>
          <a:xfrm>
            <a:off x="7575787" y="3154555"/>
            <a:ext cx="295384" cy="376834"/>
            <a:chOff x="7575787" y="3329955"/>
            <a:chExt cx="295384" cy="376834"/>
          </a:xfrm>
        </p:grpSpPr>
        <p:sp>
          <p:nvSpPr>
            <p:cNvPr id="13147" name="Google Shape;13147;p6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3" name="Google Shape;13153;p65"/>
          <p:cNvGrpSpPr/>
          <p:nvPr/>
        </p:nvGrpSpPr>
        <p:grpSpPr>
          <a:xfrm>
            <a:off x="864062" y="2709103"/>
            <a:ext cx="264084" cy="347783"/>
            <a:chOff x="864062" y="2884503"/>
            <a:chExt cx="264084" cy="347783"/>
          </a:xfrm>
        </p:grpSpPr>
        <p:sp>
          <p:nvSpPr>
            <p:cNvPr id="13154" name="Google Shape;13154;p6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4" name="Google Shape;13164;p65"/>
          <p:cNvGrpSpPr/>
          <p:nvPr/>
        </p:nvGrpSpPr>
        <p:grpSpPr>
          <a:xfrm>
            <a:off x="3978523" y="2709261"/>
            <a:ext cx="348955" cy="346516"/>
            <a:chOff x="3978523" y="2884661"/>
            <a:chExt cx="348955" cy="346516"/>
          </a:xfrm>
        </p:grpSpPr>
        <p:sp>
          <p:nvSpPr>
            <p:cNvPr id="13165" name="Google Shape;13165;p6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65"/>
          <p:cNvGrpSpPr/>
          <p:nvPr/>
        </p:nvGrpSpPr>
        <p:grpSpPr>
          <a:xfrm>
            <a:off x="3556255" y="2709863"/>
            <a:ext cx="347435" cy="345534"/>
            <a:chOff x="3527780" y="2885263"/>
            <a:chExt cx="347435" cy="345534"/>
          </a:xfrm>
        </p:grpSpPr>
        <p:sp>
          <p:nvSpPr>
            <p:cNvPr id="13174" name="Google Shape;13174;p6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7" name="Google Shape;13197;p65"/>
          <p:cNvGrpSpPr/>
          <p:nvPr/>
        </p:nvGrpSpPr>
        <p:grpSpPr>
          <a:xfrm>
            <a:off x="2239671" y="2709103"/>
            <a:ext cx="218053" cy="348543"/>
            <a:chOff x="2239671" y="2884503"/>
            <a:chExt cx="218053" cy="348543"/>
          </a:xfrm>
        </p:grpSpPr>
        <p:sp>
          <p:nvSpPr>
            <p:cNvPr id="13198" name="Google Shape;13198;p6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3" name="Google Shape;13203;p65"/>
          <p:cNvGrpSpPr/>
          <p:nvPr/>
        </p:nvGrpSpPr>
        <p:grpSpPr>
          <a:xfrm>
            <a:off x="2691555" y="2709103"/>
            <a:ext cx="215044" cy="348924"/>
            <a:chOff x="2691555" y="2884503"/>
            <a:chExt cx="215044" cy="348924"/>
          </a:xfrm>
        </p:grpSpPr>
        <p:sp>
          <p:nvSpPr>
            <p:cNvPr id="13204" name="Google Shape;13204;p6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65"/>
          <p:cNvGrpSpPr/>
          <p:nvPr/>
        </p:nvGrpSpPr>
        <p:grpSpPr>
          <a:xfrm>
            <a:off x="1770459" y="2709103"/>
            <a:ext cx="254644" cy="348828"/>
            <a:chOff x="1770459" y="2884503"/>
            <a:chExt cx="254644" cy="348828"/>
          </a:xfrm>
        </p:grpSpPr>
        <p:sp>
          <p:nvSpPr>
            <p:cNvPr id="13208" name="Google Shape;13208;p6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65"/>
          <p:cNvGrpSpPr/>
          <p:nvPr/>
        </p:nvGrpSpPr>
        <p:grpSpPr>
          <a:xfrm>
            <a:off x="1317466" y="2709483"/>
            <a:ext cx="258382" cy="348543"/>
            <a:chOff x="1317466" y="2884883"/>
            <a:chExt cx="258382" cy="348543"/>
          </a:xfrm>
        </p:grpSpPr>
        <p:sp>
          <p:nvSpPr>
            <p:cNvPr id="13217" name="Google Shape;13217;p6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65"/>
          <p:cNvGrpSpPr/>
          <p:nvPr/>
        </p:nvGrpSpPr>
        <p:grpSpPr>
          <a:xfrm>
            <a:off x="3121167" y="2709483"/>
            <a:ext cx="258414" cy="348543"/>
            <a:chOff x="3121167" y="2884883"/>
            <a:chExt cx="258414" cy="348543"/>
          </a:xfrm>
        </p:grpSpPr>
        <p:sp>
          <p:nvSpPr>
            <p:cNvPr id="13226" name="Google Shape;13226;p6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4" name="Google Shape;13234;p65"/>
          <p:cNvGrpSpPr/>
          <p:nvPr/>
        </p:nvGrpSpPr>
        <p:grpSpPr>
          <a:xfrm>
            <a:off x="4899999" y="2706695"/>
            <a:ext cx="271244" cy="346801"/>
            <a:chOff x="4899999" y="2882095"/>
            <a:chExt cx="271244" cy="346801"/>
          </a:xfrm>
        </p:grpSpPr>
        <p:sp>
          <p:nvSpPr>
            <p:cNvPr id="13235" name="Google Shape;13235;p6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5" name="Google Shape;13245;p65"/>
          <p:cNvGrpSpPr/>
          <p:nvPr/>
        </p:nvGrpSpPr>
        <p:grpSpPr>
          <a:xfrm>
            <a:off x="7162775" y="2705713"/>
            <a:ext cx="259523" cy="346294"/>
            <a:chOff x="7162775" y="2881113"/>
            <a:chExt cx="259523" cy="346294"/>
          </a:xfrm>
        </p:grpSpPr>
        <p:sp>
          <p:nvSpPr>
            <p:cNvPr id="13246" name="Google Shape;13246;p6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2" name="Google Shape;13252;p65"/>
          <p:cNvGrpSpPr/>
          <p:nvPr/>
        </p:nvGrpSpPr>
        <p:grpSpPr>
          <a:xfrm>
            <a:off x="6709751" y="2706442"/>
            <a:ext cx="261075" cy="347815"/>
            <a:chOff x="6709751" y="2881842"/>
            <a:chExt cx="261075" cy="347815"/>
          </a:xfrm>
        </p:grpSpPr>
        <p:sp>
          <p:nvSpPr>
            <p:cNvPr id="13253" name="Google Shape;13253;p6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65"/>
          <p:cNvGrpSpPr/>
          <p:nvPr/>
        </p:nvGrpSpPr>
        <p:grpSpPr>
          <a:xfrm>
            <a:off x="5807156" y="2705713"/>
            <a:ext cx="261043" cy="348163"/>
            <a:chOff x="5807156" y="2881113"/>
            <a:chExt cx="261043" cy="348163"/>
          </a:xfrm>
        </p:grpSpPr>
        <p:sp>
          <p:nvSpPr>
            <p:cNvPr id="13260" name="Google Shape;13260;p6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65"/>
          <p:cNvGrpSpPr/>
          <p:nvPr/>
        </p:nvGrpSpPr>
        <p:grpSpPr>
          <a:xfrm>
            <a:off x="5355653" y="2706093"/>
            <a:ext cx="262184" cy="346643"/>
            <a:chOff x="5355653" y="2881493"/>
            <a:chExt cx="262184" cy="346643"/>
          </a:xfrm>
        </p:grpSpPr>
        <p:sp>
          <p:nvSpPr>
            <p:cNvPr id="13266" name="Google Shape;13266;p6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65"/>
          <p:cNvGrpSpPr/>
          <p:nvPr/>
        </p:nvGrpSpPr>
        <p:grpSpPr>
          <a:xfrm>
            <a:off x="8055961" y="2706442"/>
            <a:ext cx="260283" cy="345914"/>
            <a:chOff x="8055961" y="2881842"/>
            <a:chExt cx="260283" cy="345914"/>
          </a:xfrm>
        </p:grpSpPr>
        <p:sp>
          <p:nvSpPr>
            <p:cNvPr id="13272" name="Google Shape;13272;p6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65"/>
          <p:cNvGrpSpPr/>
          <p:nvPr/>
        </p:nvGrpSpPr>
        <p:grpSpPr>
          <a:xfrm>
            <a:off x="7609368" y="2718512"/>
            <a:ext cx="264813" cy="353105"/>
            <a:chOff x="7609368" y="2893912"/>
            <a:chExt cx="264813" cy="353105"/>
          </a:xfrm>
        </p:grpSpPr>
        <p:sp>
          <p:nvSpPr>
            <p:cNvPr id="13277" name="Google Shape;13277;p6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3" name="Google Shape;13283;p65"/>
          <p:cNvGrpSpPr/>
          <p:nvPr/>
        </p:nvGrpSpPr>
        <p:grpSpPr>
          <a:xfrm>
            <a:off x="6248458" y="2694372"/>
            <a:ext cx="270864" cy="360645"/>
            <a:chOff x="6248458" y="2869772"/>
            <a:chExt cx="270864" cy="360645"/>
          </a:xfrm>
        </p:grpSpPr>
        <p:sp>
          <p:nvSpPr>
            <p:cNvPr id="13284" name="Google Shape;13284;p6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65"/>
          <p:cNvGrpSpPr/>
          <p:nvPr/>
        </p:nvGrpSpPr>
        <p:grpSpPr>
          <a:xfrm>
            <a:off x="3075928" y="2270398"/>
            <a:ext cx="363243" cy="300675"/>
            <a:chOff x="3075928" y="2445798"/>
            <a:chExt cx="363243" cy="300675"/>
          </a:xfrm>
        </p:grpSpPr>
        <p:sp>
          <p:nvSpPr>
            <p:cNvPr id="13290" name="Google Shape;13290;p6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1" name="Google Shape;13301;p65"/>
          <p:cNvGrpSpPr/>
          <p:nvPr/>
        </p:nvGrpSpPr>
        <p:grpSpPr>
          <a:xfrm>
            <a:off x="2633105" y="2256459"/>
            <a:ext cx="363243" cy="328585"/>
            <a:chOff x="2633105" y="2431859"/>
            <a:chExt cx="363243" cy="328585"/>
          </a:xfrm>
        </p:grpSpPr>
        <p:sp>
          <p:nvSpPr>
            <p:cNvPr id="13302" name="Google Shape;13302;p6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65"/>
          <p:cNvGrpSpPr/>
          <p:nvPr/>
        </p:nvGrpSpPr>
        <p:grpSpPr>
          <a:xfrm>
            <a:off x="2189142" y="2245910"/>
            <a:ext cx="365904" cy="350064"/>
            <a:chOff x="2189142" y="2421310"/>
            <a:chExt cx="365904" cy="350064"/>
          </a:xfrm>
        </p:grpSpPr>
        <p:sp>
          <p:nvSpPr>
            <p:cNvPr id="13311" name="Google Shape;13311;p6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0" name="Google Shape;13320;p65"/>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1" name="Google Shape;13321;p65"/>
          <p:cNvGrpSpPr/>
          <p:nvPr/>
        </p:nvGrpSpPr>
        <p:grpSpPr>
          <a:xfrm>
            <a:off x="3961923" y="2310917"/>
            <a:ext cx="364415" cy="220936"/>
            <a:chOff x="3961923" y="2486317"/>
            <a:chExt cx="364415" cy="220936"/>
          </a:xfrm>
        </p:grpSpPr>
        <p:sp>
          <p:nvSpPr>
            <p:cNvPr id="13322" name="Google Shape;13322;p6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6" name="Google Shape;13326;p65"/>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7" name="Google Shape;13327;p65"/>
          <p:cNvGrpSpPr/>
          <p:nvPr/>
        </p:nvGrpSpPr>
        <p:grpSpPr>
          <a:xfrm>
            <a:off x="1303876" y="2243977"/>
            <a:ext cx="363275" cy="354626"/>
            <a:chOff x="1303876" y="2419377"/>
            <a:chExt cx="363275" cy="354626"/>
          </a:xfrm>
        </p:grpSpPr>
        <p:sp>
          <p:nvSpPr>
            <p:cNvPr id="13328" name="Google Shape;13328;p6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65"/>
          <p:cNvGrpSpPr/>
          <p:nvPr/>
        </p:nvGrpSpPr>
        <p:grpSpPr>
          <a:xfrm>
            <a:off x="861053" y="2239510"/>
            <a:ext cx="362134" cy="363623"/>
            <a:chOff x="861053" y="2414910"/>
            <a:chExt cx="362134" cy="363623"/>
          </a:xfrm>
        </p:grpSpPr>
        <p:sp>
          <p:nvSpPr>
            <p:cNvPr id="13337" name="Google Shape;13337;p6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2" name="Google Shape;13342;p65"/>
          <p:cNvGrpSpPr/>
          <p:nvPr/>
        </p:nvGrpSpPr>
        <p:grpSpPr>
          <a:xfrm>
            <a:off x="7594288" y="2239859"/>
            <a:ext cx="279513" cy="355735"/>
            <a:chOff x="7594288" y="2415259"/>
            <a:chExt cx="279513" cy="355735"/>
          </a:xfrm>
        </p:grpSpPr>
        <p:sp>
          <p:nvSpPr>
            <p:cNvPr id="13343" name="Google Shape;13343;p6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65"/>
          <p:cNvGrpSpPr/>
          <p:nvPr/>
        </p:nvGrpSpPr>
        <p:grpSpPr>
          <a:xfrm>
            <a:off x="7145794" y="2240239"/>
            <a:ext cx="278784" cy="355735"/>
            <a:chOff x="7145794" y="2415639"/>
            <a:chExt cx="278784" cy="355735"/>
          </a:xfrm>
        </p:grpSpPr>
        <p:sp>
          <p:nvSpPr>
            <p:cNvPr id="13350" name="Google Shape;13350;p6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65"/>
          <p:cNvGrpSpPr/>
          <p:nvPr/>
        </p:nvGrpSpPr>
        <p:grpSpPr>
          <a:xfrm>
            <a:off x="6698441" y="2239130"/>
            <a:ext cx="277644" cy="357984"/>
            <a:chOff x="6698441" y="2414530"/>
            <a:chExt cx="277644" cy="357984"/>
          </a:xfrm>
        </p:grpSpPr>
        <p:sp>
          <p:nvSpPr>
            <p:cNvPr id="13361" name="Google Shape;13361;p6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7" name="Google Shape;13367;p65"/>
          <p:cNvGrpSpPr/>
          <p:nvPr/>
        </p:nvGrpSpPr>
        <p:grpSpPr>
          <a:xfrm>
            <a:off x="4897750" y="2240239"/>
            <a:ext cx="279513" cy="357255"/>
            <a:chOff x="4897750" y="2415639"/>
            <a:chExt cx="279513" cy="357255"/>
          </a:xfrm>
        </p:grpSpPr>
        <p:sp>
          <p:nvSpPr>
            <p:cNvPr id="13368" name="Google Shape;13368;p6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65"/>
          <p:cNvGrpSpPr/>
          <p:nvPr/>
        </p:nvGrpSpPr>
        <p:grpSpPr>
          <a:xfrm>
            <a:off x="5812066" y="2240619"/>
            <a:ext cx="264813" cy="353454"/>
            <a:chOff x="5812066" y="2416019"/>
            <a:chExt cx="264813" cy="353454"/>
          </a:xfrm>
        </p:grpSpPr>
        <p:sp>
          <p:nvSpPr>
            <p:cNvPr id="13377" name="Google Shape;13377;p6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65"/>
          <p:cNvGrpSpPr/>
          <p:nvPr/>
        </p:nvGrpSpPr>
        <p:grpSpPr>
          <a:xfrm>
            <a:off x="8054820" y="2240999"/>
            <a:ext cx="264433" cy="353454"/>
            <a:chOff x="8054820" y="2416399"/>
            <a:chExt cx="264433" cy="353454"/>
          </a:xfrm>
        </p:grpSpPr>
        <p:sp>
          <p:nvSpPr>
            <p:cNvPr id="13385" name="Google Shape;13385;p6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1" name="Google Shape;13391;p65"/>
          <p:cNvGrpSpPr/>
          <p:nvPr/>
        </p:nvGrpSpPr>
        <p:grpSpPr>
          <a:xfrm>
            <a:off x="5356413" y="2237990"/>
            <a:ext cx="271212" cy="361374"/>
            <a:chOff x="5356413" y="2413390"/>
            <a:chExt cx="271212" cy="361374"/>
          </a:xfrm>
        </p:grpSpPr>
        <p:sp>
          <p:nvSpPr>
            <p:cNvPr id="13392" name="Google Shape;13392;p6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65"/>
          <p:cNvGrpSpPr/>
          <p:nvPr/>
        </p:nvGrpSpPr>
        <p:grpSpPr>
          <a:xfrm>
            <a:off x="6255238" y="2236849"/>
            <a:ext cx="271244" cy="360994"/>
            <a:chOff x="6255238" y="2412249"/>
            <a:chExt cx="271244" cy="360994"/>
          </a:xfrm>
        </p:grpSpPr>
        <p:sp>
          <p:nvSpPr>
            <p:cNvPr id="13398" name="Google Shape;13398;p6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4" name="Google Shape;13404;p65"/>
          <p:cNvGrpSpPr/>
          <p:nvPr/>
        </p:nvGrpSpPr>
        <p:grpSpPr>
          <a:xfrm>
            <a:off x="2185372" y="1782399"/>
            <a:ext cx="366664" cy="366981"/>
            <a:chOff x="2185372" y="1957799"/>
            <a:chExt cx="366664" cy="366981"/>
          </a:xfrm>
        </p:grpSpPr>
        <p:sp>
          <p:nvSpPr>
            <p:cNvPr id="13405" name="Google Shape;13405;p6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3" name="Google Shape;13413;p65"/>
          <p:cNvGrpSpPr/>
          <p:nvPr/>
        </p:nvGrpSpPr>
        <p:grpSpPr>
          <a:xfrm>
            <a:off x="1737258" y="1812971"/>
            <a:ext cx="370814" cy="307359"/>
            <a:chOff x="1737258" y="1988371"/>
            <a:chExt cx="370814" cy="307359"/>
          </a:xfrm>
        </p:grpSpPr>
        <p:sp>
          <p:nvSpPr>
            <p:cNvPr id="13414" name="Google Shape;13414;p6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65"/>
          <p:cNvGrpSpPr/>
          <p:nvPr/>
        </p:nvGrpSpPr>
        <p:grpSpPr>
          <a:xfrm>
            <a:off x="848983" y="1814111"/>
            <a:ext cx="369294" cy="304350"/>
            <a:chOff x="848983" y="1989511"/>
            <a:chExt cx="369294" cy="304350"/>
          </a:xfrm>
        </p:grpSpPr>
        <p:sp>
          <p:nvSpPr>
            <p:cNvPr id="13419" name="Google Shape;13419;p6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4" name="Google Shape;13424;p65"/>
          <p:cNvGrpSpPr/>
          <p:nvPr/>
        </p:nvGrpSpPr>
        <p:grpSpPr>
          <a:xfrm>
            <a:off x="3074027" y="1808377"/>
            <a:ext cx="380604" cy="313854"/>
            <a:chOff x="3074027" y="1983777"/>
            <a:chExt cx="380604" cy="313854"/>
          </a:xfrm>
        </p:grpSpPr>
        <p:sp>
          <p:nvSpPr>
            <p:cNvPr id="13425" name="Google Shape;13425;p6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65"/>
          <p:cNvGrpSpPr/>
          <p:nvPr/>
        </p:nvGrpSpPr>
        <p:grpSpPr>
          <a:xfrm>
            <a:off x="3522521" y="1800457"/>
            <a:ext cx="367013" cy="331278"/>
            <a:chOff x="3522521" y="1975857"/>
            <a:chExt cx="367013" cy="331278"/>
          </a:xfrm>
        </p:grpSpPr>
        <p:sp>
          <p:nvSpPr>
            <p:cNvPr id="13431" name="Google Shape;13431;p6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65"/>
          <p:cNvGrpSpPr/>
          <p:nvPr/>
        </p:nvGrpSpPr>
        <p:grpSpPr>
          <a:xfrm>
            <a:off x="2630824" y="1801566"/>
            <a:ext cx="368185" cy="330454"/>
            <a:chOff x="2630824" y="1976966"/>
            <a:chExt cx="368185" cy="330454"/>
          </a:xfrm>
        </p:grpSpPr>
        <p:sp>
          <p:nvSpPr>
            <p:cNvPr id="13439" name="Google Shape;13439;p6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65"/>
          <p:cNvGrpSpPr/>
          <p:nvPr/>
        </p:nvGrpSpPr>
        <p:grpSpPr>
          <a:xfrm>
            <a:off x="1293706" y="1791016"/>
            <a:ext cx="369294" cy="350444"/>
            <a:chOff x="1293706" y="1966416"/>
            <a:chExt cx="369294" cy="350444"/>
          </a:xfrm>
        </p:grpSpPr>
        <p:sp>
          <p:nvSpPr>
            <p:cNvPr id="13448" name="Google Shape;13448;p6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6" name="Google Shape;13456;p65"/>
          <p:cNvGrpSpPr/>
          <p:nvPr/>
        </p:nvGrpSpPr>
        <p:grpSpPr>
          <a:xfrm>
            <a:off x="3967213" y="1800077"/>
            <a:ext cx="368185" cy="331816"/>
            <a:chOff x="3967213" y="1975477"/>
            <a:chExt cx="368185" cy="331816"/>
          </a:xfrm>
        </p:grpSpPr>
        <p:sp>
          <p:nvSpPr>
            <p:cNvPr id="13457" name="Google Shape;13457;p6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65"/>
          <p:cNvGrpSpPr/>
          <p:nvPr/>
        </p:nvGrpSpPr>
        <p:grpSpPr>
          <a:xfrm>
            <a:off x="8047661" y="1793646"/>
            <a:ext cx="279132" cy="356875"/>
            <a:chOff x="8047661" y="1969046"/>
            <a:chExt cx="279132" cy="356875"/>
          </a:xfrm>
        </p:grpSpPr>
        <p:sp>
          <p:nvSpPr>
            <p:cNvPr id="13461" name="Google Shape;13461;p6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65"/>
          <p:cNvGrpSpPr/>
          <p:nvPr/>
        </p:nvGrpSpPr>
        <p:grpSpPr>
          <a:xfrm>
            <a:off x="7596157" y="1792759"/>
            <a:ext cx="279544" cy="358142"/>
            <a:chOff x="7596157" y="1968159"/>
            <a:chExt cx="279544" cy="358142"/>
          </a:xfrm>
        </p:grpSpPr>
        <p:sp>
          <p:nvSpPr>
            <p:cNvPr id="13466" name="Google Shape;13466;p6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2" name="Google Shape;13472;p65"/>
          <p:cNvGrpSpPr/>
          <p:nvPr/>
        </p:nvGrpSpPr>
        <p:grpSpPr>
          <a:xfrm>
            <a:off x="7147315" y="1793646"/>
            <a:ext cx="279513" cy="357636"/>
            <a:chOff x="7147315" y="1969046"/>
            <a:chExt cx="279513" cy="357636"/>
          </a:xfrm>
        </p:grpSpPr>
        <p:sp>
          <p:nvSpPr>
            <p:cNvPr id="13473" name="Google Shape;13473;p6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0" name="Google Shape;13480;p65"/>
          <p:cNvGrpSpPr/>
          <p:nvPr/>
        </p:nvGrpSpPr>
        <p:grpSpPr>
          <a:xfrm>
            <a:off x="6697681" y="1792917"/>
            <a:ext cx="280305" cy="359093"/>
            <a:chOff x="6697681" y="1968317"/>
            <a:chExt cx="280305" cy="359093"/>
          </a:xfrm>
        </p:grpSpPr>
        <p:sp>
          <p:nvSpPr>
            <p:cNvPr id="13481" name="Google Shape;13481;p6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65"/>
          <p:cNvGrpSpPr/>
          <p:nvPr/>
        </p:nvGrpSpPr>
        <p:grpSpPr>
          <a:xfrm>
            <a:off x="6248839" y="1792537"/>
            <a:ext cx="280273" cy="358744"/>
            <a:chOff x="6248839" y="1967937"/>
            <a:chExt cx="280273" cy="358744"/>
          </a:xfrm>
        </p:grpSpPr>
        <p:sp>
          <p:nvSpPr>
            <p:cNvPr id="13489" name="Google Shape;13489;p6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5" name="Google Shape;13495;p65"/>
          <p:cNvGrpSpPr/>
          <p:nvPr/>
        </p:nvGrpSpPr>
        <p:grpSpPr>
          <a:xfrm>
            <a:off x="5801485" y="1793646"/>
            <a:ext cx="279164" cy="357794"/>
            <a:chOff x="5801485" y="1969046"/>
            <a:chExt cx="279164" cy="357794"/>
          </a:xfrm>
        </p:grpSpPr>
        <p:sp>
          <p:nvSpPr>
            <p:cNvPr id="13496" name="Google Shape;13496;p6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65"/>
          <p:cNvGrpSpPr/>
          <p:nvPr/>
        </p:nvGrpSpPr>
        <p:grpSpPr>
          <a:xfrm>
            <a:off x="5352643" y="1793646"/>
            <a:ext cx="278404" cy="358364"/>
            <a:chOff x="5352643" y="1969046"/>
            <a:chExt cx="278404" cy="358364"/>
          </a:xfrm>
        </p:grpSpPr>
        <p:sp>
          <p:nvSpPr>
            <p:cNvPr id="13510" name="Google Shape;13510;p6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4" name="Google Shape;13514;p65"/>
          <p:cNvGrpSpPr/>
          <p:nvPr/>
        </p:nvGrpSpPr>
        <p:grpSpPr>
          <a:xfrm>
            <a:off x="4897750" y="1792917"/>
            <a:ext cx="279132" cy="358364"/>
            <a:chOff x="4897750" y="1968317"/>
            <a:chExt cx="279132" cy="358364"/>
          </a:xfrm>
        </p:grpSpPr>
        <p:sp>
          <p:nvSpPr>
            <p:cNvPr id="13515" name="Google Shape;13515;p6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8" name="Google Shape;13528;p65"/>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9" name="Google Shape;13529;p65"/>
          <p:cNvGrpSpPr/>
          <p:nvPr/>
        </p:nvGrpSpPr>
        <p:grpSpPr>
          <a:xfrm>
            <a:off x="1767449" y="1337644"/>
            <a:ext cx="324403" cy="347783"/>
            <a:chOff x="1767449" y="1513044"/>
            <a:chExt cx="324403" cy="347783"/>
          </a:xfrm>
        </p:grpSpPr>
        <p:sp>
          <p:nvSpPr>
            <p:cNvPr id="13530" name="Google Shape;13530;p6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9" name="Google Shape;13539;p65"/>
          <p:cNvGrpSpPr/>
          <p:nvPr/>
        </p:nvGrpSpPr>
        <p:grpSpPr>
          <a:xfrm>
            <a:off x="4007193" y="1337327"/>
            <a:ext cx="320633" cy="348100"/>
            <a:chOff x="4007193" y="1512727"/>
            <a:chExt cx="320633" cy="348100"/>
          </a:xfrm>
        </p:grpSpPr>
        <p:sp>
          <p:nvSpPr>
            <p:cNvPr id="13540" name="Google Shape;13540;p6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65"/>
          <p:cNvGrpSpPr/>
          <p:nvPr/>
        </p:nvGrpSpPr>
        <p:grpSpPr>
          <a:xfrm>
            <a:off x="3530425" y="1333347"/>
            <a:ext cx="368175" cy="344594"/>
            <a:chOff x="3530425" y="1508747"/>
            <a:chExt cx="368175" cy="344594"/>
          </a:xfrm>
        </p:grpSpPr>
        <p:sp>
          <p:nvSpPr>
            <p:cNvPr id="13546" name="Google Shape;13546;p6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65"/>
          <p:cNvGrpSpPr/>
          <p:nvPr/>
        </p:nvGrpSpPr>
        <p:grpSpPr>
          <a:xfrm>
            <a:off x="3127598" y="1337834"/>
            <a:ext cx="289714" cy="347593"/>
            <a:chOff x="3127598" y="1513234"/>
            <a:chExt cx="289714" cy="347593"/>
          </a:xfrm>
        </p:grpSpPr>
        <p:sp>
          <p:nvSpPr>
            <p:cNvPr id="13551" name="Google Shape;13551;p6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65"/>
          <p:cNvGrpSpPr/>
          <p:nvPr/>
        </p:nvGrpSpPr>
        <p:grpSpPr>
          <a:xfrm>
            <a:off x="2662884" y="1337644"/>
            <a:ext cx="322914" cy="348543"/>
            <a:chOff x="2662884" y="1513044"/>
            <a:chExt cx="322914" cy="348543"/>
          </a:xfrm>
        </p:grpSpPr>
        <p:sp>
          <p:nvSpPr>
            <p:cNvPr id="13557" name="Google Shape;13557;p6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65"/>
          <p:cNvGrpSpPr/>
          <p:nvPr/>
        </p:nvGrpSpPr>
        <p:grpSpPr>
          <a:xfrm>
            <a:off x="2232511" y="1337359"/>
            <a:ext cx="299534" cy="348068"/>
            <a:chOff x="2232511" y="1512759"/>
            <a:chExt cx="299534" cy="348068"/>
          </a:xfrm>
        </p:grpSpPr>
        <p:sp>
          <p:nvSpPr>
            <p:cNvPr id="13568" name="Google Shape;13568;p6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9" name="Google Shape;13579;p65"/>
          <p:cNvGrpSpPr/>
          <p:nvPr/>
        </p:nvGrpSpPr>
        <p:grpSpPr>
          <a:xfrm>
            <a:off x="1331406" y="1337961"/>
            <a:ext cx="301784" cy="348607"/>
            <a:chOff x="1331406" y="1513361"/>
            <a:chExt cx="301784" cy="348607"/>
          </a:xfrm>
        </p:grpSpPr>
        <p:sp>
          <p:nvSpPr>
            <p:cNvPr id="13580" name="Google Shape;13580;p6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4" name="Google Shape;13584;p65"/>
          <p:cNvGrpSpPr/>
          <p:nvPr/>
        </p:nvGrpSpPr>
        <p:grpSpPr>
          <a:xfrm>
            <a:off x="7144274" y="1324814"/>
            <a:ext cx="282174" cy="355735"/>
            <a:chOff x="7144274" y="1500214"/>
            <a:chExt cx="282174" cy="355735"/>
          </a:xfrm>
        </p:grpSpPr>
        <p:sp>
          <p:nvSpPr>
            <p:cNvPr id="13585" name="Google Shape;13585;p6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65"/>
          <p:cNvGrpSpPr/>
          <p:nvPr/>
        </p:nvGrpSpPr>
        <p:grpSpPr>
          <a:xfrm>
            <a:off x="6685262" y="1324814"/>
            <a:ext cx="289682" cy="354594"/>
            <a:chOff x="6685262" y="1500214"/>
            <a:chExt cx="289682" cy="354594"/>
          </a:xfrm>
        </p:grpSpPr>
        <p:sp>
          <p:nvSpPr>
            <p:cNvPr id="13592" name="Google Shape;13592;p6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6" name="Google Shape;13596;p65"/>
          <p:cNvGrpSpPr/>
          <p:nvPr/>
        </p:nvGrpSpPr>
        <p:grpSpPr>
          <a:xfrm>
            <a:off x="6200938" y="1325194"/>
            <a:ext cx="322154" cy="355355"/>
            <a:chOff x="6200938" y="1500594"/>
            <a:chExt cx="322154" cy="355355"/>
          </a:xfrm>
        </p:grpSpPr>
        <p:sp>
          <p:nvSpPr>
            <p:cNvPr id="13597" name="Google Shape;13597;p6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65"/>
          <p:cNvGrpSpPr/>
          <p:nvPr/>
        </p:nvGrpSpPr>
        <p:grpSpPr>
          <a:xfrm>
            <a:off x="5289631" y="1324814"/>
            <a:ext cx="332355" cy="354974"/>
            <a:chOff x="5289631" y="1500214"/>
            <a:chExt cx="332355" cy="354974"/>
          </a:xfrm>
        </p:grpSpPr>
        <p:sp>
          <p:nvSpPr>
            <p:cNvPr id="13603" name="Google Shape;13603;p6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65"/>
          <p:cNvGrpSpPr/>
          <p:nvPr/>
        </p:nvGrpSpPr>
        <p:grpSpPr>
          <a:xfrm>
            <a:off x="5748295" y="1324433"/>
            <a:ext cx="323294" cy="356115"/>
            <a:chOff x="5748295" y="1499833"/>
            <a:chExt cx="323294" cy="356115"/>
          </a:xfrm>
        </p:grpSpPr>
        <p:sp>
          <p:nvSpPr>
            <p:cNvPr id="13610" name="Google Shape;13610;p6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7" name="Google Shape;13617;p65"/>
          <p:cNvGrpSpPr/>
          <p:nvPr/>
        </p:nvGrpSpPr>
        <p:grpSpPr>
          <a:xfrm>
            <a:off x="8047661" y="1325637"/>
            <a:ext cx="278404" cy="355260"/>
            <a:chOff x="8047661" y="1501037"/>
            <a:chExt cx="278404" cy="355260"/>
          </a:xfrm>
        </p:grpSpPr>
        <p:sp>
          <p:nvSpPr>
            <p:cNvPr id="13618" name="Google Shape;13618;p6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2" name="Google Shape;13622;p65"/>
          <p:cNvGrpSpPr/>
          <p:nvPr/>
        </p:nvGrpSpPr>
        <p:grpSpPr>
          <a:xfrm>
            <a:off x="4903389" y="1324814"/>
            <a:ext cx="267854" cy="355735"/>
            <a:chOff x="4903389" y="1500214"/>
            <a:chExt cx="267854" cy="355735"/>
          </a:xfrm>
        </p:grpSpPr>
        <p:sp>
          <p:nvSpPr>
            <p:cNvPr id="13623" name="Google Shape;13623;p6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65"/>
          <p:cNvGrpSpPr/>
          <p:nvPr/>
        </p:nvGrpSpPr>
        <p:grpSpPr>
          <a:xfrm>
            <a:off x="7613518" y="1325954"/>
            <a:ext cx="264433" cy="353074"/>
            <a:chOff x="7613518" y="1501354"/>
            <a:chExt cx="264433" cy="353074"/>
          </a:xfrm>
        </p:grpSpPr>
        <p:sp>
          <p:nvSpPr>
            <p:cNvPr id="13629" name="Google Shape;13629;p6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5" name="Google Shape;13635;p65"/>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636" name="Google Shape;13636;p65"/>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40" name="Shape 13640"/>
        <p:cNvGrpSpPr/>
        <p:nvPr/>
      </p:nvGrpSpPr>
      <p:grpSpPr>
        <a:xfrm>
          <a:off x="0" y="0"/>
          <a:ext cx="0" cy="0"/>
          <a:chOff x="0" y="0"/>
          <a:chExt cx="0" cy="0"/>
        </a:xfrm>
      </p:grpSpPr>
      <p:grpSp>
        <p:nvGrpSpPr>
          <p:cNvPr id="13641" name="Google Shape;13641;p66"/>
          <p:cNvGrpSpPr/>
          <p:nvPr/>
        </p:nvGrpSpPr>
        <p:grpSpPr>
          <a:xfrm>
            <a:off x="1757085" y="1325225"/>
            <a:ext cx="371069" cy="359396"/>
            <a:chOff x="1757085" y="1500675"/>
            <a:chExt cx="371069" cy="359396"/>
          </a:xfrm>
        </p:grpSpPr>
        <p:sp>
          <p:nvSpPr>
            <p:cNvPr id="13642" name="Google Shape;13642;p6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1" name="Google Shape;13671;p66"/>
          <p:cNvGrpSpPr/>
          <p:nvPr/>
        </p:nvGrpSpPr>
        <p:grpSpPr>
          <a:xfrm>
            <a:off x="2774209" y="1779241"/>
            <a:ext cx="116693" cy="374186"/>
            <a:chOff x="2774209" y="1954691"/>
            <a:chExt cx="116693" cy="374186"/>
          </a:xfrm>
        </p:grpSpPr>
        <p:sp>
          <p:nvSpPr>
            <p:cNvPr id="13672" name="Google Shape;13672;p6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66"/>
          <p:cNvGrpSpPr/>
          <p:nvPr/>
        </p:nvGrpSpPr>
        <p:grpSpPr>
          <a:xfrm>
            <a:off x="4017435" y="1324462"/>
            <a:ext cx="315092" cy="359397"/>
            <a:chOff x="4017435" y="1499912"/>
            <a:chExt cx="315092" cy="359397"/>
          </a:xfrm>
        </p:grpSpPr>
        <p:sp>
          <p:nvSpPr>
            <p:cNvPr id="13675" name="Google Shape;13675;p6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7" name="Google Shape;13677;p66"/>
          <p:cNvGrpSpPr/>
          <p:nvPr/>
        </p:nvGrpSpPr>
        <p:grpSpPr>
          <a:xfrm>
            <a:off x="3963652" y="1824309"/>
            <a:ext cx="374154" cy="284050"/>
            <a:chOff x="3963652" y="1999759"/>
            <a:chExt cx="374154" cy="284050"/>
          </a:xfrm>
        </p:grpSpPr>
        <p:sp>
          <p:nvSpPr>
            <p:cNvPr id="13678" name="Google Shape;13678;p6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66"/>
          <p:cNvGrpSpPr/>
          <p:nvPr/>
        </p:nvGrpSpPr>
        <p:grpSpPr>
          <a:xfrm>
            <a:off x="1777536" y="1839416"/>
            <a:ext cx="376444" cy="253772"/>
            <a:chOff x="1777536" y="2014866"/>
            <a:chExt cx="376444" cy="253772"/>
          </a:xfrm>
        </p:grpSpPr>
        <p:sp>
          <p:nvSpPr>
            <p:cNvPr id="13682" name="Google Shape;13682;p6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66"/>
          <p:cNvGrpSpPr/>
          <p:nvPr/>
        </p:nvGrpSpPr>
        <p:grpSpPr>
          <a:xfrm>
            <a:off x="1309875" y="1881876"/>
            <a:ext cx="374154" cy="169680"/>
            <a:chOff x="1309875" y="2057326"/>
            <a:chExt cx="374154" cy="169680"/>
          </a:xfrm>
        </p:grpSpPr>
        <p:sp>
          <p:nvSpPr>
            <p:cNvPr id="13688" name="Google Shape;13688;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9" name="Google Shape;13699;p66"/>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0" name="Google Shape;13700;p66"/>
          <p:cNvGrpSpPr/>
          <p:nvPr/>
        </p:nvGrpSpPr>
        <p:grpSpPr>
          <a:xfrm>
            <a:off x="2347450" y="1779114"/>
            <a:ext cx="113639" cy="373168"/>
            <a:chOff x="2347450" y="1954564"/>
            <a:chExt cx="113639" cy="373168"/>
          </a:xfrm>
        </p:grpSpPr>
        <p:sp>
          <p:nvSpPr>
            <p:cNvPr id="13701" name="Google Shape;13701;p6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3" name="Google Shape;13703;p66"/>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4" name="Google Shape;13704;p66"/>
          <p:cNvGrpSpPr/>
          <p:nvPr/>
        </p:nvGrpSpPr>
        <p:grpSpPr>
          <a:xfrm>
            <a:off x="3110102" y="1324430"/>
            <a:ext cx="330613" cy="358379"/>
            <a:chOff x="3110102" y="1499880"/>
            <a:chExt cx="330613" cy="358379"/>
          </a:xfrm>
        </p:grpSpPr>
        <p:sp>
          <p:nvSpPr>
            <p:cNvPr id="13705" name="Google Shape;13705;p6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2" name="Google Shape;13712;p66"/>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3" name="Google Shape;13713;p66"/>
          <p:cNvGrpSpPr/>
          <p:nvPr/>
        </p:nvGrpSpPr>
        <p:grpSpPr>
          <a:xfrm>
            <a:off x="3485575" y="1824309"/>
            <a:ext cx="373772" cy="284050"/>
            <a:chOff x="3531200" y="1999759"/>
            <a:chExt cx="373772" cy="284050"/>
          </a:xfrm>
        </p:grpSpPr>
        <p:sp>
          <p:nvSpPr>
            <p:cNvPr id="13714" name="Google Shape;13714;p6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8" name="Google Shape;13718;p66"/>
          <p:cNvGrpSpPr/>
          <p:nvPr/>
        </p:nvGrpSpPr>
        <p:grpSpPr>
          <a:xfrm>
            <a:off x="2667058" y="1324843"/>
            <a:ext cx="330231" cy="359015"/>
            <a:chOff x="2667058" y="1500293"/>
            <a:chExt cx="330231" cy="359015"/>
          </a:xfrm>
        </p:grpSpPr>
        <p:sp>
          <p:nvSpPr>
            <p:cNvPr id="13719" name="Google Shape;13719;p6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7" name="Google Shape;13737;p66"/>
          <p:cNvGrpSpPr/>
          <p:nvPr/>
        </p:nvGrpSpPr>
        <p:grpSpPr>
          <a:xfrm>
            <a:off x="3567553" y="1324462"/>
            <a:ext cx="320022" cy="359778"/>
            <a:chOff x="3567553" y="1499912"/>
            <a:chExt cx="320022" cy="359778"/>
          </a:xfrm>
        </p:grpSpPr>
        <p:sp>
          <p:nvSpPr>
            <p:cNvPr id="13738" name="Google Shape;13738;p6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66"/>
          <p:cNvGrpSpPr/>
          <p:nvPr/>
        </p:nvGrpSpPr>
        <p:grpSpPr>
          <a:xfrm>
            <a:off x="1309875" y="1324462"/>
            <a:ext cx="359015" cy="358633"/>
            <a:chOff x="1309875" y="1499912"/>
            <a:chExt cx="359015" cy="358633"/>
          </a:xfrm>
        </p:grpSpPr>
        <p:sp>
          <p:nvSpPr>
            <p:cNvPr id="13745" name="Google Shape;13745;p6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4" name="Google Shape;13754;p66"/>
          <p:cNvGrpSpPr/>
          <p:nvPr/>
        </p:nvGrpSpPr>
        <p:grpSpPr>
          <a:xfrm>
            <a:off x="2219466" y="1324843"/>
            <a:ext cx="330613" cy="359015"/>
            <a:chOff x="2219466" y="1500293"/>
            <a:chExt cx="330613" cy="359015"/>
          </a:xfrm>
        </p:grpSpPr>
        <p:sp>
          <p:nvSpPr>
            <p:cNvPr id="13755" name="Google Shape;13755;p6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66"/>
          <p:cNvGrpSpPr/>
          <p:nvPr/>
        </p:nvGrpSpPr>
        <p:grpSpPr>
          <a:xfrm>
            <a:off x="5343544" y="1333908"/>
            <a:ext cx="244676" cy="351095"/>
            <a:chOff x="5343544" y="1509358"/>
            <a:chExt cx="244676" cy="351095"/>
          </a:xfrm>
        </p:grpSpPr>
        <p:sp>
          <p:nvSpPr>
            <p:cNvPr id="13758" name="Google Shape;13758;p6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66"/>
          <p:cNvGrpSpPr/>
          <p:nvPr/>
        </p:nvGrpSpPr>
        <p:grpSpPr>
          <a:xfrm>
            <a:off x="4882340" y="1333908"/>
            <a:ext cx="246171" cy="351095"/>
            <a:chOff x="4882340" y="1509358"/>
            <a:chExt cx="246171" cy="351095"/>
          </a:xfrm>
        </p:grpSpPr>
        <p:sp>
          <p:nvSpPr>
            <p:cNvPr id="13762" name="Google Shape;13762;p6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7" name="Google Shape;13767;p66"/>
          <p:cNvGrpSpPr/>
          <p:nvPr/>
        </p:nvGrpSpPr>
        <p:grpSpPr>
          <a:xfrm>
            <a:off x="6273204" y="1333558"/>
            <a:ext cx="236343" cy="351445"/>
            <a:chOff x="6273204" y="1509008"/>
            <a:chExt cx="236343" cy="351445"/>
          </a:xfrm>
        </p:grpSpPr>
        <p:sp>
          <p:nvSpPr>
            <p:cNvPr id="13768" name="Google Shape;13768;p6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0" name="Google Shape;13770;p66"/>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1" name="Google Shape;13771;p66"/>
          <p:cNvGrpSpPr/>
          <p:nvPr/>
        </p:nvGrpSpPr>
        <p:grpSpPr>
          <a:xfrm>
            <a:off x="7219530" y="1332794"/>
            <a:ext cx="191625" cy="352209"/>
            <a:chOff x="7219530" y="1508244"/>
            <a:chExt cx="191625" cy="352209"/>
          </a:xfrm>
        </p:grpSpPr>
        <p:sp>
          <p:nvSpPr>
            <p:cNvPr id="13772" name="Google Shape;13772;p6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66"/>
          <p:cNvGrpSpPr/>
          <p:nvPr/>
        </p:nvGrpSpPr>
        <p:grpSpPr>
          <a:xfrm>
            <a:off x="7699309" y="1333176"/>
            <a:ext cx="154922" cy="351827"/>
            <a:chOff x="7699309" y="1508626"/>
            <a:chExt cx="154922" cy="351827"/>
          </a:xfrm>
        </p:grpSpPr>
        <p:sp>
          <p:nvSpPr>
            <p:cNvPr id="13775" name="Google Shape;13775;p6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66"/>
          <p:cNvGrpSpPr/>
          <p:nvPr/>
        </p:nvGrpSpPr>
        <p:grpSpPr>
          <a:xfrm>
            <a:off x="8161690" y="1333558"/>
            <a:ext cx="153396" cy="351064"/>
            <a:chOff x="8161690" y="1509008"/>
            <a:chExt cx="153396" cy="351064"/>
          </a:xfrm>
        </p:grpSpPr>
        <p:sp>
          <p:nvSpPr>
            <p:cNvPr id="13783" name="Google Shape;13783;p6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7" name="Google Shape;13787;p66"/>
          <p:cNvGrpSpPr/>
          <p:nvPr/>
        </p:nvGrpSpPr>
        <p:grpSpPr>
          <a:xfrm>
            <a:off x="6746940" y="1333431"/>
            <a:ext cx="213221" cy="352304"/>
            <a:chOff x="6746940" y="1508881"/>
            <a:chExt cx="213221" cy="352304"/>
          </a:xfrm>
        </p:grpSpPr>
        <p:sp>
          <p:nvSpPr>
            <p:cNvPr id="13788" name="Google Shape;13788;p6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2" name="Google Shape;13792;p66"/>
          <p:cNvGrpSpPr/>
          <p:nvPr/>
        </p:nvGrpSpPr>
        <p:grpSpPr>
          <a:xfrm>
            <a:off x="5770336" y="1832165"/>
            <a:ext cx="350682" cy="292097"/>
            <a:chOff x="5770336" y="2007615"/>
            <a:chExt cx="350682" cy="292097"/>
          </a:xfrm>
        </p:grpSpPr>
        <p:sp>
          <p:nvSpPr>
            <p:cNvPr id="13793" name="Google Shape;13793;p6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7" name="Google Shape;13797;p66"/>
          <p:cNvGrpSpPr/>
          <p:nvPr/>
        </p:nvGrpSpPr>
        <p:grpSpPr>
          <a:xfrm>
            <a:off x="5326878" y="1804908"/>
            <a:ext cx="350332" cy="346229"/>
            <a:chOff x="5326878" y="1980358"/>
            <a:chExt cx="350332" cy="346229"/>
          </a:xfrm>
        </p:grpSpPr>
        <p:sp>
          <p:nvSpPr>
            <p:cNvPr id="13798" name="Google Shape;13798;p6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2" name="Google Shape;13802;p66"/>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3" name="Google Shape;13803;p66"/>
          <p:cNvGrpSpPr/>
          <p:nvPr/>
        </p:nvGrpSpPr>
        <p:grpSpPr>
          <a:xfrm>
            <a:off x="4883835" y="1817121"/>
            <a:ext cx="350300" cy="323043"/>
            <a:chOff x="4883835" y="1992571"/>
            <a:chExt cx="350300" cy="323043"/>
          </a:xfrm>
        </p:grpSpPr>
        <p:sp>
          <p:nvSpPr>
            <p:cNvPr id="13804" name="Google Shape;13804;p6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66"/>
          <p:cNvGrpSpPr/>
          <p:nvPr/>
        </p:nvGrpSpPr>
        <p:grpSpPr>
          <a:xfrm>
            <a:off x="7548967" y="1803477"/>
            <a:ext cx="333285" cy="349950"/>
            <a:chOff x="7548967" y="1978927"/>
            <a:chExt cx="333285" cy="349950"/>
          </a:xfrm>
        </p:grpSpPr>
        <p:sp>
          <p:nvSpPr>
            <p:cNvPr id="13811" name="Google Shape;13811;p6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66"/>
          <p:cNvGrpSpPr/>
          <p:nvPr/>
        </p:nvGrpSpPr>
        <p:grpSpPr>
          <a:xfrm>
            <a:off x="6214142" y="1803477"/>
            <a:ext cx="346515" cy="350300"/>
            <a:chOff x="6214142" y="1978927"/>
            <a:chExt cx="346515" cy="350300"/>
          </a:xfrm>
        </p:grpSpPr>
        <p:sp>
          <p:nvSpPr>
            <p:cNvPr id="13819" name="Google Shape;13819;p6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1" name="Google Shape;13821;p66"/>
          <p:cNvGrpSpPr/>
          <p:nvPr/>
        </p:nvGrpSpPr>
        <p:grpSpPr>
          <a:xfrm>
            <a:off x="7105923" y="1803095"/>
            <a:ext cx="333285" cy="350682"/>
            <a:chOff x="7105923" y="1978545"/>
            <a:chExt cx="333285" cy="350682"/>
          </a:xfrm>
        </p:grpSpPr>
        <p:sp>
          <p:nvSpPr>
            <p:cNvPr id="13822" name="Google Shape;13822;p6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9" name="Google Shape;13829;p66"/>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6"/>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1" name="Google Shape;13831;p66"/>
          <p:cNvGrpSpPr/>
          <p:nvPr/>
        </p:nvGrpSpPr>
        <p:grpSpPr>
          <a:xfrm>
            <a:off x="3616406" y="2246902"/>
            <a:ext cx="203393" cy="351827"/>
            <a:chOff x="3616406" y="2422352"/>
            <a:chExt cx="203393" cy="351827"/>
          </a:xfrm>
        </p:grpSpPr>
        <p:sp>
          <p:nvSpPr>
            <p:cNvPr id="13832" name="Google Shape;13832;p6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66"/>
          <p:cNvGrpSpPr/>
          <p:nvPr/>
        </p:nvGrpSpPr>
        <p:grpSpPr>
          <a:xfrm>
            <a:off x="878187" y="2246520"/>
            <a:ext cx="272696" cy="351827"/>
            <a:chOff x="913012" y="2421970"/>
            <a:chExt cx="272696" cy="351827"/>
          </a:xfrm>
        </p:grpSpPr>
        <p:sp>
          <p:nvSpPr>
            <p:cNvPr id="13835" name="Google Shape;13835;p6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66"/>
          <p:cNvGrpSpPr/>
          <p:nvPr/>
        </p:nvGrpSpPr>
        <p:grpSpPr>
          <a:xfrm>
            <a:off x="2274743" y="2246902"/>
            <a:ext cx="255649" cy="351445"/>
            <a:chOff x="2274743" y="2422352"/>
            <a:chExt cx="255649" cy="351445"/>
          </a:xfrm>
        </p:grpSpPr>
        <p:sp>
          <p:nvSpPr>
            <p:cNvPr id="13840" name="Google Shape;13840;p6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66"/>
          <p:cNvGrpSpPr/>
          <p:nvPr/>
        </p:nvGrpSpPr>
        <p:grpSpPr>
          <a:xfrm>
            <a:off x="2708723" y="2245789"/>
            <a:ext cx="246552" cy="352558"/>
            <a:chOff x="2708723" y="2421239"/>
            <a:chExt cx="246552" cy="352558"/>
          </a:xfrm>
        </p:grpSpPr>
        <p:sp>
          <p:nvSpPr>
            <p:cNvPr id="13844" name="Google Shape;13844;p6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66"/>
          <p:cNvGrpSpPr/>
          <p:nvPr/>
        </p:nvGrpSpPr>
        <p:grpSpPr>
          <a:xfrm>
            <a:off x="1835485" y="2246902"/>
            <a:ext cx="259433" cy="350714"/>
            <a:chOff x="1835485" y="2422352"/>
            <a:chExt cx="259433" cy="350714"/>
          </a:xfrm>
        </p:grpSpPr>
        <p:sp>
          <p:nvSpPr>
            <p:cNvPr id="13847" name="Google Shape;13847;p6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66"/>
          <p:cNvGrpSpPr/>
          <p:nvPr/>
        </p:nvGrpSpPr>
        <p:grpSpPr>
          <a:xfrm>
            <a:off x="3150240" y="2246902"/>
            <a:ext cx="212489" cy="351445"/>
            <a:chOff x="3150240" y="2422352"/>
            <a:chExt cx="212489" cy="351445"/>
          </a:xfrm>
        </p:grpSpPr>
        <p:sp>
          <p:nvSpPr>
            <p:cNvPr id="13855" name="Google Shape;13855;p6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66"/>
          <p:cNvGrpSpPr/>
          <p:nvPr/>
        </p:nvGrpSpPr>
        <p:grpSpPr>
          <a:xfrm>
            <a:off x="1367060" y="2246679"/>
            <a:ext cx="269261" cy="352050"/>
            <a:chOff x="1367060" y="2422129"/>
            <a:chExt cx="269261" cy="352050"/>
          </a:xfrm>
        </p:grpSpPr>
        <p:sp>
          <p:nvSpPr>
            <p:cNvPr id="13858" name="Google Shape;13858;p6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2" name="Google Shape;13872;p66"/>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3" name="Google Shape;13873;p66"/>
          <p:cNvGrpSpPr/>
          <p:nvPr/>
        </p:nvGrpSpPr>
        <p:grpSpPr>
          <a:xfrm>
            <a:off x="4882690" y="2249955"/>
            <a:ext cx="274573" cy="350682"/>
            <a:chOff x="4882690" y="2425405"/>
            <a:chExt cx="274573" cy="350682"/>
          </a:xfrm>
        </p:grpSpPr>
        <p:sp>
          <p:nvSpPr>
            <p:cNvPr id="13874" name="Google Shape;13874;p6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66"/>
          <p:cNvGrpSpPr/>
          <p:nvPr/>
        </p:nvGrpSpPr>
        <p:grpSpPr>
          <a:xfrm>
            <a:off x="6627639" y="2268434"/>
            <a:ext cx="355993" cy="313247"/>
            <a:chOff x="6627639" y="2443884"/>
            <a:chExt cx="355993" cy="313247"/>
          </a:xfrm>
        </p:grpSpPr>
        <p:sp>
          <p:nvSpPr>
            <p:cNvPr id="13877" name="Google Shape;13877;p6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0" name="Google Shape;13880;p66"/>
          <p:cNvGrpSpPr/>
          <p:nvPr/>
        </p:nvGrpSpPr>
        <p:grpSpPr>
          <a:xfrm>
            <a:off x="6183451" y="2286690"/>
            <a:ext cx="351445" cy="277976"/>
            <a:chOff x="6183451" y="2462140"/>
            <a:chExt cx="351445" cy="277976"/>
          </a:xfrm>
        </p:grpSpPr>
        <p:sp>
          <p:nvSpPr>
            <p:cNvPr id="13881" name="Google Shape;13881;p6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8" name="Google Shape;13888;p66"/>
          <p:cNvGrpSpPr/>
          <p:nvPr/>
        </p:nvGrpSpPr>
        <p:grpSpPr>
          <a:xfrm>
            <a:off x="5735477" y="2254408"/>
            <a:ext cx="353354" cy="341299"/>
            <a:chOff x="5735477" y="2429858"/>
            <a:chExt cx="353354" cy="341299"/>
          </a:xfrm>
        </p:grpSpPr>
        <p:sp>
          <p:nvSpPr>
            <p:cNvPr id="13889" name="Google Shape;13889;p6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5" name="Google Shape;13895;p66"/>
          <p:cNvGrpSpPr/>
          <p:nvPr/>
        </p:nvGrpSpPr>
        <p:grpSpPr>
          <a:xfrm>
            <a:off x="5243735" y="2271523"/>
            <a:ext cx="405255" cy="275499"/>
            <a:chOff x="5283337" y="2478774"/>
            <a:chExt cx="358633" cy="243913"/>
          </a:xfrm>
        </p:grpSpPr>
        <p:sp>
          <p:nvSpPr>
            <p:cNvPr id="13896" name="Google Shape;13896;p6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66"/>
          <p:cNvGrpSpPr/>
          <p:nvPr/>
        </p:nvGrpSpPr>
        <p:grpSpPr>
          <a:xfrm>
            <a:off x="7964753" y="2295373"/>
            <a:ext cx="362068" cy="258670"/>
            <a:chOff x="7964753" y="2470823"/>
            <a:chExt cx="362068" cy="258670"/>
          </a:xfrm>
        </p:grpSpPr>
        <p:sp>
          <p:nvSpPr>
            <p:cNvPr id="13914" name="Google Shape;13914;p6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66"/>
          <p:cNvGrpSpPr/>
          <p:nvPr/>
        </p:nvGrpSpPr>
        <p:grpSpPr>
          <a:xfrm>
            <a:off x="7524349" y="2280997"/>
            <a:ext cx="350332" cy="288948"/>
            <a:chOff x="7524349" y="2456447"/>
            <a:chExt cx="350332" cy="288948"/>
          </a:xfrm>
        </p:grpSpPr>
        <p:sp>
          <p:nvSpPr>
            <p:cNvPr id="13924" name="Google Shape;13924;p6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66"/>
          <p:cNvGrpSpPr/>
          <p:nvPr/>
        </p:nvGrpSpPr>
        <p:grpSpPr>
          <a:xfrm>
            <a:off x="3972749" y="2719143"/>
            <a:ext cx="355230" cy="356725"/>
            <a:chOff x="3972749" y="2894211"/>
            <a:chExt cx="355230" cy="356725"/>
          </a:xfrm>
        </p:grpSpPr>
        <p:sp>
          <p:nvSpPr>
            <p:cNvPr id="13930" name="Google Shape;13930;p6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5" name="Google Shape;13935;p66"/>
          <p:cNvGrpSpPr/>
          <p:nvPr/>
        </p:nvGrpSpPr>
        <p:grpSpPr>
          <a:xfrm>
            <a:off x="3527797" y="2743553"/>
            <a:ext cx="355993" cy="307904"/>
            <a:chOff x="3527797" y="2918796"/>
            <a:chExt cx="355993" cy="307904"/>
          </a:xfrm>
        </p:grpSpPr>
        <p:sp>
          <p:nvSpPr>
            <p:cNvPr id="13936" name="Google Shape;13936;p6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6" name="Google Shape;13946;p66"/>
          <p:cNvGrpSpPr/>
          <p:nvPr/>
        </p:nvGrpSpPr>
        <p:grpSpPr>
          <a:xfrm>
            <a:off x="3082845" y="2746336"/>
            <a:ext cx="356375" cy="302338"/>
            <a:chOff x="3082845" y="2920959"/>
            <a:chExt cx="356375" cy="302338"/>
          </a:xfrm>
        </p:grpSpPr>
        <p:sp>
          <p:nvSpPr>
            <p:cNvPr id="13947" name="Google Shape;13947;p6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66"/>
          <p:cNvGrpSpPr/>
          <p:nvPr/>
        </p:nvGrpSpPr>
        <p:grpSpPr>
          <a:xfrm>
            <a:off x="2639038" y="2719699"/>
            <a:ext cx="355612" cy="355612"/>
            <a:chOff x="2639038" y="2894942"/>
            <a:chExt cx="355612" cy="355612"/>
          </a:xfrm>
        </p:grpSpPr>
        <p:sp>
          <p:nvSpPr>
            <p:cNvPr id="13950" name="Google Shape;13950;p6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2" name="Google Shape;13952;p66"/>
          <p:cNvGrpSpPr/>
          <p:nvPr/>
        </p:nvGrpSpPr>
        <p:grpSpPr>
          <a:xfrm>
            <a:off x="2194468" y="2763622"/>
            <a:ext cx="355993" cy="267766"/>
            <a:chOff x="2194468" y="2938865"/>
            <a:chExt cx="355993" cy="267766"/>
          </a:xfrm>
        </p:grpSpPr>
        <p:sp>
          <p:nvSpPr>
            <p:cNvPr id="13953" name="Google Shape;13953;p6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66"/>
          <p:cNvGrpSpPr/>
          <p:nvPr/>
        </p:nvGrpSpPr>
        <p:grpSpPr>
          <a:xfrm>
            <a:off x="1749897" y="2719699"/>
            <a:ext cx="355993" cy="355612"/>
            <a:chOff x="1749897" y="2894561"/>
            <a:chExt cx="355993" cy="355612"/>
          </a:xfrm>
        </p:grpSpPr>
        <p:sp>
          <p:nvSpPr>
            <p:cNvPr id="13974" name="Google Shape;13974;p6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66"/>
          <p:cNvGrpSpPr/>
          <p:nvPr/>
        </p:nvGrpSpPr>
        <p:grpSpPr>
          <a:xfrm>
            <a:off x="1305327" y="2718761"/>
            <a:ext cx="357520" cy="357488"/>
            <a:chOff x="1305327" y="2894211"/>
            <a:chExt cx="357520" cy="357488"/>
          </a:xfrm>
        </p:grpSpPr>
        <p:sp>
          <p:nvSpPr>
            <p:cNvPr id="13986" name="Google Shape;13986;p6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1" name="Google Shape;13991;p66"/>
          <p:cNvGrpSpPr/>
          <p:nvPr/>
        </p:nvGrpSpPr>
        <p:grpSpPr>
          <a:xfrm>
            <a:off x="853950" y="2720860"/>
            <a:ext cx="364104" cy="353290"/>
            <a:chOff x="853950" y="2894720"/>
            <a:chExt cx="364104" cy="353290"/>
          </a:xfrm>
        </p:grpSpPr>
        <p:sp>
          <p:nvSpPr>
            <p:cNvPr id="13992" name="Google Shape;13992;p6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66"/>
          <p:cNvGrpSpPr/>
          <p:nvPr/>
        </p:nvGrpSpPr>
        <p:grpSpPr>
          <a:xfrm>
            <a:off x="7066548" y="2737144"/>
            <a:ext cx="352209" cy="334938"/>
            <a:chOff x="7066548" y="2912594"/>
            <a:chExt cx="352209" cy="334938"/>
          </a:xfrm>
        </p:grpSpPr>
        <p:sp>
          <p:nvSpPr>
            <p:cNvPr id="14000" name="Google Shape;14000;p6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6" name="Google Shape;14006;p66"/>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6"/>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8" name="Google Shape;14008;p66"/>
          <p:cNvGrpSpPr/>
          <p:nvPr/>
        </p:nvGrpSpPr>
        <p:grpSpPr>
          <a:xfrm>
            <a:off x="7541397" y="2729352"/>
            <a:ext cx="318495" cy="352209"/>
            <a:chOff x="7541397" y="2904802"/>
            <a:chExt cx="318495" cy="352209"/>
          </a:xfrm>
        </p:grpSpPr>
        <p:sp>
          <p:nvSpPr>
            <p:cNvPr id="14009" name="Google Shape;14009;p6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66"/>
          <p:cNvGrpSpPr/>
          <p:nvPr/>
        </p:nvGrpSpPr>
        <p:grpSpPr>
          <a:xfrm>
            <a:off x="8003015" y="2728589"/>
            <a:ext cx="306759" cy="351445"/>
            <a:chOff x="8003015" y="2904039"/>
            <a:chExt cx="306759" cy="351445"/>
          </a:xfrm>
        </p:grpSpPr>
        <p:sp>
          <p:nvSpPr>
            <p:cNvPr id="14012" name="Google Shape;14012;p6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66"/>
          <p:cNvGrpSpPr/>
          <p:nvPr/>
        </p:nvGrpSpPr>
        <p:grpSpPr>
          <a:xfrm>
            <a:off x="5687770" y="2710046"/>
            <a:ext cx="369638" cy="369606"/>
            <a:chOff x="5687770" y="2885496"/>
            <a:chExt cx="369638" cy="369606"/>
          </a:xfrm>
        </p:grpSpPr>
        <p:sp>
          <p:nvSpPr>
            <p:cNvPr id="14019" name="Google Shape;14019;p6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9" name="Google Shape;14029;p66"/>
          <p:cNvGrpSpPr/>
          <p:nvPr/>
        </p:nvGrpSpPr>
        <p:grpSpPr>
          <a:xfrm>
            <a:off x="4881958" y="2729352"/>
            <a:ext cx="156417" cy="349537"/>
            <a:chOff x="4881958" y="2904802"/>
            <a:chExt cx="156417" cy="349537"/>
          </a:xfrm>
        </p:grpSpPr>
        <p:sp>
          <p:nvSpPr>
            <p:cNvPr id="14030" name="Google Shape;14030;p6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7" name="Google Shape;14037;p66"/>
          <p:cNvGrpSpPr/>
          <p:nvPr/>
        </p:nvGrpSpPr>
        <p:grpSpPr>
          <a:xfrm>
            <a:off x="5230318" y="2711064"/>
            <a:ext cx="371133" cy="367443"/>
            <a:chOff x="5230318" y="2886514"/>
            <a:chExt cx="371133" cy="367443"/>
          </a:xfrm>
        </p:grpSpPr>
        <p:sp>
          <p:nvSpPr>
            <p:cNvPr id="14038" name="Google Shape;14038;p6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66"/>
          <p:cNvGrpSpPr/>
          <p:nvPr/>
        </p:nvGrpSpPr>
        <p:grpSpPr>
          <a:xfrm>
            <a:off x="5748358" y="3259128"/>
            <a:ext cx="352590" cy="182561"/>
            <a:chOff x="5748358" y="3434578"/>
            <a:chExt cx="352590" cy="182561"/>
          </a:xfrm>
        </p:grpSpPr>
        <p:sp>
          <p:nvSpPr>
            <p:cNvPr id="14048" name="Google Shape;14048;p6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66"/>
          <p:cNvGrpSpPr/>
          <p:nvPr/>
        </p:nvGrpSpPr>
        <p:grpSpPr>
          <a:xfrm>
            <a:off x="862283" y="4099321"/>
            <a:ext cx="341204" cy="359301"/>
            <a:chOff x="862283" y="4274771"/>
            <a:chExt cx="341204" cy="359301"/>
          </a:xfrm>
        </p:grpSpPr>
        <p:sp>
          <p:nvSpPr>
            <p:cNvPr id="14055" name="Google Shape;14055;p6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66"/>
          <p:cNvGrpSpPr/>
          <p:nvPr/>
        </p:nvGrpSpPr>
        <p:grpSpPr>
          <a:xfrm>
            <a:off x="1396957" y="4111915"/>
            <a:ext cx="301861" cy="332871"/>
            <a:chOff x="1396957" y="4287365"/>
            <a:chExt cx="301861" cy="332871"/>
          </a:xfrm>
        </p:grpSpPr>
        <p:sp>
          <p:nvSpPr>
            <p:cNvPr id="14059" name="Google Shape;14059;p6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66"/>
          <p:cNvGrpSpPr/>
          <p:nvPr/>
        </p:nvGrpSpPr>
        <p:grpSpPr>
          <a:xfrm>
            <a:off x="1865381" y="4102056"/>
            <a:ext cx="396131" cy="355612"/>
            <a:chOff x="1865381" y="4277506"/>
            <a:chExt cx="396131" cy="355612"/>
          </a:xfrm>
        </p:grpSpPr>
        <p:sp>
          <p:nvSpPr>
            <p:cNvPr id="14075" name="Google Shape;14075;p6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66"/>
          <p:cNvGrpSpPr/>
          <p:nvPr/>
        </p:nvGrpSpPr>
        <p:grpSpPr>
          <a:xfrm>
            <a:off x="2411823" y="4128549"/>
            <a:ext cx="334398" cy="299953"/>
            <a:chOff x="2411823" y="4303999"/>
            <a:chExt cx="334398" cy="299953"/>
          </a:xfrm>
        </p:grpSpPr>
        <p:sp>
          <p:nvSpPr>
            <p:cNvPr id="14082" name="Google Shape;14082;p6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66"/>
          <p:cNvGrpSpPr/>
          <p:nvPr/>
        </p:nvGrpSpPr>
        <p:grpSpPr>
          <a:xfrm>
            <a:off x="2903337" y="4103582"/>
            <a:ext cx="382519" cy="350682"/>
            <a:chOff x="2903337" y="4279032"/>
            <a:chExt cx="382519" cy="350682"/>
          </a:xfrm>
        </p:grpSpPr>
        <p:sp>
          <p:nvSpPr>
            <p:cNvPr id="14090" name="Google Shape;14090;p6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5" name="Google Shape;14105;p66"/>
          <p:cNvGrpSpPr/>
          <p:nvPr/>
        </p:nvGrpSpPr>
        <p:grpSpPr>
          <a:xfrm>
            <a:off x="3933342" y="4140317"/>
            <a:ext cx="383632" cy="276449"/>
            <a:chOff x="3933342" y="4315767"/>
            <a:chExt cx="383632" cy="276449"/>
          </a:xfrm>
        </p:grpSpPr>
        <p:sp>
          <p:nvSpPr>
            <p:cNvPr id="14106" name="Google Shape;14106;p6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66"/>
          <p:cNvGrpSpPr/>
          <p:nvPr/>
        </p:nvGrpSpPr>
        <p:grpSpPr>
          <a:xfrm>
            <a:off x="3441065" y="4127055"/>
            <a:ext cx="337069" cy="302593"/>
            <a:chOff x="3441065" y="4302505"/>
            <a:chExt cx="337069" cy="302593"/>
          </a:xfrm>
        </p:grpSpPr>
        <p:sp>
          <p:nvSpPr>
            <p:cNvPr id="14113" name="Google Shape;14113;p6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6" name="Google Shape;14126;p66"/>
          <p:cNvGrpSpPr/>
          <p:nvPr/>
        </p:nvGrpSpPr>
        <p:grpSpPr>
          <a:xfrm>
            <a:off x="3532345" y="3187185"/>
            <a:ext cx="339328" cy="336274"/>
            <a:chOff x="3532345" y="3362635"/>
            <a:chExt cx="339328" cy="336274"/>
          </a:xfrm>
        </p:grpSpPr>
        <p:sp>
          <p:nvSpPr>
            <p:cNvPr id="14127" name="Google Shape;14127;p6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2" name="Google Shape;14132;p66"/>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3" name="Google Shape;14133;p66"/>
          <p:cNvGrpSpPr/>
          <p:nvPr/>
        </p:nvGrpSpPr>
        <p:grpSpPr>
          <a:xfrm>
            <a:off x="1883955" y="3633250"/>
            <a:ext cx="162873" cy="351445"/>
            <a:chOff x="1883955" y="3808700"/>
            <a:chExt cx="162873" cy="351445"/>
          </a:xfrm>
        </p:grpSpPr>
        <p:sp>
          <p:nvSpPr>
            <p:cNvPr id="14134" name="Google Shape;14134;p6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6" name="Google Shape;14136;p66"/>
          <p:cNvGrpSpPr/>
          <p:nvPr/>
        </p:nvGrpSpPr>
        <p:grpSpPr>
          <a:xfrm>
            <a:off x="939156" y="3633759"/>
            <a:ext cx="192007" cy="351318"/>
            <a:chOff x="939156" y="3809209"/>
            <a:chExt cx="192007" cy="351318"/>
          </a:xfrm>
        </p:grpSpPr>
        <p:sp>
          <p:nvSpPr>
            <p:cNvPr id="14137" name="Google Shape;14137;p6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9" name="Google Shape;14139;p66"/>
          <p:cNvGrpSpPr/>
          <p:nvPr/>
        </p:nvGrpSpPr>
        <p:grpSpPr>
          <a:xfrm>
            <a:off x="2306167" y="3634395"/>
            <a:ext cx="193915" cy="349155"/>
            <a:chOff x="2306167" y="3809845"/>
            <a:chExt cx="193915" cy="349155"/>
          </a:xfrm>
        </p:grpSpPr>
        <p:sp>
          <p:nvSpPr>
            <p:cNvPr id="14140" name="Google Shape;14140;p6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7" name="Google Shape;14147;p66"/>
          <p:cNvGrpSpPr/>
          <p:nvPr/>
        </p:nvGrpSpPr>
        <p:grpSpPr>
          <a:xfrm>
            <a:off x="1323901" y="3631723"/>
            <a:ext cx="356343" cy="356757"/>
            <a:chOff x="1323901" y="3807173"/>
            <a:chExt cx="356343" cy="356757"/>
          </a:xfrm>
        </p:grpSpPr>
        <p:sp>
          <p:nvSpPr>
            <p:cNvPr id="14148" name="Google Shape;14148;p6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2" name="Google Shape;14172;p66"/>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3" name="Google Shape;14173;p66"/>
          <p:cNvGrpSpPr/>
          <p:nvPr/>
        </p:nvGrpSpPr>
        <p:grpSpPr>
          <a:xfrm>
            <a:off x="859262" y="3178470"/>
            <a:ext cx="306759" cy="351445"/>
            <a:chOff x="859262" y="3353920"/>
            <a:chExt cx="306759" cy="351445"/>
          </a:xfrm>
        </p:grpSpPr>
        <p:sp>
          <p:nvSpPr>
            <p:cNvPr id="14174" name="Google Shape;14174;p6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9" name="Google Shape;14179;p66"/>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0" name="Google Shape;14180;p66"/>
          <p:cNvGrpSpPr/>
          <p:nvPr/>
        </p:nvGrpSpPr>
        <p:grpSpPr>
          <a:xfrm>
            <a:off x="3967437" y="3661652"/>
            <a:ext cx="364708" cy="295405"/>
            <a:chOff x="3967437" y="3837102"/>
            <a:chExt cx="364708" cy="295405"/>
          </a:xfrm>
        </p:grpSpPr>
        <p:sp>
          <p:nvSpPr>
            <p:cNvPr id="14181" name="Google Shape;14181;p6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6" name="Google Shape;14186;p66"/>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6"/>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6"/>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9" name="Google Shape;14189;p66"/>
          <p:cNvGrpSpPr/>
          <p:nvPr/>
        </p:nvGrpSpPr>
        <p:grpSpPr>
          <a:xfrm>
            <a:off x="5811827" y="3631001"/>
            <a:ext cx="283743" cy="308444"/>
            <a:chOff x="5964227" y="3858701"/>
            <a:chExt cx="283743" cy="308444"/>
          </a:xfrm>
        </p:grpSpPr>
        <p:sp>
          <p:nvSpPr>
            <p:cNvPr id="14190" name="Google Shape;14190;p6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66"/>
          <p:cNvGrpSpPr/>
          <p:nvPr/>
        </p:nvGrpSpPr>
        <p:grpSpPr>
          <a:xfrm>
            <a:off x="6243508" y="3697623"/>
            <a:ext cx="320372" cy="213602"/>
            <a:chOff x="6395908" y="3873073"/>
            <a:chExt cx="320372" cy="213602"/>
          </a:xfrm>
        </p:grpSpPr>
        <p:sp>
          <p:nvSpPr>
            <p:cNvPr id="14195" name="Google Shape;14195;p6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66"/>
          <p:cNvGrpSpPr/>
          <p:nvPr/>
        </p:nvGrpSpPr>
        <p:grpSpPr>
          <a:xfrm>
            <a:off x="7262890" y="3627366"/>
            <a:ext cx="357138" cy="352018"/>
            <a:chOff x="7415290" y="3802816"/>
            <a:chExt cx="357138" cy="352018"/>
          </a:xfrm>
        </p:grpSpPr>
        <p:sp>
          <p:nvSpPr>
            <p:cNvPr id="14206" name="Google Shape;14206;p6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66"/>
          <p:cNvGrpSpPr/>
          <p:nvPr/>
        </p:nvGrpSpPr>
        <p:grpSpPr>
          <a:xfrm>
            <a:off x="6737312" y="3657963"/>
            <a:ext cx="355230" cy="293401"/>
            <a:chOff x="6889712" y="3833413"/>
            <a:chExt cx="355230" cy="293401"/>
          </a:xfrm>
        </p:grpSpPr>
        <p:sp>
          <p:nvSpPr>
            <p:cNvPr id="14215" name="Google Shape;14215;p6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66"/>
          <p:cNvGrpSpPr/>
          <p:nvPr/>
        </p:nvGrpSpPr>
        <p:grpSpPr>
          <a:xfrm>
            <a:off x="7707152" y="3660420"/>
            <a:ext cx="282318" cy="337168"/>
            <a:chOff x="1635875" y="237775"/>
            <a:chExt cx="4370250" cy="5219325"/>
          </a:xfrm>
        </p:grpSpPr>
        <p:sp>
          <p:nvSpPr>
            <p:cNvPr id="14221" name="Google Shape;14221;p6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3" name="Google Shape;14223;p66"/>
          <p:cNvGrpSpPr/>
          <p:nvPr/>
        </p:nvGrpSpPr>
        <p:grpSpPr>
          <a:xfrm>
            <a:off x="3103963" y="3185690"/>
            <a:ext cx="297886" cy="337578"/>
            <a:chOff x="3103963" y="3361140"/>
            <a:chExt cx="297886" cy="337578"/>
          </a:xfrm>
        </p:grpSpPr>
        <p:sp>
          <p:nvSpPr>
            <p:cNvPr id="14224" name="Google Shape;14224;p6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66"/>
          <p:cNvGrpSpPr/>
          <p:nvPr/>
        </p:nvGrpSpPr>
        <p:grpSpPr>
          <a:xfrm>
            <a:off x="2667821" y="3185658"/>
            <a:ext cx="273046" cy="337801"/>
            <a:chOff x="2667821" y="3361108"/>
            <a:chExt cx="273046" cy="337801"/>
          </a:xfrm>
        </p:grpSpPr>
        <p:sp>
          <p:nvSpPr>
            <p:cNvPr id="14249" name="Google Shape;14249;p6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8" name="Google Shape;14268;p66"/>
          <p:cNvGrpSpPr/>
          <p:nvPr/>
        </p:nvGrpSpPr>
        <p:grpSpPr>
          <a:xfrm>
            <a:off x="2212469" y="3184863"/>
            <a:ext cx="282715" cy="338660"/>
            <a:chOff x="2212469" y="3360313"/>
            <a:chExt cx="282715" cy="338660"/>
          </a:xfrm>
        </p:grpSpPr>
        <p:sp>
          <p:nvSpPr>
            <p:cNvPr id="14269" name="Google Shape;14269;p6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66"/>
          <p:cNvGrpSpPr/>
          <p:nvPr/>
        </p:nvGrpSpPr>
        <p:grpSpPr>
          <a:xfrm>
            <a:off x="1768821" y="3185658"/>
            <a:ext cx="278739" cy="339073"/>
            <a:chOff x="1768821" y="3361108"/>
            <a:chExt cx="278739" cy="339073"/>
          </a:xfrm>
        </p:grpSpPr>
        <p:sp>
          <p:nvSpPr>
            <p:cNvPr id="14273" name="Google Shape;14273;p6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66"/>
          <p:cNvGrpSpPr/>
          <p:nvPr/>
        </p:nvGrpSpPr>
        <p:grpSpPr>
          <a:xfrm>
            <a:off x="5337883" y="3161423"/>
            <a:ext cx="307141" cy="376826"/>
            <a:chOff x="5337883" y="3336873"/>
            <a:chExt cx="307141" cy="376826"/>
          </a:xfrm>
        </p:grpSpPr>
        <p:sp>
          <p:nvSpPr>
            <p:cNvPr id="14285" name="Google Shape;14285;p6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66"/>
          <p:cNvGrpSpPr/>
          <p:nvPr/>
        </p:nvGrpSpPr>
        <p:grpSpPr>
          <a:xfrm>
            <a:off x="4883835" y="3161805"/>
            <a:ext cx="323425" cy="377557"/>
            <a:chOff x="4883835" y="3337255"/>
            <a:chExt cx="323425" cy="377557"/>
          </a:xfrm>
        </p:grpSpPr>
        <p:sp>
          <p:nvSpPr>
            <p:cNvPr id="14288" name="Google Shape;14288;p6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66"/>
          <p:cNvGrpSpPr/>
          <p:nvPr/>
        </p:nvGrpSpPr>
        <p:grpSpPr>
          <a:xfrm>
            <a:off x="6193310" y="3231839"/>
            <a:ext cx="352590" cy="237488"/>
            <a:chOff x="6193310" y="3407289"/>
            <a:chExt cx="352590" cy="237488"/>
          </a:xfrm>
        </p:grpSpPr>
        <p:sp>
          <p:nvSpPr>
            <p:cNvPr id="14292" name="Google Shape;14292;p6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66"/>
          <p:cNvGrpSpPr/>
          <p:nvPr/>
        </p:nvGrpSpPr>
        <p:grpSpPr>
          <a:xfrm>
            <a:off x="6637117" y="3222393"/>
            <a:ext cx="353735" cy="254504"/>
            <a:chOff x="6637117" y="3397843"/>
            <a:chExt cx="353735" cy="254504"/>
          </a:xfrm>
        </p:grpSpPr>
        <p:sp>
          <p:nvSpPr>
            <p:cNvPr id="14298" name="Google Shape;14298;p6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4" name="Google Shape;14304;p66"/>
          <p:cNvGrpSpPr/>
          <p:nvPr/>
        </p:nvGrpSpPr>
        <p:grpSpPr>
          <a:xfrm>
            <a:off x="7075994" y="3174081"/>
            <a:ext cx="360637" cy="352336"/>
            <a:chOff x="7075994" y="3349531"/>
            <a:chExt cx="360637" cy="352336"/>
          </a:xfrm>
        </p:grpSpPr>
        <p:sp>
          <p:nvSpPr>
            <p:cNvPr id="14305" name="Google Shape;14305;p6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2" name="Google Shape;14312;p66"/>
          <p:cNvGrpSpPr/>
          <p:nvPr/>
        </p:nvGrpSpPr>
        <p:grpSpPr>
          <a:xfrm>
            <a:off x="7651983" y="3173731"/>
            <a:ext cx="107183" cy="352399"/>
            <a:chOff x="7651983" y="3349181"/>
            <a:chExt cx="107183" cy="352399"/>
          </a:xfrm>
        </p:grpSpPr>
        <p:sp>
          <p:nvSpPr>
            <p:cNvPr id="14313" name="Google Shape;14313;p6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66"/>
          <p:cNvGrpSpPr/>
          <p:nvPr/>
        </p:nvGrpSpPr>
        <p:grpSpPr>
          <a:xfrm>
            <a:off x="7973468" y="3206872"/>
            <a:ext cx="352590" cy="287072"/>
            <a:chOff x="7973468" y="3382322"/>
            <a:chExt cx="352590" cy="287072"/>
          </a:xfrm>
        </p:grpSpPr>
        <p:sp>
          <p:nvSpPr>
            <p:cNvPr id="14316" name="Google Shape;14316;p6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8" name="Google Shape;14328;p6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329" name="Google Shape;14329;p6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333" name="Shape 14333"/>
        <p:cNvGrpSpPr/>
        <p:nvPr/>
      </p:nvGrpSpPr>
      <p:grpSpPr>
        <a:xfrm>
          <a:off x="0" y="0"/>
          <a:ext cx="0" cy="0"/>
          <a:chOff x="0" y="0"/>
          <a:chExt cx="0" cy="0"/>
        </a:xfrm>
      </p:grpSpPr>
      <p:grpSp>
        <p:nvGrpSpPr>
          <p:cNvPr id="14334" name="Google Shape;14334;p67"/>
          <p:cNvGrpSpPr/>
          <p:nvPr/>
        </p:nvGrpSpPr>
        <p:grpSpPr>
          <a:xfrm>
            <a:off x="821808" y="1576858"/>
            <a:ext cx="347872" cy="347488"/>
            <a:chOff x="849677" y="1500658"/>
            <a:chExt cx="347872" cy="347488"/>
          </a:xfrm>
        </p:grpSpPr>
        <p:sp>
          <p:nvSpPr>
            <p:cNvPr id="14335" name="Google Shape;14335;p6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1" name="Google Shape;14341;p67"/>
          <p:cNvGrpSpPr/>
          <p:nvPr/>
        </p:nvGrpSpPr>
        <p:grpSpPr>
          <a:xfrm>
            <a:off x="1387984" y="1576858"/>
            <a:ext cx="315872" cy="347488"/>
            <a:chOff x="1415853" y="1500658"/>
            <a:chExt cx="315872" cy="347488"/>
          </a:xfrm>
        </p:grpSpPr>
        <p:sp>
          <p:nvSpPr>
            <p:cNvPr id="14342" name="Google Shape;14342;p6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67"/>
          <p:cNvGrpSpPr/>
          <p:nvPr/>
        </p:nvGrpSpPr>
        <p:grpSpPr>
          <a:xfrm>
            <a:off x="4669520" y="1576858"/>
            <a:ext cx="347520" cy="347104"/>
            <a:chOff x="4697389" y="1500658"/>
            <a:chExt cx="347520" cy="347104"/>
          </a:xfrm>
        </p:grpSpPr>
        <p:sp>
          <p:nvSpPr>
            <p:cNvPr id="14347" name="Google Shape;14347;p6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67"/>
          <p:cNvGrpSpPr/>
          <p:nvPr/>
        </p:nvGrpSpPr>
        <p:grpSpPr>
          <a:xfrm>
            <a:off x="3575664" y="2041146"/>
            <a:ext cx="347520" cy="353760"/>
            <a:chOff x="3603533" y="1964946"/>
            <a:chExt cx="347520" cy="353760"/>
          </a:xfrm>
        </p:grpSpPr>
        <p:sp>
          <p:nvSpPr>
            <p:cNvPr id="14351" name="Google Shape;14351;p6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67"/>
          <p:cNvGrpSpPr/>
          <p:nvPr/>
        </p:nvGrpSpPr>
        <p:grpSpPr>
          <a:xfrm>
            <a:off x="1922896" y="2040538"/>
            <a:ext cx="357792" cy="352448"/>
            <a:chOff x="1950765" y="1964338"/>
            <a:chExt cx="357792" cy="352448"/>
          </a:xfrm>
        </p:grpSpPr>
        <p:sp>
          <p:nvSpPr>
            <p:cNvPr id="14355" name="Google Shape;14355;p6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67"/>
          <p:cNvGrpSpPr/>
          <p:nvPr/>
        </p:nvGrpSpPr>
        <p:grpSpPr>
          <a:xfrm>
            <a:off x="7407760" y="2040890"/>
            <a:ext cx="367712" cy="353248"/>
            <a:chOff x="7435629" y="1964690"/>
            <a:chExt cx="367712" cy="353248"/>
          </a:xfrm>
        </p:grpSpPr>
        <p:sp>
          <p:nvSpPr>
            <p:cNvPr id="14360" name="Google Shape;14360;p6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4" name="Google Shape;14364;p67"/>
          <p:cNvGrpSpPr/>
          <p:nvPr/>
        </p:nvGrpSpPr>
        <p:grpSpPr>
          <a:xfrm>
            <a:off x="2484880" y="2041242"/>
            <a:ext cx="333024" cy="352896"/>
            <a:chOff x="2512749" y="1965042"/>
            <a:chExt cx="333024" cy="352896"/>
          </a:xfrm>
        </p:grpSpPr>
        <p:sp>
          <p:nvSpPr>
            <p:cNvPr id="14365" name="Google Shape;14365;p6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0" name="Google Shape;14370;p67"/>
          <p:cNvGrpSpPr/>
          <p:nvPr/>
        </p:nvGrpSpPr>
        <p:grpSpPr>
          <a:xfrm>
            <a:off x="1370448" y="2057978"/>
            <a:ext cx="365792" cy="335392"/>
            <a:chOff x="1398317" y="1981778"/>
            <a:chExt cx="365792" cy="335392"/>
          </a:xfrm>
        </p:grpSpPr>
        <p:sp>
          <p:nvSpPr>
            <p:cNvPr id="14371" name="Google Shape;14371;p6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7" name="Google Shape;14377;p67"/>
          <p:cNvGrpSpPr/>
          <p:nvPr/>
        </p:nvGrpSpPr>
        <p:grpSpPr>
          <a:xfrm>
            <a:off x="3024368" y="2079770"/>
            <a:ext cx="353600" cy="314752"/>
            <a:chOff x="3052237" y="2003570"/>
            <a:chExt cx="353600" cy="314752"/>
          </a:xfrm>
        </p:grpSpPr>
        <p:sp>
          <p:nvSpPr>
            <p:cNvPr id="14378" name="Google Shape;14378;p6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67"/>
          <p:cNvGrpSpPr/>
          <p:nvPr/>
        </p:nvGrpSpPr>
        <p:grpSpPr>
          <a:xfrm>
            <a:off x="1376144" y="3034266"/>
            <a:ext cx="368096" cy="223968"/>
            <a:chOff x="1404013" y="2958066"/>
            <a:chExt cx="368096" cy="223968"/>
          </a:xfrm>
        </p:grpSpPr>
        <p:sp>
          <p:nvSpPr>
            <p:cNvPr id="14382" name="Google Shape;14382;p6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4" name="Google Shape;14384;p67"/>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7"/>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6" name="Google Shape;14386;p67"/>
          <p:cNvGrpSpPr/>
          <p:nvPr/>
        </p:nvGrpSpPr>
        <p:grpSpPr>
          <a:xfrm>
            <a:off x="1923280" y="2961402"/>
            <a:ext cx="370368" cy="367328"/>
            <a:chOff x="1951149" y="2885202"/>
            <a:chExt cx="370368" cy="367328"/>
          </a:xfrm>
        </p:grpSpPr>
        <p:sp>
          <p:nvSpPr>
            <p:cNvPr id="14387" name="Google Shape;14387;p6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67"/>
          <p:cNvGrpSpPr/>
          <p:nvPr/>
        </p:nvGrpSpPr>
        <p:grpSpPr>
          <a:xfrm>
            <a:off x="2473808" y="2982362"/>
            <a:ext cx="367328" cy="327296"/>
            <a:chOff x="2501677" y="2906162"/>
            <a:chExt cx="367328" cy="327296"/>
          </a:xfrm>
        </p:grpSpPr>
        <p:sp>
          <p:nvSpPr>
            <p:cNvPr id="14391" name="Google Shape;14391;p6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4" name="Google Shape;14394;p67"/>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95" name="Google Shape;14395;p67"/>
          <p:cNvGrpSpPr/>
          <p:nvPr/>
        </p:nvGrpSpPr>
        <p:grpSpPr>
          <a:xfrm>
            <a:off x="3022448" y="2969914"/>
            <a:ext cx="367712" cy="354240"/>
            <a:chOff x="3050317" y="2893714"/>
            <a:chExt cx="367712" cy="354240"/>
          </a:xfrm>
        </p:grpSpPr>
        <p:sp>
          <p:nvSpPr>
            <p:cNvPr id="14396" name="Google Shape;14396;p6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8" name="Google Shape;14398;p67"/>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7"/>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0" name="Google Shape;14400;p67"/>
          <p:cNvGrpSpPr/>
          <p:nvPr/>
        </p:nvGrpSpPr>
        <p:grpSpPr>
          <a:xfrm>
            <a:off x="7503408" y="2962554"/>
            <a:ext cx="185184" cy="367296"/>
            <a:chOff x="7531277" y="2886354"/>
            <a:chExt cx="185184" cy="367296"/>
          </a:xfrm>
        </p:grpSpPr>
        <p:sp>
          <p:nvSpPr>
            <p:cNvPr id="14401" name="Google Shape;14401;p6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4" name="Google Shape;14404;p67"/>
          <p:cNvGrpSpPr/>
          <p:nvPr/>
        </p:nvGrpSpPr>
        <p:grpSpPr>
          <a:xfrm>
            <a:off x="6898768" y="2962938"/>
            <a:ext cx="297184" cy="367296"/>
            <a:chOff x="6926637" y="2886738"/>
            <a:chExt cx="297184" cy="367296"/>
          </a:xfrm>
        </p:grpSpPr>
        <p:sp>
          <p:nvSpPr>
            <p:cNvPr id="14405" name="Google Shape;14405;p6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8" name="Google Shape;14408;p67"/>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7"/>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0" name="Google Shape;14410;p67"/>
          <p:cNvGrpSpPr/>
          <p:nvPr/>
        </p:nvGrpSpPr>
        <p:grpSpPr>
          <a:xfrm>
            <a:off x="6312784" y="2962554"/>
            <a:ext cx="370368" cy="368064"/>
            <a:chOff x="6340653" y="2886354"/>
            <a:chExt cx="370368" cy="368064"/>
          </a:xfrm>
        </p:grpSpPr>
        <p:sp>
          <p:nvSpPr>
            <p:cNvPr id="14411" name="Google Shape;14411;p6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7" name="Google Shape;14417;p67"/>
          <p:cNvGrpSpPr/>
          <p:nvPr/>
        </p:nvGrpSpPr>
        <p:grpSpPr>
          <a:xfrm>
            <a:off x="5218928" y="2057626"/>
            <a:ext cx="354752" cy="336512"/>
            <a:chOff x="5246797" y="1981426"/>
            <a:chExt cx="354752" cy="336512"/>
          </a:xfrm>
        </p:grpSpPr>
        <p:sp>
          <p:nvSpPr>
            <p:cNvPr id="14418" name="Google Shape;14418;p6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0" name="Google Shape;14420;p67"/>
          <p:cNvGrpSpPr/>
          <p:nvPr/>
        </p:nvGrpSpPr>
        <p:grpSpPr>
          <a:xfrm>
            <a:off x="4120880" y="2178266"/>
            <a:ext cx="355136" cy="216256"/>
            <a:chOff x="4148749" y="2102066"/>
            <a:chExt cx="355136" cy="216256"/>
          </a:xfrm>
        </p:grpSpPr>
        <p:sp>
          <p:nvSpPr>
            <p:cNvPr id="14421" name="Google Shape;14421;p6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3" name="Google Shape;14423;p67"/>
          <p:cNvGrpSpPr/>
          <p:nvPr/>
        </p:nvGrpSpPr>
        <p:grpSpPr>
          <a:xfrm>
            <a:off x="5766800" y="2077626"/>
            <a:ext cx="354752" cy="315360"/>
            <a:chOff x="5794669" y="2001426"/>
            <a:chExt cx="354752" cy="315360"/>
          </a:xfrm>
        </p:grpSpPr>
        <p:sp>
          <p:nvSpPr>
            <p:cNvPr id="14424" name="Google Shape;14424;p6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6" name="Google Shape;14426;p67"/>
          <p:cNvGrpSpPr/>
          <p:nvPr/>
        </p:nvGrpSpPr>
        <p:grpSpPr>
          <a:xfrm>
            <a:off x="6317360" y="2106042"/>
            <a:ext cx="352832" cy="289216"/>
            <a:chOff x="6345229" y="2029842"/>
            <a:chExt cx="352832" cy="289216"/>
          </a:xfrm>
        </p:grpSpPr>
        <p:sp>
          <p:nvSpPr>
            <p:cNvPr id="14427" name="Google Shape;14427;p6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9" name="Google Shape;14429;p67"/>
          <p:cNvGrpSpPr/>
          <p:nvPr/>
        </p:nvGrpSpPr>
        <p:grpSpPr>
          <a:xfrm>
            <a:off x="4669520" y="2112538"/>
            <a:ext cx="354752" cy="281984"/>
            <a:chOff x="4697389" y="2036338"/>
            <a:chExt cx="354752" cy="281984"/>
          </a:xfrm>
        </p:grpSpPr>
        <p:sp>
          <p:nvSpPr>
            <p:cNvPr id="14430" name="Google Shape;14430;p6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67"/>
          <p:cNvGrpSpPr/>
          <p:nvPr/>
        </p:nvGrpSpPr>
        <p:grpSpPr>
          <a:xfrm>
            <a:off x="1376144" y="2500954"/>
            <a:ext cx="353600" cy="354944"/>
            <a:chOff x="1404013" y="2424754"/>
            <a:chExt cx="353600" cy="354944"/>
          </a:xfrm>
        </p:grpSpPr>
        <p:sp>
          <p:nvSpPr>
            <p:cNvPr id="14433" name="Google Shape;14433;p6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8" name="Google Shape;14438;p67"/>
          <p:cNvGrpSpPr/>
          <p:nvPr/>
        </p:nvGrpSpPr>
        <p:grpSpPr>
          <a:xfrm>
            <a:off x="826384" y="2504474"/>
            <a:ext cx="355104" cy="351040"/>
            <a:chOff x="854253" y="2428274"/>
            <a:chExt cx="355104" cy="351040"/>
          </a:xfrm>
        </p:grpSpPr>
        <p:sp>
          <p:nvSpPr>
            <p:cNvPr id="14439" name="Google Shape;14439;p6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67"/>
          <p:cNvGrpSpPr/>
          <p:nvPr/>
        </p:nvGrpSpPr>
        <p:grpSpPr>
          <a:xfrm>
            <a:off x="6869040" y="2517146"/>
            <a:ext cx="354752" cy="275904"/>
            <a:chOff x="6896909" y="2440946"/>
            <a:chExt cx="354752" cy="275904"/>
          </a:xfrm>
        </p:grpSpPr>
        <p:sp>
          <p:nvSpPr>
            <p:cNvPr id="14442" name="Google Shape;14442;p6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4" name="Google Shape;14444;p67"/>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5" name="Google Shape;14445;p67"/>
          <p:cNvGrpSpPr/>
          <p:nvPr/>
        </p:nvGrpSpPr>
        <p:grpSpPr>
          <a:xfrm>
            <a:off x="5237200" y="2500954"/>
            <a:ext cx="321984" cy="354560"/>
            <a:chOff x="5265069" y="2424754"/>
            <a:chExt cx="321984" cy="354560"/>
          </a:xfrm>
        </p:grpSpPr>
        <p:sp>
          <p:nvSpPr>
            <p:cNvPr id="14446" name="Google Shape;14446;p6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8" name="Google Shape;14448;p67"/>
          <p:cNvGrpSpPr/>
          <p:nvPr/>
        </p:nvGrpSpPr>
        <p:grpSpPr>
          <a:xfrm>
            <a:off x="4122800" y="2542970"/>
            <a:ext cx="355104" cy="259584"/>
            <a:chOff x="4150669" y="2466770"/>
            <a:chExt cx="355104" cy="259584"/>
          </a:xfrm>
        </p:grpSpPr>
        <p:sp>
          <p:nvSpPr>
            <p:cNvPr id="14449" name="Google Shape;14449;p6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67"/>
          <p:cNvGrpSpPr/>
          <p:nvPr/>
        </p:nvGrpSpPr>
        <p:grpSpPr>
          <a:xfrm>
            <a:off x="4671824" y="2501146"/>
            <a:ext cx="354336" cy="353984"/>
            <a:chOff x="4699693" y="2424946"/>
            <a:chExt cx="354336" cy="353984"/>
          </a:xfrm>
        </p:grpSpPr>
        <p:sp>
          <p:nvSpPr>
            <p:cNvPr id="14454" name="Google Shape;14454;p6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6" name="Google Shape;14456;p67"/>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7"/>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8" name="Google Shape;14458;p67"/>
          <p:cNvGrpSpPr/>
          <p:nvPr/>
        </p:nvGrpSpPr>
        <p:grpSpPr>
          <a:xfrm>
            <a:off x="1925168" y="2628442"/>
            <a:ext cx="355136" cy="227072"/>
            <a:chOff x="1953037" y="2552242"/>
            <a:chExt cx="355136" cy="227072"/>
          </a:xfrm>
        </p:grpSpPr>
        <p:sp>
          <p:nvSpPr>
            <p:cNvPr id="14459" name="Google Shape;14459;p6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1" name="Google Shape;14461;p67"/>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2" name="Google Shape;14462;p67"/>
          <p:cNvGrpSpPr/>
          <p:nvPr/>
        </p:nvGrpSpPr>
        <p:grpSpPr>
          <a:xfrm>
            <a:off x="2473072" y="2603418"/>
            <a:ext cx="355104" cy="250944"/>
            <a:chOff x="2500941" y="2527218"/>
            <a:chExt cx="355104" cy="250944"/>
          </a:xfrm>
        </p:grpSpPr>
        <p:sp>
          <p:nvSpPr>
            <p:cNvPr id="14463" name="Google Shape;14463;p6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8" name="Google Shape;14468;p67"/>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9" name="Google Shape;14469;p67"/>
          <p:cNvGrpSpPr/>
          <p:nvPr/>
        </p:nvGrpSpPr>
        <p:grpSpPr>
          <a:xfrm>
            <a:off x="7965936" y="2503322"/>
            <a:ext cx="356256" cy="351808"/>
            <a:chOff x="7993805" y="2427122"/>
            <a:chExt cx="356256" cy="351808"/>
          </a:xfrm>
        </p:grpSpPr>
        <p:sp>
          <p:nvSpPr>
            <p:cNvPr id="14470" name="Google Shape;14470;p6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67"/>
          <p:cNvGrpSpPr/>
          <p:nvPr/>
        </p:nvGrpSpPr>
        <p:grpSpPr>
          <a:xfrm>
            <a:off x="850768" y="2041210"/>
            <a:ext cx="308640" cy="353312"/>
            <a:chOff x="878637" y="1965010"/>
            <a:chExt cx="308640" cy="353312"/>
          </a:xfrm>
        </p:grpSpPr>
        <p:sp>
          <p:nvSpPr>
            <p:cNvPr id="14474" name="Google Shape;14474;p6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67"/>
          <p:cNvGrpSpPr/>
          <p:nvPr/>
        </p:nvGrpSpPr>
        <p:grpSpPr>
          <a:xfrm>
            <a:off x="6868272" y="2040922"/>
            <a:ext cx="348256" cy="352448"/>
            <a:chOff x="6896141" y="1964722"/>
            <a:chExt cx="348256" cy="352448"/>
          </a:xfrm>
        </p:grpSpPr>
        <p:sp>
          <p:nvSpPr>
            <p:cNvPr id="14478" name="Google Shape;14478;p6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1" name="Google Shape;14481;p67"/>
          <p:cNvGrpSpPr/>
          <p:nvPr/>
        </p:nvGrpSpPr>
        <p:grpSpPr>
          <a:xfrm>
            <a:off x="7962128" y="2091578"/>
            <a:ext cx="355136" cy="303328"/>
            <a:chOff x="7989997" y="2015378"/>
            <a:chExt cx="355136" cy="303328"/>
          </a:xfrm>
        </p:grpSpPr>
        <p:sp>
          <p:nvSpPr>
            <p:cNvPr id="14482" name="Google Shape;14482;p6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67"/>
          <p:cNvGrpSpPr/>
          <p:nvPr/>
        </p:nvGrpSpPr>
        <p:grpSpPr>
          <a:xfrm>
            <a:off x="3570352" y="1585562"/>
            <a:ext cx="348640" cy="330784"/>
            <a:chOff x="3598221" y="1509362"/>
            <a:chExt cx="348640" cy="330784"/>
          </a:xfrm>
        </p:grpSpPr>
        <p:sp>
          <p:nvSpPr>
            <p:cNvPr id="14486" name="Google Shape;14486;p6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0" name="Google Shape;14490;p67"/>
          <p:cNvGrpSpPr/>
          <p:nvPr/>
        </p:nvGrpSpPr>
        <p:grpSpPr>
          <a:xfrm>
            <a:off x="5218928" y="1576858"/>
            <a:ext cx="347872" cy="347488"/>
            <a:chOff x="5246797" y="1500658"/>
            <a:chExt cx="347872" cy="347488"/>
          </a:xfrm>
        </p:grpSpPr>
        <p:sp>
          <p:nvSpPr>
            <p:cNvPr id="14491" name="Google Shape;14491;p6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5" name="Google Shape;14495;p67"/>
          <p:cNvGrpSpPr/>
          <p:nvPr/>
        </p:nvGrpSpPr>
        <p:grpSpPr>
          <a:xfrm>
            <a:off x="5768720" y="1576858"/>
            <a:ext cx="349024" cy="346752"/>
            <a:chOff x="5796589" y="1500658"/>
            <a:chExt cx="349024" cy="346752"/>
          </a:xfrm>
        </p:grpSpPr>
        <p:sp>
          <p:nvSpPr>
            <p:cNvPr id="14496" name="Google Shape;14496;p6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7" name="Google Shape;14497;p67"/>
            <p:cNvGrpSpPr/>
            <p:nvPr/>
          </p:nvGrpSpPr>
          <p:grpSpPr>
            <a:xfrm>
              <a:off x="5796589" y="1500658"/>
              <a:ext cx="349024" cy="346752"/>
              <a:chOff x="5796589" y="1500658"/>
              <a:chExt cx="349024" cy="346752"/>
            </a:xfrm>
          </p:grpSpPr>
          <p:sp>
            <p:nvSpPr>
              <p:cNvPr id="14498" name="Google Shape;14498;p6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02" name="Google Shape;14502;p67"/>
          <p:cNvGrpSpPr/>
          <p:nvPr/>
        </p:nvGrpSpPr>
        <p:grpSpPr>
          <a:xfrm>
            <a:off x="6867504" y="1578778"/>
            <a:ext cx="348640" cy="343296"/>
            <a:chOff x="6895373" y="1502578"/>
            <a:chExt cx="348640" cy="343296"/>
          </a:xfrm>
        </p:grpSpPr>
        <p:sp>
          <p:nvSpPr>
            <p:cNvPr id="14503" name="Google Shape;14503;p6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6" name="Google Shape;14506;p67"/>
          <p:cNvGrpSpPr/>
          <p:nvPr/>
        </p:nvGrpSpPr>
        <p:grpSpPr>
          <a:xfrm>
            <a:off x="4119728" y="1581658"/>
            <a:ext cx="347904" cy="336992"/>
            <a:chOff x="4147597" y="1505458"/>
            <a:chExt cx="347904" cy="336992"/>
          </a:xfrm>
        </p:grpSpPr>
        <p:sp>
          <p:nvSpPr>
            <p:cNvPr id="14507" name="Google Shape;14507;p6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4" name="Google Shape;14514;p67"/>
          <p:cNvGrpSpPr/>
          <p:nvPr/>
        </p:nvGrpSpPr>
        <p:grpSpPr>
          <a:xfrm>
            <a:off x="2471536" y="1576090"/>
            <a:ext cx="347488" cy="348256"/>
            <a:chOff x="2499405" y="1499890"/>
            <a:chExt cx="347488" cy="348256"/>
          </a:xfrm>
        </p:grpSpPr>
        <p:sp>
          <p:nvSpPr>
            <p:cNvPr id="14515" name="Google Shape;14515;p6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0" name="Google Shape;14520;p67"/>
          <p:cNvGrpSpPr/>
          <p:nvPr/>
        </p:nvGrpSpPr>
        <p:grpSpPr>
          <a:xfrm>
            <a:off x="1928976" y="1576698"/>
            <a:ext cx="331520" cy="348032"/>
            <a:chOff x="1956845" y="1500498"/>
            <a:chExt cx="331520" cy="348032"/>
          </a:xfrm>
        </p:grpSpPr>
        <p:sp>
          <p:nvSpPr>
            <p:cNvPr id="14521" name="Google Shape;14521;p6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3" name="Google Shape;14533;p67"/>
          <p:cNvGrpSpPr/>
          <p:nvPr/>
        </p:nvGrpSpPr>
        <p:grpSpPr>
          <a:xfrm>
            <a:off x="6317744" y="1626074"/>
            <a:ext cx="348640" cy="250656"/>
            <a:chOff x="6345613" y="1549874"/>
            <a:chExt cx="348640" cy="250656"/>
          </a:xfrm>
        </p:grpSpPr>
        <p:sp>
          <p:nvSpPr>
            <p:cNvPr id="14534" name="Google Shape;14534;p6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0" name="Google Shape;14540;p67"/>
          <p:cNvGrpSpPr/>
          <p:nvPr/>
        </p:nvGrpSpPr>
        <p:grpSpPr>
          <a:xfrm>
            <a:off x="7416912" y="1583226"/>
            <a:ext cx="348640" cy="334272"/>
            <a:chOff x="7444781" y="1507026"/>
            <a:chExt cx="348640" cy="334272"/>
          </a:xfrm>
        </p:grpSpPr>
        <p:sp>
          <p:nvSpPr>
            <p:cNvPr id="14541" name="Google Shape;14541;p6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67"/>
          <p:cNvGrpSpPr/>
          <p:nvPr/>
        </p:nvGrpSpPr>
        <p:grpSpPr>
          <a:xfrm>
            <a:off x="7967472" y="1582938"/>
            <a:ext cx="347872" cy="334944"/>
            <a:chOff x="7995341" y="1506738"/>
            <a:chExt cx="347872" cy="334944"/>
          </a:xfrm>
        </p:grpSpPr>
        <p:sp>
          <p:nvSpPr>
            <p:cNvPr id="14547" name="Google Shape;14547;p6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67"/>
          <p:cNvGrpSpPr/>
          <p:nvPr/>
        </p:nvGrpSpPr>
        <p:grpSpPr>
          <a:xfrm>
            <a:off x="3020176" y="1599130"/>
            <a:ext cx="347872" cy="303904"/>
            <a:chOff x="3048045" y="1522930"/>
            <a:chExt cx="347872" cy="303904"/>
          </a:xfrm>
        </p:grpSpPr>
        <p:sp>
          <p:nvSpPr>
            <p:cNvPr id="14554" name="Google Shape;14554;p6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5" name="Google Shape;14555;p67"/>
            <p:cNvGrpSpPr/>
            <p:nvPr/>
          </p:nvGrpSpPr>
          <p:grpSpPr>
            <a:xfrm>
              <a:off x="3048045" y="1522930"/>
              <a:ext cx="347872" cy="303904"/>
              <a:chOff x="3048045" y="1522930"/>
              <a:chExt cx="347872" cy="303904"/>
            </a:xfrm>
          </p:grpSpPr>
          <p:sp>
            <p:nvSpPr>
              <p:cNvPr id="14556" name="Google Shape;14556;p6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58" name="Google Shape;14558;p67"/>
          <p:cNvGrpSpPr/>
          <p:nvPr/>
        </p:nvGrpSpPr>
        <p:grpSpPr>
          <a:xfrm>
            <a:off x="1105264" y="3428122"/>
            <a:ext cx="313984" cy="358560"/>
            <a:chOff x="1133133" y="3351922"/>
            <a:chExt cx="313984" cy="358560"/>
          </a:xfrm>
        </p:grpSpPr>
        <p:sp>
          <p:nvSpPr>
            <p:cNvPr id="14559" name="Google Shape;14559;p6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5" name="Google Shape;14575;p67"/>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6" name="Google Shape;14576;p67"/>
          <p:cNvGrpSpPr/>
          <p:nvPr/>
        </p:nvGrpSpPr>
        <p:grpSpPr>
          <a:xfrm>
            <a:off x="2767184" y="3428794"/>
            <a:ext cx="288448" cy="357120"/>
            <a:chOff x="2795053" y="3352594"/>
            <a:chExt cx="288448" cy="357120"/>
          </a:xfrm>
        </p:grpSpPr>
        <p:sp>
          <p:nvSpPr>
            <p:cNvPr id="14577" name="Google Shape;14577;p6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6" name="Google Shape;14586;p67"/>
          <p:cNvGrpSpPr/>
          <p:nvPr/>
        </p:nvGrpSpPr>
        <p:grpSpPr>
          <a:xfrm>
            <a:off x="2208656" y="3429402"/>
            <a:ext cx="304832" cy="356512"/>
            <a:chOff x="2236525" y="3353202"/>
            <a:chExt cx="304832" cy="356512"/>
          </a:xfrm>
        </p:grpSpPr>
        <p:sp>
          <p:nvSpPr>
            <p:cNvPr id="14587" name="Google Shape;14587;p6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0" name="Google Shape;14590;p67"/>
          <p:cNvGrpSpPr/>
          <p:nvPr/>
        </p:nvGrpSpPr>
        <p:grpSpPr>
          <a:xfrm>
            <a:off x="3882768" y="3428890"/>
            <a:ext cx="256800" cy="357024"/>
            <a:chOff x="3910637" y="3352690"/>
            <a:chExt cx="256800" cy="357024"/>
          </a:xfrm>
        </p:grpSpPr>
        <p:sp>
          <p:nvSpPr>
            <p:cNvPr id="14591" name="Google Shape;14591;p6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67"/>
          <p:cNvGrpSpPr/>
          <p:nvPr/>
        </p:nvGrpSpPr>
        <p:grpSpPr>
          <a:xfrm>
            <a:off x="6028560" y="3428122"/>
            <a:ext cx="360064" cy="360096"/>
            <a:chOff x="6056429" y="3351922"/>
            <a:chExt cx="360064" cy="360096"/>
          </a:xfrm>
        </p:grpSpPr>
        <p:sp>
          <p:nvSpPr>
            <p:cNvPr id="14595" name="Google Shape;14595;p6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67"/>
          <p:cNvGrpSpPr/>
          <p:nvPr/>
        </p:nvGrpSpPr>
        <p:grpSpPr>
          <a:xfrm>
            <a:off x="6581008" y="3429274"/>
            <a:ext cx="357408" cy="357408"/>
            <a:chOff x="6608877" y="3353074"/>
            <a:chExt cx="357408" cy="357408"/>
          </a:xfrm>
        </p:grpSpPr>
        <p:sp>
          <p:nvSpPr>
            <p:cNvPr id="14599" name="Google Shape;14599;p6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6" name="Google Shape;14606;p67"/>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7"/>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08" name="Google Shape;14608;p67"/>
          <p:cNvGrpSpPr/>
          <p:nvPr/>
        </p:nvGrpSpPr>
        <p:grpSpPr>
          <a:xfrm>
            <a:off x="4931664" y="3446426"/>
            <a:ext cx="357408" cy="323488"/>
            <a:chOff x="4959533" y="3370226"/>
            <a:chExt cx="357408" cy="323488"/>
          </a:xfrm>
        </p:grpSpPr>
        <p:sp>
          <p:nvSpPr>
            <p:cNvPr id="14609" name="Google Shape;14609;p6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1" name="Google Shape;14611;p67"/>
          <p:cNvGrpSpPr/>
          <p:nvPr/>
        </p:nvGrpSpPr>
        <p:grpSpPr>
          <a:xfrm>
            <a:off x="7130768" y="3429274"/>
            <a:ext cx="357056" cy="357408"/>
            <a:chOff x="7158637" y="3353074"/>
            <a:chExt cx="357056" cy="357408"/>
          </a:xfrm>
        </p:grpSpPr>
        <p:sp>
          <p:nvSpPr>
            <p:cNvPr id="14612" name="Google Shape;14612;p6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6" name="Google Shape;14616;p67"/>
          <p:cNvGrpSpPr/>
          <p:nvPr/>
        </p:nvGrpSpPr>
        <p:grpSpPr>
          <a:xfrm>
            <a:off x="3288400" y="3428602"/>
            <a:ext cx="344832" cy="356544"/>
            <a:chOff x="3316269" y="3352402"/>
            <a:chExt cx="344832" cy="356544"/>
          </a:xfrm>
        </p:grpSpPr>
        <p:sp>
          <p:nvSpPr>
            <p:cNvPr id="14617" name="Google Shape;14617;p6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67"/>
          <p:cNvGrpSpPr/>
          <p:nvPr/>
        </p:nvGrpSpPr>
        <p:grpSpPr>
          <a:xfrm>
            <a:off x="5481040" y="3447706"/>
            <a:ext cx="358560" cy="319552"/>
            <a:chOff x="5508909" y="3371506"/>
            <a:chExt cx="358560" cy="319552"/>
          </a:xfrm>
        </p:grpSpPr>
        <p:sp>
          <p:nvSpPr>
            <p:cNvPr id="14621" name="Google Shape;14621;p6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1" name="Google Shape;14631;p6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635" name="Shape 14635"/>
        <p:cNvGrpSpPr/>
        <p:nvPr/>
      </p:nvGrpSpPr>
      <p:grpSpPr>
        <a:xfrm>
          <a:off x="0" y="0"/>
          <a:ext cx="0" cy="0"/>
          <a:chOff x="0" y="0"/>
          <a:chExt cx="0" cy="0"/>
        </a:xfrm>
      </p:grpSpPr>
      <p:sp>
        <p:nvSpPr>
          <p:cNvPr id="14636" name="Google Shape;14636;p68"/>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7" name="Google Shape;14637;p68"/>
          <p:cNvGrpSpPr/>
          <p:nvPr/>
        </p:nvGrpSpPr>
        <p:grpSpPr>
          <a:xfrm>
            <a:off x="3026217" y="3893352"/>
            <a:ext cx="346056" cy="345674"/>
            <a:chOff x="3303268" y="3817349"/>
            <a:chExt cx="346056" cy="345674"/>
          </a:xfrm>
        </p:grpSpPr>
        <p:sp>
          <p:nvSpPr>
            <p:cNvPr id="14638" name="Google Shape;14638;p6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2" name="Google Shape;14642;p68"/>
          <p:cNvGrpSpPr/>
          <p:nvPr/>
        </p:nvGrpSpPr>
        <p:grpSpPr>
          <a:xfrm>
            <a:off x="3475306" y="3893352"/>
            <a:ext cx="346056" cy="345674"/>
            <a:chOff x="3752358" y="3817349"/>
            <a:chExt cx="346056" cy="345674"/>
          </a:xfrm>
        </p:grpSpPr>
        <p:sp>
          <p:nvSpPr>
            <p:cNvPr id="14643" name="Google Shape;14643;p6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68"/>
          <p:cNvGrpSpPr/>
          <p:nvPr/>
        </p:nvGrpSpPr>
        <p:grpSpPr>
          <a:xfrm>
            <a:off x="4822956" y="3893352"/>
            <a:ext cx="346024" cy="345674"/>
            <a:chOff x="5100008" y="3817349"/>
            <a:chExt cx="346024" cy="345674"/>
          </a:xfrm>
        </p:grpSpPr>
        <p:sp>
          <p:nvSpPr>
            <p:cNvPr id="14648" name="Google Shape;14648;p6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1" name="Google Shape;14651;p68"/>
          <p:cNvGrpSpPr/>
          <p:nvPr/>
        </p:nvGrpSpPr>
        <p:grpSpPr>
          <a:xfrm>
            <a:off x="5721867" y="3893352"/>
            <a:ext cx="345674" cy="345674"/>
            <a:chOff x="5998919" y="3817349"/>
            <a:chExt cx="345674" cy="345674"/>
          </a:xfrm>
        </p:grpSpPr>
        <p:sp>
          <p:nvSpPr>
            <p:cNvPr id="14652" name="Google Shape;14652;p6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68"/>
          <p:cNvGrpSpPr/>
          <p:nvPr/>
        </p:nvGrpSpPr>
        <p:grpSpPr>
          <a:xfrm>
            <a:off x="3924396" y="3893352"/>
            <a:ext cx="346024" cy="345674"/>
            <a:chOff x="4201447" y="3817349"/>
            <a:chExt cx="346024" cy="345674"/>
          </a:xfrm>
        </p:grpSpPr>
        <p:sp>
          <p:nvSpPr>
            <p:cNvPr id="14656" name="Google Shape;14656;p6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8" name="Google Shape;14658;p68"/>
          <p:cNvGrpSpPr/>
          <p:nvPr/>
        </p:nvGrpSpPr>
        <p:grpSpPr>
          <a:xfrm>
            <a:off x="4373867" y="3893352"/>
            <a:ext cx="346024" cy="345674"/>
            <a:chOff x="4650919" y="3817349"/>
            <a:chExt cx="346024" cy="345674"/>
          </a:xfrm>
        </p:grpSpPr>
        <p:sp>
          <p:nvSpPr>
            <p:cNvPr id="14659" name="Google Shape;14659;p6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68"/>
          <p:cNvGrpSpPr/>
          <p:nvPr/>
        </p:nvGrpSpPr>
        <p:grpSpPr>
          <a:xfrm>
            <a:off x="5272810" y="3893352"/>
            <a:ext cx="345642" cy="345674"/>
            <a:chOff x="5549861" y="3817349"/>
            <a:chExt cx="345642" cy="345674"/>
          </a:xfrm>
        </p:grpSpPr>
        <p:sp>
          <p:nvSpPr>
            <p:cNvPr id="14663" name="Google Shape;14663;p6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68"/>
          <p:cNvGrpSpPr/>
          <p:nvPr/>
        </p:nvGrpSpPr>
        <p:grpSpPr>
          <a:xfrm>
            <a:off x="1281335" y="3474029"/>
            <a:ext cx="367255" cy="269855"/>
            <a:chOff x="1306445" y="3397829"/>
            <a:chExt cx="367255" cy="269855"/>
          </a:xfrm>
        </p:grpSpPr>
        <p:sp>
          <p:nvSpPr>
            <p:cNvPr id="14667" name="Google Shape;14667;p6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3" name="Google Shape;14673;p68"/>
          <p:cNvGrpSpPr/>
          <p:nvPr/>
        </p:nvGrpSpPr>
        <p:grpSpPr>
          <a:xfrm>
            <a:off x="1756207" y="3467600"/>
            <a:ext cx="367255" cy="282364"/>
            <a:chOff x="1781317" y="3391400"/>
            <a:chExt cx="367255" cy="282364"/>
          </a:xfrm>
        </p:grpSpPr>
        <p:sp>
          <p:nvSpPr>
            <p:cNvPr id="14674" name="Google Shape;14674;p6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68"/>
          <p:cNvGrpSpPr/>
          <p:nvPr/>
        </p:nvGrpSpPr>
        <p:grpSpPr>
          <a:xfrm>
            <a:off x="3653720" y="3447133"/>
            <a:ext cx="369164" cy="323297"/>
            <a:chOff x="3678830" y="3370933"/>
            <a:chExt cx="369164" cy="323297"/>
          </a:xfrm>
        </p:grpSpPr>
        <p:sp>
          <p:nvSpPr>
            <p:cNvPr id="14681" name="Google Shape;14681;p6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68"/>
          <p:cNvGrpSpPr/>
          <p:nvPr/>
        </p:nvGrpSpPr>
        <p:grpSpPr>
          <a:xfrm>
            <a:off x="834155" y="3424375"/>
            <a:ext cx="312316" cy="368400"/>
            <a:chOff x="859265" y="3348175"/>
            <a:chExt cx="312316" cy="368400"/>
          </a:xfrm>
        </p:grpSpPr>
        <p:sp>
          <p:nvSpPr>
            <p:cNvPr id="14693" name="Google Shape;14693;p6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98" name="Google Shape;14698;p68"/>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9" name="Google Shape;14699;p68"/>
          <p:cNvGrpSpPr/>
          <p:nvPr/>
        </p:nvGrpSpPr>
        <p:grpSpPr>
          <a:xfrm>
            <a:off x="2741264" y="3437213"/>
            <a:ext cx="330110" cy="308908"/>
            <a:chOff x="2766264" y="3394042"/>
            <a:chExt cx="294873" cy="275934"/>
          </a:xfrm>
        </p:grpSpPr>
        <p:sp>
          <p:nvSpPr>
            <p:cNvPr id="14700" name="Google Shape;14700;p6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68"/>
          <p:cNvGrpSpPr/>
          <p:nvPr/>
        </p:nvGrpSpPr>
        <p:grpSpPr>
          <a:xfrm>
            <a:off x="3189862" y="3435388"/>
            <a:ext cx="346406" cy="347552"/>
            <a:chOff x="3214972" y="3359188"/>
            <a:chExt cx="346406" cy="347552"/>
          </a:xfrm>
        </p:grpSpPr>
        <p:sp>
          <p:nvSpPr>
            <p:cNvPr id="14705" name="Google Shape;14705;p6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68"/>
          <p:cNvGrpSpPr/>
          <p:nvPr/>
        </p:nvGrpSpPr>
        <p:grpSpPr>
          <a:xfrm>
            <a:off x="4604196" y="3485393"/>
            <a:ext cx="367255" cy="244486"/>
            <a:chOff x="4629306" y="3409193"/>
            <a:chExt cx="367255" cy="244486"/>
          </a:xfrm>
        </p:grpSpPr>
        <p:sp>
          <p:nvSpPr>
            <p:cNvPr id="14720" name="Google Shape;14720;p6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68"/>
          <p:cNvGrpSpPr/>
          <p:nvPr/>
        </p:nvGrpSpPr>
        <p:grpSpPr>
          <a:xfrm>
            <a:off x="4168380" y="3426284"/>
            <a:ext cx="289939" cy="334661"/>
            <a:chOff x="4193490" y="3350084"/>
            <a:chExt cx="289939" cy="334661"/>
          </a:xfrm>
        </p:grpSpPr>
        <p:sp>
          <p:nvSpPr>
            <p:cNvPr id="14731" name="Google Shape;14731;p6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68"/>
          <p:cNvGrpSpPr/>
          <p:nvPr/>
        </p:nvGrpSpPr>
        <p:grpSpPr>
          <a:xfrm>
            <a:off x="6508171" y="3427430"/>
            <a:ext cx="357037" cy="357005"/>
            <a:chOff x="6533281" y="3351230"/>
            <a:chExt cx="357037" cy="357005"/>
          </a:xfrm>
        </p:grpSpPr>
        <p:sp>
          <p:nvSpPr>
            <p:cNvPr id="14742" name="Google Shape;14742;p6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68"/>
          <p:cNvGrpSpPr/>
          <p:nvPr/>
        </p:nvGrpSpPr>
        <p:grpSpPr>
          <a:xfrm>
            <a:off x="6033331" y="3427430"/>
            <a:ext cx="357387" cy="357005"/>
            <a:chOff x="6058441" y="3351230"/>
            <a:chExt cx="357387" cy="357005"/>
          </a:xfrm>
        </p:grpSpPr>
        <p:sp>
          <p:nvSpPr>
            <p:cNvPr id="14746" name="Google Shape;14746;p6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68"/>
          <p:cNvGrpSpPr/>
          <p:nvPr/>
        </p:nvGrpSpPr>
        <p:grpSpPr>
          <a:xfrm>
            <a:off x="7932373" y="3427048"/>
            <a:ext cx="357387" cy="357387"/>
            <a:chOff x="7957483" y="3350848"/>
            <a:chExt cx="357387" cy="357387"/>
          </a:xfrm>
        </p:grpSpPr>
        <p:sp>
          <p:nvSpPr>
            <p:cNvPr id="14749" name="Google Shape;14749;p6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2" name="Google Shape;14752;p68"/>
          <p:cNvGrpSpPr/>
          <p:nvPr/>
        </p:nvGrpSpPr>
        <p:grpSpPr>
          <a:xfrm>
            <a:off x="6982661" y="3427430"/>
            <a:ext cx="357387" cy="357005"/>
            <a:chOff x="7007771" y="3351230"/>
            <a:chExt cx="357387" cy="357005"/>
          </a:xfrm>
        </p:grpSpPr>
        <p:sp>
          <p:nvSpPr>
            <p:cNvPr id="14753" name="Google Shape;14753;p6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68"/>
          <p:cNvGrpSpPr/>
          <p:nvPr/>
        </p:nvGrpSpPr>
        <p:grpSpPr>
          <a:xfrm>
            <a:off x="5083620" y="3427430"/>
            <a:ext cx="357005" cy="357005"/>
            <a:chOff x="5108729" y="3351230"/>
            <a:chExt cx="357005" cy="357005"/>
          </a:xfrm>
        </p:grpSpPr>
        <p:sp>
          <p:nvSpPr>
            <p:cNvPr id="14759" name="Google Shape;14759;p6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68"/>
          <p:cNvGrpSpPr/>
          <p:nvPr/>
        </p:nvGrpSpPr>
        <p:grpSpPr>
          <a:xfrm>
            <a:off x="5558459" y="3427430"/>
            <a:ext cx="357419" cy="357005"/>
            <a:chOff x="5583569" y="3351230"/>
            <a:chExt cx="357419" cy="357005"/>
          </a:xfrm>
        </p:grpSpPr>
        <p:sp>
          <p:nvSpPr>
            <p:cNvPr id="14762" name="Google Shape;14762;p6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4" name="Google Shape;14764;p68"/>
          <p:cNvGrpSpPr/>
          <p:nvPr/>
        </p:nvGrpSpPr>
        <p:grpSpPr>
          <a:xfrm>
            <a:off x="7457119" y="3427430"/>
            <a:ext cx="357419" cy="357005"/>
            <a:chOff x="7482229" y="3351230"/>
            <a:chExt cx="357419" cy="357005"/>
          </a:xfrm>
        </p:grpSpPr>
        <p:sp>
          <p:nvSpPr>
            <p:cNvPr id="14765" name="Google Shape;14765;p6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68"/>
          <p:cNvGrpSpPr/>
          <p:nvPr/>
        </p:nvGrpSpPr>
        <p:grpSpPr>
          <a:xfrm>
            <a:off x="3739375" y="2966882"/>
            <a:ext cx="222874" cy="345737"/>
            <a:chOff x="3764485" y="2890682"/>
            <a:chExt cx="222874" cy="345737"/>
          </a:xfrm>
        </p:grpSpPr>
        <p:sp>
          <p:nvSpPr>
            <p:cNvPr id="14771" name="Google Shape;14771;p6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68"/>
          <p:cNvGrpSpPr/>
          <p:nvPr/>
        </p:nvGrpSpPr>
        <p:grpSpPr>
          <a:xfrm>
            <a:off x="2213507" y="2984331"/>
            <a:ext cx="422596" cy="310382"/>
            <a:chOff x="2278533" y="2937377"/>
            <a:chExt cx="346788" cy="254704"/>
          </a:xfrm>
        </p:grpSpPr>
        <p:sp>
          <p:nvSpPr>
            <p:cNvPr id="14775" name="Google Shape;14775;p6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7" name="Google Shape;14777;p68"/>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8" name="Google Shape;14778;p68"/>
          <p:cNvGrpSpPr/>
          <p:nvPr/>
        </p:nvGrpSpPr>
        <p:grpSpPr>
          <a:xfrm>
            <a:off x="1811527" y="2967710"/>
            <a:ext cx="286152" cy="346438"/>
            <a:chOff x="1836637" y="2891510"/>
            <a:chExt cx="286152" cy="346438"/>
          </a:xfrm>
        </p:grpSpPr>
        <p:sp>
          <p:nvSpPr>
            <p:cNvPr id="14779" name="Google Shape;14779;p6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2" name="Google Shape;14782;p68"/>
          <p:cNvGrpSpPr/>
          <p:nvPr/>
        </p:nvGrpSpPr>
        <p:grpSpPr>
          <a:xfrm>
            <a:off x="5560751" y="2982129"/>
            <a:ext cx="379764" cy="337684"/>
            <a:chOff x="5585861" y="2905929"/>
            <a:chExt cx="379764" cy="337684"/>
          </a:xfrm>
        </p:grpSpPr>
        <p:sp>
          <p:nvSpPr>
            <p:cNvPr id="14783" name="Google Shape;14783;p6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68"/>
          <p:cNvGrpSpPr/>
          <p:nvPr/>
        </p:nvGrpSpPr>
        <p:grpSpPr>
          <a:xfrm>
            <a:off x="1302566" y="2986680"/>
            <a:ext cx="347934" cy="310024"/>
            <a:chOff x="1327676" y="2910480"/>
            <a:chExt cx="347934" cy="310024"/>
          </a:xfrm>
        </p:grpSpPr>
        <p:sp>
          <p:nvSpPr>
            <p:cNvPr id="14788" name="Google Shape;14788;p6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3" name="Google Shape;14793;p68"/>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4" name="Google Shape;14794;p68"/>
          <p:cNvGrpSpPr/>
          <p:nvPr/>
        </p:nvGrpSpPr>
        <p:grpSpPr>
          <a:xfrm>
            <a:off x="2728291" y="2945764"/>
            <a:ext cx="382828" cy="358601"/>
            <a:chOff x="2753373" y="2902523"/>
            <a:chExt cx="347552" cy="325557"/>
          </a:xfrm>
        </p:grpSpPr>
        <p:sp>
          <p:nvSpPr>
            <p:cNvPr id="14795" name="Google Shape;14795;p6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1" name="Google Shape;14801;p68"/>
          <p:cNvGrpSpPr/>
          <p:nvPr/>
        </p:nvGrpSpPr>
        <p:grpSpPr>
          <a:xfrm>
            <a:off x="823906" y="2979455"/>
            <a:ext cx="356655" cy="335425"/>
            <a:chOff x="849016" y="2903255"/>
            <a:chExt cx="356655" cy="335425"/>
          </a:xfrm>
        </p:grpSpPr>
        <p:sp>
          <p:nvSpPr>
            <p:cNvPr id="14802" name="Google Shape;14802;p6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68"/>
          <p:cNvGrpSpPr/>
          <p:nvPr/>
        </p:nvGrpSpPr>
        <p:grpSpPr>
          <a:xfrm>
            <a:off x="4185823" y="3002977"/>
            <a:ext cx="280072" cy="275520"/>
            <a:chOff x="4210933" y="2926777"/>
            <a:chExt cx="280072" cy="275520"/>
          </a:xfrm>
        </p:grpSpPr>
        <p:sp>
          <p:nvSpPr>
            <p:cNvPr id="14814" name="Google Shape;14814;p6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7" name="Google Shape;14827;p68"/>
          <p:cNvGrpSpPr/>
          <p:nvPr/>
        </p:nvGrpSpPr>
        <p:grpSpPr>
          <a:xfrm>
            <a:off x="4642106" y="2991582"/>
            <a:ext cx="320273" cy="318395"/>
            <a:chOff x="4667216" y="2915382"/>
            <a:chExt cx="320273" cy="318395"/>
          </a:xfrm>
        </p:grpSpPr>
        <p:sp>
          <p:nvSpPr>
            <p:cNvPr id="14828" name="Google Shape;14828;p6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2" name="Google Shape;14832;p68"/>
          <p:cNvGrpSpPr/>
          <p:nvPr/>
        </p:nvGrpSpPr>
        <p:grpSpPr>
          <a:xfrm>
            <a:off x="5145370" y="3010839"/>
            <a:ext cx="261929" cy="280550"/>
            <a:chOff x="5170480" y="2934639"/>
            <a:chExt cx="261929" cy="280550"/>
          </a:xfrm>
        </p:grpSpPr>
        <p:sp>
          <p:nvSpPr>
            <p:cNvPr id="14833" name="Google Shape;14833;p6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0" name="Google Shape;14840;p68"/>
          <p:cNvGrpSpPr/>
          <p:nvPr/>
        </p:nvGrpSpPr>
        <p:grpSpPr>
          <a:xfrm>
            <a:off x="6044313" y="2968091"/>
            <a:ext cx="362321" cy="364231"/>
            <a:chOff x="6069423" y="2891892"/>
            <a:chExt cx="362321" cy="364231"/>
          </a:xfrm>
        </p:grpSpPr>
        <p:sp>
          <p:nvSpPr>
            <p:cNvPr id="14841" name="Google Shape;14841;p6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7" name="Google Shape;14847;p68"/>
          <p:cNvGrpSpPr/>
          <p:nvPr/>
        </p:nvGrpSpPr>
        <p:grpSpPr>
          <a:xfrm>
            <a:off x="6546845" y="2995370"/>
            <a:ext cx="308878" cy="311170"/>
            <a:chOff x="6571955" y="2919170"/>
            <a:chExt cx="308878" cy="311170"/>
          </a:xfrm>
        </p:grpSpPr>
        <p:sp>
          <p:nvSpPr>
            <p:cNvPr id="14848" name="Google Shape;14848;p6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8" name="Google Shape;14858;p68"/>
          <p:cNvGrpSpPr/>
          <p:nvPr/>
        </p:nvGrpSpPr>
        <p:grpSpPr>
          <a:xfrm>
            <a:off x="7474944" y="3010935"/>
            <a:ext cx="350576" cy="280454"/>
            <a:chOff x="7500054" y="2934735"/>
            <a:chExt cx="350576" cy="280454"/>
          </a:xfrm>
        </p:grpSpPr>
        <p:sp>
          <p:nvSpPr>
            <p:cNvPr id="14859" name="Google Shape;14859;p6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68"/>
          <p:cNvGrpSpPr/>
          <p:nvPr/>
        </p:nvGrpSpPr>
        <p:grpSpPr>
          <a:xfrm>
            <a:off x="6987570" y="2950862"/>
            <a:ext cx="332012" cy="355454"/>
            <a:chOff x="7055134" y="2919170"/>
            <a:chExt cx="290321" cy="310820"/>
          </a:xfrm>
        </p:grpSpPr>
        <p:sp>
          <p:nvSpPr>
            <p:cNvPr id="14868" name="Google Shape;14868;p6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2" name="Google Shape;14882;p68"/>
          <p:cNvGrpSpPr/>
          <p:nvPr/>
        </p:nvGrpSpPr>
        <p:grpSpPr>
          <a:xfrm>
            <a:off x="7960033" y="2976813"/>
            <a:ext cx="330109" cy="347552"/>
            <a:chOff x="7985143" y="2900613"/>
            <a:chExt cx="330109" cy="347552"/>
          </a:xfrm>
        </p:grpSpPr>
        <p:sp>
          <p:nvSpPr>
            <p:cNvPr id="14883" name="Google Shape;14883;p6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68"/>
          <p:cNvGrpSpPr/>
          <p:nvPr/>
        </p:nvGrpSpPr>
        <p:grpSpPr>
          <a:xfrm>
            <a:off x="7965731" y="2511426"/>
            <a:ext cx="354363" cy="353631"/>
            <a:chOff x="7990840" y="2435226"/>
            <a:chExt cx="354363" cy="353631"/>
          </a:xfrm>
        </p:grpSpPr>
        <p:sp>
          <p:nvSpPr>
            <p:cNvPr id="14892" name="Google Shape;14892;p6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68"/>
          <p:cNvGrpSpPr/>
          <p:nvPr/>
        </p:nvGrpSpPr>
        <p:grpSpPr>
          <a:xfrm>
            <a:off x="1792207" y="2556530"/>
            <a:ext cx="350958" cy="263043"/>
            <a:chOff x="1817317" y="2480330"/>
            <a:chExt cx="350958" cy="263043"/>
          </a:xfrm>
        </p:grpSpPr>
        <p:sp>
          <p:nvSpPr>
            <p:cNvPr id="14896" name="Google Shape;14896;p6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68"/>
          <p:cNvGrpSpPr/>
          <p:nvPr/>
        </p:nvGrpSpPr>
        <p:grpSpPr>
          <a:xfrm>
            <a:off x="1316617" y="2559549"/>
            <a:ext cx="419913" cy="308109"/>
            <a:chOff x="1341727" y="2483349"/>
            <a:chExt cx="419913" cy="308109"/>
          </a:xfrm>
        </p:grpSpPr>
        <p:sp>
          <p:nvSpPr>
            <p:cNvPr id="14902" name="Google Shape;14902;p6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5" name="Google Shape;14905;p68"/>
          <p:cNvGrpSpPr/>
          <p:nvPr/>
        </p:nvGrpSpPr>
        <p:grpSpPr>
          <a:xfrm>
            <a:off x="829222" y="2523936"/>
            <a:ext cx="376358" cy="330109"/>
            <a:chOff x="854332" y="2447736"/>
            <a:chExt cx="376358" cy="330109"/>
          </a:xfrm>
        </p:grpSpPr>
        <p:sp>
          <p:nvSpPr>
            <p:cNvPr id="14906" name="Google Shape;14906;p6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4" name="Google Shape;14914;p68"/>
          <p:cNvGrpSpPr/>
          <p:nvPr/>
        </p:nvGrpSpPr>
        <p:grpSpPr>
          <a:xfrm>
            <a:off x="4181653" y="2527151"/>
            <a:ext cx="322151" cy="322374"/>
            <a:chOff x="4206763" y="2450951"/>
            <a:chExt cx="322151" cy="322374"/>
          </a:xfrm>
        </p:grpSpPr>
        <p:sp>
          <p:nvSpPr>
            <p:cNvPr id="14915" name="Google Shape;14915;p6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7" name="Google Shape;14917;p68"/>
          <p:cNvGrpSpPr/>
          <p:nvPr/>
        </p:nvGrpSpPr>
        <p:grpSpPr>
          <a:xfrm>
            <a:off x="7491236" y="2526259"/>
            <a:ext cx="327976" cy="324316"/>
            <a:chOff x="7528096" y="2450059"/>
            <a:chExt cx="327976" cy="324316"/>
          </a:xfrm>
        </p:grpSpPr>
        <p:sp>
          <p:nvSpPr>
            <p:cNvPr id="14918" name="Google Shape;14918;p6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3" name="Google Shape;14923;p68"/>
          <p:cNvGrpSpPr/>
          <p:nvPr/>
        </p:nvGrpSpPr>
        <p:grpSpPr>
          <a:xfrm>
            <a:off x="7052019" y="2588742"/>
            <a:ext cx="282364" cy="198619"/>
            <a:chOff x="7077129" y="2512542"/>
            <a:chExt cx="282364" cy="198619"/>
          </a:xfrm>
        </p:grpSpPr>
        <p:sp>
          <p:nvSpPr>
            <p:cNvPr id="14924" name="Google Shape;14924;p6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0" name="Google Shape;14930;p68"/>
          <p:cNvGrpSpPr/>
          <p:nvPr/>
        </p:nvGrpSpPr>
        <p:grpSpPr>
          <a:xfrm>
            <a:off x="3700351" y="2520912"/>
            <a:ext cx="334279" cy="334661"/>
            <a:chOff x="3725461" y="2444712"/>
            <a:chExt cx="334279" cy="334661"/>
          </a:xfrm>
        </p:grpSpPr>
        <p:sp>
          <p:nvSpPr>
            <p:cNvPr id="14931" name="Google Shape;14931;p6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8" name="Google Shape;14938;p68"/>
          <p:cNvGrpSpPr/>
          <p:nvPr/>
        </p:nvGrpSpPr>
        <p:grpSpPr>
          <a:xfrm>
            <a:off x="6552128" y="2533421"/>
            <a:ext cx="332019" cy="310788"/>
            <a:chOff x="6577238" y="2457221"/>
            <a:chExt cx="332019" cy="310788"/>
          </a:xfrm>
        </p:grpSpPr>
        <p:sp>
          <p:nvSpPr>
            <p:cNvPr id="14939" name="Google Shape;14939;p6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5" name="Google Shape;14945;p68"/>
          <p:cNvGrpSpPr/>
          <p:nvPr/>
        </p:nvGrpSpPr>
        <p:grpSpPr>
          <a:xfrm>
            <a:off x="2793451" y="2515978"/>
            <a:ext cx="247892" cy="346024"/>
            <a:chOff x="2818561" y="2439778"/>
            <a:chExt cx="247892" cy="346024"/>
          </a:xfrm>
        </p:grpSpPr>
        <p:sp>
          <p:nvSpPr>
            <p:cNvPr id="14946" name="Google Shape;14946;p6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68"/>
          <p:cNvGrpSpPr/>
          <p:nvPr/>
        </p:nvGrpSpPr>
        <p:grpSpPr>
          <a:xfrm>
            <a:off x="3182668" y="2550832"/>
            <a:ext cx="419933" cy="275170"/>
            <a:chOff x="3207778" y="2474632"/>
            <a:chExt cx="419933" cy="275170"/>
          </a:xfrm>
        </p:grpSpPr>
        <p:sp>
          <p:nvSpPr>
            <p:cNvPr id="14959" name="Google Shape;14959;p6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68"/>
          <p:cNvGrpSpPr/>
          <p:nvPr/>
        </p:nvGrpSpPr>
        <p:grpSpPr>
          <a:xfrm>
            <a:off x="6074265" y="2532275"/>
            <a:ext cx="337684" cy="314194"/>
            <a:chOff x="6099375" y="2456075"/>
            <a:chExt cx="337684" cy="314194"/>
          </a:xfrm>
        </p:grpSpPr>
        <p:sp>
          <p:nvSpPr>
            <p:cNvPr id="14974" name="Google Shape;14974;p6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6" name="Google Shape;14976;p68"/>
          <p:cNvGrpSpPr/>
          <p:nvPr/>
        </p:nvGrpSpPr>
        <p:grpSpPr>
          <a:xfrm>
            <a:off x="2287513" y="2544784"/>
            <a:ext cx="312698" cy="286534"/>
            <a:chOff x="2312623" y="2468584"/>
            <a:chExt cx="312698" cy="286534"/>
          </a:xfrm>
        </p:grpSpPr>
        <p:sp>
          <p:nvSpPr>
            <p:cNvPr id="14977" name="Google Shape;14977;p6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68"/>
          <p:cNvGrpSpPr/>
          <p:nvPr/>
        </p:nvGrpSpPr>
        <p:grpSpPr>
          <a:xfrm>
            <a:off x="5593695" y="2517124"/>
            <a:ext cx="345292" cy="342618"/>
            <a:chOff x="5618805" y="2440924"/>
            <a:chExt cx="345292" cy="342618"/>
          </a:xfrm>
        </p:grpSpPr>
        <p:sp>
          <p:nvSpPr>
            <p:cNvPr id="14981" name="Google Shape;14981;p6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68"/>
          <p:cNvGrpSpPr/>
          <p:nvPr/>
        </p:nvGrpSpPr>
        <p:grpSpPr>
          <a:xfrm>
            <a:off x="4628069" y="2522790"/>
            <a:ext cx="377886" cy="331255"/>
            <a:chOff x="4653179" y="2446590"/>
            <a:chExt cx="377886" cy="331255"/>
          </a:xfrm>
        </p:grpSpPr>
        <p:sp>
          <p:nvSpPr>
            <p:cNvPr id="14987" name="Google Shape;14987;p6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68"/>
          <p:cNvGrpSpPr/>
          <p:nvPr/>
        </p:nvGrpSpPr>
        <p:grpSpPr>
          <a:xfrm>
            <a:off x="5159407" y="2535681"/>
            <a:ext cx="252062" cy="305122"/>
            <a:chOff x="5184517" y="2459481"/>
            <a:chExt cx="252062" cy="305122"/>
          </a:xfrm>
        </p:grpSpPr>
        <p:sp>
          <p:nvSpPr>
            <p:cNvPr id="14992" name="Google Shape;14992;p6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8" name="Google Shape;14998;p68"/>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9" name="Google Shape;14999;p68"/>
          <p:cNvGrpSpPr/>
          <p:nvPr/>
        </p:nvGrpSpPr>
        <p:grpSpPr>
          <a:xfrm>
            <a:off x="6130349" y="2045308"/>
            <a:ext cx="249770" cy="363849"/>
            <a:chOff x="6155459" y="1969108"/>
            <a:chExt cx="249770" cy="363849"/>
          </a:xfrm>
        </p:grpSpPr>
        <p:sp>
          <p:nvSpPr>
            <p:cNvPr id="15000" name="Google Shape;15000;p6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9" name="Google Shape;15009;p68"/>
          <p:cNvGrpSpPr/>
          <p:nvPr/>
        </p:nvGrpSpPr>
        <p:grpSpPr>
          <a:xfrm>
            <a:off x="2254919" y="2046804"/>
            <a:ext cx="353631" cy="354395"/>
            <a:chOff x="2280029" y="1970604"/>
            <a:chExt cx="353631" cy="354395"/>
          </a:xfrm>
        </p:grpSpPr>
        <p:sp>
          <p:nvSpPr>
            <p:cNvPr id="15010" name="Google Shape;15010;p6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4" name="Google Shape;15014;p68"/>
          <p:cNvGrpSpPr/>
          <p:nvPr/>
        </p:nvGrpSpPr>
        <p:grpSpPr>
          <a:xfrm>
            <a:off x="8039990" y="2076374"/>
            <a:ext cx="255086" cy="301685"/>
            <a:chOff x="8065100" y="2000174"/>
            <a:chExt cx="255086" cy="301685"/>
          </a:xfrm>
        </p:grpSpPr>
        <p:sp>
          <p:nvSpPr>
            <p:cNvPr id="15015" name="Google Shape;15015;p6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68"/>
          <p:cNvGrpSpPr/>
          <p:nvPr/>
        </p:nvGrpSpPr>
        <p:grpSpPr>
          <a:xfrm>
            <a:off x="6608595" y="2045308"/>
            <a:ext cx="249420" cy="363849"/>
            <a:chOff x="6633705" y="1969108"/>
            <a:chExt cx="249420" cy="363849"/>
          </a:xfrm>
        </p:grpSpPr>
        <p:sp>
          <p:nvSpPr>
            <p:cNvPr id="15020" name="Google Shape;15020;p6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68"/>
          <p:cNvGrpSpPr/>
          <p:nvPr/>
        </p:nvGrpSpPr>
        <p:grpSpPr>
          <a:xfrm>
            <a:off x="5185921" y="2045308"/>
            <a:ext cx="226661" cy="363467"/>
            <a:chOff x="5211031" y="1969108"/>
            <a:chExt cx="226661" cy="363467"/>
          </a:xfrm>
        </p:grpSpPr>
        <p:sp>
          <p:nvSpPr>
            <p:cNvPr id="15029" name="Google Shape;15029;p6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68"/>
          <p:cNvGrpSpPr/>
          <p:nvPr/>
        </p:nvGrpSpPr>
        <p:grpSpPr>
          <a:xfrm>
            <a:off x="3687842" y="2046804"/>
            <a:ext cx="354363" cy="354395"/>
            <a:chOff x="3712952" y="1970604"/>
            <a:chExt cx="354363" cy="354395"/>
          </a:xfrm>
        </p:grpSpPr>
        <p:sp>
          <p:nvSpPr>
            <p:cNvPr id="15032" name="Google Shape;15032;p6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1" name="Google Shape;15041;p68"/>
          <p:cNvGrpSpPr/>
          <p:nvPr/>
        </p:nvGrpSpPr>
        <p:grpSpPr>
          <a:xfrm>
            <a:off x="3210329" y="2046804"/>
            <a:ext cx="354363" cy="354745"/>
            <a:chOff x="3235438" y="1970604"/>
            <a:chExt cx="354363" cy="354745"/>
          </a:xfrm>
        </p:grpSpPr>
        <p:sp>
          <p:nvSpPr>
            <p:cNvPr id="15042" name="Google Shape;15042;p6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5" name="Google Shape;15055;p68"/>
          <p:cNvGrpSpPr/>
          <p:nvPr/>
        </p:nvGrpSpPr>
        <p:grpSpPr>
          <a:xfrm>
            <a:off x="1304475" y="2066125"/>
            <a:ext cx="341472" cy="335074"/>
            <a:chOff x="1329585" y="1989925"/>
            <a:chExt cx="341472" cy="335074"/>
          </a:xfrm>
        </p:grpSpPr>
        <p:sp>
          <p:nvSpPr>
            <p:cNvPr id="15056" name="Google Shape;15056;p6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9" name="Google Shape;15059;p68"/>
          <p:cNvGrpSpPr/>
          <p:nvPr/>
        </p:nvGrpSpPr>
        <p:grpSpPr>
          <a:xfrm>
            <a:off x="5566761" y="2066106"/>
            <a:ext cx="416649" cy="325597"/>
            <a:chOff x="5626763" y="2013829"/>
            <a:chExt cx="351722" cy="274788"/>
          </a:xfrm>
        </p:grpSpPr>
        <p:sp>
          <p:nvSpPr>
            <p:cNvPr id="15060" name="Google Shape;15060;p6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0" name="Google Shape;15070;p68"/>
          <p:cNvGrpSpPr/>
          <p:nvPr/>
        </p:nvGrpSpPr>
        <p:grpSpPr>
          <a:xfrm>
            <a:off x="7551495" y="2060077"/>
            <a:ext cx="276698" cy="333133"/>
            <a:chOff x="7576605" y="1983877"/>
            <a:chExt cx="276698" cy="333133"/>
          </a:xfrm>
        </p:grpSpPr>
        <p:sp>
          <p:nvSpPr>
            <p:cNvPr id="15071" name="Google Shape;15071;p6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3" name="Google Shape;15073;p68"/>
          <p:cNvGrpSpPr/>
          <p:nvPr/>
        </p:nvGrpSpPr>
        <p:grpSpPr>
          <a:xfrm>
            <a:off x="828458" y="2051738"/>
            <a:ext cx="337334" cy="353599"/>
            <a:chOff x="853568" y="1975538"/>
            <a:chExt cx="337334" cy="353599"/>
          </a:xfrm>
        </p:grpSpPr>
        <p:sp>
          <p:nvSpPr>
            <p:cNvPr id="15074" name="Google Shape;15074;p6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68"/>
          <p:cNvGrpSpPr/>
          <p:nvPr/>
        </p:nvGrpSpPr>
        <p:grpSpPr>
          <a:xfrm>
            <a:off x="2733192" y="2085828"/>
            <a:ext cx="327085" cy="277080"/>
            <a:chOff x="2770052" y="2009628"/>
            <a:chExt cx="327085" cy="277080"/>
          </a:xfrm>
        </p:grpSpPr>
        <p:sp>
          <p:nvSpPr>
            <p:cNvPr id="15079" name="Google Shape;15079;p6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1" name="Google Shape;15081;p68"/>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2" name="Google Shape;15082;p68"/>
          <p:cNvGrpSpPr/>
          <p:nvPr/>
        </p:nvGrpSpPr>
        <p:grpSpPr>
          <a:xfrm>
            <a:off x="4170289" y="2046804"/>
            <a:ext cx="344878" cy="343573"/>
            <a:chOff x="4195399" y="1970604"/>
            <a:chExt cx="344878" cy="343573"/>
          </a:xfrm>
        </p:grpSpPr>
        <p:sp>
          <p:nvSpPr>
            <p:cNvPr id="15083" name="Google Shape;15083;p6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68"/>
          <p:cNvGrpSpPr/>
          <p:nvPr/>
        </p:nvGrpSpPr>
        <p:grpSpPr>
          <a:xfrm>
            <a:off x="4649681" y="2053647"/>
            <a:ext cx="344528" cy="344114"/>
            <a:chOff x="4674791" y="1977447"/>
            <a:chExt cx="344528" cy="344114"/>
          </a:xfrm>
        </p:grpSpPr>
        <p:sp>
          <p:nvSpPr>
            <p:cNvPr id="15088" name="Google Shape;15088;p6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4" name="Google Shape;15114;p68"/>
          <p:cNvGrpSpPr/>
          <p:nvPr/>
        </p:nvGrpSpPr>
        <p:grpSpPr>
          <a:xfrm>
            <a:off x="6058700" y="1623497"/>
            <a:ext cx="382819" cy="310788"/>
            <a:chOff x="6083810" y="1547297"/>
            <a:chExt cx="382819" cy="310788"/>
          </a:xfrm>
        </p:grpSpPr>
        <p:sp>
          <p:nvSpPr>
            <p:cNvPr id="15115" name="Google Shape;15115;p6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68"/>
          <p:cNvGrpSpPr/>
          <p:nvPr/>
        </p:nvGrpSpPr>
        <p:grpSpPr>
          <a:xfrm>
            <a:off x="6533190" y="1614393"/>
            <a:ext cx="382788" cy="328613"/>
            <a:chOff x="6558300" y="1538193"/>
            <a:chExt cx="382788" cy="328613"/>
          </a:xfrm>
        </p:grpSpPr>
        <p:sp>
          <p:nvSpPr>
            <p:cNvPr id="15134" name="Google Shape;15134;p6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6" name="Google Shape;15136;p68"/>
          <p:cNvGrpSpPr/>
          <p:nvPr/>
        </p:nvGrpSpPr>
        <p:grpSpPr>
          <a:xfrm>
            <a:off x="5168892" y="1587497"/>
            <a:ext cx="259605" cy="346024"/>
            <a:chOff x="5194002" y="1511297"/>
            <a:chExt cx="259605" cy="346024"/>
          </a:xfrm>
        </p:grpSpPr>
        <p:sp>
          <p:nvSpPr>
            <p:cNvPr id="15137" name="Google Shape;15137;p6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1" name="Google Shape;15141;p68"/>
          <p:cNvGrpSpPr/>
          <p:nvPr/>
        </p:nvGrpSpPr>
        <p:grpSpPr>
          <a:xfrm>
            <a:off x="1369631" y="1588261"/>
            <a:ext cx="252444" cy="351722"/>
            <a:chOff x="1394741" y="1512061"/>
            <a:chExt cx="252444" cy="351722"/>
          </a:xfrm>
        </p:grpSpPr>
        <p:sp>
          <p:nvSpPr>
            <p:cNvPr id="15142" name="Google Shape;15142;p6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9" name="Google Shape;15159;p68"/>
          <p:cNvGrpSpPr/>
          <p:nvPr/>
        </p:nvGrpSpPr>
        <p:grpSpPr>
          <a:xfrm>
            <a:off x="829986" y="1580685"/>
            <a:ext cx="380910" cy="339594"/>
            <a:chOff x="855096" y="1504485"/>
            <a:chExt cx="380910" cy="339594"/>
          </a:xfrm>
        </p:grpSpPr>
        <p:sp>
          <p:nvSpPr>
            <p:cNvPr id="15160" name="Google Shape;15160;p6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5" name="Google Shape;15165;p68"/>
          <p:cNvGrpSpPr/>
          <p:nvPr/>
        </p:nvGrpSpPr>
        <p:grpSpPr>
          <a:xfrm>
            <a:off x="1794466" y="1587879"/>
            <a:ext cx="352103" cy="352103"/>
            <a:chOff x="1819576" y="1511679"/>
            <a:chExt cx="352103" cy="352103"/>
          </a:xfrm>
        </p:grpSpPr>
        <p:sp>
          <p:nvSpPr>
            <p:cNvPr id="15166" name="Google Shape;15166;p6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68"/>
          <p:cNvGrpSpPr/>
          <p:nvPr/>
        </p:nvGrpSpPr>
        <p:grpSpPr>
          <a:xfrm>
            <a:off x="5595987" y="1576961"/>
            <a:ext cx="371424" cy="355446"/>
            <a:chOff x="5621097" y="1500761"/>
            <a:chExt cx="371424" cy="355446"/>
          </a:xfrm>
        </p:grpSpPr>
        <p:sp>
          <p:nvSpPr>
            <p:cNvPr id="15171" name="Google Shape;15171;p6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68"/>
          <p:cNvGrpSpPr/>
          <p:nvPr/>
        </p:nvGrpSpPr>
        <p:grpSpPr>
          <a:xfrm>
            <a:off x="4645129" y="1617799"/>
            <a:ext cx="359679" cy="321833"/>
            <a:chOff x="4670239" y="1541599"/>
            <a:chExt cx="359679" cy="321833"/>
          </a:xfrm>
        </p:grpSpPr>
        <p:sp>
          <p:nvSpPr>
            <p:cNvPr id="15174" name="Google Shape;15174;p6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9" name="Google Shape;15179;p68"/>
          <p:cNvGrpSpPr/>
          <p:nvPr/>
        </p:nvGrpSpPr>
        <p:grpSpPr>
          <a:xfrm>
            <a:off x="4187319" y="1578585"/>
            <a:ext cx="321037" cy="353822"/>
            <a:chOff x="4212429" y="1502385"/>
            <a:chExt cx="321037" cy="353822"/>
          </a:xfrm>
        </p:grpSpPr>
        <p:sp>
          <p:nvSpPr>
            <p:cNvPr id="15180" name="Google Shape;15180;p6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68"/>
          <p:cNvGrpSpPr/>
          <p:nvPr/>
        </p:nvGrpSpPr>
        <p:grpSpPr>
          <a:xfrm>
            <a:off x="2277678" y="1582181"/>
            <a:ext cx="336188" cy="335425"/>
            <a:chOff x="2302788" y="1505981"/>
            <a:chExt cx="336188" cy="335425"/>
          </a:xfrm>
        </p:grpSpPr>
        <p:sp>
          <p:nvSpPr>
            <p:cNvPr id="15185" name="Google Shape;15185;p6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2" name="Google Shape;15202;p68"/>
          <p:cNvGrpSpPr/>
          <p:nvPr/>
        </p:nvGrpSpPr>
        <p:grpSpPr>
          <a:xfrm>
            <a:off x="2755191" y="1598096"/>
            <a:ext cx="333133" cy="321037"/>
            <a:chOff x="2780301" y="1521896"/>
            <a:chExt cx="333133" cy="321037"/>
          </a:xfrm>
        </p:grpSpPr>
        <p:sp>
          <p:nvSpPr>
            <p:cNvPr id="15203" name="Google Shape;15203;p6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68"/>
          <p:cNvGrpSpPr/>
          <p:nvPr/>
        </p:nvGrpSpPr>
        <p:grpSpPr>
          <a:xfrm>
            <a:off x="3291049" y="1591285"/>
            <a:ext cx="211892" cy="339594"/>
            <a:chOff x="3316159" y="1515085"/>
            <a:chExt cx="211892" cy="339594"/>
          </a:xfrm>
        </p:grpSpPr>
        <p:sp>
          <p:nvSpPr>
            <p:cNvPr id="15224" name="Google Shape;15224;p6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7" name="Google Shape;15227;p68"/>
            <p:cNvGrpSpPr/>
            <p:nvPr/>
          </p:nvGrpSpPr>
          <p:grpSpPr>
            <a:xfrm>
              <a:off x="3316159" y="1515085"/>
              <a:ext cx="211892" cy="339594"/>
              <a:chOff x="3316159" y="1515085"/>
              <a:chExt cx="211892" cy="339594"/>
            </a:xfrm>
          </p:grpSpPr>
          <p:sp>
            <p:nvSpPr>
              <p:cNvPr id="15228" name="Google Shape;15228;p6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34" name="Google Shape;15234;p68"/>
          <p:cNvGrpSpPr/>
          <p:nvPr/>
        </p:nvGrpSpPr>
        <p:grpSpPr>
          <a:xfrm>
            <a:off x="3691248" y="1620855"/>
            <a:ext cx="361971" cy="314958"/>
            <a:chOff x="3716358" y="1544655"/>
            <a:chExt cx="361971" cy="314958"/>
          </a:xfrm>
        </p:grpSpPr>
        <p:sp>
          <p:nvSpPr>
            <p:cNvPr id="15235" name="Google Shape;15235;p6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0" name="Google Shape;15240;p68"/>
            <p:cNvGrpSpPr/>
            <p:nvPr/>
          </p:nvGrpSpPr>
          <p:grpSpPr>
            <a:xfrm>
              <a:off x="3716358" y="1544655"/>
              <a:ext cx="361971" cy="314958"/>
              <a:chOff x="3716358" y="1544655"/>
              <a:chExt cx="361971" cy="314958"/>
            </a:xfrm>
          </p:grpSpPr>
          <p:sp>
            <p:nvSpPr>
              <p:cNvPr id="15241" name="Google Shape;15241;p6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46" name="Google Shape;15246;p68"/>
          <p:cNvGrpSpPr/>
          <p:nvPr/>
        </p:nvGrpSpPr>
        <p:grpSpPr>
          <a:xfrm>
            <a:off x="6986814" y="1633752"/>
            <a:ext cx="499533" cy="305136"/>
            <a:chOff x="7009649" y="1541981"/>
            <a:chExt cx="524940" cy="320655"/>
          </a:xfrm>
        </p:grpSpPr>
        <p:sp>
          <p:nvSpPr>
            <p:cNvPr id="15247" name="Google Shape;15247;p6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5" name="Google Shape;15255;p68"/>
          <p:cNvGrpSpPr/>
          <p:nvPr/>
        </p:nvGrpSpPr>
        <p:grpSpPr>
          <a:xfrm>
            <a:off x="8008924" y="1594309"/>
            <a:ext cx="282746" cy="340358"/>
            <a:chOff x="8034034" y="1518109"/>
            <a:chExt cx="282746" cy="340358"/>
          </a:xfrm>
        </p:grpSpPr>
        <p:sp>
          <p:nvSpPr>
            <p:cNvPr id="15256" name="Google Shape;15256;p6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68"/>
          <p:cNvGrpSpPr/>
          <p:nvPr/>
        </p:nvGrpSpPr>
        <p:grpSpPr>
          <a:xfrm>
            <a:off x="7557192" y="1576134"/>
            <a:ext cx="369133" cy="360411"/>
            <a:chOff x="7582302" y="1499934"/>
            <a:chExt cx="369133" cy="360411"/>
          </a:xfrm>
        </p:grpSpPr>
        <p:sp>
          <p:nvSpPr>
            <p:cNvPr id="15261" name="Google Shape;15261;p6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6" name="Google Shape;15266;p68"/>
          <p:cNvGrpSpPr/>
          <p:nvPr/>
        </p:nvGrpSpPr>
        <p:grpSpPr>
          <a:xfrm>
            <a:off x="6170979" y="3893352"/>
            <a:ext cx="346056" cy="345674"/>
            <a:chOff x="2238181" y="4120624"/>
            <a:chExt cx="346056" cy="345674"/>
          </a:xfrm>
        </p:grpSpPr>
        <p:grpSp>
          <p:nvGrpSpPr>
            <p:cNvPr id="15267" name="Google Shape;15267;p68"/>
            <p:cNvGrpSpPr/>
            <p:nvPr/>
          </p:nvGrpSpPr>
          <p:grpSpPr>
            <a:xfrm>
              <a:off x="2309155" y="4177413"/>
              <a:ext cx="203862" cy="231903"/>
              <a:chOff x="1512725" y="258500"/>
              <a:chExt cx="4570900" cy="5199625"/>
            </a:xfrm>
          </p:grpSpPr>
          <p:sp>
            <p:nvSpPr>
              <p:cNvPr id="15268" name="Google Shape;15268;p68"/>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8"/>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0" name="Google Shape;15270;p68"/>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1" name="Google Shape;15271;p6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75" name="Shape 15275"/>
        <p:cNvGrpSpPr/>
        <p:nvPr/>
      </p:nvGrpSpPr>
      <p:grpSpPr>
        <a:xfrm>
          <a:off x="0" y="0"/>
          <a:ext cx="0" cy="0"/>
          <a:chOff x="0" y="0"/>
          <a:chExt cx="0" cy="0"/>
        </a:xfrm>
      </p:grpSpPr>
      <p:pic>
        <p:nvPicPr>
          <p:cNvPr id="15276" name="Google Shape;15276;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usiness Law Annual Meeting by Slidesgo">
  <a:themeElements>
    <a:clrScheme name="Simple Light">
      <a:dk1>
        <a:srgbClr val="251F50"/>
      </a:dk1>
      <a:lt1>
        <a:srgbClr val="F1F0EE"/>
      </a:lt1>
      <a:dk2>
        <a:srgbClr val="ECC039"/>
      </a:dk2>
      <a:lt2>
        <a:srgbClr val="FFE393"/>
      </a:lt2>
      <a:accent1>
        <a:srgbClr val="C99228"/>
      </a:accent1>
      <a:accent2>
        <a:srgbClr val="6860A2"/>
      </a:accent2>
      <a:accent3>
        <a:srgbClr val="9D95D6"/>
      </a:accent3>
      <a:accent4>
        <a:srgbClr val="FFFFFF"/>
      </a:accent4>
      <a:accent5>
        <a:srgbClr val="FFFFFF"/>
      </a:accent5>
      <a:accent6>
        <a:srgbClr val="FFFFFF"/>
      </a:accent6>
      <a:hlink>
        <a:srgbClr val="251F5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